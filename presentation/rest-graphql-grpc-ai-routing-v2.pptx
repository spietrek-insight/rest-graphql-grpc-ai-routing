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300-level session: we compare REST, GraphQL and gRPC, then show how a model can choose between them at runtime without inventing answers. Replace [Conference name]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300-level and code-first. AI routing is in the appendix if time permits.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talk: no single winner. The right protocol depends on the operation, not the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rows. Corrections vs last year: GraphQL does stream via subscriptions; gRPC in browsers needs gRPC-Web or a bridge, which is exactly what Protocol Studio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relationships matter: ship to film to producer is exactly the nested shape where GraphQL shines and REST needs follow-up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 remains the default for good reason. The strain appears when screens need related data or real-time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inspector: real request URL, real body, byte count of the response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GraphQL moves shaping to the client. The cost moves to the server: resolvers, batching,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router prompt rule: relationship questions go to GraphQL even for a single 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gRPC is the performance and contract story. The browser gap is real, and the demo bridges it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350 ms pacing between stream requests is deliberate so the audience can see snapshots arrive. Timestamps are real; telemetry is not fabricated.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history, then the practical table. Learning curve for gRPC is mostly tooling, not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three guided prompts in Auto. If the model is cold, use a presenter override and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anonymized. Update with current status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anonymized. Update with current status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takeaways,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presenter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Use if time permits or for Q&amp;A on how the demo routes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design choice: the model is a router, not an author. That makes it cheap, testable and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the unqualified qwen3:4b tag: it resolves to the thinking model and burns tokens before the tool call. History is trimmed to the last four messages of 256 characters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Jev is optional. It is a structured classification contract, which is why we compose answers from catalog data rather than asking a second model to write prose.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is universally better: local control and offline operation versus calibrated confidence from a purpose-built decision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are what make it safe to put a model in the request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dominates. REST and GraphQL execute in single-digit milliseconds locally; the gRPC stream time is mostly the deliberate demo pacing. Reproduce with node scripts/benchmark.mjs.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DA1884"/>
          </a:solidFill>
          <a:ln/>
        </p:spPr>
      </p:sp>
      <p:pic>
        <p:nvPicPr>
          <p:cNvPr id="3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825500"/>
            <a:ext cx="1905000" cy="787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600" y="2095500"/>
            <a:ext cx="698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SESSION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23749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vs GraphQL vs gRPC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3111500"/>
            <a:ext cx="698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API protocol for the operation in front of you.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09600" y="3911600"/>
            <a:ext cx="50800" cy="1371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3600" y="3937000"/>
            <a:ext cx="673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3600" y="42164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300-level tour of REST, GraphQL and gRPC through one working app, Protocol Studio: a local or hosted model routes each question to the protocol that fits, and every request is real traffic you can inspect.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5842000"/>
            <a:ext cx="698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[Conference name] 2026   •   Insight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09600" y="6578600"/>
            <a:ext cx="736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36000" y="1587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protocols.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question.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call.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8636000" y="3238500"/>
            <a:ext cx="508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36000" y="3492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PROTOCOLS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36000" y="3733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 compared on real traffic.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36000" y="43180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DEMO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36000" y="45593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app, three protocols, every request inspectable.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36000" y="5143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FIELD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636000" y="5384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stories where the choice mattered.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Expectations &amp; Takeaways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sections, one running application. Every example is real HTTP, GraphQL and gRPC traffic, with no mocks.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11176000" cy="7366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7400" y="21590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97000" y="21590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140200" y="21590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protocol choice is still contentious, the key comparisons, and the demo data set.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763000" y="21590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8000" y="2997200"/>
            <a:ext cx="11176000" cy="736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8000" y="29972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87400" y="29972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397000" y="29972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Protocols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140200" y="29972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gRPC, each covered twice: first the concept, then the working code.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763000" y="29972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slides per protocol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08000" y="3835400"/>
            <a:ext cx="11176000" cy="7366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8000" y="38354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7400" y="38354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397000" y="38354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Field Stories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140200" y="38354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live, then client stories where the choice mattered.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763000" y="38354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from the field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8000" y="4673600"/>
            <a:ext cx="11176000" cy="736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08000" y="46736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87400" y="46736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397000" y="46736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AI Routing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140200" y="46736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demo lets Ollama or Jev choose the protocol, with guardrails and latency.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763000" y="46736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permitting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08000" y="5588000"/>
            <a:ext cx="11176000" cy="6096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08000" y="5588000"/>
            <a:ext cx="76200" cy="609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87400" y="5588000"/>
            <a:ext cx="1066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300-level.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assume you have built an API before. The focus is trade-offs you can apply on Monday.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1402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43688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protocol choice is still contentious, and how the three compare.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654300"/>
            <a:ext cx="5461000" cy="205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6543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8829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32385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Frontier: the problem every integration team hits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7211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Comparisons: transport, contract, caching and streaming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42037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 Set: one catalog behind all three protocols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Frontier for Integration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many ways to move data between clients, services and partners. Choosing one is rarely obvious.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215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87600"/>
            <a:ext cx="313055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has a default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backend and integration teams each reach for what they know, so the data contract becomes a negotiation.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8950" y="2159000"/>
            <a:ext cx="3587750" cy="215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27550" y="2387600"/>
            <a:ext cx="313055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REALITY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protocol has a sweet spot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Cacheable resources, client-shaped graphs and low-latency streams are different problems with different best answers.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9900" y="2159000"/>
            <a:ext cx="3587750" cy="215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18500" y="2387600"/>
            <a:ext cx="313055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APPROACH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per operation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systems benefit from more than one protocol, as long as each contract stays typed, versioned and visible.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8000" y="4572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8000" y="4572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87400" y="4572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which protocol wins.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which one fits the operation in front of you. Most production systems run more than 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Comparisons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questions asked of each protocol. There are no bad answers, only different fits.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159000"/>
          <a:ext cx="11176000" cy="914400"/>
        </p:xfrm>
        <a:graphic>
          <a:graphicData uri="http://schemas.openxmlformats.org/drawingml/2006/table">
            <a:tbl>
              <a:tblPr/>
              <a:tblGrid>
                <a:gridCol w="2123440"/>
                <a:gridCol w="3017520"/>
                <a:gridCol w="3017520"/>
                <a:gridCol w="30175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HTTP/1.1, HTTP/2 or HTTP/3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HTTP, usually one POST endpoint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HTTP/2 (required)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(any media type)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Protobuf, binary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OpenAPI (optional)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SDL schema (required)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.proto file (required)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shape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per endpoint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selects fields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per RPC, strongly typed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HTTP and CDN 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Client-side or persisted queries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Application-level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SSE or chunked responses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Server, client and bidirectional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support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gRPC-Web or a bridge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and resource APIs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Client-driven nested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Service-to-service, low latency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 SET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Catalog Behind All Three Protocols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Carried forward from last year's demo repository, with original IDs, numeric fields and relationships intact.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222500"/>
            <a:ext cx="298450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222500"/>
            <a:ext cx="29845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4511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STARSHIPS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30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0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74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max speed and length, from the CR90 corvette to the Millennium Falcon.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03750" y="2222500"/>
            <a:ext cx="298450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03750" y="2222500"/>
            <a:ext cx="29845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832350" y="24511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832350" y="2730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0" dirty="0"/>
          </a:p>
        </p:txBody>
      </p:sp>
      <p:sp>
        <p:nvSpPr>
          <p:cNvPr id="20" name="Text 16"/>
          <p:cNvSpPr txBox="1"/>
          <p:nvPr/>
        </p:nvSpPr>
        <p:spPr>
          <a:xfrm>
            <a:off x="4832350" y="374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Hope through Revenge of the Sith.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699500" y="2222500"/>
            <a:ext cx="298450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99500" y="2222500"/>
            <a:ext cx="29845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928100" y="24511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928100" y="2730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25" name="Text 21"/>
          <p:cNvSpPr txBox="1"/>
          <p:nvPr/>
        </p:nvSpPr>
        <p:spPr>
          <a:xfrm>
            <a:off x="8928100" y="374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Kurtz, Rick McCallum, Howard G. Kazanjian and George Lucas.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3492500" y="3111500"/>
            <a:ext cx="1111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568700" y="3403600"/>
            <a:ext cx="457200" cy="203200"/>
          </a:xfrm>
          <a:prstGeom prst="leftArrow">
            <a:avLst/>
          </a:prstGeom>
          <a:solidFill>
            <a:srgbClr val="DA1884"/>
          </a:solidFill>
          <a:ln/>
        </p:spPr>
      </p:sp>
      <p:sp>
        <p:nvSpPr>
          <p:cNvPr id="28" name="Shape 24"/>
          <p:cNvSpPr/>
          <p:nvPr/>
        </p:nvSpPr>
        <p:spPr>
          <a:xfrm>
            <a:off x="4064000" y="3403600"/>
            <a:ext cx="457200" cy="2032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588250" y="3111500"/>
            <a:ext cx="1111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664450" y="3403600"/>
            <a:ext cx="457200" cy="203200"/>
          </a:xfrm>
          <a:prstGeom prst="leftArrow">
            <a:avLst/>
          </a:prstGeom>
          <a:solidFill>
            <a:srgbClr val="DA1884"/>
          </a:solidFill>
          <a:ln/>
        </p:spPr>
      </p:sp>
      <p:sp>
        <p:nvSpPr>
          <p:cNvPr id="31" name="Shape 27"/>
          <p:cNvSpPr/>
          <p:nvPr/>
        </p:nvSpPr>
        <p:spPr>
          <a:xfrm>
            <a:off x="8159750" y="3403600"/>
            <a:ext cx="457200" cy="2032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32" name="Shape 28"/>
          <p:cNvSpPr/>
          <p:nvPr/>
        </p:nvSpPr>
        <p:spPr>
          <a:xfrm>
            <a:off x="508000" y="50165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08000" y="50165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87400" y="5016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immutable, in-memory catalog.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 all read the same seeded source. There is no database to configure, and all three protocols see identical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1402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43688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gRPC: each in concept, then in working code.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413000"/>
            <a:ext cx="54610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4130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6416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29972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resources over HTTP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4798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GraphQL: client-shaped queries over one schema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39624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gRPC: typed contracts and streaming over HTTP/2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77000" y="44450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Comparison: history, learning curve and use cases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HOW IT WORKS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Resources Over HTTP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resource gets a URL and HTTP verbs carry the intent. Its simplicity is both the strength and the ceiling.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4864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REST shines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resources with standard verbs and status codes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HTTP caching through browsers, CDNs and proxies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tooling: curl, OpenAPI, gateways and API management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lowest barrier for partners and public consumers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76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7600" y="2159000"/>
            <a:ext cx="5486400" cy="406400"/>
          </a:xfrm>
          <a:prstGeom prst="rect">
            <a:avLst/>
          </a:prstGeom>
          <a:solidFill>
            <a:srgbClr val="A100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262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strains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262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Over-fetching: fixed payloads return fields you do not need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Under-fetching: related data means extra round trips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pressure as client needs diverge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first-class streaming (SSE or polling instead)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8000" y="5207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8000" y="5207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7400" y="5207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REST for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cacheable, stateless resource APIs, especially ones you publish to others.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IN THE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in Protocol Studio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Single-resource lookups route here: one URL per resource and a cacheable JSON response.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937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· RESPONSE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/api/catalog/starships/ship:5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max-age=300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"5",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"Millennium Falcon",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"maxSpeed": 1050,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"length": 34.37,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"films": [ … 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route per resource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/starships/{target}, /films/{id} and /producers/{id} on Spring MVC.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496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496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302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30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Cacheable by default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Starship reads send Cache-Control: max-age=300.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1402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1402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92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926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for simple lookups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router sends speed, length and detail questions here.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130800"/>
            <a:ext cx="5384800" cy="78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130800"/>
            <a:ext cx="76200" cy="787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78600" y="5130800"/>
            <a:ext cx="4876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“Tell me about the Millennium Falcon.”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· HOW IT WORKS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GraphQL: Ask for Exactly What You Need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endpoint and one typed schema. The client decides the shape of the response.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4864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GraphQL shines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typed schema (SDL) that describes the whole graph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select exactly the fields a screen needs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relationships resolved in one round trip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Introspection powers tooling, docs and code generation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76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7600" y="2159000"/>
            <a:ext cx="5486400" cy="406400"/>
          </a:xfrm>
          <a:prstGeom prst="rect">
            <a:avLst/>
          </a:prstGeom>
          <a:solidFill>
            <a:srgbClr val="A100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262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strains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262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caching is harder: POST to one URL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resolver load without batching such as DataLoader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APIs need query depth and cost limits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server-side complexity to operate and secure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8000" y="5207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8000" y="5207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7400" y="5207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GraphQL for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client-driven screens that stitch related data: BFFs, mobile apps and micro-frontends.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· IN THE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in Protocol Studio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questions route here: starships, films and producers in a single request.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937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/GRAPHQL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ExploreStarships($target: String!)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starships(target: $target)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name maxSpeed length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films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producers { name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variables: { "target": "film:1" 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request, three entities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Starships to films to producers in one round trip.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496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496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302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30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for GraphQL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@QueryMapping resolvers read the same catalog that REST serves.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1402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1402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92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926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for relationships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films” and “who produced” route here, even for one ship.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130800"/>
            <a:ext cx="5384800" cy="78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130800"/>
            <a:ext cx="76200" cy="787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78600" y="5130800"/>
            <a:ext cx="4876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starships appear in A New Hope, and who produced it?”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· HOW IT WORKS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gRPC: Typed Contracts, Streaming by Default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Contract-first RPC over HTTP/2 with compact Protobuf messages and four call types.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4864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gRPC shines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Contract-first .proto files with generated clients in many languages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binary Protobuf with HTTP/2 multiplexing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Unary, server, client and bidirectional streaming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Deadlines, cancellation and metadata built in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76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7600" y="2159000"/>
            <a:ext cx="5486400" cy="406400"/>
          </a:xfrm>
          <a:prstGeom prst="rect">
            <a:avLst/>
          </a:prstGeom>
          <a:solidFill>
            <a:srgbClr val="A100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262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strains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262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Browsers need gRPC-Web or an HTTP bridge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payloads are harder to read and debug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HTTP/2 end to end through proxies and load balancers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discipline: field numbers are forever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8000" y="5207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8000" y="5207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7400" y="5207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gRPC for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service-to-service calls, low-latency paths and real-time streams.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· IN THE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in Protocol Studio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questions route here: a real bidirectional Protobuf stream on port 9090.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937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CATALOG.PROTO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StarshipTracker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rpc Track(stream TrackRequest)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returns (stream TrackSnapshot);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TrackRequest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target = 1;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int32 sequence = 2;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TrackSnapshot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repeated TrackedShip starships = 1;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int32 sequence = 2;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observed_at = 3;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Truly bidirectional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sends three requests while the response stream stays open.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496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496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302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30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Bridged to the browser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snapshot is flushed to the UI as NDJSON as it arrives.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1402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1402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92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926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and honest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10-second deadline; sizes count serialized Protobuf bytes.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130800"/>
            <a:ext cx="5384800" cy="78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130800"/>
            <a:ext cx="76200" cy="787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78600" y="5130800"/>
            <a:ext cx="4876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“Track the Millennium Falcon.”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COMPARISON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Protocol Came From, and Where It Fits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decades of API design. Each protocol answered the problem of its moment.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080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080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described in Roy Fielding's dissertation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401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3401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3401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built inside Facebook for mobile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722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1722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1722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spec published; gRPC open-sourced by Google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0043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0043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0043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1.0 released; adopted by CNCF in 2017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3429000"/>
          <a:ext cx="11176000" cy="914400"/>
        </p:xfrm>
        <a:graphic>
          <a:graphicData uri="http://schemas.openxmlformats.org/drawingml/2006/table">
            <a:tbl>
              <a:tblPr/>
              <a:tblGrid>
                <a:gridCol w="2123440"/>
                <a:gridCol w="3017520"/>
                <a:gridCol w="3017520"/>
                <a:gridCol w="3017520"/>
              </a:tblGrid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curve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Protobuf and toolchain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Ecosystem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Ubiquitous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Mature and growing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Mature in cloud-native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 cases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APIs, identity, legacy integration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Mobile, BFFs, micro-frontends, multi-tenant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Microservices, IoT, real-time streams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Field Stories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8006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50292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live, then where the choice mattered for clients.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654300"/>
            <a:ext cx="5461000" cy="205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6543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8829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32385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three questions, three protocols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7211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distribution: REST and GraphQL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42037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retail coffee: gRPC at the edge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Let's Get Into the Code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question, watch the model pick a protocol, and inspect the real request and response.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87600"/>
            <a:ext cx="31305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SIMPLE LOOKUP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“Tell me about the Millennium Falcon.”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GET /api/catalog/starships/ship:5 and returns a cacheable JSON body.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8950" y="2159000"/>
            <a:ext cx="358775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27550" y="2387600"/>
            <a:ext cx="31305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· RELATIONSHIPS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starships appear in A New Hope, and who produced it?”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query ExploreStarships, returning ships, films and producers together.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9900" y="2159000"/>
            <a:ext cx="358775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18500" y="2387600"/>
            <a:ext cx="31305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· STREAMING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“Track the Millennium Falcon.”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StarshipTracker/Track, and three snapshots stream back over HTTP/2.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8000" y="4927600"/>
            <a:ext cx="5486400" cy="11684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8000" y="4927600"/>
            <a:ext cx="54864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11200" y="4927600"/>
            <a:ext cx="508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11200" y="54356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-d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http://localhost:3000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0" y="4953000"/>
            <a:ext cx="5283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0" y="5232400"/>
            <a:ext cx="5283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TypeScript · assistant-ui · Zustand · Tailwind v4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· Spring Boot 3.5 · Spring for GraphQL · grpc-java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(local) · Jev (optional, hosted)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STORIES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STORY · DISTRIBUTION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Distribution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material handling systems, equipment and consulting company.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08000" y="2159000"/>
            <a:ext cx="673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set out to build the next-generation warehouse execution system.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08000" y="2870200"/>
            <a:ext cx="6731000" cy="2984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08000" y="2870200"/>
            <a:ext cx="67310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6600" y="2870200"/>
            <a:ext cx="627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454400"/>
            <a:ext cx="627380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“Waze for the warehouse” in the public cloud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automation, which had never been done before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industrial IoT solution: sorting, picking and conveyors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“basecamp to the summit” delivery approach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493000" y="2159000"/>
            <a:ext cx="4191000" cy="1778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3000" y="2159000"/>
            <a:ext cx="419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21600" y="2387600"/>
            <a:ext cx="3733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IN PLAY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and GraphQL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and functions expose REST APIs for resources and GraphQL for the connected warehouse view.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493000" y="4140200"/>
            <a:ext cx="4191000" cy="1714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493000" y="4140200"/>
            <a:ext cx="419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21600" y="4368800"/>
            <a:ext cx="3733800" cy="130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GOING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“Jinan”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multi-year engagement to build the next platform. The name means “second son.”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STORIES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STORY · RETAIL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Retail Coffee Manufacturer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point of sale and order operations.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42900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429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49500"/>
            <a:ext cx="2971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616200"/>
            <a:ext cx="2971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33k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327400"/>
            <a:ext cx="2971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offline operation are key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8000" y="3911600"/>
            <a:ext cx="3429000" cy="19431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8000" y="3911600"/>
            <a:ext cx="3429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36600" y="4140200"/>
            <a:ext cx="2971800" cy="153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GOING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drive-thru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engaged on opportunities to improve drive-thru experiences.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191000" y="2159000"/>
            <a:ext cx="749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set out to build the next-generation POS and ordering system.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191000" y="2870200"/>
            <a:ext cx="7493000" cy="2984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191000" y="2870200"/>
            <a:ext cx="74930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419600" y="2870200"/>
            <a:ext cx="7035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gRPC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419600" y="3454400"/>
            <a:ext cx="703580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experiences for both the barista partner and the customer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ability to expose endpoints at the store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integration reduces exposure and increases performance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Service-based integration built on typed gRPC contracts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Take Away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protocol per operation, design the contract first, and measure the whole path.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87600"/>
            <a:ext cx="3130550" cy="207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per operation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for cacheable resources, GraphQL for related data, and gRPC for streams and service-to-service calls. Most systems use more than one.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8950" y="2159000"/>
            <a:ext cx="358775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27550" y="2387600"/>
            <a:ext cx="3130550" cy="207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contract first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OpenAPI, SDL or .proto: the contract outlives any implementation and drives tooling, testing and code generation.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9900" y="2159000"/>
            <a:ext cx="358775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18500" y="2387600"/>
            <a:ext cx="3130550" cy="207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whole path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trips, payload size and caching decide real-world latency more than the protocol label does.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8000" y="4889500"/>
            <a:ext cx="11176000" cy="1079500"/>
          </a:xfrm>
          <a:prstGeom prst="rect">
            <a:avLst/>
          </a:prstGeom>
          <a:solidFill>
            <a:srgbClr val="DA188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87400" y="50800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“Three protocols. One question. The right call, made where you can see it.”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787400" y="5575300"/>
            <a:ext cx="10668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Repository, runbook and measurements: [repository link]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DA1884"/>
          </a:solidFill>
          <a:ln/>
        </p:spPr>
      </p:sp>
      <p:pic>
        <p:nvPicPr>
          <p:cNvPr id="3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825500"/>
            <a:ext cx="1905000" cy="787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600" y="2095500"/>
            <a:ext cx="698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2413000"/>
            <a:ext cx="698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/questions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609600" y="34798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9600" y="37465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name]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[Title]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name]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[Title]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6578600"/>
            <a:ext cx="736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636000" y="1587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yourself.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8636000" y="3238500"/>
            <a:ext cx="508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36000" y="3492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RUN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36000" y="3733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--build -d, then open localhost:3000.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36000" y="43180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ASK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636000" y="45593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three guided prompts, then ask your own.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36000" y="5143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INSPECT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36000" y="5384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inspector to see every payload and timing.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AI Routing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8006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50292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material: how Protocol Studio lets a model choose the protocol.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413000"/>
            <a:ext cx="54610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4130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6416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29972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how a question becomes a protocol call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4798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Ollama: local tool calling on a 4B model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39624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Jev: structured decisions with confidence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77000" y="44450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and measured latency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Protocol Studio Routes a Question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interface, IntentClassifier, with two implementations: Ollama by default and Jev optionally.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7310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ASK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question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posts the message and recent turns to /api/chat.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52095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15" name="Shape 11"/>
          <p:cNvSpPr/>
          <p:nvPr/>
        </p:nvSpPr>
        <p:spPr>
          <a:xfrm>
            <a:off x="281305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1305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97815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CLASSIFY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or Jev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one protocol and one allowlisted catalog target.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2600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19" name="Shape 15"/>
          <p:cNvSpPr/>
          <p:nvPr/>
        </p:nvSpPr>
        <p:spPr>
          <a:xfrm>
            <a:off x="511810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11810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28320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DECIDE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typed decision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{ protocol, target }: never a URL or query text.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13105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23" name="Shape 19"/>
          <p:cNvSpPr/>
          <p:nvPr/>
        </p:nvSpPr>
        <p:spPr>
          <a:xfrm>
            <a:off x="742315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2315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58825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EXECUTE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transport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its own REST, GraphQL or native gRPC endpoint.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43610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27" name="Shape 23"/>
          <p:cNvSpPr/>
          <p:nvPr/>
        </p:nvSpPr>
        <p:spPr>
          <a:xfrm>
            <a:off x="972820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972820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989330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ANSWER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Compose, inspect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the response, with payloads and timings shown.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8000" y="50165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08000" y="5016500"/>
            <a:ext cx="762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7400" y="50165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chooses the route. It never supplies the data.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composed deterministically from what the protocol returned, so a routing mistake is visible and no facts are invented.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 · OLLAMA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Routing with Ollama Tool Calling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tool calling on a small local model: no API key and no cloud dependency.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810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 PER PROTOCOL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"function",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"function":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"GRAPHQL",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"A nested query brings…",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"parameters":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 "target":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"string",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"enum": ["ship:5", "film:1", …]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},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"required": ["target"]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 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name is the decision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or GRPC: the model must call exactly one.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242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242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276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2766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Enum-bound targets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catalog IDs that exist can be selected.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0894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0894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418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418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pinned small model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qwen3:4b-instruct-2507 (q4_K_M), no thinking mode, runs locally.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0546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0546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27800" y="5207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7035800" y="52070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for latency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0, 96-token cap, 30-minute keep-alive, startup warm-up.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 · JEV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Jev: A Decision Model, Not a Text Generator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typed Choice questions replace free-form generation, which suits a small, closed decision space.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810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/V1/SYSTEMONE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"jev-latest",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{ "message": "…",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"history": [ … ] },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"questions":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"protocol": { "type": "choice",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"criteria": { "REST": "…",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"GRAPHQL": "…", "GRPC": "…" } },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"target": { "type": "choice",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"criteria": { "ship:5": "…" }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1168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1168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Answers, not prose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question returns a choice with confidence and probabilities, shown in the inspector.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454400"/>
            <a:ext cx="5384800" cy="1168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454400"/>
            <a:ext cx="63500" cy="1168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6068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606800"/>
            <a:ext cx="444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contract as Ollama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Plugs in behind IntentClassifier with AI_PROVIDER=jev.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749800"/>
            <a:ext cx="5384800" cy="1168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749800"/>
            <a:ext cx="63500" cy="1168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9022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902200"/>
            <a:ext cx="444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by TypeSafe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internet and TYPESAFE_API_KEY, and the key never leaves the server.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ROUTER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vs Jev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make the same decision. Swap between them with one environment variable.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159000"/>
          <a:ext cx="11176000" cy="914400"/>
        </p:xfrm>
        <a:graphic>
          <a:graphicData uri="http://schemas.openxmlformats.org/drawingml/2006/table">
            <a:tbl>
              <a:tblPr/>
              <a:tblGrid>
                <a:gridCol w="2458720"/>
                <a:gridCol w="4358640"/>
                <a:gridCol w="435864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Ollama (default)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Jev (optional)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tool calling across three tool schemas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typed Choice questions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it runs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Locally, in Docker or native on the host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Hosted TypeSafe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tool call plus an enum target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choice per question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reported, and none invented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and probabilities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 a model of several GB once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key and internet access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demos and data residency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decisions that need calibrated confidence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08000" y="52705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08000" y="52705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787400" y="5270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overrides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 the model entirely for one question, and the UI says so. They are never passed off as AI classification.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Rules That Keep the Router Honest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gets a narrow job, and the system makes every choice it makes visible.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7400" y="21590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97000" y="21590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Allowlisted targets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140200" y="21590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choose catalog IDs through an enum or criteria, never URLs, queries or service names.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763000" y="2159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injected or hallucinated calls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8000" y="2946400"/>
            <a:ext cx="11176000" cy="69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8000" y="29464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87400" y="29464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397000" y="29464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fallback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140200" y="29464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output or an unavailable provider shows an error. Nothing is keyword-routed and labeled as AI.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763000" y="29464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is what the model did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08000" y="37338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8000" y="37338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7400" y="37338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397000" y="37338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overrides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140200" y="37338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overrides apply to one question, then the router resets to Auto.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763000" y="37338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 never stall on a cold model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8000" y="4521200"/>
            <a:ext cx="11176000" cy="69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08000" y="45212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87400" y="45212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397000" y="45212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answers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140200" y="45212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is composed from the actual transport response.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763000" y="45212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facts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08000" y="53086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08000" y="53086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87400" y="53086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1397000" y="53086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stay server-side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4140200" y="53086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and auth headers never reach the browser. Ports bind to loopback.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8763000" y="53086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local-first defaults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PROMISED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Router Costs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to a complete response on warm, sequential runs with native Ollama on Apple Silicon.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495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616200"/>
            <a:ext cx="31305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 s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3274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complete response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298950" y="2159000"/>
            <a:ext cx="358775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27550" y="23495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27550" y="2616200"/>
            <a:ext cx="31305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 s</a:t>
            </a:r>
            <a:endParaRPr lang="en-US" sz="4000" dirty="0"/>
          </a:p>
        </p:txBody>
      </p:sp>
      <p:sp>
        <p:nvSpPr>
          <p:cNvPr id="20" name="Text 16"/>
          <p:cNvSpPr txBox="1"/>
          <p:nvPr/>
        </p:nvSpPr>
        <p:spPr>
          <a:xfrm>
            <a:off x="4527550" y="33274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complete response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089900" y="2159000"/>
            <a:ext cx="358775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318500" y="23495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318500" y="2616200"/>
            <a:ext cx="31305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 s</a:t>
            </a:r>
            <a:endParaRPr lang="en-US" sz="4000" dirty="0"/>
          </a:p>
        </p:txBody>
      </p:sp>
      <p:sp>
        <p:nvSpPr>
          <p:cNvPr id="25" name="Text 21"/>
          <p:cNvSpPr txBox="1"/>
          <p:nvPr/>
        </p:nvSpPr>
        <p:spPr>
          <a:xfrm>
            <a:off x="8318500" y="33274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three streamed snapshots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08000" y="39116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Routing (model)</a:t>
            </a:r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■ Protocol execution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(round 3 sample)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08000" y="4229100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1612900" y="4229100"/>
            <a:ext cx="3606800" cy="254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Shape 25"/>
          <p:cNvSpPr/>
          <p:nvPr/>
        </p:nvSpPr>
        <p:spPr>
          <a:xfrm>
            <a:off x="5219700" y="4229100"/>
            <a:ext cx="25400" cy="254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397500" y="42291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1,093 ms routing + 4 ms protocol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08000" y="4597400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1612900" y="4597400"/>
            <a:ext cx="4095750" cy="254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3" name="Shape 29"/>
          <p:cNvSpPr/>
          <p:nvPr/>
        </p:nvSpPr>
        <p:spPr>
          <a:xfrm>
            <a:off x="5708650" y="4597400"/>
            <a:ext cx="25400" cy="254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5886450" y="45974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1,241 ms routing + 7 ms protocol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08000" y="4965700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1612900" y="4965700"/>
            <a:ext cx="3670300" cy="254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7" name="Shape 33"/>
          <p:cNvSpPr/>
          <p:nvPr/>
        </p:nvSpPr>
        <p:spPr>
          <a:xfrm>
            <a:off x="5283200" y="4965700"/>
            <a:ext cx="2362200" cy="254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797800" y="49657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1,112 ms routing + 716 ms stream*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includes 700 ms of deliberate pacing between stream requests. Three runs per protocol; this is a request diagnostic, not a load test or protocol benchmark.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vs GraphQL vs gRPC — AI Routing</dc:title>
  <dc:subject>PptxGenJS Presentation</dc:subject>
  <dc:creator>PptxGenJS</dc:creator>
  <cp:lastModifiedBy>PptxGenJS</cp:lastModifiedBy>
  <cp:revision>1</cp:revision>
  <dcterms:created xsi:type="dcterms:W3CDTF">2026-09-26T19:56:41Z</dcterms:created>
  <dcterms:modified xsi:type="dcterms:W3CDTF">2026-09-26T19:56:41Z</dcterms:modified>
</cp:coreProperties>
</file>