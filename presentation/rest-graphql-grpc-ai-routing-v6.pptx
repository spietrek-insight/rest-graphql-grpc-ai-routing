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100_6CC67404.xml" ContentType="application/vnd.ms-powerpoint.comment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omments/modernComment_10C_15543F0B.xml" ContentType="application/vnd.ms-powerpoint.comment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omments/modernComment_10E_2F6E05A0.xml" ContentType="application/vnd.ms-powerpoint.comments+xml"/>
  <Override PartName="/ppt/notesSlides/notesSlide19.xml" ContentType="application/vnd.openxmlformats-officedocument.presentationml.notesSlide+xml"/>
  <Override PartName="/ppt/comments/modernComment_10F_32BC5957.xml" ContentType="application/vnd.ms-powerpoint.comments+xml"/>
  <Override PartName="/ppt/notesSlides/notesSlide20.xml" ContentType="application/vnd.openxmlformats-officedocument.presentationml.notesSlide+xml"/>
  <Override PartName="/ppt/comments/modernComment_110_4B0BD525.xml" ContentType="application/vnd.ms-powerpoint.comment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2"/>
  </p:notesMasterIdLst>
  <p:sldIdLst>
    <p:sldId id="256" r:id="rId2"/>
    <p:sldId id="2147483639" r:id="rId3"/>
    <p:sldId id="2147483638" r:id="rId4"/>
    <p:sldId id="2147470260"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Lst>
  <p:sldSz cx="12192000" cy="6858000"/>
  <p:notesSz cx="6858000" cy="9144000"/>
  <p:defaultText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0C35E52-AC13-A436-6686-0B6764E2623F}" name="Chetan Galgali" initials="C" userId="S::Chetan.Galgali@insight.com::d7c75ae0-963a-43c5-9a74-b8770f56b0be"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9"/>
    <p:restoredTop sz="86644"/>
  </p:normalViewPr>
  <p:slideViewPr>
    <p:cSldViewPr snapToGrid="0" snapToObjects="1">
      <p:cViewPr varScale="1">
        <p:scale>
          <a:sx n="105" d="100"/>
          <a:sy n="105" d="100"/>
        </p:scale>
        <p:origin x="256"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microsoft.com/office/2018/10/relationships/authors" Targe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omments/modernComment_10C_15543F0B.xml><?xml version="1.0" encoding="utf-8"?>
<p188:cmLst xmlns:a="http://schemas.openxmlformats.org/drawingml/2006/main" xmlns:r="http://schemas.openxmlformats.org/officeDocument/2006/relationships" xmlns:p188="http://schemas.microsoft.com/office/powerpoint/2018/8/main">
  <p188:cm id="{18818254-84C9-1A4D-966B-220E2C3A9C44}" authorId="{30C35E52-AC13-A436-6686-0B6764E2623F}" status="resolved" created="2026-10-08T20:22:39.969" complete="100000">
    <pc:sldMkLst xmlns:pc="http://schemas.microsoft.com/office/powerpoint/2013/main/command">
      <pc:docMk/>
      <pc:sldMk cId="357842699" sldId="268"/>
    </pc:sldMkLst>
    <p188:txBody>
      <a:bodyPr/>
      <a:lstStyle/>
      <a:p>
        <a:r>
          <a:rPr lang="en-US"/>
          <a:t>Add a logging or some visual to showcase how responses are streamed back
Same thing in the backend - add logging to show the response</a:t>
        </a:r>
      </a:p>
    </p188:txBody>
  </p188:cm>
</p188:cmLst>
</file>

<file path=ppt/comments/modernComment_10E_2F6E05A0.xml><?xml version="1.0" encoding="utf-8"?>
<p188:cmLst xmlns:a="http://schemas.openxmlformats.org/drawingml/2006/main" xmlns:r="http://schemas.openxmlformats.org/officeDocument/2006/relationships" xmlns:p188="http://schemas.microsoft.com/office/powerpoint/2018/8/main">
  <p188:cm id="{CD269548-1CFC-B045-9C51-C480D0A24557}" authorId="{30C35E52-AC13-A436-6686-0B6764E2623F}" created="2026-10-08T20:23:43.869">
    <pc:sldMkLst xmlns:pc="http://schemas.microsoft.com/office/powerpoint/2013/main/command">
      <pc:docMk/>
      <pc:sldMk cId="795739552" sldId="270"/>
    </pc:sldMkLst>
    <p188:txBody>
      <a:bodyPr/>
      <a:lstStyle/>
      <a:p>
        <a:r>
          <a:rPr lang="en-US"/>
          <a:t>@Chetan - will start here
</a:t>
        </a:r>
      </a:p>
    </p188:txBody>
  </p188:cm>
</p188:cmLst>
</file>

<file path=ppt/comments/modernComment_10F_32BC5957.xml><?xml version="1.0" encoding="utf-8"?>
<p188:cmLst xmlns:a="http://schemas.openxmlformats.org/drawingml/2006/main" xmlns:r="http://schemas.openxmlformats.org/officeDocument/2006/relationships" xmlns:p188="http://schemas.microsoft.com/office/powerpoint/2018/8/main">
  <p188:cm id="{941C0D7F-30B4-9049-AD1B-44963E308B94}" authorId="{30C35E52-AC13-A436-6686-0B6764E2623F}" created="2026-10-08T20:26:17.763">
    <pc:sldMkLst xmlns:pc="http://schemas.microsoft.com/office/powerpoint/2013/main/command">
      <pc:docMk/>
      <pc:sldMk cId="851204439" sldId="271"/>
    </pc:sldMkLst>
    <p188:txBody>
      <a:bodyPr/>
      <a:lstStyle/>
      <a:p>
        <a:r>
          <a:rPr lang="en-US"/>
          <a:t>Dont even show this slide. Directly jump into the code</a:t>
        </a:r>
      </a:p>
    </p188:txBody>
  </p188:cm>
</p188:cmLst>
</file>

<file path=ppt/comments/modernComment_100_6CC67404.xml><?xml version="1.0" encoding="utf-8"?>
<p188:cmLst xmlns:a="http://schemas.openxmlformats.org/drawingml/2006/main" xmlns:r="http://schemas.openxmlformats.org/officeDocument/2006/relationships" xmlns:p188="http://schemas.microsoft.com/office/powerpoint/2018/8/main">
  <p188:cm id="{F5ACA150-C8BD-7B46-9E67-4EBAED79B357}" authorId="{30C35E52-AC13-A436-6686-0B6764E2623F}" status="resolved" created="2026-10-08T20:12:06.434" complete="100000">
    <ac:txMkLst xmlns:ac="http://schemas.microsoft.com/office/drawing/2013/main/command">
      <pc:docMk xmlns:pc="http://schemas.microsoft.com/office/powerpoint/2013/main/command"/>
      <pc:sldMk xmlns:pc="http://schemas.microsoft.com/office/powerpoint/2013/main/command" cId="1824945156" sldId="256"/>
      <ac:spMk id="10" creationId="{09A5BA9F-BF66-4223-8B7A-531B9F168E56}"/>
      <ac:txMk cp="0">
        <ac:context len="28" hash="1267279807"/>
      </ac:txMk>
    </ac:txMkLst>
    <p188:pos x="1371600" y="228600"/>
    <p188:txBody>
      <a:bodyPr/>
      <a:lstStyle/>
      <a:p>
        <a:r>
          <a:rPr lang="en-US"/>
          <a:t>Add the conference name</a:t>
        </a:r>
      </a:p>
    </p188:txBody>
  </p188:cm>
  <p188:cm id="{0061D9EC-F51B-B04E-AC67-97A9480DED29}" authorId="{30C35E52-AC13-A436-6686-0B6764E2623F}" status="resolved" created="2026-10-08T20:12:47.781" complete="100000">
    <ac:txMkLst xmlns:ac="http://schemas.microsoft.com/office/drawing/2013/main/command">
      <pc:docMk xmlns:pc="http://schemas.microsoft.com/office/powerpoint/2013/main/command"/>
      <pc:sldMk xmlns:pc="http://schemas.microsoft.com/office/powerpoint/2013/main/command" cId="1824945156" sldId="256"/>
      <ac:spMk id="9" creationId="{51C42803-AD44-41C4-9AB0-5DA8E6196539}"/>
      <ac:txMk cp="0" len="26">
        <ac:context len="222" hash="4139588301"/>
      </ac:txMk>
    </ac:txMkLst>
    <p188:pos x="901700" y="228600"/>
    <p188:txBody>
      <a:bodyPr/>
      <a:lstStyle/>
      <a:p>
        <a:r>
          <a:rPr lang="en-US"/>
          <a:t>300 sounds more advanced. Lets say its Intermediate</a:t>
        </a:r>
      </a:p>
    </p188:txBody>
  </p188:cm>
  <p188:cm id="{A69304F6-0B07-084C-9F98-5641FA7C8A46}" authorId="{30C35E52-AC13-A436-6686-0B6764E2623F}" status="resolved" created="2026-10-08T20:14:18.832" complete="100000">
    <pc:sldMkLst xmlns:pc="http://schemas.microsoft.com/office/powerpoint/2013/main/command">
      <pc:docMk/>
      <pc:sldMk cId="1824945156" sldId="256"/>
    </pc:sldMkLst>
    <p188:txBody>
      <a:bodyPr/>
      <a:lstStyle/>
      <a:p>
        <a:r>
          <a:rPr lang="en-US"/>
          <a:t>Add an intro to presenters and Insight</a:t>
        </a:r>
      </a:p>
    </p188:txBody>
  </p188:cm>
</p188:cmLst>
</file>

<file path=ppt/comments/modernComment_110_4B0BD525.xml><?xml version="1.0" encoding="utf-8"?>
<p188:cmLst xmlns:a="http://schemas.openxmlformats.org/drawingml/2006/main" xmlns:r="http://schemas.openxmlformats.org/officeDocument/2006/relationships" xmlns:p188="http://schemas.microsoft.com/office/powerpoint/2018/8/main">
  <p188:cm id="{C1B8EB38-1B9D-A548-A910-AC7E5CB22150}" authorId="{30C35E52-AC13-A436-6686-0B6764E2623F}" status="resolved" created="2026-10-08T20:32:22.740" complete="100000">
    <pc:sldMkLst xmlns:pc="http://schemas.microsoft.com/office/powerpoint/2013/main/command">
      <pc:docMk/>
      <pc:sldMk cId="1259066661" sldId="272"/>
    </pc:sldMkLst>
    <p188:txBody>
      <a:bodyPr/>
      <a:lstStyle/>
      <a:p>
        <a:r>
          <a:rPr lang="en-US"/>
          <a:t>Switch to Steve's client story</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dirty="0"/>
              <a:t>SAY:</a:t>
            </a:r>
            <a:br>
              <a:rPr dirty="0"/>
            </a:br>
            <a:endParaRPr dirty="0"/>
          </a:p>
          <a:p>
            <a:r>
              <a:rPr dirty="0"/>
              <a:t>"Thank you all for being here. There is a lot on the agenda today, and we do not take your time lightly."</a:t>
            </a:r>
            <a:br>
              <a:rPr dirty="0"/>
            </a:br>
            <a:endParaRPr dirty="0"/>
          </a:p>
          <a:p>
            <a:br>
              <a:rPr dirty="0"/>
            </a:br>
            <a:endParaRPr dirty="0"/>
          </a:p>
          <a:p>
            <a:r>
              <a:rPr dirty="0"/>
              <a:t>"This is a 300-level session on REST, GraphQL and gRPC. Not a beginner overview, and not a vendor pitch."</a:t>
            </a:r>
            <a:br>
              <a:rPr dirty="0"/>
            </a:br>
            <a:endParaRPr dirty="0"/>
          </a:p>
          <a:p>
            <a:br>
              <a:rPr dirty="0"/>
            </a:br>
            <a:endParaRPr dirty="0"/>
          </a:p>
          <a:p>
            <a:r>
              <a:rPr dirty="0"/>
              <a:t>1. "We will look at where each protocol fits and where it strains."</a:t>
            </a:r>
            <a:br>
              <a:rPr dirty="0"/>
            </a:br>
            <a:endParaRPr dirty="0"/>
          </a:p>
          <a:p>
            <a:r>
              <a:rPr dirty="0"/>
              <a:t>2. "We will show all three running side by side in one application — real traffic, nothing mocked."</a:t>
            </a:r>
            <a:br>
              <a:rPr dirty="0"/>
            </a:br>
            <a:endParaRPr dirty="0"/>
          </a:p>
          <a:p>
            <a:r>
              <a:rPr dirty="0"/>
              <a:t>3. "And we will share what we have seen in the field, with clients who had to make this choice for real."</a:t>
            </a:r>
            <a:br>
              <a:rPr dirty="0"/>
            </a:br>
            <a:endParaRPr dirty="0"/>
          </a:p>
          <a:p>
            <a:br>
              <a:rPr dirty="0"/>
            </a:br>
            <a:endParaRPr dirty="0"/>
          </a:p>
          <a:p>
            <a:r>
              <a:rPr dirty="0"/>
              <a:t>BE CLEAR ABOUT THIS:</a:t>
            </a:r>
            <a:br>
              <a:rPr dirty="0"/>
            </a:br>
            <a:endParaRPr dirty="0"/>
          </a:p>
          <a:p>
            <a:r>
              <a:rPr dirty="0"/>
              <a:t>"There is no winner in this talk. The goal is to leave you with a way to choose, not a protocol to adopt."</a:t>
            </a:r>
            <a:br>
              <a:rPr dirty="0"/>
            </a:br>
            <a:endParaRPr dirty="0"/>
          </a:p>
          <a:p>
            <a:br>
              <a:rPr dirty="0"/>
            </a:br>
            <a:endParaRPr dirty="0"/>
          </a:p>
          <a:p>
            <a:r>
              <a:rPr dirty="0"/>
              <a:t>TRANSITION:</a:t>
            </a:r>
            <a:br>
              <a:rPr dirty="0"/>
            </a:br>
            <a:endParaRPr dirty="0"/>
          </a:p>
          <a:p>
            <a:r>
              <a:rPr dirty="0"/>
              <a:t>"Let me show you how the session is laid out."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SAY:</a:t>
            </a:r>
          </a:p>
          <a:p>
            <a:r>
              <a:rPr dirty="0"/>
              <a:t>"Before we get started, a quick introduction."</a:t>
            </a:r>
          </a:p>
          <a:p>
            <a:endParaRPr dirty="0"/>
          </a:p>
          <a:p>
            <a:r>
              <a:rPr dirty="0"/>
              <a:t>1. "I'm Chetan Galgali, a Senior Enterprise Architect at Insight."</a:t>
            </a:r>
          </a:p>
          <a:p>
            <a:r>
              <a:rPr dirty="0"/>
              <a:t>2. "And I'm Steve Pietrek, a Senior Solutions Principal at Insight."</a:t>
            </a:r>
          </a:p>
          <a:p>
            <a:r>
              <a:rPr dirty="0"/>
              <a:t>3. "Between us, we help clients choose and build the integration layer: the APIs, contracts and platforms their systems talk through."</a:t>
            </a:r>
          </a:p>
          <a:p>
            <a:endParaRPr dirty="0"/>
          </a:p>
          <a:p>
            <a:r>
              <a:rPr dirty="0"/>
              <a:t>BE CLEAR ABOUT THIS:</a:t>
            </a:r>
          </a:p>
          <a:p>
            <a:r>
              <a:rPr dirty="0"/>
              <a:t>"Everything we show today comes from real delivery work, and the demo is running code you can try yourself."</a:t>
            </a:r>
          </a:p>
          <a:p>
            <a:endParaRPr dirty="0"/>
          </a:p>
          <a:p>
            <a:r>
              <a:rPr dirty="0"/>
              <a:t>TRANSITION:</a:t>
            </a:r>
          </a:p>
          <a:p>
            <a:r>
              <a:rPr dirty="0"/>
              <a:t>"First, a little about Insight."</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a:t>
            </a:r>
          </a:p>
          <a:p>
            <a:r>
              <a:t>"A quick word on who we are. Insight is a Fortune 500 solutions integrator, founded in 1988."</a:t>
            </a:r>
          </a:p>
          <a:p>
            <a:endParaRPr/>
          </a:p>
          <a:p>
            <a:r>
              <a:t>1. "We are about 14,400 teammates worldwide, with more than 6,400 certified consulting and service delivery experts."</a:t>
            </a:r>
          </a:p>
          <a:p>
            <a:r>
              <a:t>2. "We work with more than 6,000 hardware, software and cloud partners, and we delivered $8.2 billion in net sales in 2025."</a:t>
            </a:r>
          </a:p>
          <a:p>
            <a:r>
              <a:t>3. "We deliver directly in North America, Europe and Asia-Pacific, and through partners everywhere else."</a:t>
            </a:r>
          </a:p>
          <a:p>
            <a:endParaRPr/>
          </a:p>
          <a:p>
            <a:r>
              <a:t>BE CLEAR ABOUT THIS:</a:t>
            </a:r>
          </a:p>
          <a:p>
            <a:r>
              <a:t>"We are not here to sell. The point is that the patterns in this talk come from many client environments, not one."</a:t>
            </a:r>
          </a:p>
          <a:p>
            <a:endParaRPr/>
          </a:p>
          <a:p>
            <a:r>
              <a:t>TRANSITION:</a:t>
            </a:r>
          </a:p>
          <a:p>
            <a:r>
              <a:t>"Here is where that expertise sits."</a:t>
            </a:r>
          </a:p>
          <a:p>
            <a:endParaRPr/>
          </a:p>
        </p:txBody>
      </p:sp>
      <p:sp>
        <p:nvSpPr>
          <p:cNvPr id="4" name="Slide Number Placeholder 3"/>
          <p:cNvSpPr>
            <a:spLocks noGrp="1"/>
          </p:cNvSpPr>
          <p:nvPr>
            <p:ph type="sldNum" sz="quarter" idx="5"/>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E6E94F5F-26CA-8142-AB59-27727101493A}"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4984903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a:t>
            </a:r>
          </a:p>
          <a:p>
            <a:r>
              <a:t>"For Microsoft technologies, our work spans six areas of expertise."</a:t>
            </a:r>
          </a:p>
          <a:p>
            <a:endParaRPr/>
          </a:p>
          <a:p>
            <a:r>
              <a:t>1. "Modern workplace, intelligent edge and data and AI."</a:t>
            </a:r>
          </a:p>
          <a:p>
            <a:r>
              <a:t>2. "Cybersecurity, modern infrastructure, and modern applications, which is where the API work in this talk lives."</a:t>
            </a:r>
          </a:p>
          <a:p>
            <a:r>
              <a:t>3. "Each area is backed by four service lines: consulting, change and training, software and lifecycle services, and managed services."</a:t>
            </a:r>
          </a:p>
          <a:p>
            <a:endParaRPr/>
          </a:p>
          <a:p>
            <a:r>
              <a:t>BE CLEAR ABOUT THIS:</a:t>
            </a:r>
          </a:p>
          <a:p>
            <a:r>
              <a:t>"Protocol choices like REST, GraphQL and gRPC show up in every one of these areas. That is why they are worth getting right."</a:t>
            </a:r>
          </a:p>
          <a:p>
            <a:endParaRPr/>
          </a:p>
          <a:p>
            <a:r>
              <a:t>TRANSITION:</a:t>
            </a:r>
          </a:p>
          <a:p>
            <a:r>
              <a:t>"With that, here is what we will cover today."</a:t>
            </a:r>
          </a:p>
          <a:p>
            <a:endParaRPr/>
          </a:p>
        </p:txBody>
      </p:sp>
      <p:sp>
        <p:nvSpPr>
          <p:cNvPr id="4" name="Slide Number Placeholder 3"/>
          <p:cNvSpPr>
            <a:spLocks noGrp="1"/>
          </p:cNvSpPr>
          <p:nvPr>
            <p:ph type="sldNum" sz="quarter" idx="5"/>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E6E94F5F-26CA-8142-AB59-27727101493A}"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4797339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dirty="0"/>
              <a:t>SAY:</a:t>
            </a:r>
            <a:br>
              <a:rPr dirty="0"/>
            </a:br>
            <a:endParaRPr dirty="0"/>
          </a:p>
          <a:p>
            <a:r>
              <a:rPr dirty="0"/>
              <a:t>"Here is the shape of the session."</a:t>
            </a:r>
            <a:br>
              <a:rPr dirty="0"/>
            </a:br>
            <a:endParaRPr dirty="0"/>
          </a:p>
          <a:p>
            <a:br>
              <a:rPr dirty="0"/>
            </a:br>
            <a:endParaRPr dirty="0"/>
          </a:p>
          <a:p>
            <a:r>
              <a:rPr dirty="0"/>
              <a:t>1. "Section one is the landscape — why this choice is still contentious, how the three compare, and the data set we will use throughout."</a:t>
            </a:r>
            <a:br>
              <a:rPr dirty="0"/>
            </a:br>
            <a:endParaRPr dirty="0"/>
          </a:p>
          <a:p>
            <a:r>
              <a:rPr dirty="0"/>
              <a:t>2. "Section two is the protocols themselves. Each one gets two slides: the concept, then the working code."</a:t>
            </a:r>
            <a:br>
              <a:rPr dirty="0"/>
            </a:br>
            <a:endParaRPr dirty="0"/>
          </a:p>
          <a:p>
            <a:r>
              <a:rPr dirty="0"/>
              <a:t>3. "Section three is the live demo and two client stories from the field."</a:t>
            </a:r>
            <a:br>
              <a:rPr dirty="0"/>
            </a:br>
            <a:endParaRPr dirty="0"/>
          </a:p>
          <a:p>
            <a:r>
              <a:rPr dirty="0"/>
              <a:t>4. "There is an appendix on how the demo uses AI to route questions. We will cover it if time allows, or in Q&amp;A."</a:t>
            </a:r>
            <a:br>
              <a:rPr dirty="0"/>
            </a:br>
            <a:endParaRPr dirty="0"/>
          </a:p>
          <a:p>
            <a:br>
              <a:rPr dirty="0"/>
            </a:br>
            <a:endParaRPr dirty="0"/>
          </a:p>
          <a:p>
            <a:r>
              <a:rPr dirty="0"/>
              <a:t>BE CLEAR ABOUT THIS:</a:t>
            </a:r>
            <a:br>
              <a:rPr dirty="0"/>
            </a:br>
            <a:endParaRPr dirty="0"/>
          </a:p>
          <a:p>
            <a:r>
              <a:rPr dirty="0"/>
              <a:t>"Everything you see today runs. Every request in the demo is real HTTP, GraphQL or gRPC traffic you can inspect."</a:t>
            </a:r>
            <a:br>
              <a:rPr dirty="0"/>
            </a:br>
            <a:endParaRPr dirty="0"/>
          </a:p>
          <a:p>
            <a:br>
              <a:rPr dirty="0"/>
            </a:br>
            <a:endParaRPr dirty="0"/>
          </a:p>
          <a:p>
            <a:r>
              <a:rPr dirty="0"/>
              <a:t>TRANSITION:</a:t>
            </a:r>
            <a:br>
              <a:rPr dirty="0"/>
            </a:br>
            <a:endParaRPr dirty="0"/>
          </a:p>
          <a:p>
            <a:r>
              <a:rPr dirty="0"/>
              <a:t>"Let's start with the landscape."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SAY:</a:t>
            </a:r>
            <a:br/>
            <a:endParaRPr/>
          </a:p>
          <a:p>
            <a:r>
              <a:t>"Section one: the landscape."</a:t>
            </a:r>
            <a:br/>
            <a:endParaRPr/>
          </a:p>
          <a:p>
            <a:br/>
            <a:endParaRPr/>
          </a:p>
          <a:p>
            <a:r>
              <a:t>"Three short slides here — the problem, the comparison, and the data we will use for every example."</a:t>
            </a:r>
            <a:br/>
            <a:endParaRPr/>
          </a:p>
          <a:p>
            <a:br/>
            <a:endParaRPr/>
          </a:p>
          <a:p>
            <a:r>
              <a:t>TRANSITION:</a:t>
            </a:r>
            <a:br/>
            <a:endParaRPr/>
          </a:p>
          <a:p>
            <a:r>
              <a:t>"First, why this is still a debate at all."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SAY:</a:t>
            </a:r>
            <a:br/>
            <a:endParaRPr/>
          </a:p>
          <a:p>
            <a:r>
              <a:t>"The standard for exchanging data between frontends, backends and integrations has always been contentious."</a:t>
            </a:r>
            <a:br/>
            <a:endParaRPr/>
          </a:p>
          <a:p>
            <a:br/>
            <a:endParaRPr/>
          </a:p>
          <a:p>
            <a:r>
              <a:t>1. "Every team has a default. Frontend teams reach for one thing, backend teams for another, integration teams for a third — and the contract becomes a negotiation."</a:t>
            </a:r>
            <a:br/>
            <a:endParaRPr/>
          </a:p>
          <a:p>
            <a:r>
              <a:t>2. "Each protocol has a sweet spot. Cacheable resources, client-shaped graphs and low-latency streams are genuinely different problems."</a:t>
            </a:r>
            <a:br/>
            <a:endParaRPr/>
          </a:p>
          <a:p>
            <a:r>
              <a:t>3. "So the practical answer is to choose per operation. Most systems we see in production run more than one protocol, deliberately."</a:t>
            </a:r>
            <a:br/>
            <a:endParaRPr/>
          </a:p>
          <a:p>
            <a:br/>
            <a:endParaRPr/>
          </a:p>
          <a:p>
            <a:r>
              <a:t>BE CLEAR ABOUT THIS:</a:t>
            </a:r>
            <a:br/>
            <a:endParaRPr/>
          </a:p>
          <a:p>
            <a:r>
              <a:t>"The question is not which protocol wins. It is which one fits the operation in front of you."</a:t>
            </a:r>
            <a:br/>
            <a:endParaRPr/>
          </a:p>
          <a:p>
            <a:br/>
            <a:endParaRPr/>
          </a:p>
          <a:p>
            <a:r>
              <a:t>TRANSITION:</a:t>
            </a:r>
            <a:br/>
            <a:endParaRPr/>
          </a:p>
          <a:p>
            <a:r>
              <a:t>"Let's put them side by side."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dirty="0"/>
              <a:t>SAY:</a:t>
            </a:r>
            <a:br>
              <a:rPr dirty="0"/>
            </a:br>
            <a:endParaRPr dirty="0"/>
          </a:p>
          <a:p>
            <a:r>
              <a:rPr dirty="0"/>
              <a:t>"Here are the same questions asked of all three."</a:t>
            </a:r>
            <a:br>
              <a:rPr dirty="0"/>
            </a:br>
            <a:endParaRPr dirty="0"/>
          </a:p>
          <a:p>
            <a:br>
              <a:rPr dirty="0"/>
            </a:br>
            <a:endParaRPr dirty="0"/>
          </a:p>
          <a:p>
            <a:r>
              <a:rPr dirty="0"/>
              <a:t>1. "Transport and payload: REST and GraphQL are HTTP and JSON. gRPC requires HTTP/2 and uses binary </a:t>
            </a:r>
            <a:r>
              <a:rPr dirty="0" err="1"/>
              <a:t>Protobuf</a:t>
            </a:r>
            <a:r>
              <a:rPr dirty="0"/>
              <a:t>."</a:t>
            </a:r>
            <a:br>
              <a:rPr dirty="0"/>
            </a:br>
            <a:endParaRPr dirty="0"/>
          </a:p>
          <a:p>
            <a:r>
              <a:rPr dirty="0"/>
              <a:t>2. "Contract: optional for REST with OpenAPI, required for GraphQL with its schema, and required for gRPC with the proto file."</a:t>
            </a:r>
            <a:br>
              <a:rPr dirty="0"/>
            </a:br>
            <a:endParaRPr dirty="0"/>
          </a:p>
          <a:p>
            <a:r>
              <a:rPr dirty="0"/>
              <a:t>3. "Caching is where REST is strongest — it gets HTTP and CDN caching for free. GraphQL and gRPC have to work harder."</a:t>
            </a:r>
            <a:br>
              <a:rPr dirty="0"/>
            </a:br>
            <a:endParaRPr dirty="0"/>
          </a:p>
          <a:p>
            <a:r>
              <a:rPr dirty="0"/>
              <a:t>4. "Streaming and browser support are where gRPC stands out, in both directions: it streams natively, but browsers need gRPC-Web or a bridge."</a:t>
            </a:r>
            <a:br>
              <a:rPr dirty="0"/>
            </a:br>
            <a:endParaRPr dirty="0"/>
          </a:p>
          <a:p>
            <a:br>
              <a:rPr dirty="0"/>
            </a:br>
            <a:endParaRPr dirty="0"/>
          </a:p>
          <a:p>
            <a:r>
              <a:rPr dirty="0"/>
              <a:t>BE CLEAR ABOUT THIS:</a:t>
            </a:r>
            <a:br>
              <a:rPr dirty="0"/>
            </a:br>
            <a:endParaRPr dirty="0"/>
          </a:p>
          <a:p>
            <a:r>
              <a:rPr dirty="0"/>
              <a:t>"Two corrections from last year's version of this table: GraphQL does stream, through subscriptions, and gRPC does not run natively in a browser. Our demo bridges it, and we will show you how."</a:t>
            </a:r>
            <a:br>
              <a:rPr dirty="0"/>
            </a:br>
            <a:endParaRPr dirty="0"/>
          </a:p>
          <a:p>
            <a:br>
              <a:rPr dirty="0"/>
            </a:br>
            <a:endParaRPr dirty="0"/>
          </a:p>
          <a:p>
            <a:r>
              <a:rPr dirty="0"/>
              <a:t>TRANSITION:</a:t>
            </a:r>
            <a:br>
              <a:rPr dirty="0"/>
            </a:br>
            <a:endParaRPr dirty="0"/>
          </a:p>
          <a:p>
            <a:r>
              <a:rPr dirty="0"/>
              <a:t>"To make this concrete, here is the data every example uses."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SAY:</a:t>
            </a:r>
          </a:p>
          <a:p>
            <a:endParaRPr/>
          </a:p>
          <a:p>
            <a:r>
              <a:t>"One catalog sits behind all three protocols: nineteen starships, six films and eighteen characters."</a:t>
            </a:r>
          </a:p>
          <a:p>
            <a:endParaRPr/>
          </a:p>
          <a:p>
            <a:r>
              <a:t>"The ship values and ship/film links come from the original demo. We added a curated character cast and four verified flight-crew assignments. Cast means characters such as Luke Skywalker and Han Solo."</a:t>
            </a:r>
          </a:p>
          <a:p>
            <a:endParaRPr/>
          </a:p>
          <a:p>
            <a:r>
              <a:t>"Ships appear in many films, and characters appear in many films. All three protocols resolve the same immutable seed. There is no database to configure."</a:t>
            </a:r>
          </a:p>
          <a:p>
            <a:endParaRPr/>
          </a:p>
          <a:p>
            <a:r>
              <a:t>BE CLEAR ABOUT THIS:</a:t>
            </a:r>
          </a:p>
          <a:p>
            <a:endParaRPr/>
          </a:p>
          <a:p>
            <a:r>
              <a:t>"A character's film appearance does not establish that they piloted a ship. We store the ship, film, character and crew role explicitly. Crew coverage currently includes the Falcon in A New Hope and the Battle of Endor. Missing evidence produces a coverage-gap answer."</a:t>
            </a:r>
          </a:p>
          <a:p>
            <a:endParaRPr/>
          </a:p>
          <a:p>
            <a:r>
              <a:t>TRANSITION:</a:t>
            </a:r>
          </a:p>
          <a:p>
            <a:endParaRPr/>
          </a:p>
          <a:p>
            <a:r>
              <a:t>"With that in place, let's go protocol by protocol."</a:t>
            </a:r>
          </a:p>
          <a:p>
            <a:endParaRPr/>
          </a:p>
          <a:p>
            <a:r>
              <a:t>SOURCES:</a:t>
            </a:r>
          </a:p>
          <a:p>
            <a:r>
              <a:t>Project: backend/src/main/resources/catalog.json and docs/dataset-provenance.md.</a:t>
            </a:r>
          </a:p>
          <a:p>
            <a:r>
              <a:t>https://www.starwars.com/films/star-wars-episode-iv-a-new-hope</a:t>
            </a:r>
          </a:p>
          <a:p>
            <a:r>
              <a:t>https://www.starwars.com/databank/chewbacca</a:t>
            </a:r>
          </a:p>
          <a:p>
            <a:r>
              <a:t>https://www.starwars.com/databank/nien-nunb</a:t>
            </a:r>
          </a:p>
          <a:p>
            <a:endParaRPr/>
          </a:p>
          <a:p>
            <a:r>
              <a:t>STREAMING EXTENSION:</a:t>
            </a:r>
          </a:p>
          <a:p>
            <a:r>
              <a:t>The historical catalog is shared by all three protocols. A separate fictional flight script adds changing Falcon telemetry to the Watch stream. Its simulated assignments do not change the sourced film-crew records.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SAY:</a:t>
            </a:r>
            <a:br/>
            <a:endParaRPr/>
          </a:p>
          <a:p>
            <a:r>
              <a:t>"Section two: the protocols."</a:t>
            </a:r>
            <a:br/>
            <a:endParaRPr/>
          </a:p>
          <a:p>
            <a:br/>
            <a:endParaRPr/>
          </a:p>
          <a:p>
            <a:r>
              <a:t>"Each one gets two slides — the concept first, then the exact code the demo runs. We finish with a short history and a usage comparison."</a:t>
            </a:r>
            <a:br/>
            <a:endParaRPr/>
          </a:p>
          <a:p>
            <a:br/>
            <a:endParaRPr/>
          </a:p>
          <a:p>
            <a:r>
              <a:t>TRANSITION:</a:t>
            </a:r>
            <a:br/>
            <a:endParaRPr/>
          </a:p>
          <a:p>
            <a:r>
              <a:t>"We start with the one everyone knows: REST."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SAY:</a:t>
            </a:r>
            <a:br/>
            <a:endParaRPr/>
          </a:p>
          <a:p>
            <a:r>
              <a:t>"REST is resources over HTTP. Every resource has a URL and the HTTP verbs carry the intent."</a:t>
            </a:r>
            <a:br/>
            <a:endParaRPr/>
          </a:p>
          <a:p>
            <a:br/>
            <a:endParaRPr/>
          </a:p>
          <a:p>
            <a:r>
              <a:t>1. "Where it shines: standard verbs and status codes, native caching through browsers, CDNs and proxies, and tooling that every developer and every partner already has."</a:t>
            </a:r>
            <a:br/>
            <a:endParaRPr/>
          </a:p>
          <a:p>
            <a:r>
              <a:t>2. "Where it strains: fixed payloads over-fetch, related data means extra round trips, versions multiply as clients diverge, and there is no first-class streaming."</a:t>
            </a:r>
            <a:br/>
            <a:endParaRPr/>
          </a:p>
          <a:p>
            <a:br/>
            <a:endParaRPr/>
          </a:p>
          <a:p>
            <a:r>
              <a:t>BE CLEAR ABOUT THIS:</a:t>
            </a:r>
            <a:br/>
            <a:endParaRPr/>
          </a:p>
          <a:p>
            <a:r>
              <a:t>"REST is still the right default for simple, cacheable, stateless APIs — especially anything you publish to people outside your team."</a:t>
            </a:r>
            <a:br/>
            <a:endParaRPr/>
          </a:p>
          <a:p>
            <a:br/>
            <a:endParaRPr/>
          </a:p>
          <a:p>
            <a:r>
              <a:t>TRANSITION:</a:t>
            </a:r>
            <a:br/>
            <a:endParaRPr/>
          </a:p>
          <a:p>
            <a:r>
              <a:t>"Here is what that looks like in the demo."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SAY:</a:t>
            </a:r>
          </a:p>
          <a:p>
            <a:endParaRPr/>
          </a:p>
          <a:p>
            <a:r>
              <a:t>"In Protocol Studio, single-resource lookups go to REST."</a:t>
            </a:r>
          </a:p>
          <a:p>
            <a:endParaRPr/>
          </a:p>
          <a:p>
            <a:r>
              <a:t>1. "Spring MVC exposes starships, films and character cast as resources. The character endpoint is /api/catalog/cast/{id}."</a:t>
            </a:r>
          </a:p>
          <a:p>
            <a:r>
              <a:t>2. "Starship reads return Cache-Control with a five-minute maximum age."</a:t>
            </a:r>
          </a:p>
          <a:p>
            <a:r>
              <a:t>3. "Questions about speed, length or one resource's details route here. Try 'Tell me about Luke Skywalker' for a character lookup."</a:t>
            </a:r>
          </a:p>
          <a:p>
            <a:endParaRPr/>
          </a:p>
          <a:p>
            <a:r>
              <a:t>BE CLEAR ABOUT THIS:</a:t>
            </a:r>
          </a:p>
          <a:p>
            <a:endParaRPr/>
          </a:p>
          <a:p>
            <a:r>
              <a:t>"This demo's fixed REST payload already includes nested films, cast and crew. GraphQL lets the client select the needed fields. We should not claim that this REST endpoint always needs more calls. The response excerpt omits nested values for space."</a:t>
            </a:r>
          </a:p>
          <a:p>
            <a:endParaRPr/>
          </a:p>
          <a:p>
            <a:r>
              <a:t>TRANSITION:</a:t>
            </a:r>
          </a:p>
          <a:p>
            <a:endParaRPr/>
          </a:p>
          <a:p>
            <a:r>
              <a:t>"Next is the query-shaped view of the same catalog."</a:t>
            </a:r>
          </a:p>
          <a:p>
            <a:endParaRPr/>
          </a:p>
          <a:p>
            <a:r>
              <a:t>SOURCE: backend/src/main/java/com/insight/router/CatalogController.java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SAY:</a:t>
            </a:r>
            <a:br/>
            <a:endParaRPr/>
          </a:p>
          <a:p>
            <a:r>
              <a:t>"GraphQL is one endpoint and one typed schema, and the client decides the shape of the response."</a:t>
            </a:r>
            <a:br/>
            <a:endParaRPr/>
          </a:p>
          <a:p>
            <a:br/>
            <a:endParaRPr/>
          </a:p>
          <a:p>
            <a:r>
              <a:t>1. "Where it shines: the schema describes the whole graph, clients ask for exactly the fields a screen needs, and nested relationships come back in one round trip."</a:t>
            </a:r>
            <a:br/>
            <a:endParaRPr/>
          </a:p>
          <a:p>
            <a:r>
              <a:t>2. "Where it strains: HTTP caching is harder because everything is a POST to one URL, resolvers can cause N+1 load without batching, and public APIs need depth and cost limits."</a:t>
            </a:r>
            <a:br/>
            <a:endParaRPr/>
          </a:p>
          <a:p>
            <a:br/>
            <a:endParaRPr/>
          </a:p>
          <a:p>
            <a:r>
              <a:t>BE CLEAR ABOUT THIS:</a:t>
            </a:r>
            <a:br/>
            <a:endParaRPr/>
          </a:p>
          <a:p>
            <a:r>
              <a:t>"GraphQL moves the shaping work to the client — and moves the cost to the server. Plan for resolvers, batching and limits from day one."</a:t>
            </a:r>
            <a:br/>
            <a:endParaRPr/>
          </a:p>
          <a:p>
            <a:br/>
            <a:endParaRPr/>
          </a:p>
          <a:p>
            <a:r>
              <a:t>TRANSITION:</a:t>
            </a:r>
            <a:br/>
            <a:endParaRPr/>
          </a:p>
          <a:p>
            <a:r>
              <a:t>"Here is the query the demo sends."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dirty="0"/>
              <a:t>SAY:</a:t>
            </a:r>
          </a:p>
          <a:p>
            <a:r>
              <a:t>"This is the FilmShipsCast operation used by the application. It selects the film title, character names and ship names."</a:t>
            </a:r>
            <a:endParaRPr dirty="0"/>
          </a:p>
          <a:p>
            <a:r>
              <a:rPr dirty="0"/>
              <a:t>"Ask: Which starships appear in A New Hope, and who is in its cast? The answer includes both ships and characters."</a:t>
            </a:r>
          </a:p>
          <a:p>
            <a:r>
              <a:t>"The equivalent REST request is GET /api/catalog/starships/film:1. Its nested records already provide the same answer in one request. GraphQL demonstrates field selection, and the inspector measures both response bodies."</a:t>
            </a:r>
            <a:endParaRPr dirty="0"/>
          </a:p>
          <a:p>
            <a:r>
              <a:rPr dirty="0"/>
              <a:t>"For who flew the Millennium Falcon in A New Hope, the application sends query ShipCrew with crew:5:1. It selects ship name and crew filmTitle, role, source and member name. The REST comparison uses that same filtered target."</a:t>
            </a:r>
          </a:p>
          <a:p>
            <a:r>
              <a:rPr dirty="0"/>
              <a:t>"The curated crew records name Han Solo and Chewbacca for A New Hope. Cast membership alone does not establish piloting."</a:t>
            </a:r>
          </a:p>
          <a:p>
            <a:r>
              <a:rPr dirty="0"/>
              <a:t>TRANSITION:</a:t>
            </a:r>
          </a:p>
          <a:p>
            <a:r>
              <a:t>"Next is the streaming contract."</a:t>
            </a:r>
            <a:endParaRPr dirty="0"/>
          </a:p>
          <a:p>
            <a:r>
              <a:rPr dirty="0"/>
              <a:t>SOURCES:</a:t>
            </a:r>
          </a:p>
          <a:p>
            <a:r>
              <a:t>Project: backend/src/main/java/com/insight/router/Operation.java, Catalog.java and backend/src/main/resources/catalog.json.</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dirty="0"/>
              <a:t>SAY:</a:t>
            </a:r>
            <a:br>
              <a:rPr dirty="0"/>
            </a:br>
            <a:endParaRPr dirty="0"/>
          </a:p>
          <a:p>
            <a:r>
              <a:rPr dirty="0"/>
              <a:t>"gRPC is contract-first RPC over HTTP/2, with compact binary </a:t>
            </a:r>
            <a:r>
              <a:rPr dirty="0" err="1"/>
              <a:t>Protobuf</a:t>
            </a:r>
            <a:r>
              <a:rPr dirty="0"/>
              <a:t> messages."</a:t>
            </a:r>
            <a:br>
              <a:rPr dirty="0"/>
            </a:br>
            <a:endParaRPr dirty="0"/>
          </a:p>
          <a:p>
            <a:br>
              <a:rPr dirty="0"/>
            </a:br>
            <a:endParaRPr dirty="0"/>
          </a:p>
          <a:p>
            <a:r>
              <a:rPr dirty="0"/>
              <a:t>1. "Where it shines: generated clients from one proto file in many languages, HTTP/2 multiplexing, four call types including bidirectional streaming, and deadlines and cancellation built in."</a:t>
            </a:r>
            <a:br>
              <a:rPr dirty="0"/>
            </a:br>
            <a:endParaRPr dirty="0"/>
          </a:p>
          <a:p>
            <a:r>
              <a:rPr dirty="0"/>
              <a:t>2. "Where it strains: browsers need gRPC-Web or a bridge, binary payloads are harder to debug, you need HTTP/2 end to end through every proxy, and field numbers are forever."</a:t>
            </a:r>
            <a:br>
              <a:rPr dirty="0"/>
            </a:br>
            <a:endParaRPr dirty="0"/>
          </a:p>
          <a:p>
            <a:br>
              <a:rPr dirty="0"/>
            </a:br>
            <a:endParaRPr dirty="0"/>
          </a:p>
          <a:p>
            <a:r>
              <a:rPr dirty="0"/>
              <a:t>BE CLEAR ABOUT THIS:</a:t>
            </a:r>
            <a:br>
              <a:rPr dirty="0"/>
            </a:br>
            <a:endParaRPr dirty="0"/>
          </a:p>
          <a:p>
            <a:r>
              <a:rPr dirty="0"/>
              <a:t>"gRPC is the right tool for internal service-to-service calls, low-latency paths and real-time streams — not usually for your public API."</a:t>
            </a:r>
            <a:br>
              <a:rPr dirty="0"/>
            </a:br>
            <a:endParaRPr dirty="0"/>
          </a:p>
          <a:p>
            <a:br>
              <a:rPr dirty="0"/>
            </a:br>
            <a:endParaRPr dirty="0"/>
          </a:p>
          <a:p>
            <a:r>
              <a:rPr dirty="0"/>
              <a:t>TRANSITION:</a:t>
            </a:r>
            <a:br>
              <a:rPr dirty="0"/>
            </a:br>
            <a:endParaRPr dirty="0"/>
          </a:p>
          <a:p>
            <a:r>
              <a:rPr dirty="0"/>
              <a:t>"Here is the contract behind the demo's streaming feature."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dirty="0"/>
              <a:t>SAY:</a:t>
            </a:r>
          </a:p>
          <a:p>
            <a:endParaRPr dirty="0"/>
          </a:p>
          <a:p>
            <a:r>
              <a:rPr dirty="0"/>
              <a:t>"Ask once, and the ship's location, pilot and shields change in the chat as updates arrive."</a:t>
            </a:r>
          </a:p>
          <a:p>
            <a:endParaRPr dirty="0"/>
          </a:p>
          <a:p>
            <a:r>
              <a:rPr dirty="0"/>
              <a:t>"Watch is a real server-streaming gRPC call: one request and twenty-one responses over about forty seconds. The server owns the timeline, so the agent does not rerun the question or ask the model to route every update."</a:t>
            </a:r>
          </a:p>
          <a:p>
            <a:endParaRPr dirty="0"/>
          </a:p>
          <a:p>
            <a:r>
              <a:rPr dirty="0"/>
              <a:t>"The browser receives each update through the NDJSON bridge. The backend explicitly flushes the servlet response after every event so updates arrive individually."</a:t>
            </a:r>
          </a:p>
          <a:p>
            <a:endParaRPr dirty="0"/>
          </a:p>
          <a:p>
            <a:r>
              <a:rPr dirty="0"/>
              <a:t>DEMONSTRATE:</a:t>
            </a:r>
          </a:p>
          <a:p>
            <a:endParaRPr dirty="0"/>
          </a:p>
          <a:p>
            <a:r>
              <a:rPr dirty="0"/>
              <a:t>Click Present flight. The Falcon departs Tatooine, Chewbacca takes the controls, a debris alert lowers shields, Han retakes the controls, and the ship travels through hyperspace to Yavin 4. The UI keeps the final state and flight log; Stop keeps the last received state, and Replay starts again.</a:t>
            </a:r>
          </a:p>
          <a:p>
            <a:endParaRPr dirty="0"/>
          </a:p>
          <a:p>
            <a:r>
              <a:rPr dirty="0"/>
              <a:t>BE CLEAR ABOUT THIS:</a:t>
            </a:r>
          </a:p>
          <a:p>
            <a:endParaRPr dirty="0"/>
          </a:p>
          <a:p>
            <a:r>
              <a:rPr dirty="0"/>
              <a:t>This is authored fiction for a repeatable presentation, not canon flight history or live telemetry. The script is separate from documented film-crew records. Only the Falcon has a flight scenario; other targets return catalog data with an explicit coverage message. Each subscription starts its own timeline.</a:t>
            </a:r>
          </a:p>
          <a:p>
            <a:endParaRPr dirty="0"/>
          </a:p>
          <a:p>
            <a:r>
              <a:rPr dirty="0"/>
              <a:t>The older bidirectional Track method remains available for comparison. Bidirectional streaming is useful when a client must change its request during an open response stream; this guided flight only needs server streaming. The displayed proto is an excerpt; FlightState and other fields are omitted for space.</a:t>
            </a:r>
          </a:p>
          <a:p>
            <a:endParaRPr dirty="0"/>
          </a:p>
          <a:p>
            <a:r>
              <a:rPr dirty="0"/>
              <a:t>Default pacing is 2000 ms for 40 seconds. DEMO_FLIGHT_INTERVAL_MS=3000 gives 60 seconds; 5000 gives 100 seconds. Restart the backend after changing it. The gRPC deadline is 115 seconds; response sizes count serialized Protobuf bytes, not headers or framing. Playback time is not a protocol speed benchmark.</a:t>
            </a:r>
          </a:p>
          <a:p>
            <a:endParaRPr dirty="0"/>
          </a:p>
          <a:p>
            <a:r>
              <a:rPr dirty="0"/>
              <a:t>SOURCES:</a:t>
            </a:r>
          </a:p>
          <a:p>
            <a:r>
              <a:rPr dirty="0"/>
              <a:t>Project: backend/src/main/proto/catalog.proto, backend/src/main/resources/falcon-flight.json, docs/architecture.md.</a:t>
            </a:r>
          </a:p>
          <a:p>
            <a:r>
              <a:rPr dirty="0"/>
              <a:t>https://grpc.io/docs/languages/java/generated-code/</a:t>
            </a:r>
          </a:p>
          <a:p>
            <a:r>
              <a:rPr dirty="0"/>
              <a:t>https://grpc.io/docs/guides/cancellation/</a:t>
            </a:r>
          </a:p>
          <a:p>
            <a:endParaRPr dirty="0"/>
          </a:p>
          <a:p>
            <a:r>
              <a:rPr dirty="0"/>
              <a:t>INSPECT THE STREAM:</a:t>
            </a:r>
          </a:p>
          <a:p>
            <a:r>
              <a:rPr dirty="0"/>
              <a:t>Open gRPC MESSAGES. Each row identifies one message by sequence, its serialized Protobuf bytes and its arrival time. Expand a row to show the matching decoded payload. Missing optional metadata cannot shift the later rows. Only the first flight message includes the catalog ship record. Later messages carry the changing flight state.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dirty="0"/>
              <a:t>SAY:</a:t>
            </a:r>
            <a:br>
              <a:rPr dirty="0"/>
            </a:br>
            <a:endParaRPr dirty="0"/>
          </a:p>
          <a:p>
            <a:r>
              <a:rPr dirty="0"/>
              <a:t>"Each of these answered the problem of its moment."</a:t>
            </a:r>
            <a:br>
              <a:rPr dirty="0"/>
            </a:br>
            <a:endParaRPr dirty="0"/>
          </a:p>
          <a:p>
            <a:br>
              <a:rPr dirty="0"/>
            </a:br>
            <a:endParaRPr dirty="0"/>
          </a:p>
          <a:p>
            <a:r>
              <a:rPr dirty="0"/>
              <a:t>1. "REST was described in Roy Fielding's dissertation in 2000."</a:t>
            </a:r>
            <a:br>
              <a:rPr dirty="0"/>
            </a:br>
            <a:endParaRPr dirty="0"/>
          </a:p>
          <a:p>
            <a:r>
              <a:rPr dirty="0"/>
              <a:t>2. "GraphQL was built inside Facebook in 2012 for mobile, and published as a spec in 2015."</a:t>
            </a:r>
            <a:br>
              <a:rPr dirty="0"/>
            </a:br>
            <a:endParaRPr dirty="0"/>
          </a:p>
          <a:p>
            <a:r>
              <a:rPr dirty="0"/>
              <a:t>3. "gRPC was open-sourced by Google in 2015, reached 1.0 in 2016, and joined the CNCF in 2017."</a:t>
            </a:r>
            <a:br>
              <a:rPr dirty="0"/>
            </a:br>
            <a:endParaRPr dirty="0"/>
          </a:p>
          <a:p>
            <a:br>
              <a:rPr dirty="0"/>
            </a:br>
            <a:endParaRPr dirty="0"/>
          </a:p>
          <a:p>
            <a:r>
              <a:rPr dirty="0"/>
              <a:t>"On the practical side: REST has the lowest learning curve and the largest ecosystem. GraphQL and gRPC are both mature, and </a:t>
            </a:r>
            <a:r>
              <a:rPr dirty="0" err="1"/>
              <a:t>gRPC's</a:t>
            </a:r>
            <a:r>
              <a:rPr dirty="0"/>
              <a:t> learning curve is mostly the toolchain rather than the concepts."</a:t>
            </a:r>
            <a:br>
              <a:rPr dirty="0"/>
            </a:br>
            <a:endParaRPr dirty="0"/>
          </a:p>
          <a:p>
            <a:br>
              <a:rPr dirty="0"/>
            </a:br>
            <a:endParaRPr dirty="0"/>
          </a:p>
          <a:p>
            <a:r>
              <a:rPr dirty="0"/>
              <a:t>TRANSITION:</a:t>
            </a:r>
            <a:br>
              <a:rPr dirty="0"/>
            </a:br>
            <a:endParaRPr dirty="0"/>
          </a:p>
          <a:p>
            <a:r>
              <a:rPr dirty="0"/>
              <a:t>"Enough slides. Let's look at it running."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SAY:</a:t>
            </a:r>
            <a:br/>
            <a:endParaRPr/>
          </a:p>
          <a:p>
            <a:r>
              <a:t>"Section three: the demo, and then two stories from the field."</a:t>
            </a:r>
            <a:br/>
            <a:endParaRPr/>
          </a:p>
          <a:p>
            <a:br/>
            <a:endParaRPr/>
          </a:p>
          <a:p>
            <a:r>
              <a:t>TRANSITION:</a:t>
            </a:r>
            <a:br/>
            <a:endParaRPr/>
          </a:p>
          <a:p>
            <a:r>
              <a:t>"Let me switch over to Protocol Studio."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dirty="0"/>
              <a:t>SAY:</a:t>
            </a:r>
          </a:p>
          <a:p>
            <a:endParaRPr dirty="0"/>
          </a:p>
          <a:p>
            <a:r>
              <a:rPr dirty="0"/>
              <a:t>"This is Protocol Studio. Ask a question, see the selected protocol and its explanation, and inspect the real request and response."</a:t>
            </a:r>
          </a:p>
          <a:p>
            <a:endParaRPr dirty="0"/>
          </a:p>
          <a:p>
            <a:r>
              <a:rPr dirty="0"/>
              <a:t>DO:</a:t>
            </a:r>
          </a:p>
          <a:p>
            <a:endParaRPr dirty="0"/>
          </a:p>
          <a:p>
            <a:r>
              <a:rPr dirty="0"/>
              <a:t>1. Ask "Tell me about the Millennium Falcon." Show REST, the cache header and the response size.</a:t>
            </a:r>
          </a:p>
          <a:p>
            <a:r>
              <a:rPr dirty="0"/>
              <a:t>2. Ask "Which starships appear in A New Hope, and who is in its cast?" Show query FilmShipsCast, target film:1 and the answer containing ships and characters. Compare one GraphQL request with one REST request. Explain that the REST body includes nested records while GraphQL selects the requested fields.</a:t>
            </a:r>
          </a:p>
          <a:p>
            <a:r>
              <a:rPr dirty="0"/>
              <a:t>3. Ask "Track the Millennium Falcon." Click Present flight and watch location, pilot, shields and flight events update over about forty seconds. Point out the Chewbacca handoff, alert, recovery and arrival. Close the presentation view and inspect one Watch request with twenty-one responses.</a:t>
            </a:r>
          </a:p>
          <a:p>
            <a:endParaRPr dirty="0"/>
          </a:p>
          <a:p>
            <a:r>
              <a:rPr dirty="0"/>
              <a:t>OPTIONAL FOLLOW-UPS:</a:t>
            </a:r>
          </a:p>
          <a:p>
            <a:endParaRPr dirty="0"/>
          </a:p>
          <a:p>
            <a:r>
              <a:rPr dirty="0"/>
              <a:t>"Where is the Millennium Falcon currently?" and "Who is currently flying the Millennium Falcon?" also start the labeled flight simulation. Each new request starts its own replay, not a shared continuously running galaxy.</a:t>
            </a:r>
          </a:p>
          <a:p>
            <a:endParaRPr dirty="0"/>
          </a:p>
          <a:p>
            <a:r>
              <a:rPr dirty="0"/>
              <a:t>"Which films feature Luke Skywalker?" explores character appearances.</a:t>
            </a:r>
          </a:p>
          <a:p>
            <a:r>
              <a:rPr dirty="0"/>
              <a:t>"Who flew the Millennium Falcon in Return of the Jedi?" returns Lando Calrissian and Nien Nunb for the Battle of Endor.</a:t>
            </a:r>
          </a:p>
          <a:p>
            <a:endParaRPr dirty="0"/>
          </a:p>
          <a:p>
            <a:r>
              <a:rPr dirty="0"/>
              <a:t>BE CLEAR ABOUT THIS:</a:t>
            </a:r>
          </a:p>
          <a:p>
            <a:endParaRPr dirty="0"/>
          </a:p>
          <a:p>
            <a:r>
              <a:rPr dirty="0"/>
              <a:t>"Cast means fictional characters. Flight-crew data is film-specific and partial. The gRPC flight is a clearly labeled fictional simulation, separate from documented film crew. It is repeatable, not a canon itinerary or live telemetry."</a:t>
            </a:r>
          </a:p>
          <a:p>
            <a:endParaRPr dirty="0"/>
          </a:p>
          <a:p>
            <a:r>
              <a:rPr dirty="0"/>
              <a:t>"A presenter override applies to one question and the UI labels it. Allow the local model to warm up before presenting."</a:t>
            </a:r>
          </a:p>
          <a:p>
            <a:endParaRPr dirty="0"/>
          </a:p>
          <a:p>
            <a:r>
              <a:rPr dirty="0"/>
              <a:t>TRANSITION:</a:t>
            </a:r>
          </a:p>
          <a:p>
            <a:endParaRPr dirty="0"/>
          </a:p>
          <a:p>
            <a:r>
              <a:rPr dirty="0"/>
              <a:t>"That is the lab example. Here is what this looks like with real clients."</a:t>
            </a:r>
          </a:p>
          <a:p>
            <a:endParaRPr dirty="0"/>
          </a:p>
          <a:p>
            <a:r>
              <a:rPr dirty="0"/>
              <a:t>SOURCES:</a:t>
            </a:r>
          </a:p>
          <a:p>
            <a:r>
              <a:rPr dirty="0"/>
              <a:t>Project: docs/dataset-provenance.md, docs/validation.md and backend/src/main/resources/catalog.json.</a:t>
            </a:r>
          </a:p>
          <a:p>
            <a:r>
              <a:rPr dirty="0"/>
              <a:t>https://www.starwars.com/databank/han-solo</a:t>
            </a:r>
          </a:p>
          <a:p>
            <a:r>
              <a:rPr dirty="0"/>
              <a:t>https://www.starwars.com/databank/chewbacca</a:t>
            </a:r>
          </a:p>
          <a:p>
            <a:endParaRPr dirty="0"/>
          </a:p>
          <a:p>
            <a:r>
              <a:rPr dirty="0"/>
              <a:t>CREW FOLLOW-UP:</a:t>
            </a:r>
          </a:p>
          <a:p>
            <a:r>
              <a:rPr dirty="0"/>
              <a:t>Ask "Who flew the Millennium Falcon in A New Hope?" Show query ShipCrew and target crew:5:1. The REST comparison fetches /api/catalog/starships/crew:5:1, matching the film filter. The answer names Han Solo and Chewbacca.</a:t>
            </a:r>
          </a:p>
          <a:p>
            <a:endParaRPr dirty="0"/>
          </a:p>
          <a:p>
            <a:r>
              <a:rPr dirty="0"/>
              <a:t>STREAM FOLLOW-UP:</a:t>
            </a:r>
          </a:p>
          <a:p>
            <a:r>
              <a:rPr dirty="0"/>
              <a:t>Expand a gRPC MESSAGES row and point out the sequence, byte count, arrival time and decoded payload. Each row matches its snapshot by sequence.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SAY:</a:t>
            </a:r>
          </a:p>
          <a:p>
            <a:r>
              <a:t>"Our first client story is a leading U.S. marine terminal operator. They needed a corporate website that was fast, modern, and that marketing could run on its own."</a:t>
            </a:r>
          </a:p>
          <a:p>
            <a:endParaRPr/>
          </a:p>
          <a:p>
            <a:r>
              <a:t>1. "We started with interactive UX workshops to map user journeys and critical paths, and refined wireframes in Figma alongside stakeholders."</a:t>
            </a:r>
          </a:p>
          <a:p>
            <a:r>
              <a:t>2. "The site runs on Next.js on Vercel, with Strapi Cloud as a headless CMS. Pages pull content through Strapi's REST and GraphQL APIs."</a:t>
            </a:r>
          </a:p>
          <a:p>
            <a:r>
              <a:t>3. "Reusable Strapi components let marketing build new pages without IT."</a:t>
            </a:r>
          </a:p>
          <a:p>
            <a:endParaRPr/>
          </a:p>
          <a:p>
            <a:r>
              <a:t>BE CLEAR ABOUT THIS:</a:t>
            </a:r>
          </a:p>
          <a:p>
            <a:r>
              <a:t>"The payoff is operational: new pages in hours instead of days, 45% smaller image payloads, zero-downtime deployments, and better organic search traffic."</a:t>
            </a:r>
          </a:p>
          <a:p>
            <a:endParaRPr/>
          </a:p>
          <a:p>
            <a:r>
              <a:t>(VERIFY BEFORE PRESENTING: the 45% image reduction and the organic traffic improvement come from RFP response copy. Confirm them with the delivery team or the client before showing this slide outside an RFP. Do not name the client.)</a:t>
            </a:r>
          </a:p>
          <a:p>
            <a:endParaRPr/>
          </a:p>
          <a:p>
            <a:r>
              <a:t>TRANSITION:</a:t>
            </a:r>
          </a:p>
          <a:p>
            <a:r>
              <a:t>"The second story made a very different choice."</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dirty="0"/>
              <a:t>SAY:</a:t>
            </a:r>
            <a:br>
              <a:rPr dirty="0"/>
            </a:br>
            <a:endParaRPr dirty="0"/>
          </a:p>
          <a:p>
            <a:r>
              <a:rPr dirty="0"/>
              <a:t>"Our second client is a global retail coffee company, rebuilding point of sale and ordering."</a:t>
            </a:r>
            <a:br>
              <a:rPr dirty="0"/>
            </a:br>
            <a:endParaRPr dirty="0"/>
          </a:p>
          <a:p>
            <a:br>
              <a:rPr dirty="0"/>
            </a:br>
            <a:endParaRPr dirty="0"/>
          </a:p>
          <a:p>
            <a:r>
              <a:rPr dirty="0"/>
              <a:t>1. "Thirty-three thousand locations. Security and offline operation are non-negotiable."</a:t>
            </a:r>
            <a:br>
              <a:rPr dirty="0"/>
            </a:br>
            <a:endParaRPr dirty="0"/>
          </a:p>
          <a:p>
            <a:r>
              <a:rPr dirty="0"/>
              <a:t>2. "They have limited ability to expose endpoints at the store."</a:t>
            </a:r>
            <a:br>
              <a:rPr dirty="0"/>
            </a:br>
            <a:endParaRPr dirty="0"/>
          </a:p>
          <a:p>
            <a:r>
              <a:rPr dirty="0"/>
              <a:t>3. "gRPC integration reduced that exposure and increased performance, with typed contracts between services."</a:t>
            </a:r>
            <a:br>
              <a:rPr dirty="0"/>
            </a:br>
            <a:endParaRPr dirty="0"/>
          </a:p>
          <a:p>
            <a:br>
              <a:rPr dirty="0"/>
            </a:br>
            <a:endParaRPr dirty="0"/>
          </a:p>
          <a:p>
            <a:r>
              <a:rPr dirty="0"/>
              <a:t>BE CLEAR ABOUT THIS:</a:t>
            </a:r>
            <a:br>
              <a:rPr dirty="0"/>
            </a:br>
            <a:endParaRPr dirty="0"/>
          </a:p>
          <a:p>
            <a:r>
              <a:rPr dirty="0"/>
              <a:t>"Same decision process, different answer. The constraints — exposure, offline, performance — pointed to gRPC."</a:t>
            </a:r>
            <a:br>
              <a:rPr dirty="0"/>
            </a:br>
            <a:endParaRPr dirty="0"/>
          </a:p>
          <a:p>
            <a:br>
              <a:rPr dirty="0"/>
            </a:br>
            <a:endParaRPr dirty="0"/>
          </a:p>
          <a:p>
            <a:r>
              <a:rPr dirty="0"/>
              <a:t>TRANSITION:</a:t>
            </a:r>
            <a:br>
              <a:rPr dirty="0"/>
            </a:br>
            <a:endParaRPr dirty="0"/>
          </a:p>
          <a:p>
            <a:r>
              <a:rPr dirty="0"/>
              <a:t>"So what should you take away from all of this?"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dirty="0"/>
              <a:t>SAY:</a:t>
            </a:r>
            <a:br>
              <a:rPr dirty="0"/>
            </a:br>
            <a:endParaRPr dirty="0"/>
          </a:p>
          <a:p>
            <a:r>
              <a:rPr dirty="0"/>
              <a:t>"Three things to take away."</a:t>
            </a:r>
            <a:br>
              <a:rPr dirty="0"/>
            </a:br>
            <a:endParaRPr dirty="0"/>
          </a:p>
          <a:p>
            <a:br>
              <a:rPr dirty="0"/>
            </a:br>
            <a:endParaRPr dirty="0"/>
          </a:p>
          <a:p>
            <a:r>
              <a:rPr dirty="0"/>
              <a:t>1. "Choose per operation. REST for cacheable resources, GraphQL for related data, gRPC for streams and service-to-service calls. Most systems use more than one."</a:t>
            </a:r>
            <a:br>
              <a:rPr dirty="0"/>
            </a:br>
            <a:endParaRPr dirty="0"/>
          </a:p>
          <a:p>
            <a:r>
              <a:rPr dirty="0"/>
              <a:t>2. "Design the contract first. OpenAPI, schema or proto file — the contract outlives the implementation and drives your tooling, tests and code generation."</a:t>
            </a:r>
            <a:br>
              <a:rPr dirty="0"/>
            </a:br>
            <a:endParaRPr dirty="0"/>
          </a:p>
          <a:p>
            <a:r>
              <a:rPr dirty="0"/>
              <a:t>3. "Measure the whole path. Round trips, payload size and caching decide real-world latency more than the protocol label does."</a:t>
            </a:r>
            <a:br>
              <a:rPr dirty="0"/>
            </a:br>
            <a:endParaRPr dirty="0"/>
          </a:p>
          <a:p>
            <a:br>
              <a:rPr dirty="0"/>
            </a:br>
            <a:endParaRPr dirty="0"/>
          </a:p>
          <a:p>
            <a:r>
              <a:rPr dirty="0"/>
              <a:t>BE CLEAR ABOUT THIS:</a:t>
            </a:r>
            <a:br>
              <a:rPr dirty="0"/>
            </a:br>
            <a:endParaRPr dirty="0"/>
          </a:p>
          <a:p>
            <a:r>
              <a:rPr dirty="0"/>
              <a:t>"Everything you saw today is in the repository — the code, the runbook and the measurements — so you can run it yourself."</a:t>
            </a:r>
            <a:br>
              <a:rPr dirty="0"/>
            </a:br>
            <a:endParaRPr dirty="0"/>
          </a:p>
          <a:p>
            <a:br>
              <a:rPr dirty="0"/>
            </a:br>
            <a:endParaRPr dirty="0"/>
          </a:p>
          <a:p>
            <a:r>
              <a:rPr dirty="0"/>
              <a:t>TRANSITION:</a:t>
            </a:r>
            <a:br>
              <a:rPr dirty="0"/>
            </a:br>
            <a:endParaRPr dirty="0"/>
          </a:p>
          <a:p>
            <a:r>
              <a:rPr dirty="0"/>
              <a:t>"With that, let's open it up."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SAY:</a:t>
            </a:r>
            <a:br/>
            <a:endParaRPr/>
          </a:p>
          <a:p>
            <a:r>
              <a:t>"Thank you. We would love to take your questions."</a:t>
            </a:r>
            <a:br/>
            <a:endParaRPr/>
          </a:p>
          <a:p>
            <a:br/>
            <a:endParaRPr/>
          </a:p>
          <a:p>
            <a:r>
              <a:t>"If you want to try it yourself, it is one command: docker compose up, then open localhost:3000. No API keys needed."</a:t>
            </a:r>
            <a:br/>
            <a:endParaRPr/>
          </a:p>
          <a:p>
            <a:br/>
            <a:endParaRPr/>
          </a:p>
          <a:p>
            <a:r>
              <a:t>IF ASKED ABOUT AI:</a:t>
            </a:r>
            <a:br/>
            <a:endParaRPr/>
          </a:p>
          <a:p>
            <a:r>
              <a:t>"The appendix covers how the demo lets a local model or Jev choose the protocol — I am happy to walk through 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SAY:</a:t>
            </a:r>
            <a:br/>
            <a:endParaRPr/>
          </a:p>
          <a:p>
            <a:r>
              <a:t>"This appendix explains how Protocol Studio lets a model choose the protocol — without letting it invent the answer."</a:t>
            </a:r>
            <a:br/>
            <a:endParaRPr/>
          </a:p>
          <a:p>
            <a:br/>
            <a:endParaRPr/>
          </a:p>
          <a:p>
            <a:r>
              <a:t>1. "The architecture: how a question becomes a protocol call."</a:t>
            </a:r>
            <a:br/>
            <a:endParaRPr/>
          </a:p>
          <a:p>
            <a:r>
              <a:t>2. "Two ways to make the decision: Ollama tool calling on a small local model, and Jev's structured decisions."</a:t>
            </a:r>
            <a:br/>
            <a:endParaRPr/>
          </a:p>
          <a:p>
            <a:r>
              <a:t>3. "The guardrails, and what it costs in latency."</a:t>
            </a:r>
            <a:br/>
            <a:endParaRPr/>
          </a:p>
          <a:p>
            <a:br/>
            <a:endParaRPr/>
          </a:p>
          <a:p>
            <a:r>
              <a:t>TRANSITION:</a:t>
            </a:r>
            <a:br/>
            <a:endParaRPr/>
          </a:p>
          <a:p>
            <a:r>
              <a:t>"Here is the path a question takes."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dirty="0"/>
              <a:t>SAY:</a:t>
            </a:r>
            <a:br>
              <a:rPr dirty="0"/>
            </a:br>
            <a:endParaRPr dirty="0"/>
          </a:p>
          <a:p>
            <a:r>
              <a:rPr dirty="0"/>
              <a:t>"Every question goes through five steps."</a:t>
            </a:r>
            <a:br>
              <a:rPr dirty="0"/>
            </a:br>
            <a:endParaRPr dirty="0"/>
          </a:p>
          <a:p>
            <a:br>
              <a:rPr dirty="0"/>
            </a:br>
            <a:endParaRPr dirty="0"/>
          </a:p>
          <a:p>
            <a:r>
              <a:rPr dirty="0"/>
              <a:t>1. "The browser posts the message and recent turns."</a:t>
            </a:r>
            <a:br>
              <a:rPr dirty="0"/>
            </a:br>
            <a:endParaRPr dirty="0"/>
          </a:p>
          <a:p>
            <a:r>
              <a:rPr dirty="0"/>
              <a:t>2. "A classifier — Ollama or </a:t>
            </a:r>
            <a:r>
              <a:rPr dirty="0" err="1"/>
              <a:t>Jev</a:t>
            </a:r>
            <a:r>
              <a:rPr dirty="0"/>
              <a:t>, behind one interface — picks one protocol and one allowlisted target."</a:t>
            </a:r>
            <a:br>
              <a:rPr dirty="0"/>
            </a:br>
            <a:endParaRPr dirty="0"/>
          </a:p>
          <a:p>
            <a:r>
              <a:rPr dirty="0"/>
              <a:t>3. "The decision is just protocol plus target. Never a URL, never query text."</a:t>
            </a:r>
            <a:br>
              <a:rPr dirty="0"/>
            </a:br>
            <a:endParaRPr dirty="0"/>
          </a:p>
          <a:p>
            <a:r>
              <a:rPr dirty="0"/>
              <a:t>4. "The server calls its own REST, GraphQL or native gRPC endpoint — real traffic."</a:t>
            </a:r>
            <a:br>
              <a:rPr dirty="0"/>
            </a:br>
            <a:endParaRPr dirty="0"/>
          </a:p>
          <a:p>
            <a:r>
              <a:rPr dirty="0"/>
              <a:t>5. "The answer is composed from the response, and the inspector shows the payloads and timings."</a:t>
            </a:r>
            <a:br>
              <a:rPr dirty="0"/>
            </a:br>
            <a:endParaRPr dirty="0"/>
          </a:p>
          <a:p>
            <a:br>
              <a:rPr dirty="0"/>
            </a:br>
            <a:endParaRPr dirty="0"/>
          </a:p>
          <a:p>
            <a:r>
              <a:rPr dirty="0"/>
              <a:t>BE CLEAR ABOUT THIS:</a:t>
            </a:r>
            <a:br>
              <a:rPr dirty="0"/>
            </a:br>
            <a:endParaRPr dirty="0"/>
          </a:p>
          <a:p>
            <a:r>
              <a:rPr dirty="0"/>
              <a:t>"The model chooses the route. It never supplies the data. If it routes wrongly, you can see it — and it cannot invent facts."</a:t>
            </a:r>
            <a:br>
              <a:rPr dirty="0"/>
            </a:br>
            <a:endParaRPr dirty="0"/>
          </a:p>
          <a:p>
            <a:br>
              <a:rPr dirty="0"/>
            </a:br>
            <a:endParaRPr dirty="0"/>
          </a:p>
          <a:p>
            <a:r>
              <a:rPr dirty="0"/>
              <a:t>TRANSITION:</a:t>
            </a:r>
            <a:br>
              <a:rPr dirty="0"/>
            </a:br>
            <a:endParaRPr dirty="0"/>
          </a:p>
          <a:p>
            <a:r>
              <a:rPr dirty="0"/>
              <a:t>"Let's look at the default router: </a:t>
            </a:r>
            <a:r>
              <a:rPr dirty="0" err="1"/>
              <a:t>Ollama</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SAY:</a:t>
            </a:r>
          </a:p>
          <a:p>
            <a:endParaRPr/>
          </a:p>
          <a:p>
            <a:r>
              <a:t>"The default is genuine tool calling on a small local model — no API key, and no cloud dependency."</a:t>
            </a:r>
          </a:p>
          <a:p>
            <a:endParaRPr/>
          </a:p>
          <a:p>
            <a:endParaRPr/>
          </a:p>
          <a:p>
            <a:endParaRPr/>
          </a:p>
          <a:p>
            <a:r>
              <a:t>1. "There is one tool per reviewed operation. The model selects an operation and catalog target. Each operation fixes its protocol and GraphQL selection set."</a:t>
            </a:r>
          </a:p>
          <a:p>
            <a:endParaRPr/>
          </a:p>
          <a:p>
            <a:r>
              <a:t>2. "The target is an enum, so the model can only pick catalog IDs that exist."</a:t>
            </a:r>
          </a:p>
          <a:p>
            <a:endParaRPr/>
          </a:p>
          <a:p>
            <a:r>
              <a:t>3. "We pin a four-billion-parameter instruct model without thinking mode, running locally."</a:t>
            </a:r>
          </a:p>
          <a:p>
            <a:endParaRPr/>
          </a:p>
          <a:p>
            <a:r>
              <a:t>4. "It is tuned for latency: temperature zero, a 96-token cap, a thirty-minute keep-alive and a warm-up at startup."</a:t>
            </a:r>
          </a:p>
          <a:p>
            <a:endParaRPr/>
          </a:p>
          <a:p>
            <a:endParaRPr/>
          </a:p>
          <a:p>
            <a:endParaRPr/>
          </a:p>
          <a:p>
            <a:r>
              <a:t>BE CLEAR ABOUT THIS:</a:t>
            </a:r>
          </a:p>
          <a:p>
            <a:endParaRPr/>
          </a:p>
          <a:p>
            <a:r>
              <a:t>"Pin the exact model tag. The unqualified tag resolves to a thinking model that burns tokens before it calls a tool."</a:t>
            </a:r>
          </a:p>
          <a:p>
            <a:endParaRPr/>
          </a:p>
          <a:p>
            <a:endParaRPr/>
          </a:p>
          <a:p>
            <a:endParaRPr/>
          </a:p>
          <a:p>
            <a:r>
              <a:t>TRANSITION:</a:t>
            </a:r>
          </a:p>
          <a:p>
            <a:endParaRPr/>
          </a:p>
          <a:p>
            <a:r>
              <a:t>"The alternative is a model built for decisions rather than text."</a:t>
            </a:r>
          </a:p>
          <a:p>
            <a:endParaRPr/>
          </a:p>
          <a:p>
            <a:r>
              <a:t>DEMO CONTEXT:</a:t>
            </a:r>
          </a:p>
          <a:p>
            <a:endParaRPr/>
          </a:p>
          <a:p>
            <a:r>
              <a:t>Character target cast:1 identifies Luke Skywalker. Crew target crew:5:1 preserves both the Falcon and A New Hope. The backend rejects unsupported target formats. Missing crew evidence remains a valid coverage-gap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SAY:</a:t>
            </a:r>
          </a:p>
          <a:p>
            <a:endParaRPr/>
          </a:p>
          <a:p>
            <a:r>
              <a:t>"Jev is a decision model, not a text generator."</a:t>
            </a:r>
          </a:p>
          <a:p>
            <a:endParaRPr/>
          </a:p>
          <a:p>
            <a:endParaRPr/>
          </a:p>
          <a:p>
            <a:endParaRPr/>
          </a:p>
          <a:p>
            <a:r>
              <a:t>1. "Instead of generating text, we ask two typed choice questions: which operation, and which target."</a:t>
            </a:r>
          </a:p>
          <a:p>
            <a:endParaRPr/>
          </a:p>
          <a:p>
            <a:r>
              <a:t>2. "Each answer comes back with a confidence and probabilities, and we show them in the inspector."</a:t>
            </a:r>
          </a:p>
          <a:p>
            <a:endParaRPr/>
          </a:p>
          <a:p>
            <a:r>
              <a:t>3. "It plugs in behind the same interface — one environment variable switches providers."</a:t>
            </a:r>
          </a:p>
          <a:p>
            <a:endParaRPr/>
          </a:p>
          <a:p>
            <a:r>
              <a:t>4. "It is hosted by TypeSafe, so it needs internet access and an API key. The key never leaves the server."</a:t>
            </a:r>
          </a:p>
          <a:p>
            <a:endParaRPr/>
          </a:p>
          <a:p>
            <a:endParaRPr/>
          </a:p>
          <a:p>
            <a:endParaRPr/>
          </a:p>
          <a:p>
            <a:r>
              <a:t>BE CLEAR ABOUT THIS:</a:t>
            </a:r>
          </a:p>
          <a:p>
            <a:endParaRPr/>
          </a:p>
          <a:p>
            <a:r>
              <a:t>"Jev is optional. For a small, closed decision like this one, a structured decision fits better than free-form generation."</a:t>
            </a:r>
          </a:p>
          <a:p>
            <a:endParaRPr/>
          </a:p>
          <a:p>
            <a:endParaRPr/>
          </a:p>
          <a:p>
            <a:endParaRPr/>
          </a:p>
          <a:p>
            <a:r>
              <a:t>TRANSITION:</a:t>
            </a:r>
          </a:p>
          <a:p>
            <a:endParaRPr/>
          </a:p>
          <a:p>
            <a:r>
              <a:t>"So how do you choose between them?"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SAY:</a:t>
            </a:r>
            <a:br/>
            <a:endParaRPr/>
          </a:p>
          <a:p>
            <a:r>
              <a:t>"Both routers make the same decision in different ways."</a:t>
            </a:r>
            <a:br/>
            <a:endParaRPr/>
          </a:p>
          <a:p>
            <a:br/>
            <a:endParaRPr/>
          </a:p>
          <a:p>
            <a:r>
              <a:t>1. "Ollama runs locally and works offline, which matters for demos and data residency. It does not report confidence, and we do not invent one."</a:t>
            </a:r>
            <a:br/>
            <a:endParaRPr/>
          </a:p>
          <a:p>
            <a:r>
              <a:t>2. "Jev is hosted, needs a key, and gives you calibrated confidence per decision."</a:t>
            </a:r>
            <a:br/>
            <a:endParaRPr/>
          </a:p>
          <a:p>
            <a:br/>
            <a:endParaRPr/>
          </a:p>
          <a:p>
            <a:r>
              <a:t>BE CLEAR ABOUT THIS:</a:t>
            </a:r>
            <a:br/>
            <a:endParaRPr/>
          </a:p>
          <a:p>
            <a:r>
              <a:t>"Presenter overrides bypass the model for one question, and the UI says so every time."</a:t>
            </a:r>
            <a:br/>
            <a:endParaRPr/>
          </a:p>
          <a:p>
            <a:br/>
            <a:endParaRPr/>
          </a:p>
          <a:p>
            <a:r>
              <a:t>TRANSITION:</a:t>
            </a:r>
            <a:br/>
            <a:endParaRPr/>
          </a:p>
          <a:p>
            <a:r>
              <a:t>"That brings us to the rules that keep this honest."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SAY:</a:t>
            </a:r>
            <a:br/>
            <a:endParaRPr/>
          </a:p>
          <a:p>
            <a:r>
              <a:t>"Five rules make it safe to put a model in the request path."</a:t>
            </a:r>
            <a:br/>
            <a:endParaRPr/>
          </a:p>
          <a:p>
            <a:br/>
            <a:endParaRPr/>
          </a:p>
          <a:p>
            <a:r>
              <a:t>1. "Allowlisted targets — the model picks from catalog IDs, never URLs or queries."</a:t>
            </a:r>
            <a:br/>
            <a:endParaRPr/>
          </a:p>
          <a:p>
            <a:r>
              <a:t>2. "No hidden fallback — if the model fails, you see an error, not keyword routing labeled as AI."</a:t>
            </a:r>
            <a:br/>
            <a:endParaRPr/>
          </a:p>
          <a:p>
            <a:r>
              <a:t>3. "Labeled overrides — they apply to one question, then routing resets to Auto."</a:t>
            </a:r>
            <a:br/>
            <a:endParaRPr/>
          </a:p>
          <a:p>
            <a:r>
              <a:t>4. "Grounded answers — every answer is built from the actual transport response."</a:t>
            </a:r>
            <a:br/>
            <a:endParaRPr/>
          </a:p>
          <a:p>
            <a:r>
              <a:t>5. "Secrets stay server-side, and ports bind to loopback by default."</a:t>
            </a:r>
            <a:br/>
            <a:endParaRPr/>
          </a:p>
          <a:p>
            <a:br/>
            <a:endParaRPr/>
          </a:p>
          <a:p>
            <a:r>
              <a:t>TRANSITION:</a:t>
            </a:r>
            <a:br/>
            <a:endParaRPr/>
          </a:p>
          <a:p>
            <a:r>
              <a:t>"Finally, what does the router cost?"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dirty="0"/>
              <a:t>SAY:</a:t>
            </a:r>
          </a:p>
          <a:p>
            <a:endParaRPr dirty="0"/>
          </a:p>
          <a:p>
            <a:r>
              <a:rPr dirty="0"/>
              <a:t>"These are medians to a complete response, on warm runs with native </a:t>
            </a:r>
            <a:r>
              <a:rPr dirty="0" err="1"/>
              <a:t>Ollama</a:t>
            </a:r>
            <a:r>
              <a:rPr dirty="0"/>
              <a:t> on Apple Silicon."</a:t>
            </a:r>
          </a:p>
          <a:p>
            <a:endParaRPr dirty="0"/>
          </a:p>
          <a:p>
            <a:endParaRPr dirty="0"/>
          </a:p>
          <a:p>
            <a:endParaRPr dirty="0"/>
          </a:p>
          <a:p>
            <a:r>
              <a:rPr dirty="0"/>
              <a:t>1. "REST in 1.11 seconds, GraphQL in 1.26, gRPC in 1.86 including three streamed snapshots."</a:t>
            </a:r>
          </a:p>
          <a:p>
            <a:endParaRPr dirty="0"/>
          </a:p>
          <a:p>
            <a:r>
              <a:rPr dirty="0"/>
              <a:t>2. "Routing is the cost — about a second on a warm four-billion-parameter model. REST and GraphQL execute in single-digit milliseconds."</a:t>
            </a:r>
          </a:p>
          <a:p>
            <a:endParaRPr dirty="0"/>
          </a:p>
          <a:p>
            <a:r>
              <a:rPr dirty="0"/>
              <a:t>3. "Most of the gRPC stream time is the deliberate pacing, so you can watch it happen."</a:t>
            </a:r>
          </a:p>
          <a:p>
            <a:endParaRPr dirty="0"/>
          </a:p>
          <a:p>
            <a:endParaRPr dirty="0"/>
          </a:p>
          <a:p>
            <a:endParaRPr dirty="0"/>
          </a:p>
          <a:p>
            <a:r>
              <a:rPr dirty="0"/>
              <a:t>BE CLEAR ABOUT THIS:</a:t>
            </a:r>
          </a:p>
          <a:p>
            <a:endParaRPr dirty="0"/>
          </a:p>
          <a:p>
            <a:r>
              <a:rPr dirty="0"/>
              <a:t>"This is a request diagnostic from three runs per protocol, not a load test or a protocol benchmark. You can reproduce it with the benchmark script in the repository."</a:t>
            </a:r>
          </a:p>
          <a:p>
            <a:endParaRPr dirty="0"/>
          </a:p>
          <a:p>
            <a:r>
              <a:rPr dirty="0"/>
              <a:t>DEMO CONTEXT:</a:t>
            </a:r>
          </a:p>
          <a:p>
            <a:endParaRPr dirty="0"/>
          </a:p>
          <a:p>
            <a:r>
              <a:rPr dirty="0"/>
              <a:t>These measurements describe the earlier catalog and routing prompt. They are historical context, not a measurement of v4 character and crew routing. Do not promise these timings for the current demo. Rerun scripts/</a:t>
            </a:r>
            <a:r>
              <a:rPr dirty="0" err="1"/>
              <a:t>benchmark.mjs</a:t>
            </a:r>
            <a:r>
              <a:rPr dirty="0"/>
              <a:t> in the intended presentation environment for a new baseline.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5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82158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Content Light">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BC8EB15-730B-FF4B-84EB-2B98807AE2F0}"/>
              </a:ext>
            </a:extLst>
          </p:cNvPr>
          <p:cNvSpPr/>
          <p:nvPr userDrawn="1"/>
        </p:nvSpPr>
        <p:spPr>
          <a:xfrm>
            <a:off x="0" y="5397718"/>
            <a:ext cx="12192000" cy="146028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err="1">
              <a:latin typeface="Arial" panose="020B0604020202020204" pitchFamily="34" charset="0"/>
              <a:cs typeface="Arial" panose="020B0604020202020204" pitchFamily="34" charset="0"/>
            </a:endParaRPr>
          </a:p>
        </p:txBody>
      </p:sp>
      <p:sp>
        <p:nvSpPr>
          <p:cNvPr id="2" name="Title Placeholder 1">
            <a:extLst>
              <a:ext uri="{FF2B5EF4-FFF2-40B4-BE49-F238E27FC236}">
                <a16:creationId xmlns:a16="http://schemas.microsoft.com/office/drawing/2014/main" id="{C5804887-452A-D844-9B49-3D6249CB15B6}"/>
              </a:ext>
            </a:extLst>
          </p:cNvPr>
          <p:cNvSpPr>
            <a:spLocks noGrp="1"/>
          </p:cNvSpPr>
          <p:nvPr>
            <p:ph type="title"/>
          </p:nvPr>
        </p:nvSpPr>
        <p:spPr>
          <a:xfrm>
            <a:off x="322983" y="293109"/>
            <a:ext cx="11619924" cy="909867"/>
          </a:xfrm>
          <a:prstGeom prst="rect">
            <a:avLst/>
          </a:prstGeom>
        </p:spPr>
        <p:txBody>
          <a:bodyPr vert="horz" lIns="91440" tIns="45720" rIns="91440" bIns="45720" rtlCol="0" anchor="ctr">
            <a:noAutofit/>
          </a:bodyPr>
          <a:lstStyle>
            <a:lvl1pPr>
              <a:defRPr b="0" i="0">
                <a:solidFill>
                  <a:schemeClr val="accent2"/>
                </a:solidFill>
              </a:defRPr>
            </a:lvl1pPr>
          </a:lstStyle>
          <a:p>
            <a:r>
              <a:rPr lang="en-US"/>
              <a:t>Click to edit Master title style</a:t>
            </a:r>
          </a:p>
        </p:txBody>
      </p:sp>
      <p:sp>
        <p:nvSpPr>
          <p:cNvPr id="3" name="Text Placeholder 2">
            <a:extLst>
              <a:ext uri="{FF2B5EF4-FFF2-40B4-BE49-F238E27FC236}">
                <a16:creationId xmlns:a16="http://schemas.microsoft.com/office/drawing/2014/main" id="{59AFB7AF-B533-D34B-957D-15BA4887C857}"/>
              </a:ext>
            </a:extLst>
          </p:cNvPr>
          <p:cNvSpPr>
            <a:spLocks noGrp="1"/>
          </p:cNvSpPr>
          <p:nvPr>
            <p:ph idx="1"/>
          </p:nvPr>
        </p:nvSpPr>
        <p:spPr>
          <a:xfrm>
            <a:off x="306756" y="1314873"/>
            <a:ext cx="11619925" cy="4511040"/>
          </a:xfrm>
          <a:prstGeom prst="rect">
            <a:avLst/>
          </a:prstGeom>
        </p:spPr>
        <p:txBody>
          <a:bodyPr vert="horz" lIns="91440" tIns="45720" rIns="91440" bIns="45720" rtlCol="0">
            <a:noAutofit/>
          </a:bodyPr>
          <a:lstStyle>
            <a:lvl1pPr>
              <a:defRPr sz="2133" b="0" i="0">
                <a:solidFill>
                  <a:schemeClr val="tx2"/>
                </a:solidFill>
              </a:defRPr>
            </a:lvl1pPr>
            <a:lvl2pPr>
              <a:defRPr sz="1867" b="0" i="0">
                <a:solidFill>
                  <a:schemeClr val="tx2"/>
                </a:solidFill>
              </a:defRPr>
            </a:lvl2pPr>
            <a:lvl3pPr>
              <a:defRPr sz="1600" b="0" i="0">
                <a:solidFill>
                  <a:schemeClr val="tx2"/>
                </a:solidFill>
              </a:defRPr>
            </a:lvl3pPr>
            <a:lvl4pPr>
              <a:defRPr sz="1467" b="0" i="0">
                <a:solidFill>
                  <a:schemeClr val="tx2"/>
                </a:solidFill>
              </a:defRPr>
            </a:lvl4pPr>
            <a:lvl5pPr>
              <a:defRPr sz="1400" b="0" i="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Picture 7">
            <a:extLst>
              <a:ext uri="{FF2B5EF4-FFF2-40B4-BE49-F238E27FC236}">
                <a16:creationId xmlns:a16="http://schemas.microsoft.com/office/drawing/2014/main" id="{F1617DA7-8FB1-B042-8461-3939251C749F}"/>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71147" y="6102676"/>
            <a:ext cx="2052044" cy="752665"/>
          </a:xfrm>
          <a:prstGeom prst="rect">
            <a:avLst/>
          </a:prstGeom>
        </p:spPr>
      </p:pic>
      <p:sp>
        <p:nvSpPr>
          <p:cNvPr id="9" name="TextBox 8">
            <a:extLst>
              <a:ext uri="{FF2B5EF4-FFF2-40B4-BE49-F238E27FC236}">
                <a16:creationId xmlns:a16="http://schemas.microsoft.com/office/drawing/2014/main" id="{F6C756F8-423A-2447-ADA6-43BE62DD64D1}"/>
              </a:ext>
            </a:extLst>
          </p:cNvPr>
          <p:cNvSpPr txBox="1"/>
          <p:nvPr userDrawn="1"/>
        </p:nvSpPr>
        <p:spPr>
          <a:xfrm>
            <a:off x="4301745" y="6447519"/>
            <a:ext cx="7043041" cy="215444"/>
          </a:xfrm>
          <a:prstGeom prst="rect">
            <a:avLst/>
          </a:prstGeom>
          <a:noFill/>
        </p:spPr>
        <p:txBody>
          <a:bodyPr wrap="square" rtlCol="0">
            <a:spAutoFit/>
          </a:bodyPr>
          <a:lstStyle/>
          <a:p>
            <a:pPr algn="r"/>
            <a:r>
              <a:rPr lang="en-US" sz="800" b="0" i="1">
                <a:solidFill>
                  <a:srgbClr val="9C968E"/>
                </a:solidFill>
                <a:effectLst/>
                <a:latin typeface="Arial" panose="020B0604020202020204" pitchFamily="34" charset="0"/>
                <a:cs typeface="Arial" panose="020B0604020202020204" pitchFamily="34" charset="0"/>
              </a:rPr>
              <a:t>Insight Proprietary &amp; Confidential.</a:t>
            </a:r>
            <a:r>
              <a:rPr lang="en-US" sz="800" b="0" i="1" baseline="0">
                <a:solidFill>
                  <a:srgbClr val="9C968E"/>
                </a:solidFill>
                <a:effectLst/>
                <a:latin typeface="Arial" panose="020B0604020202020204" pitchFamily="34" charset="0"/>
                <a:cs typeface="Arial" panose="020B0604020202020204" pitchFamily="34" charset="0"/>
              </a:rPr>
              <a:t> Do Not Copy or Distribute. </a:t>
            </a:r>
            <a:r>
              <a:rPr lang="en-US" sz="800" b="0" i="1" kern="1200">
                <a:solidFill>
                  <a:srgbClr val="9C968E"/>
                </a:solidFill>
                <a:latin typeface="Arial" panose="020B0604020202020204" pitchFamily="34" charset="0"/>
                <a:ea typeface="+mn-ea"/>
                <a:cs typeface="Arial" panose="020B0604020202020204" pitchFamily="34" charset="0"/>
              </a:rPr>
              <a:t>© 2024 Insight Direct USA, Inc</a:t>
            </a:r>
            <a:r>
              <a:rPr lang="en-US" sz="800" b="0" i="1" baseline="0">
                <a:solidFill>
                  <a:srgbClr val="9C968E"/>
                </a:solidFill>
                <a:effectLst/>
                <a:latin typeface="Arial" panose="020B0604020202020204" pitchFamily="34" charset="0"/>
                <a:cs typeface="Arial" panose="020B0604020202020204" pitchFamily="34" charset="0"/>
              </a:rPr>
              <a:t>. All Rights Reserved.</a:t>
            </a:r>
            <a:endParaRPr lang="en-US" sz="800" b="0" i="1">
              <a:solidFill>
                <a:srgbClr val="9C968E"/>
              </a:solidFill>
              <a:effectLst/>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80089DB5-4621-1948-83F4-60A7BCD6A867}"/>
              </a:ext>
            </a:extLst>
          </p:cNvPr>
          <p:cNvSpPr txBox="1"/>
          <p:nvPr userDrawn="1"/>
        </p:nvSpPr>
        <p:spPr>
          <a:xfrm>
            <a:off x="11526735" y="6404715"/>
            <a:ext cx="859436" cy="276999"/>
          </a:xfrm>
          <a:prstGeom prst="rect">
            <a:avLst/>
          </a:prstGeom>
          <a:noFill/>
        </p:spPr>
        <p:txBody>
          <a:bodyPr wrap="square" rtlCol="0">
            <a:spAutoFit/>
          </a:bodyPr>
          <a:lstStyle/>
          <a:p>
            <a:fld id="{8F57A718-7638-AA4D-9012-BBF5E9D5FCFE}" type="slidenum">
              <a:rPr lang="en-US" sz="1200" b="0" i="0" smtClean="0">
                <a:solidFill>
                  <a:srgbClr val="9C968E"/>
                </a:solidFill>
                <a:latin typeface="Arial Regular"/>
                <a:cs typeface="Verdana"/>
              </a:rPr>
              <a:t>‹#›</a:t>
            </a:fld>
            <a:endParaRPr lang="en-US" sz="1200" b="0" i="0" err="1">
              <a:solidFill>
                <a:srgbClr val="9C968E"/>
              </a:solidFill>
              <a:latin typeface="Arial Regular"/>
              <a:cs typeface="Verdana"/>
            </a:endParaRPr>
          </a:p>
        </p:txBody>
      </p:sp>
    </p:spTree>
    <p:extLst>
      <p:ext uri="{BB962C8B-B14F-4D97-AF65-F5344CB8AC3E}">
        <p14:creationId xmlns:p14="http://schemas.microsoft.com/office/powerpoint/2010/main" val="161149084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3" r:id="rId3"/>
  </p:sldLayoutIdLst>
  <p:hf sldNum="0" hdr="0" ftr="0" dt="0"/>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microsoft.com/office/2018/10/relationships/comments" Target="../comments/modernComment_100_6CC67404.xm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microsoft.com/office/2018/10/relationships/comments" Target="../comments/modernComment_10C_15543F0B.xml"/><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microsoft.com/office/2018/10/relationships/comments" Target="../comments/modernComment_10E_2F6E05A0.xml"/><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microsoft.com/office/2018/10/relationships/comments" Target="../comments/modernComment_10F_32BC5957.xml"/><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microsoft.com/office/2018/10/relationships/comments" Target="../comments/modernComment_110_4B0BD525.xml"/><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7EBE9F90-8E8C-4586-BFB0-A5C7C861C5AB}"/>
              </a:ext>
            </a:extLst>
          </p:cNvPr>
          <p:cNvSpPr>
            <a:spLocks noGrp="1"/>
          </p:cNvSpPr>
          <p:nvPr/>
        </p:nvSpPr>
        <p:spPr>
          <a:xfrm>
            <a:off x="8128000" y="0"/>
            <a:ext cx="4064000" cy="6858000"/>
          </a:xfrm>
          <a:prstGeom prst="rect">
            <a:avLst/>
          </a:prstGeom>
          <a:solidFill>
            <a:srgbClr val="DA1884"/>
          </a:solidFill>
        </p:spPr>
        <p:txBody>
          <a:bodyPr/>
          <a:lstStyle/>
          <a:p>
            <a:endParaRPr/>
          </a:p>
        </p:txBody>
      </p:sp>
      <p:pic>
        <p:nvPicPr>
          <p:cNvPr id="3" name="Image 0">
            <a:extLst>
              <a:ext uri="{FF2B5EF4-FFF2-40B4-BE49-F238E27FC236}">
                <a16:creationId xmlns:a16="http://schemas.microsoft.com/office/drawing/2014/main" id="{A49365A6-9F53-4326-A000-D68A588168EF}"/>
              </a:ext>
            </a:extLst>
          </p:cNvPr>
          <p:cNvPicPr>
            <a:picLocks noChangeAspect="1"/>
          </p:cNvPicPr>
          <p:nvPr/>
        </p:nvPicPr>
        <p:blipFill>
          <a:blip r:embed="rId4"/>
          <a:stretch>
            <a:fillRect/>
          </a:stretch>
        </p:blipFill>
        <p:spPr>
          <a:xfrm>
            <a:off x="609600" y="825500"/>
            <a:ext cx="1905000" cy="787400"/>
          </a:xfrm>
          <a:prstGeom prst="rect">
            <a:avLst/>
          </a:prstGeom>
        </p:spPr>
      </p:pic>
      <p:sp>
        <p:nvSpPr>
          <p:cNvPr id="4" name="Text 1">
            <a:extLst>
              <a:ext uri="{FF2B5EF4-FFF2-40B4-BE49-F238E27FC236}">
                <a16:creationId xmlns:a16="http://schemas.microsoft.com/office/drawing/2014/main" id="{DCE838DC-585B-4447-9144-D86C83963F71}"/>
              </a:ext>
            </a:extLst>
          </p:cNvPr>
          <p:cNvSpPr>
            <a:spLocks noGrp="1"/>
          </p:cNvSpPr>
          <p:nvPr/>
        </p:nvSpPr>
        <p:spPr>
          <a:xfrm>
            <a:off x="609600" y="2095500"/>
            <a:ext cx="6985000" cy="228600"/>
          </a:xfrm>
          <a:prstGeom prst="rect">
            <a:avLst/>
          </a:prstGeom>
          <a:noFill/>
        </p:spPr>
        <p:txBody>
          <a:bodyPr wrap="square" lIns="0" tIns="0" rIns="0" bIns="0" anchor="t"/>
          <a:lstStyle/>
          <a:p>
            <a:pPr marL="0" indent="0" algn="l">
              <a:lnSpc>
                <a:spcPct val="110000"/>
              </a:lnSpc>
              <a:buNone/>
            </a:pPr>
            <a:r>
              <a:rPr sz="1300" b="1">
                <a:solidFill>
                  <a:srgbClr val="DA1884"/>
                </a:solidFill>
                <a:latin typeface="Arial"/>
                <a:ea typeface="Arial"/>
                <a:cs typeface="Arial"/>
              </a:rPr>
              <a:t>TECHNICAL SESSION</a:t>
            </a:r>
            <a:endParaRPr sz="1300"/>
          </a:p>
        </p:txBody>
      </p:sp>
      <p:sp>
        <p:nvSpPr>
          <p:cNvPr id="5" name="Text 2">
            <a:extLst>
              <a:ext uri="{FF2B5EF4-FFF2-40B4-BE49-F238E27FC236}">
                <a16:creationId xmlns:a16="http://schemas.microsoft.com/office/drawing/2014/main" id="{F5F12340-2216-4DE3-8101-23F035570DC2}"/>
              </a:ext>
            </a:extLst>
          </p:cNvPr>
          <p:cNvSpPr>
            <a:spLocks noGrp="1"/>
          </p:cNvSpPr>
          <p:nvPr/>
        </p:nvSpPr>
        <p:spPr>
          <a:xfrm>
            <a:off x="609600" y="2374900"/>
            <a:ext cx="7112000" cy="635000"/>
          </a:xfrm>
          <a:prstGeom prst="rect">
            <a:avLst/>
          </a:prstGeom>
          <a:noFill/>
        </p:spPr>
        <p:txBody>
          <a:bodyPr wrap="square" lIns="0" tIns="0" rIns="0" bIns="0" anchor="t"/>
          <a:lstStyle/>
          <a:p>
            <a:pPr marL="0" indent="0" algn="l">
              <a:lnSpc>
                <a:spcPct val="110000"/>
              </a:lnSpc>
              <a:buNone/>
            </a:pPr>
            <a:r>
              <a:rPr sz="3600" b="1" dirty="0">
                <a:solidFill>
                  <a:srgbClr val="141414"/>
                </a:solidFill>
                <a:latin typeface="Arial"/>
                <a:ea typeface="Arial"/>
                <a:cs typeface="Arial"/>
              </a:rPr>
              <a:t>REST vs GraphQL vs gRPC</a:t>
            </a:r>
            <a:endParaRPr sz="3600" dirty="0"/>
          </a:p>
        </p:txBody>
      </p:sp>
      <p:sp>
        <p:nvSpPr>
          <p:cNvPr id="6" name="Text 3">
            <a:extLst>
              <a:ext uri="{FF2B5EF4-FFF2-40B4-BE49-F238E27FC236}">
                <a16:creationId xmlns:a16="http://schemas.microsoft.com/office/drawing/2014/main" id="{486E88AD-5B10-4F03-B083-F93DC25006AF}"/>
              </a:ext>
            </a:extLst>
          </p:cNvPr>
          <p:cNvSpPr>
            <a:spLocks noGrp="1"/>
          </p:cNvSpPr>
          <p:nvPr/>
        </p:nvSpPr>
        <p:spPr>
          <a:xfrm>
            <a:off x="609600" y="3111500"/>
            <a:ext cx="6985000" cy="609600"/>
          </a:xfrm>
          <a:prstGeom prst="rect">
            <a:avLst/>
          </a:prstGeom>
          <a:noFill/>
        </p:spPr>
        <p:txBody>
          <a:bodyPr wrap="square" lIns="0" tIns="0" rIns="0" bIns="0" anchor="t"/>
          <a:lstStyle/>
          <a:p>
            <a:pPr marL="0" indent="0" algn="l">
              <a:lnSpc>
                <a:spcPct val="120000"/>
              </a:lnSpc>
              <a:buNone/>
            </a:pPr>
            <a:r>
              <a:rPr sz="1600" b="1">
                <a:solidFill>
                  <a:srgbClr val="333333"/>
                </a:solidFill>
                <a:latin typeface="Arial"/>
                <a:ea typeface="Arial"/>
                <a:cs typeface="Arial"/>
              </a:rPr>
              <a:t>Choosing the right API protocol for the operation in front of you.</a:t>
            </a:r>
            <a:endParaRPr sz="1600"/>
          </a:p>
        </p:txBody>
      </p:sp>
      <p:sp>
        <p:nvSpPr>
          <p:cNvPr id="7" name="Shape 4">
            <a:extLst>
              <a:ext uri="{FF2B5EF4-FFF2-40B4-BE49-F238E27FC236}">
                <a16:creationId xmlns:a16="http://schemas.microsoft.com/office/drawing/2014/main" id="{0314C58B-0333-4A41-997B-C208E6A8442D}"/>
              </a:ext>
            </a:extLst>
          </p:cNvPr>
          <p:cNvSpPr>
            <a:spLocks noGrp="1"/>
          </p:cNvSpPr>
          <p:nvPr/>
        </p:nvSpPr>
        <p:spPr>
          <a:xfrm>
            <a:off x="609600" y="3911600"/>
            <a:ext cx="50800" cy="1371600"/>
          </a:xfrm>
          <a:prstGeom prst="rect">
            <a:avLst/>
          </a:prstGeom>
          <a:solidFill>
            <a:srgbClr val="DA1884"/>
          </a:solidFill>
        </p:spPr>
        <p:txBody>
          <a:bodyPr/>
          <a:lstStyle/>
          <a:p>
            <a:endParaRPr/>
          </a:p>
        </p:txBody>
      </p:sp>
      <p:sp>
        <p:nvSpPr>
          <p:cNvPr id="8" name="Text 5">
            <a:extLst>
              <a:ext uri="{FF2B5EF4-FFF2-40B4-BE49-F238E27FC236}">
                <a16:creationId xmlns:a16="http://schemas.microsoft.com/office/drawing/2014/main" id="{439C4A71-70ED-400F-829D-70BF26B98097}"/>
              </a:ext>
            </a:extLst>
          </p:cNvPr>
          <p:cNvSpPr>
            <a:spLocks noGrp="1"/>
          </p:cNvSpPr>
          <p:nvPr/>
        </p:nvSpPr>
        <p:spPr>
          <a:xfrm>
            <a:off x="863600" y="3937000"/>
            <a:ext cx="6731000" cy="215900"/>
          </a:xfrm>
          <a:prstGeom prst="rect">
            <a:avLst/>
          </a:prstGeom>
          <a:noFill/>
        </p:spPr>
        <p:txBody>
          <a:bodyPr wrap="square" lIns="0" tIns="0" rIns="0" bIns="0" anchor="t"/>
          <a:lstStyle/>
          <a:p>
            <a:pPr marL="0" indent="0" algn="l">
              <a:lnSpc>
                <a:spcPct val="110000"/>
              </a:lnSpc>
              <a:buNone/>
            </a:pPr>
            <a:r>
              <a:rPr sz="1200" b="1">
                <a:solidFill>
                  <a:srgbClr val="DA1884"/>
                </a:solidFill>
                <a:latin typeface="Arial"/>
                <a:ea typeface="Arial"/>
                <a:cs typeface="Arial"/>
              </a:rPr>
              <a:t>WHAT IT IS</a:t>
            </a:r>
            <a:endParaRPr sz="1200"/>
          </a:p>
        </p:txBody>
      </p:sp>
      <p:sp>
        <p:nvSpPr>
          <p:cNvPr id="9" name="Text 6">
            <a:extLst>
              <a:ext uri="{FF2B5EF4-FFF2-40B4-BE49-F238E27FC236}">
                <a16:creationId xmlns:a16="http://schemas.microsoft.com/office/drawing/2014/main" id="{51C42803-AD44-41C4-9AB0-5DA8E6196539}"/>
              </a:ext>
            </a:extLst>
          </p:cNvPr>
          <p:cNvSpPr>
            <a:spLocks noGrp="1"/>
          </p:cNvSpPr>
          <p:nvPr/>
        </p:nvSpPr>
        <p:spPr>
          <a:xfrm>
            <a:off x="863600" y="4216400"/>
            <a:ext cx="6731000" cy="1079500"/>
          </a:xfrm>
          <a:prstGeom prst="rect">
            <a:avLst/>
          </a:prstGeom>
          <a:noFill/>
        </p:spPr>
        <p:txBody>
          <a:bodyPr wrap="square" lIns="0" tIns="0" rIns="0" bIns="0" anchor="t"/>
          <a:lstStyle/>
          <a:p>
            <a:pPr marL="0" indent="0" algn="l">
              <a:lnSpc>
                <a:spcPct val="130000"/>
              </a:lnSpc>
              <a:buNone/>
            </a:pPr>
            <a:r>
              <a:rPr sz="1300" dirty="0">
                <a:solidFill>
                  <a:srgbClr val="333333"/>
                </a:solidFill>
                <a:latin typeface="Arial"/>
                <a:ea typeface="Arial"/>
                <a:cs typeface="Arial"/>
              </a:rPr>
              <a:t>A</a:t>
            </a:r>
            <a:r>
              <a:rPr lang="en-US" sz="1300" dirty="0">
                <a:solidFill>
                  <a:srgbClr val="333333"/>
                </a:solidFill>
                <a:latin typeface="Arial"/>
                <a:ea typeface="Arial"/>
                <a:cs typeface="Arial"/>
              </a:rPr>
              <a:t>n intermediate</a:t>
            </a:r>
            <a:r>
              <a:rPr sz="1300" dirty="0">
                <a:solidFill>
                  <a:srgbClr val="333333"/>
                </a:solidFill>
                <a:latin typeface="Arial"/>
                <a:ea typeface="Arial"/>
                <a:cs typeface="Arial"/>
              </a:rPr>
              <a:t> 300-level tour of REST, GraphQL and gRPC through one working app, Protocol Studio: a local or hosted model routes each question to the protocol that fits, and every request is real traffic you can inspect.</a:t>
            </a:r>
            <a:endParaRPr sz="1300" dirty="0"/>
          </a:p>
        </p:txBody>
      </p:sp>
      <p:sp>
        <p:nvSpPr>
          <p:cNvPr id="10" name="Text 7">
            <a:extLst>
              <a:ext uri="{FF2B5EF4-FFF2-40B4-BE49-F238E27FC236}">
                <a16:creationId xmlns:a16="http://schemas.microsoft.com/office/drawing/2014/main" id="{09A5BA9F-BF66-4223-8B7A-531B9F168E56}"/>
              </a:ext>
            </a:extLst>
          </p:cNvPr>
          <p:cNvSpPr>
            <a:spLocks noGrp="1"/>
          </p:cNvSpPr>
          <p:nvPr/>
        </p:nvSpPr>
        <p:spPr>
          <a:xfrm>
            <a:off x="609600" y="5842000"/>
            <a:ext cx="6985000" cy="215900"/>
          </a:xfrm>
          <a:prstGeom prst="rect">
            <a:avLst/>
          </a:prstGeom>
          <a:noFill/>
        </p:spPr>
        <p:txBody>
          <a:bodyPr wrap="square" lIns="0" tIns="0" rIns="0" bIns="0" anchor="t"/>
          <a:lstStyle/>
          <a:p>
            <a:pPr marL="0" indent="0" algn="l">
              <a:lnSpc>
                <a:spcPct val="110000"/>
              </a:lnSpc>
              <a:buNone/>
            </a:pPr>
            <a:r>
              <a:rPr lang="en-US" sz="1200" dirty="0">
                <a:solidFill>
                  <a:srgbClr val="6B6B6B"/>
                </a:solidFill>
                <a:latin typeface="Arial"/>
                <a:ea typeface="Arial"/>
                <a:cs typeface="Arial"/>
              </a:rPr>
              <a:t>dev2next </a:t>
            </a:r>
            <a:r>
              <a:rPr sz="1200" dirty="0">
                <a:solidFill>
                  <a:srgbClr val="6B6B6B"/>
                </a:solidFill>
                <a:latin typeface="Arial"/>
                <a:ea typeface="Arial"/>
                <a:cs typeface="Arial"/>
              </a:rPr>
              <a:t>2026   •   Insight</a:t>
            </a:r>
            <a:endParaRPr sz="1200" dirty="0"/>
          </a:p>
        </p:txBody>
      </p:sp>
      <p:sp>
        <p:nvSpPr>
          <p:cNvPr id="11" name="Text 8">
            <a:extLst>
              <a:ext uri="{FF2B5EF4-FFF2-40B4-BE49-F238E27FC236}">
                <a16:creationId xmlns:a16="http://schemas.microsoft.com/office/drawing/2014/main" id="{D16FA3BB-D5BC-44D9-A89B-DEFA95BC39F3}"/>
              </a:ext>
            </a:extLst>
          </p:cNvPr>
          <p:cNvSpPr>
            <a:spLocks noGrp="1"/>
          </p:cNvSpPr>
          <p:nvPr/>
        </p:nvSpPr>
        <p:spPr>
          <a:xfrm>
            <a:off x="609600" y="6578600"/>
            <a:ext cx="7366000" cy="177800"/>
          </a:xfrm>
          <a:prstGeom prst="rect">
            <a:avLst/>
          </a:prstGeom>
          <a:noFill/>
        </p:spPr>
        <p:txBody>
          <a:bodyPr wrap="square" lIns="0" tIns="0" rIns="0" bIns="0" anchor="t"/>
          <a:lstStyle/>
          <a:p>
            <a:pPr marL="0" indent="0" algn="l">
              <a:lnSpc>
                <a:spcPct val="110000"/>
              </a:lnSpc>
              <a:buNone/>
            </a:pPr>
            <a:r>
              <a:rPr sz="900">
                <a:solidFill>
                  <a:srgbClr val="9E9E9E"/>
                </a:solidFill>
                <a:latin typeface="Arial"/>
                <a:ea typeface="Arial"/>
                <a:cs typeface="Arial"/>
              </a:rPr>
              <a:t>Insight Proprietary &amp; Confidential.  Do Not Copy or Distribute.  © 2026 Insight.  All Rights Reserved.</a:t>
            </a:r>
            <a:endParaRPr sz="900"/>
          </a:p>
        </p:txBody>
      </p:sp>
      <p:sp>
        <p:nvSpPr>
          <p:cNvPr id="12" name="Text 9">
            <a:extLst>
              <a:ext uri="{FF2B5EF4-FFF2-40B4-BE49-F238E27FC236}">
                <a16:creationId xmlns:a16="http://schemas.microsoft.com/office/drawing/2014/main" id="{5429DD11-21FB-427B-BC08-6C6539286827}"/>
              </a:ext>
            </a:extLst>
          </p:cNvPr>
          <p:cNvSpPr>
            <a:spLocks noGrp="1"/>
          </p:cNvSpPr>
          <p:nvPr/>
        </p:nvSpPr>
        <p:spPr>
          <a:xfrm>
            <a:off x="8636000" y="1587500"/>
            <a:ext cx="3048000" cy="1524000"/>
          </a:xfrm>
          <a:prstGeom prst="rect">
            <a:avLst/>
          </a:prstGeom>
          <a:noFill/>
        </p:spPr>
        <p:txBody>
          <a:bodyPr wrap="square" lIns="0" tIns="0" rIns="0" bIns="0" anchor="t"/>
          <a:lstStyle/>
          <a:p>
            <a:pPr marL="0" indent="0" algn="l">
              <a:lnSpc>
                <a:spcPct val="105000"/>
              </a:lnSpc>
              <a:buNone/>
            </a:pPr>
            <a:r>
              <a:rPr sz="3000" b="1">
                <a:solidFill>
                  <a:srgbClr val="FFFFFF"/>
                </a:solidFill>
                <a:latin typeface="Arial"/>
                <a:ea typeface="Arial"/>
                <a:cs typeface="Arial"/>
              </a:rPr>
              <a:t>Three protocols.</a:t>
            </a:r>
            <a:endParaRPr sz="3000"/>
          </a:p>
          <a:p>
            <a:pPr marL="0" indent="0" algn="l">
              <a:lnSpc>
                <a:spcPct val="105000"/>
              </a:lnSpc>
              <a:buNone/>
            </a:pPr>
            <a:r>
              <a:rPr sz="3000" b="1">
                <a:solidFill>
                  <a:srgbClr val="FFFFFF"/>
                </a:solidFill>
                <a:latin typeface="Arial"/>
                <a:ea typeface="Arial"/>
                <a:cs typeface="Arial"/>
              </a:rPr>
              <a:t>One question.</a:t>
            </a:r>
            <a:endParaRPr sz="3000"/>
          </a:p>
          <a:p>
            <a:pPr marL="0" indent="0" algn="l">
              <a:lnSpc>
                <a:spcPct val="105000"/>
              </a:lnSpc>
              <a:buNone/>
            </a:pPr>
            <a:r>
              <a:rPr sz="3000" b="1">
                <a:solidFill>
                  <a:srgbClr val="FFFFFF"/>
                </a:solidFill>
                <a:latin typeface="Arial"/>
                <a:ea typeface="Arial"/>
                <a:cs typeface="Arial"/>
              </a:rPr>
              <a:t>The right call.</a:t>
            </a:r>
            <a:endParaRPr sz="3000"/>
          </a:p>
        </p:txBody>
      </p:sp>
      <p:sp>
        <p:nvSpPr>
          <p:cNvPr id="13" name="Shape 10">
            <a:extLst>
              <a:ext uri="{FF2B5EF4-FFF2-40B4-BE49-F238E27FC236}">
                <a16:creationId xmlns:a16="http://schemas.microsoft.com/office/drawing/2014/main" id="{D5875327-1087-4BFE-9FC1-822A48AFB797}"/>
              </a:ext>
            </a:extLst>
          </p:cNvPr>
          <p:cNvSpPr>
            <a:spLocks noGrp="1"/>
          </p:cNvSpPr>
          <p:nvPr/>
        </p:nvSpPr>
        <p:spPr>
          <a:xfrm>
            <a:off x="8636000" y="3238500"/>
            <a:ext cx="508000" cy="38100"/>
          </a:xfrm>
          <a:prstGeom prst="rect">
            <a:avLst/>
          </a:prstGeom>
          <a:solidFill>
            <a:srgbClr val="FFFFFF"/>
          </a:solidFill>
        </p:spPr>
        <p:txBody>
          <a:bodyPr/>
          <a:lstStyle/>
          <a:p>
            <a:endParaRPr/>
          </a:p>
        </p:txBody>
      </p:sp>
      <p:sp>
        <p:nvSpPr>
          <p:cNvPr id="14" name="Text 11">
            <a:extLst>
              <a:ext uri="{FF2B5EF4-FFF2-40B4-BE49-F238E27FC236}">
                <a16:creationId xmlns:a16="http://schemas.microsoft.com/office/drawing/2014/main" id="{441CCBF4-E82C-45E9-9E10-7074693668A3}"/>
              </a:ext>
            </a:extLst>
          </p:cNvPr>
          <p:cNvSpPr>
            <a:spLocks noGrp="1"/>
          </p:cNvSpPr>
          <p:nvPr/>
        </p:nvSpPr>
        <p:spPr>
          <a:xfrm>
            <a:off x="8636000" y="3492500"/>
            <a:ext cx="3048000" cy="203200"/>
          </a:xfrm>
          <a:prstGeom prst="rect">
            <a:avLst/>
          </a:prstGeom>
          <a:noFill/>
        </p:spPr>
        <p:txBody>
          <a:bodyPr wrap="square" lIns="0" tIns="0" rIns="0" bIns="0" anchor="t"/>
          <a:lstStyle/>
          <a:p>
            <a:pPr marL="0" indent="0" algn="l">
              <a:lnSpc>
                <a:spcPct val="110000"/>
              </a:lnSpc>
              <a:buNone/>
            </a:pPr>
            <a:r>
              <a:rPr sz="1200" b="1">
                <a:solidFill>
                  <a:srgbClr val="FFFFFF"/>
                </a:solidFill>
                <a:latin typeface="Arial"/>
                <a:ea typeface="Arial"/>
                <a:cs typeface="Arial"/>
              </a:rPr>
              <a:t>01 · THE PROTOCOLS</a:t>
            </a:r>
            <a:endParaRPr sz="1200"/>
          </a:p>
        </p:txBody>
      </p:sp>
      <p:sp>
        <p:nvSpPr>
          <p:cNvPr id="15" name="Text 12">
            <a:extLst>
              <a:ext uri="{FF2B5EF4-FFF2-40B4-BE49-F238E27FC236}">
                <a16:creationId xmlns:a16="http://schemas.microsoft.com/office/drawing/2014/main" id="{03952A99-B263-4F88-BDEA-A63E69F3CDA5}"/>
              </a:ext>
            </a:extLst>
          </p:cNvPr>
          <p:cNvSpPr>
            <a:spLocks noGrp="1"/>
          </p:cNvSpPr>
          <p:nvPr/>
        </p:nvSpPr>
        <p:spPr>
          <a:xfrm>
            <a:off x="8636000" y="3733800"/>
            <a:ext cx="3048000" cy="444500"/>
          </a:xfrm>
          <a:prstGeom prst="rect">
            <a:avLst/>
          </a:prstGeom>
          <a:noFill/>
        </p:spPr>
        <p:txBody>
          <a:bodyPr wrap="square" lIns="0" tIns="0" rIns="0" bIns="0" anchor="t"/>
          <a:lstStyle/>
          <a:p>
            <a:pPr marL="0" indent="0" algn="l">
              <a:lnSpc>
                <a:spcPct val="120000"/>
              </a:lnSpc>
              <a:buNone/>
            </a:pPr>
            <a:r>
              <a:rPr sz="1200" dirty="0">
                <a:solidFill>
                  <a:srgbClr val="FFFFFF"/>
                </a:solidFill>
                <a:latin typeface="Arial"/>
                <a:ea typeface="Arial"/>
                <a:cs typeface="Arial"/>
              </a:rPr>
              <a:t>REST, GraphQL and gRPC compared on real traffic.</a:t>
            </a:r>
            <a:endParaRPr sz="1200" dirty="0"/>
          </a:p>
        </p:txBody>
      </p:sp>
      <p:sp>
        <p:nvSpPr>
          <p:cNvPr id="16" name="Text 13">
            <a:extLst>
              <a:ext uri="{FF2B5EF4-FFF2-40B4-BE49-F238E27FC236}">
                <a16:creationId xmlns:a16="http://schemas.microsoft.com/office/drawing/2014/main" id="{5FD22519-3F91-4C1D-A32D-3171E9103245}"/>
              </a:ext>
            </a:extLst>
          </p:cNvPr>
          <p:cNvSpPr>
            <a:spLocks noGrp="1"/>
          </p:cNvSpPr>
          <p:nvPr/>
        </p:nvSpPr>
        <p:spPr>
          <a:xfrm>
            <a:off x="8636000" y="4318000"/>
            <a:ext cx="3048000" cy="203200"/>
          </a:xfrm>
          <a:prstGeom prst="rect">
            <a:avLst/>
          </a:prstGeom>
          <a:noFill/>
        </p:spPr>
        <p:txBody>
          <a:bodyPr wrap="square" lIns="0" tIns="0" rIns="0" bIns="0" anchor="t"/>
          <a:lstStyle/>
          <a:p>
            <a:pPr marL="0" indent="0" algn="l">
              <a:lnSpc>
                <a:spcPct val="110000"/>
              </a:lnSpc>
              <a:buNone/>
            </a:pPr>
            <a:r>
              <a:rPr sz="1200" b="1">
                <a:solidFill>
                  <a:srgbClr val="FFFFFF"/>
                </a:solidFill>
                <a:latin typeface="Arial"/>
                <a:ea typeface="Arial"/>
                <a:cs typeface="Arial"/>
              </a:rPr>
              <a:t>02 · THE DEMO</a:t>
            </a:r>
            <a:endParaRPr sz="1200"/>
          </a:p>
        </p:txBody>
      </p:sp>
      <p:sp>
        <p:nvSpPr>
          <p:cNvPr id="17" name="Text 14">
            <a:extLst>
              <a:ext uri="{FF2B5EF4-FFF2-40B4-BE49-F238E27FC236}">
                <a16:creationId xmlns:a16="http://schemas.microsoft.com/office/drawing/2014/main" id="{95FDA45B-ED7E-4547-8EED-9AD28803A1E5}"/>
              </a:ext>
            </a:extLst>
          </p:cNvPr>
          <p:cNvSpPr>
            <a:spLocks noGrp="1"/>
          </p:cNvSpPr>
          <p:nvPr/>
        </p:nvSpPr>
        <p:spPr>
          <a:xfrm>
            <a:off x="8636000" y="4559300"/>
            <a:ext cx="3048000" cy="444500"/>
          </a:xfrm>
          <a:prstGeom prst="rect">
            <a:avLst/>
          </a:prstGeom>
          <a:noFill/>
        </p:spPr>
        <p:txBody>
          <a:bodyPr wrap="square" lIns="0" tIns="0" rIns="0" bIns="0" anchor="t"/>
          <a:lstStyle/>
          <a:p>
            <a:pPr marL="0" indent="0" algn="l">
              <a:lnSpc>
                <a:spcPct val="120000"/>
              </a:lnSpc>
              <a:buNone/>
            </a:pPr>
            <a:r>
              <a:rPr sz="1200">
                <a:solidFill>
                  <a:srgbClr val="FFFFFF"/>
                </a:solidFill>
                <a:latin typeface="Arial"/>
                <a:ea typeface="Arial"/>
                <a:cs typeface="Arial"/>
              </a:rPr>
              <a:t>One app, three protocols, every request inspectable.</a:t>
            </a:r>
            <a:endParaRPr sz="1200"/>
          </a:p>
        </p:txBody>
      </p:sp>
      <p:sp>
        <p:nvSpPr>
          <p:cNvPr id="18" name="Text 15">
            <a:extLst>
              <a:ext uri="{FF2B5EF4-FFF2-40B4-BE49-F238E27FC236}">
                <a16:creationId xmlns:a16="http://schemas.microsoft.com/office/drawing/2014/main" id="{050E2357-AF71-4A98-9B5C-29AF3BC41571}"/>
              </a:ext>
            </a:extLst>
          </p:cNvPr>
          <p:cNvSpPr>
            <a:spLocks noGrp="1"/>
          </p:cNvSpPr>
          <p:nvPr/>
        </p:nvSpPr>
        <p:spPr>
          <a:xfrm>
            <a:off x="8636000" y="5143500"/>
            <a:ext cx="3048000" cy="203200"/>
          </a:xfrm>
          <a:prstGeom prst="rect">
            <a:avLst/>
          </a:prstGeom>
          <a:noFill/>
        </p:spPr>
        <p:txBody>
          <a:bodyPr wrap="square" lIns="0" tIns="0" rIns="0" bIns="0" anchor="t"/>
          <a:lstStyle/>
          <a:p>
            <a:pPr marL="0" indent="0" algn="l">
              <a:lnSpc>
                <a:spcPct val="110000"/>
              </a:lnSpc>
              <a:buNone/>
            </a:pPr>
            <a:r>
              <a:rPr sz="1200" b="1">
                <a:solidFill>
                  <a:srgbClr val="FFFFFF"/>
                </a:solidFill>
                <a:latin typeface="Arial"/>
                <a:ea typeface="Arial"/>
                <a:cs typeface="Arial"/>
              </a:rPr>
              <a:t>03 · THE FIELD</a:t>
            </a:r>
            <a:endParaRPr sz="1200"/>
          </a:p>
        </p:txBody>
      </p:sp>
      <p:sp>
        <p:nvSpPr>
          <p:cNvPr id="19" name="Text 16">
            <a:extLst>
              <a:ext uri="{FF2B5EF4-FFF2-40B4-BE49-F238E27FC236}">
                <a16:creationId xmlns:a16="http://schemas.microsoft.com/office/drawing/2014/main" id="{5E8752C4-F34E-4DF4-8CAF-74429AA2D881}"/>
              </a:ext>
            </a:extLst>
          </p:cNvPr>
          <p:cNvSpPr>
            <a:spLocks noGrp="1"/>
          </p:cNvSpPr>
          <p:nvPr/>
        </p:nvSpPr>
        <p:spPr>
          <a:xfrm>
            <a:off x="8636000" y="5384800"/>
            <a:ext cx="3048000" cy="444500"/>
          </a:xfrm>
          <a:prstGeom prst="rect">
            <a:avLst/>
          </a:prstGeom>
          <a:noFill/>
        </p:spPr>
        <p:txBody>
          <a:bodyPr wrap="square" lIns="0" tIns="0" rIns="0" bIns="0" anchor="t"/>
          <a:lstStyle/>
          <a:p>
            <a:pPr marL="0" indent="0" algn="l">
              <a:lnSpc>
                <a:spcPct val="120000"/>
              </a:lnSpc>
              <a:buNone/>
            </a:pPr>
            <a:r>
              <a:rPr sz="1200">
                <a:solidFill>
                  <a:srgbClr val="FFFFFF"/>
                </a:solidFill>
                <a:latin typeface="Arial"/>
                <a:ea typeface="Arial"/>
                <a:cs typeface="Arial"/>
              </a:rPr>
              <a:t>Client stories where the choice mattered.</a:t>
            </a:r>
            <a:endParaRPr sz="1200"/>
          </a:p>
        </p:txBody>
      </p:sp>
    </p:spTree>
    <p:extLst>
      <p:ext uri="{BB962C8B-B14F-4D97-AF65-F5344CB8AC3E}">
        <p14:creationId xmlns:p14="http://schemas.microsoft.com/office/powerpoint/2010/main" val="1824945156"/>
      </p:ext>
    </p:extLst>
  </p:cSld>
  <p:clrMapOvr>
    <a:masterClrMapping/>
  </p:clrMapOvr>
  <p:extLst>
    <p:ext uri="{6950BFC3-D8DA-4A85-94F7-54DA5524770B}">
      <p188:commentRel xmlns:p188="http://schemas.microsoft.com/office/powerpoint/2018/8/main" r:id="rId3"/>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508000" y="152400"/>
            <a:ext cx="990600" cy="406400"/>
          </a:xfrm>
          <a:prstGeom prst="rect">
            <a:avLst/>
          </a:prstGeom>
        </p:spPr>
      </p:pic>
      <p:sp>
        <p:nvSpPr>
          <p:cNvPr id="3" name="TextBox 2"/>
          <p:cNvSpPr txBox="1"/>
          <p:nvPr/>
        </p:nvSpPr>
        <p:spPr>
          <a:xfrm>
            <a:off x="3556000" y="406400"/>
            <a:ext cx="5080000" cy="190500"/>
          </a:xfrm>
          <a:prstGeom prst="rect">
            <a:avLst/>
          </a:prstGeom>
          <a:noFill/>
        </p:spPr>
        <p:txBody>
          <a:bodyPr wrap="square" lIns="0" tIns="0" rIns="0" bIns="0" anchor="t"/>
          <a:lstStyle/>
          <a:p>
            <a:pPr algn="ctr">
              <a:lnSpc>
                <a:spcPct val="112000"/>
              </a:lnSpc>
            </a:pPr>
            <a:r>
              <a:rPr sz="1000" b="0" i="0">
                <a:solidFill>
                  <a:srgbClr val="6B6B6B"/>
                </a:solidFill>
                <a:latin typeface="Arial"/>
              </a:rPr>
              <a:t>Protocol Studio  —  REST · GraphQL · gRPC</a:t>
            </a:r>
          </a:p>
        </p:txBody>
      </p:sp>
      <p:sp>
        <p:nvSpPr>
          <p:cNvPr id="4" name="TextBox 3"/>
          <p:cNvSpPr txBox="1"/>
          <p:nvPr/>
        </p:nvSpPr>
        <p:spPr>
          <a:xfrm>
            <a:off x="6350000" y="406400"/>
            <a:ext cx="5334000" cy="190500"/>
          </a:xfrm>
          <a:prstGeom prst="rect">
            <a:avLst/>
          </a:prstGeom>
          <a:noFill/>
        </p:spPr>
        <p:txBody>
          <a:bodyPr wrap="square" lIns="0" tIns="0" rIns="0" bIns="0" anchor="t"/>
          <a:lstStyle/>
          <a:p>
            <a:pPr algn="r">
              <a:lnSpc>
                <a:spcPct val="112000"/>
              </a:lnSpc>
            </a:pPr>
            <a:r>
              <a:rPr sz="1000" b="1" i="0">
                <a:solidFill>
                  <a:srgbClr val="DA1884"/>
                </a:solidFill>
                <a:latin typeface="Arial"/>
              </a:rPr>
              <a:t>INTRODUCTIONS</a:t>
            </a:r>
          </a:p>
        </p:txBody>
      </p:sp>
      <p:sp>
        <p:nvSpPr>
          <p:cNvPr id="5" name="TextBox 4"/>
          <p:cNvSpPr txBox="1"/>
          <p:nvPr/>
        </p:nvSpPr>
        <p:spPr>
          <a:xfrm>
            <a:off x="508000" y="6578600"/>
            <a:ext cx="8890000" cy="177800"/>
          </a:xfrm>
          <a:prstGeom prst="rect">
            <a:avLst/>
          </a:prstGeom>
          <a:noFill/>
        </p:spPr>
        <p:txBody>
          <a:bodyPr wrap="square" lIns="0" tIns="0" rIns="0" bIns="0" anchor="t"/>
          <a:lstStyle/>
          <a:p>
            <a:pPr algn="l">
              <a:lnSpc>
                <a:spcPct val="112000"/>
              </a:lnSpc>
            </a:pPr>
            <a:r>
              <a:rPr sz="900" b="0" i="0">
                <a:solidFill>
                  <a:srgbClr val="9E9E9E"/>
                </a:solidFill>
                <a:latin typeface="Arial"/>
              </a:rPr>
              <a:t>Insight Proprietary &amp; Confidential.  Do Not Copy or Distribute.  © 2026 Insight.  All Rights Reserved.</a:t>
            </a:r>
          </a:p>
        </p:txBody>
      </p:sp>
      <p:sp>
        <p:nvSpPr>
          <p:cNvPr id="6" name="TextBox 5"/>
          <p:cNvSpPr txBox="1"/>
          <p:nvPr/>
        </p:nvSpPr>
        <p:spPr>
          <a:xfrm>
            <a:off x="10922000" y="6578600"/>
            <a:ext cx="762000" cy="177800"/>
          </a:xfrm>
          <a:prstGeom prst="rect">
            <a:avLst/>
          </a:prstGeom>
          <a:noFill/>
        </p:spPr>
        <p:txBody>
          <a:bodyPr wrap="square" lIns="0" tIns="0" rIns="0" bIns="0" anchor="t"/>
          <a:lstStyle/>
          <a:p>
            <a:pPr algn="r">
              <a:lnSpc>
                <a:spcPct val="112000"/>
              </a:lnSpc>
            </a:pPr>
            <a:r>
              <a:rPr sz="900" b="0" i="0">
                <a:solidFill>
                  <a:srgbClr val="9E9E9E"/>
                </a:solidFill>
                <a:latin typeface="Arial"/>
              </a:rPr>
              <a:t>2</a:t>
            </a:r>
          </a:p>
        </p:txBody>
      </p:sp>
      <p:sp>
        <p:nvSpPr>
          <p:cNvPr id="7" name="TextBox 6"/>
          <p:cNvSpPr txBox="1"/>
          <p:nvPr/>
        </p:nvSpPr>
        <p:spPr>
          <a:xfrm>
            <a:off x="508000" y="889000"/>
            <a:ext cx="11176000" cy="215900"/>
          </a:xfrm>
          <a:prstGeom prst="rect">
            <a:avLst/>
          </a:prstGeom>
          <a:noFill/>
        </p:spPr>
        <p:txBody>
          <a:bodyPr wrap="square" lIns="0" tIns="0" rIns="0" bIns="0" anchor="t"/>
          <a:lstStyle/>
          <a:p>
            <a:pPr algn="l">
              <a:lnSpc>
                <a:spcPct val="112000"/>
              </a:lnSpc>
            </a:pPr>
            <a:r>
              <a:rPr sz="1200" b="1" i="0">
                <a:solidFill>
                  <a:srgbClr val="DA1884"/>
                </a:solidFill>
                <a:latin typeface="Arial"/>
              </a:rPr>
              <a:t>YOUR PRESENTERS</a:t>
            </a:r>
          </a:p>
        </p:txBody>
      </p:sp>
      <p:sp>
        <p:nvSpPr>
          <p:cNvPr id="8" name="TextBox 7"/>
          <p:cNvSpPr txBox="1"/>
          <p:nvPr/>
        </p:nvSpPr>
        <p:spPr>
          <a:xfrm>
            <a:off x="508000" y="1130300"/>
            <a:ext cx="11176000" cy="482600"/>
          </a:xfrm>
          <a:prstGeom prst="rect">
            <a:avLst/>
          </a:prstGeom>
          <a:noFill/>
        </p:spPr>
        <p:txBody>
          <a:bodyPr wrap="square" lIns="0" tIns="0" rIns="0" bIns="0" anchor="t"/>
          <a:lstStyle/>
          <a:p>
            <a:pPr algn="l">
              <a:lnSpc>
                <a:spcPct val="112000"/>
              </a:lnSpc>
            </a:pPr>
            <a:r>
              <a:rPr sz="3000" b="1" i="0">
                <a:solidFill>
                  <a:srgbClr val="141414"/>
                </a:solidFill>
                <a:latin typeface="Arial"/>
              </a:rPr>
              <a:t>Introductions</a:t>
            </a:r>
          </a:p>
        </p:txBody>
      </p:sp>
      <p:sp>
        <p:nvSpPr>
          <p:cNvPr id="9" name="TextBox 8"/>
          <p:cNvSpPr txBox="1"/>
          <p:nvPr/>
        </p:nvSpPr>
        <p:spPr>
          <a:xfrm>
            <a:off x="508000" y="1663700"/>
            <a:ext cx="11176000" cy="254000"/>
          </a:xfrm>
          <a:prstGeom prst="rect">
            <a:avLst/>
          </a:prstGeom>
          <a:noFill/>
        </p:spPr>
        <p:txBody>
          <a:bodyPr wrap="square" lIns="0" tIns="0" rIns="0" bIns="0" anchor="t"/>
          <a:lstStyle/>
          <a:p>
            <a:pPr algn="l">
              <a:lnSpc>
                <a:spcPct val="112000"/>
              </a:lnSpc>
            </a:pPr>
            <a:r>
              <a:rPr sz="1400" b="0" i="0">
                <a:solidFill>
                  <a:srgbClr val="6B6B6B"/>
                </a:solidFill>
                <a:latin typeface="Arial"/>
              </a:rPr>
              <a:t>Two Insight architects who design and build these integrations with clients every day.</a:t>
            </a:r>
          </a:p>
        </p:txBody>
      </p:sp>
      <p:sp>
        <p:nvSpPr>
          <p:cNvPr id="10" name="Rectangle 9"/>
          <p:cNvSpPr/>
          <p:nvPr/>
        </p:nvSpPr>
        <p:spPr>
          <a:xfrm>
            <a:off x="508000" y="2159000"/>
            <a:ext cx="5486400" cy="2667000"/>
          </a:xfrm>
          <a:prstGeom prst="rect">
            <a:avLst/>
          </a:prstGeom>
          <a:solidFill>
            <a:srgbClr val="F4F4F4"/>
          </a:solidFill>
          <a:ln>
            <a:noFill/>
          </a:ln>
          <a:effectLst>
            <a:outerShdw blurRad="50800" dist="25400" dir="5400000" algn="t"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08000" y="2159000"/>
            <a:ext cx="5486400" cy="50800"/>
          </a:xfrm>
          <a:prstGeom prst="rect">
            <a:avLst/>
          </a:prstGeom>
          <a:solidFill>
            <a:srgbClr val="DA18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838200" y="2616200"/>
            <a:ext cx="1752600" cy="1752600"/>
          </a:xfrm>
          <a:prstGeom prst="ellipse">
            <a:avLst/>
          </a:prstGeom>
          <a:solidFill>
            <a:srgbClr val="FFFFFF"/>
          </a:solidFill>
          <a:ln w="38100">
            <a:solidFill>
              <a:srgbClr val="DA188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chetan.png"/>
          <p:cNvPicPr>
            <a:picLocks noChangeAspect="1"/>
          </p:cNvPicPr>
          <p:nvPr/>
        </p:nvPicPr>
        <p:blipFill>
          <a:blip r:embed="rId4"/>
          <a:stretch>
            <a:fillRect/>
          </a:stretch>
        </p:blipFill>
        <p:spPr>
          <a:xfrm>
            <a:off x="889000" y="2667000"/>
            <a:ext cx="1651000" cy="1651000"/>
          </a:xfrm>
          <a:prstGeom prst="rect">
            <a:avLst/>
          </a:prstGeom>
        </p:spPr>
      </p:pic>
      <p:sp>
        <p:nvSpPr>
          <p:cNvPr id="14" name="TextBox 13"/>
          <p:cNvSpPr txBox="1"/>
          <p:nvPr/>
        </p:nvSpPr>
        <p:spPr>
          <a:xfrm>
            <a:off x="2870200" y="2921000"/>
            <a:ext cx="2870200" cy="1397000"/>
          </a:xfrm>
          <a:prstGeom prst="rect">
            <a:avLst/>
          </a:prstGeom>
          <a:noFill/>
        </p:spPr>
        <p:txBody>
          <a:bodyPr wrap="square" lIns="0" tIns="0" rIns="0" bIns="0" anchor="ctr"/>
          <a:lstStyle/>
          <a:p>
            <a:pPr algn="l">
              <a:lnSpc>
                <a:spcPct val="112000"/>
              </a:lnSpc>
              <a:spcAft>
                <a:spcPts val="600"/>
              </a:spcAft>
            </a:pPr>
            <a:r>
              <a:rPr sz="2200" b="1" i="0">
                <a:solidFill>
                  <a:srgbClr val="141414"/>
                </a:solidFill>
                <a:latin typeface="Arial"/>
              </a:rPr>
              <a:t>Chetan Galgali</a:t>
            </a:r>
          </a:p>
          <a:p>
            <a:pPr algn="l">
              <a:lnSpc>
                <a:spcPct val="112000"/>
              </a:lnSpc>
              <a:spcAft>
                <a:spcPts val="1400"/>
              </a:spcAft>
            </a:pPr>
            <a:r>
              <a:rPr sz="1200" b="1" i="0">
                <a:solidFill>
                  <a:srgbClr val="DA1884"/>
                </a:solidFill>
                <a:latin typeface="Arial"/>
              </a:rPr>
              <a:t>SENIOR ENTERPRISE ARCHITECT</a:t>
            </a:r>
          </a:p>
          <a:p>
            <a:pPr algn="l">
              <a:lnSpc>
                <a:spcPct val="112000"/>
              </a:lnSpc>
            </a:pPr>
            <a:r>
              <a:rPr sz="1300" b="0" i="0">
                <a:solidFill>
                  <a:srgbClr val="333333"/>
                </a:solidFill>
                <a:latin typeface="Arial"/>
              </a:rPr>
              <a:t>Insight</a:t>
            </a:r>
          </a:p>
        </p:txBody>
      </p:sp>
      <p:sp>
        <p:nvSpPr>
          <p:cNvPr id="15" name="Rectangle 14"/>
          <p:cNvSpPr/>
          <p:nvPr/>
        </p:nvSpPr>
        <p:spPr>
          <a:xfrm>
            <a:off x="6197600" y="2159000"/>
            <a:ext cx="5486400" cy="2667000"/>
          </a:xfrm>
          <a:prstGeom prst="rect">
            <a:avLst/>
          </a:prstGeom>
          <a:solidFill>
            <a:srgbClr val="F4F4F4"/>
          </a:solidFill>
          <a:ln>
            <a:noFill/>
          </a:ln>
          <a:effectLst>
            <a:outerShdw blurRad="50800" dist="25400" dir="5400000" algn="t"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197600" y="2159000"/>
            <a:ext cx="5486400" cy="50800"/>
          </a:xfrm>
          <a:prstGeom prst="rect">
            <a:avLst/>
          </a:prstGeom>
          <a:solidFill>
            <a:srgbClr val="DA18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527800" y="2616200"/>
            <a:ext cx="1752600" cy="1752600"/>
          </a:xfrm>
          <a:prstGeom prst="ellipse">
            <a:avLst/>
          </a:prstGeom>
          <a:solidFill>
            <a:srgbClr val="FFFFFF"/>
          </a:solidFill>
          <a:ln w="38100">
            <a:solidFill>
              <a:srgbClr val="DA188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Picture 17" descr="steve.png"/>
          <p:cNvPicPr>
            <a:picLocks noChangeAspect="1"/>
          </p:cNvPicPr>
          <p:nvPr/>
        </p:nvPicPr>
        <p:blipFill>
          <a:blip r:embed="rId5"/>
          <a:stretch>
            <a:fillRect/>
          </a:stretch>
        </p:blipFill>
        <p:spPr>
          <a:xfrm>
            <a:off x="6578600" y="2667000"/>
            <a:ext cx="1651000" cy="1651000"/>
          </a:xfrm>
          <a:prstGeom prst="rect">
            <a:avLst/>
          </a:prstGeom>
        </p:spPr>
      </p:pic>
      <p:sp>
        <p:nvSpPr>
          <p:cNvPr id="19" name="TextBox 18"/>
          <p:cNvSpPr txBox="1"/>
          <p:nvPr/>
        </p:nvSpPr>
        <p:spPr>
          <a:xfrm>
            <a:off x="8559800" y="2921000"/>
            <a:ext cx="2870200" cy="1397000"/>
          </a:xfrm>
          <a:prstGeom prst="rect">
            <a:avLst/>
          </a:prstGeom>
          <a:noFill/>
        </p:spPr>
        <p:txBody>
          <a:bodyPr wrap="square" lIns="0" tIns="0" rIns="0" bIns="0" anchor="ctr"/>
          <a:lstStyle/>
          <a:p>
            <a:pPr algn="l">
              <a:lnSpc>
                <a:spcPct val="112000"/>
              </a:lnSpc>
              <a:spcAft>
                <a:spcPts val="600"/>
              </a:spcAft>
            </a:pPr>
            <a:r>
              <a:rPr sz="2200" b="1" i="0">
                <a:solidFill>
                  <a:srgbClr val="141414"/>
                </a:solidFill>
                <a:latin typeface="Arial"/>
              </a:rPr>
              <a:t>Steve Pietrek</a:t>
            </a:r>
          </a:p>
          <a:p>
            <a:pPr algn="l">
              <a:lnSpc>
                <a:spcPct val="112000"/>
              </a:lnSpc>
              <a:spcAft>
                <a:spcPts val="1400"/>
              </a:spcAft>
            </a:pPr>
            <a:r>
              <a:rPr sz="1200" b="1" i="0">
                <a:solidFill>
                  <a:srgbClr val="DA1884"/>
                </a:solidFill>
                <a:latin typeface="Arial"/>
              </a:rPr>
              <a:t>SENIOR SOLUTIONS PRINCIPAL</a:t>
            </a:r>
          </a:p>
          <a:p>
            <a:pPr algn="l">
              <a:lnSpc>
                <a:spcPct val="112000"/>
              </a:lnSpc>
            </a:pPr>
            <a:r>
              <a:rPr sz="1300" b="0" i="0">
                <a:solidFill>
                  <a:srgbClr val="333333"/>
                </a:solidFill>
                <a:latin typeface="Arial"/>
              </a:rPr>
              <a:t>Insight</a:t>
            </a:r>
          </a:p>
        </p:txBody>
      </p:sp>
      <p:sp>
        <p:nvSpPr>
          <p:cNvPr id="20" name="Rectangle 19"/>
          <p:cNvSpPr/>
          <p:nvPr/>
        </p:nvSpPr>
        <p:spPr>
          <a:xfrm>
            <a:off x="508000" y="5080000"/>
            <a:ext cx="11176000" cy="698500"/>
          </a:xfrm>
          <a:prstGeom prst="rect">
            <a:avLst/>
          </a:prstGeom>
          <a:solidFill>
            <a:srgbClr val="F4F4F4"/>
          </a:solidFill>
          <a:ln>
            <a:noFill/>
          </a:ln>
          <a:effectLst>
            <a:outerShdw blurRad="50800" dist="25400" dir="5400000" algn="t"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08000" y="5080000"/>
            <a:ext cx="76200" cy="698500"/>
          </a:xfrm>
          <a:prstGeom prst="rect">
            <a:avLst/>
          </a:prstGeom>
          <a:solidFill>
            <a:srgbClr val="DA18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87400" y="5080000"/>
            <a:ext cx="10668000" cy="698500"/>
          </a:xfrm>
          <a:prstGeom prst="rect">
            <a:avLst/>
          </a:prstGeom>
          <a:noFill/>
        </p:spPr>
        <p:txBody>
          <a:bodyPr wrap="square" lIns="0" tIns="0" rIns="0" bIns="0" anchor="ctr"/>
          <a:lstStyle/>
          <a:p>
            <a:pPr algn="l">
              <a:lnSpc>
                <a:spcPct val="115000"/>
              </a:lnSpc>
            </a:pPr>
            <a:r>
              <a:rPr sz="1200" b="1" i="0">
                <a:solidFill>
                  <a:srgbClr val="141414"/>
                </a:solidFill>
                <a:latin typeface="Arial"/>
              </a:rPr>
              <a:t>Today:  </a:t>
            </a:r>
            <a:r>
              <a:rPr sz="1200" b="0" i="0">
                <a:solidFill>
                  <a:srgbClr val="141414"/>
                </a:solidFill>
                <a:latin typeface="Arial"/>
              </a:rPr>
              <a:t>REST, GraphQL and gRPC on one running application, and the client work where choosing between them mattered.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7D667F9F-A245-C618-7A85-2F62D6FF1D0C}"/>
              </a:ext>
            </a:extLst>
          </p:cNvPr>
          <p:cNvGrpSpPr/>
          <p:nvPr/>
        </p:nvGrpSpPr>
        <p:grpSpPr>
          <a:xfrm>
            <a:off x="6413500" y="2667000"/>
            <a:ext cx="5270500" cy="2835838"/>
            <a:chOff x="4032028" y="1621764"/>
            <a:chExt cx="4741672" cy="2551298"/>
          </a:xfrm>
        </p:grpSpPr>
        <p:grpSp>
          <p:nvGrpSpPr>
            <p:cNvPr id="105" name="Group 104">
              <a:extLst>
                <a:ext uri="{FF2B5EF4-FFF2-40B4-BE49-F238E27FC236}">
                  <a16:creationId xmlns:a16="http://schemas.microsoft.com/office/drawing/2014/main" id="{3331A820-CC1E-4B6D-BC33-BEE414DB1DAC}"/>
                </a:ext>
              </a:extLst>
            </p:cNvPr>
            <p:cNvGrpSpPr/>
            <p:nvPr/>
          </p:nvGrpSpPr>
          <p:grpSpPr>
            <a:xfrm>
              <a:off x="4239418" y="1621764"/>
              <a:ext cx="4534282" cy="2551298"/>
              <a:chOff x="2258978" y="1049018"/>
              <a:chExt cx="7401520" cy="3611333"/>
            </a:xfrm>
          </p:grpSpPr>
          <p:grpSp>
            <p:nvGrpSpPr>
              <p:cNvPr id="106" name="Group 105">
                <a:extLst>
                  <a:ext uri="{FF2B5EF4-FFF2-40B4-BE49-F238E27FC236}">
                    <a16:creationId xmlns:a16="http://schemas.microsoft.com/office/drawing/2014/main" id="{04A6A625-B556-43CF-BF46-64C933B49F84}"/>
                  </a:ext>
                </a:extLst>
              </p:cNvPr>
              <p:cNvGrpSpPr/>
              <p:nvPr/>
            </p:nvGrpSpPr>
            <p:grpSpPr>
              <a:xfrm>
                <a:off x="2258978" y="1049018"/>
                <a:ext cx="7401520" cy="3611333"/>
                <a:chOff x="1038078" y="1037613"/>
                <a:chExt cx="9941594" cy="4850694"/>
              </a:xfrm>
            </p:grpSpPr>
            <p:sp>
              <p:nvSpPr>
                <p:cNvPr id="170" name="Zimbabwe" descr="© INSCALE GmbH, 05.05.2010&#10;http://www.presentationload.com/">
                  <a:extLst>
                    <a:ext uri="{FF2B5EF4-FFF2-40B4-BE49-F238E27FC236}">
                      <a16:creationId xmlns:a16="http://schemas.microsoft.com/office/drawing/2014/main" id="{ABE468B9-257E-4536-83DA-CA70C97037AE}"/>
                    </a:ext>
                  </a:extLst>
                </p:cNvPr>
                <p:cNvSpPr>
                  <a:spLocks/>
                </p:cNvSpPr>
                <p:nvPr/>
              </p:nvSpPr>
              <p:spPr bwMode="gray">
                <a:xfrm>
                  <a:off x="6413394" y="4446877"/>
                  <a:ext cx="249070" cy="249071"/>
                </a:xfrm>
                <a:custGeom>
                  <a:avLst/>
                  <a:gdLst>
                    <a:gd name="T0" fmla="*/ 2147483647 w 552"/>
                    <a:gd name="T1" fmla="*/ 2147483647 h 552"/>
                    <a:gd name="T2" fmla="*/ 2147483647 w 552"/>
                    <a:gd name="T3" fmla="*/ 2147483647 h 552"/>
                    <a:gd name="T4" fmla="*/ 2147483647 w 552"/>
                    <a:gd name="T5" fmla="*/ 2147483647 h 552"/>
                    <a:gd name="T6" fmla="*/ 2147483647 w 552"/>
                    <a:gd name="T7" fmla="*/ 2147483647 h 552"/>
                    <a:gd name="T8" fmla="*/ 2147483647 w 552"/>
                    <a:gd name="T9" fmla="*/ 2147483647 h 552"/>
                    <a:gd name="T10" fmla="*/ 2147483647 w 552"/>
                    <a:gd name="T11" fmla="*/ 2147483647 h 552"/>
                    <a:gd name="T12" fmla="*/ 2147483647 w 552"/>
                    <a:gd name="T13" fmla="*/ 2147483647 h 552"/>
                    <a:gd name="T14" fmla="*/ 2147483647 w 552"/>
                    <a:gd name="T15" fmla="*/ 2147483647 h 552"/>
                    <a:gd name="T16" fmla="*/ 2147483647 w 552"/>
                    <a:gd name="T17" fmla="*/ 2147483647 h 552"/>
                    <a:gd name="T18" fmla="*/ 2147483647 w 552"/>
                    <a:gd name="T19" fmla="*/ 2147483647 h 552"/>
                    <a:gd name="T20" fmla="*/ 2147483647 w 552"/>
                    <a:gd name="T21" fmla="*/ 2147483647 h 552"/>
                    <a:gd name="T22" fmla="*/ 2147483647 w 552"/>
                    <a:gd name="T23" fmla="*/ 2147483647 h 552"/>
                    <a:gd name="T24" fmla="*/ 2147483647 w 552"/>
                    <a:gd name="T25" fmla="*/ 2147483647 h 552"/>
                    <a:gd name="T26" fmla="*/ 2147483647 w 552"/>
                    <a:gd name="T27" fmla="*/ 2147483647 h 552"/>
                    <a:gd name="T28" fmla="*/ 2147483647 w 552"/>
                    <a:gd name="T29" fmla="*/ 2147483647 h 552"/>
                    <a:gd name="T30" fmla="*/ 2147483647 w 552"/>
                    <a:gd name="T31" fmla="*/ 2147483647 h 552"/>
                    <a:gd name="T32" fmla="*/ 2147483647 w 552"/>
                    <a:gd name="T33" fmla="*/ 2147483647 h 552"/>
                    <a:gd name="T34" fmla="*/ 2147483647 w 552"/>
                    <a:gd name="T35" fmla="*/ 2147483647 h 552"/>
                    <a:gd name="T36" fmla="*/ 2147483647 w 552"/>
                    <a:gd name="T37" fmla="*/ 2147483647 h 552"/>
                    <a:gd name="T38" fmla="*/ 2147483647 w 552"/>
                    <a:gd name="T39" fmla="*/ 2147483647 h 552"/>
                    <a:gd name="T40" fmla="*/ 2147483647 w 552"/>
                    <a:gd name="T41" fmla="*/ 2147483647 h 552"/>
                    <a:gd name="T42" fmla="*/ 2147483647 w 552"/>
                    <a:gd name="T43" fmla="*/ 2147483647 h 552"/>
                    <a:gd name="T44" fmla="*/ 2147483647 w 552"/>
                    <a:gd name="T45" fmla="*/ 2147483647 h 552"/>
                    <a:gd name="T46" fmla="*/ 2147483647 w 552"/>
                    <a:gd name="T47" fmla="*/ 2147483647 h 552"/>
                    <a:gd name="T48" fmla="*/ 2147483647 w 552"/>
                    <a:gd name="T49" fmla="*/ 2147483647 h 552"/>
                    <a:gd name="T50" fmla="*/ 2147483647 w 552"/>
                    <a:gd name="T51" fmla="*/ 2147483647 h 552"/>
                    <a:gd name="T52" fmla="*/ 2147483647 w 552"/>
                    <a:gd name="T53" fmla="*/ 2147483647 h 552"/>
                    <a:gd name="T54" fmla="*/ 2147483647 w 552"/>
                    <a:gd name="T55" fmla="*/ 2147483647 h 552"/>
                    <a:gd name="T56" fmla="*/ 2147483647 w 552"/>
                    <a:gd name="T57" fmla="*/ 2147483647 h 552"/>
                    <a:gd name="T58" fmla="*/ 2147483647 w 552"/>
                    <a:gd name="T59" fmla="*/ 2147483647 h 552"/>
                    <a:gd name="T60" fmla="*/ 2147483647 w 552"/>
                    <a:gd name="T61" fmla="*/ 2147483647 h 552"/>
                    <a:gd name="T62" fmla="*/ 2147483647 w 552"/>
                    <a:gd name="T63" fmla="*/ 2147483647 h 552"/>
                    <a:gd name="T64" fmla="*/ 2147483647 w 552"/>
                    <a:gd name="T65" fmla="*/ 2147483647 h 552"/>
                    <a:gd name="T66" fmla="*/ 2147483647 w 552"/>
                    <a:gd name="T67" fmla="*/ 2147483647 h 552"/>
                    <a:gd name="T68" fmla="*/ 2147483647 w 552"/>
                    <a:gd name="T69" fmla="*/ 2147483647 h 552"/>
                    <a:gd name="T70" fmla="*/ 2147483647 w 552"/>
                    <a:gd name="T71" fmla="*/ 2147483647 h 552"/>
                    <a:gd name="T72" fmla="*/ 2147483647 w 552"/>
                    <a:gd name="T73" fmla="*/ 2147483647 h 552"/>
                    <a:gd name="T74" fmla="*/ 2147483647 w 552"/>
                    <a:gd name="T75" fmla="*/ 0 h 552"/>
                    <a:gd name="T76" fmla="*/ 2147483647 w 552"/>
                    <a:gd name="T77" fmla="*/ 2147483647 h 552"/>
                    <a:gd name="T78" fmla="*/ 2147483647 w 552"/>
                    <a:gd name="T79" fmla="*/ 2147483647 h 552"/>
                    <a:gd name="T80" fmla="*/ 2147483647 w 552"/>
                    <a:gd name="T81" fmla="*/ 2147483647 h 552"/>
                    <a:gd name="T82" fmla="*/ 2147483647 w 552"/>
                    <a:gd name="T83" fmla="*/ 2147483647 h 552"/>
                    <a:gd name="T84" fmla="*/ 2147483647 w 552"/>
                    <a:gd name="T85" fmla="*/ 2147483647 h 552"/>
                    <a:gd name="T86" fmla="*/ 2147483647 w 552"/>
                    <a:gd name="T87" fmla="*/ 2147483647 h 552"/>
                    <a:gd name="T88" fmla="*/ 2147483647 w 552"/>
                    <a:gd name="T89" fmla="*/ 2147483647 h 552"/>
                    <a:gd name="T90" fmla="*/ 2147483647 w 552"/>
                    <a:gd name="T91" fmla="*/ 2147483647 h 552"/>
                    <a:gd name="T92" fmla="*/ 2147483647 w 552"/>
                    <a:gd name="T93" fmla="*/ 2147483647 h 552"/>
                    <a:gd name="T94" fmla="*/ 2147483647 w 552"/>
                    <a:gd name="T95" fmla="*/ 2147483647 h 552"/>
                    <a:gd name="T96" fmla="*/ 2147483647 w 552"/>
                    <a:gd name="T97" fmla="*/ 2147483647 h 552"/>
                    <a:gd name="T98" fmla="*/ 2147483647 w 552"/>
                    <a:gd name="T99" fmla="*/ 2147483647 h 552"/>
                    <a:gd name="T100" fmla="*/ 2147483647 w 552"/>
                    <a:gd name="T101" fmla="*/ 2147483647 h 552"/>
                    <a:gd name="T102" fmla="*/ 2147483647 w 552"/>
                    <a:gd name="T103" fmla="*/ 2147483647 h 552"/>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552"/>
                    <a:gd name="T157" fmla="*/ 0 h 552"/>
                    <a:gd name="T158" fmla="*/ 552 w 552"/>
                    <a:gd name="T159" fmla="*/ 552 h 552"/>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552" h="552">
                      <a:moveTo>
                        <a:pt x="18" y="204"/>
                      </a:moveTo>
                      <a:lnTo>
                        <a:pt x="18" y="234"/>
                      </a:lnTo>
                      <a:lnTo>
                        <a:pt x="30" y="234"/>
                      </a:lnTo>
                      <a:lnTo>
                        <a:pt x="36" y="240"/>
                      </a:lnTo>
                      <a:lnTo>
                        <a:pt x="48" y="264"/>
                      </a:lnTo>
                      <a:lnTo>
                        <a:pt x="54" y="270"/>
                      </a:lnTo>
                      <a:lnTo>
                        <a:pt x="54" y="294"/>
                      </a:lnTo>
                      <a:lnTo>
                        <a:pt x="72" y="330"/>
                      </a:lnTo>
                      <a:lnTo>
                        <a:pt x="84" y="336"/>
                      </a:lnTo>
                      <a:lnTo>
                        <a:pt x="102" y="354"/>
                      </a:lnTo>
                      <a:lnTo>
                        <a:pt x="132" y="354"/>
                      </a:lnTo>
                      <a:lnTo>
                        <a:pt x="138" y="360"/>
                      </a:lnTo>
                      <a:lnTo>
                        <a:pt x="138" y="390"/>
                      </a:lnTo>
                      <a:lnTo>
                        <a:pt x="168" y="390"/>
                      </a:lnTo>
                      <a:lnTo>
                        <a:pt x="174" y="414"/>
                      </a:lnTo>
                      <a:lnTo>
                        <a:pt x="168" y="420"/>
                      </a:lnTo>
                      <a:lnTo>
                        <a:pt x="168" y="450"/>
                      </a:lnTo>
                      <a:lnTo>
                        <a:pt x="186" y="450"/>
                      </a:lnTo>
                      <a:lnTo>
                        <a:pt x="186" y="480"/>
                      </a:lnTo>
                      <a:lnTo>
                        <a:pt x="198" y="480"/>
                      </a:lnTo>
                      <a:lnTo>
                        <a:pt x="216" y="486"/>
                      </a:lnTo>
                      <a:lnTo>
                        <a:pt x="228" y="486"/>
                      </a:lnTo>
                      <a:lnTo>
                        <a:pt x="246" y="492"/>
                      </a:lnTo>
                      <a:lnTo>
                        <a:pt x="264" y="510"/>
                      </a:lnTo>
                      <a:lnTo>
                        <a:pt x="270" y="522"/>
                      </a:lnTo>
                      <a:lnTo>
                        <a:pt x="270" y="528"/>
                      </a:lnTo>
                      <a:lnTo>
                        <a:pt x="252" y="528"/>
                      </a:lnTo>
                      <a:lnTo>
                        <a:pt x="312" y="528"/>
                      </a:lnTo>
                      <a:lnTo>
                        <a:pt x="324" y="534"/>
                      </a:lnTo>
                      <a:lnTo>
                        <a:pt x="330" y="534"/>
                      </a:lnTo>
                      <a:lnTo>
                        <a:pt x="342" y="540"/>
                      </a:lnTo>
                      <a:lnTo>
                        <a:pt x="402" y="540"/>
                      </a:lnTo>
                      <a:lnTo>
                        <a:pt x="420" y="552"/>
                      </a:lnTo>
                      <a:lnTo>
                        <a:pt x="486" y="468"/>
                      </a:lnTo>
                      <a:lnTo>
                        <a:pt x="504" y="462"/>
                      </a:lnTo>
                      <a:lnTo>
                        <a:pt x="492" y="444"/>
                      </a:lnTo>
                      <a:lnTo>
                        <a:pt x="504" y="432"/>
                      </a:lnTo>
                      <a:lnTo>
                        <a:pt x="504" y="402"/>
                      </a:lnTo>
                      <a:lnTo>
                        <a:pt x="516" y="396"/>
                      </a:lnTo>
                      <a:lnTo>
                        <a:pt x="528" y="384"/>
                      </a:lnTo>
                      <a:lnTo>
                        <a:pt x="528" y="372"/>
                      </a:lnTo>
                      <a:lnTo>
                        <a:pt x="540" y="360"/>
                      </a:lnTo>
                      <a:lnTo>
                        <a:pt x="546" y="348"/>
                      </a:lnTo>
                      <a:lnTo>
                        <a:pt x="546" y="342"/>
                      </a:lnTo>
                      <a:lnTo>
                        <a:pt x="522" y="318"/>
                      </a:lnTo>
                      <a:lnTo>
                        <a:pt x="522" y="306"/>
                      </a:lnTo>
                      <a:lnTo>
                        <a:pt x="540" y="288"/>
                      </a:lnTo>
                      <a:lnTo>
                        <a:pt x="522" y="264"/>
                      </a:lnTo>
                      <a:lnTo>
                        <a:pt x="540" y="252"/>
                      </a:lnTo>
                      <a:lnTo>
                        <a:pt x="540" y="240"/>
                      </a:lnTo>
                      <a:lnTo>
                        <a:pt x="546" y="240"/>
                      </a:lnTo>
                      <a:lnTo>
                        <a:pt x="546" y="234"/>
                      </a:lnTo>
                      <a:lnTo>
                        <a:pt x="552" y="228"/>
                      </a:lnTo>
                      <a:lnTo>
                        <a:pt x="552" y="216"/>
                      </a:lnTo>
                      <a:lnTo>
                        <a:pt x="540" y="192"/>
                      </a:lnTo>
                      <a:lnTo>
                        <a:pt x="540" y="180"/>
                      </a:lnTo>
                      <a:lnTo>
                        <a:pt x="546" y="174"/>
                      </a:lnTo>
                      <a:lnTo>
                        <a:pt x="546" y="168"/>
                      </a:lnTo>
                      <a:lnTo>
                        <a:pt x="552" y="162"/>
                      </a:lnTo>
                      <a:lnTo>
                        <a:pt x="540" y="150"/>
                      </a:lnTo>
                      <a:lnTo>
                        <a:pt x="552" y="138"/>
                      </a:lnTo>
                      <a:lnTo>
                        <a:pt x="540" y="120"/>
                      </a:lnTo>
                      <a:lnTo>
                        <a:pt x="546" y="114"/>
                      </a:lnTo>
                      <a:lnTo>
                        <a:pt x="552" y="102"/>
                      </a:lnTo>
                      <a:lnTo>
                        <a:pt x="552" y="96"/>
                      </a:lnTo>
                      <a:lnTo>
                        <a:pt x="540" y="84"/>
                      </a:lnTo>
                      <a:lnTo>
                        <a:pt x="528" y="84"/>
                      </a:lnTo>
                      <a:lnTo>
                        <a:pt x="510" y="66"/>
                      </a:lnTo>
                      <a:lnTo>
                        <a:pt x="498" y="66"/>
                      </a:lnTo>
                      <a:lnTo>
                        <a:pt x="486" y="72"/>
                      </a:lnTo>
                      <a:lnTo>
                        <a:pt x="480" y="72"/>
                      </a:lnTo>
                      <a:lnTo>
                        <a:pt x="462" y="48"/>
                      </a:lnTo>
                      <a:lnTo>
                        <a:pt x="444" y="48"/>
                      </a:lnTo>
                      <a:lnTo>
                        <a:pt x="432" y="30"/>
                      </a:lnTo>
                      <a:lnTo>
                        <a:pt x="372" y="30"/>
                      </a:lnTo>
                      <a:lnTo>
                        <a:pt x="366" y="0"/>
                      </a:lnTo>
                      <a:lnTo>
                        <a:pt x="330" y="0"/>
                      </a:lnTo>
                      <a:lnTo>
                        <a:pt x="294" y="12"/>
                      </a:lnTo>
                      <a:lnTo>
                        <a:pt x="282" y="24"/>
                      </a:lnTo>
                      <a:lnTo>
                        <a:pt x="258" y="36"/>
                      </a:lnTo>
                      <a:lnTo>
                        <a:pt x="258" y="72"/>
                      </a:lnTo>
                      <a:lnTo>
                        <a:pt x="252" y="78"/>
                      </a:lnTo>
                      <a:lnTo>
                        <a:pt x="240" y="78"/>
                      </a:lnTo>
                      <a:lnTo>
                        <a:pt x="228" y="84"/>
                      </a:lnTo>
                      <a:lnTo>
                        <a:pt x="210" y="90"/>
                      </a:lnTo>
                      <a:lnTo>
                        <a:pt x="198" y="96"/>
                      </a:lnTo>
                      <a:lnTo>
                        <a:pt x="192" y="102"/>
                      </a:lnTo>
                      <a:lnTo>
                        <a:pt x="180" y="126"/>
                      </a:lnTo>
                      <a:lnTo>
                        <a:pt x="174" y="132"/>
                      </a:lnTo>
                      <a:lnTo>
                        <a:pt x="174" y="138"/>
                      </a:lnTo>
                      <a:lnTo>
                        <a:pt x="168" y="144"/>
                      </a:lnTo>
                      <a:lnTo>
                        <a:pt x="162" y="156"/>
                      </a:lnTo>
                      <a:lnTo>
                        <a:pt x="132" y="186"/>
                      </a:lnTo>
                      <a:lnTo>
                        <a:pt x="108" y="198"/>
                      </a:lnTo>
                      <a:lnTo>
                        <a:pt x="90" y="198"/>
                      </a:lnTo>
                      <a:lnTo>
                        <a:pt x="90" y="192"/>
                      </a:lnTo>
                      <a:lnTo>
                        <a:pt x="78" y="180"/>
                      </a:lnTo>
                      <a:lnTo>
                        <a:pt x="66" y="180"/>
                      </a:lnTo>
                      <a:lnTo>
                        <a:pt x="66" y="192"/>
                      </a:lnTo>
                      <a:lnTo>
                        <a:pt x="54" y="192"/>
                      </a:lnTo>
                      <a:lnTo>
                        <a:pt x="42" y="180"/>
                      </a:lnTo>
                      <a:lnTo>
                        <a:pt x="42" y="174"/>
                      </a:lnTo>
                      <a:lnTo>
                        <a:pt x="0" y="174"/>
                      </a:lnTo>
                      <a:lnTo>
                        <a:pt x="6" y="192"/>
                      </a:lnTo>
                      <a:lnTo>
                        <a:pt x="18" y="204"/>
                      </a:lnTo>
                      <a:close/>
                    </a:path>
                  </a:pathLst>
                </a:custGeom>
                <a:solidFill>
                  <a:srgbClr val="A29C97"/>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171" name="Zambia" descr="© INSCALE GmbH, 05.05.2010&#10;http://www.presentationload.com/">
                  <a:extLst>
                    <a:ext uri="{FF2B5EF4-FFF2-40B4-BE49-F238E27FC236}">
                      <a16:creationId xmlns:a16="http://schemas.microsoft.com/office/drawing/2014/main" id="{B8869A35-5E56-4078-A7FB-D5A67DAA546A}"/>
                    </a:ext>
                  </a:extLst>
                </p:cNvPr>
                <p:cNvSpPr>
                  <a:spLocks/>
                </p:cNvSpPr>
                <p:nvPr/>
              </p:nvSpPr>
              <p:spPr bwMode="gray">
                <a:xfrm>
                  <a:off x="6312704" y="4174843"/>
                  <a:ext cx="376254" cy="360357"/>
                </a:xfrm>
                <a:custGeom>
                  <a:avLst/>
                  <a:gdLst>
                    <a:gd name="T0" fmla="*/ 2147483647 w 834"/>
                    <a:gd name="T1" fmla="*/ 2147483647 h 798"/>
                    <a:gd name="T2" fmla="*/ 2147483647 w 834"/>
                    <a:gd name="T3" fmla="*/ 2147483647 h 798"/>
                    <a:gd name="T4" fmla="*/ 2147483647 w 834"/>
                    <a:gd name="T5" fmla="*/ 2147483647 h 798"/>
                    <a:gd name="T6" fmla="*/ 2147483647 w 834"/>
                    <a:gd name="T7" fmla="*/ 2147483647 h 798"/>
                    <a:gd name="T8" fmla="*/ 2147483647 w 834"/>
                    <a:gd name="T9" fmla="*/ 2147483647 h 798"/>
                    <a:gd name="T10" fmla="*/ 2147483647 w 834"/>
                    <a:gd name="T11" fmla="*/ 2147483647 h 798"/>
                    <a:gd name="T12" fmla="*/ 2147483647 w 834"/>
                    <a:gd name="T13" fmla="*/ 2147483647 h 798"/>
                    <a:gd name="T14" fmla="*/ 2147483647 w 834"/>
                    <a:gd name="T15" fmla="*/ 2147483647 h 798"/>
                    <a:gd name="T16" fmla="*/ 2147483647 w 834"/>
                    <a:gd name="T17" fmla="*/ 2147483647 h 798"/>
                    <a:gd name="T18" fmla="*/ 2147483647 w 834"/>
                    <a:gd name="T19" fmla="*/ 2147483647 h 798"/>
                    <a:gd name="T20" fmla="*/ 2147483647 w 834"/>
                    <a:gd name="T21" fmla="*/ 2147483647 h 798"/>
                    <a:gd name="T22" fmla="*/ 2147483647 w 834"/>
                    <a:gd name="T23" fmla="*/ 2147483647 h 798"/>
                    <a:gd name="T24" fmla="*/ 2147483647 w 834"/>
                    <a:gd name="T25" fmla="*/ 2147483647 h 798"/>
                    <a:gd name="T26" fmla="*/ 2147483647 w 834"/>
                    <a:gd name="T27" fmla="*/ 2147483647 h 798"/>
                    <a:gd name="T28" fmla="*/ 2147483647 w 834"/>
                    <a:gd name="T29" fmla="*/ 2147483647 h 798"/>
                    <a:gd name="T30" fmla="*/ 2147483647 w 834"/>
                    <a:gd name="T31" fmla="*/ 2147483647 h 798"/>
                    <a:gd name="T32" fmla="*/ 2147483647 w 834"/>
                    <a:gd name="T33" fmla="*/ 2147483647 h 798"/>
                    <a:gd name="T34" fmla="*/ 2147483647 w 834"/>
                    <a:gd name="T35" fmla="*/ 2147483647 h 798"/>
                    <a:gd name="T36" fmla="*/ 2147483647 w 834"/>
                    <a:gd name="T37" fmla="*/ 2147483647 h 798"/>
                    <a:gd name="T38" fmla="*/ 2147483647 w 834"/>
                    <a:gd name="T39" fmla="*/ 2147483647 h 798"/>
                    <a:gd name="T40" fmla="*/ 2147483647 w 834"/>
                    <a:gd name="T41" fmla="*/ 2147483647 h 798"/>
                    <a:gd name="T42" fmla="*/ 2147483647 w 834"/>
                    <a:gd name="T43" fmla="*/ 2147483647 h 798"/>
                    <a:gd name="T44" fmla="*/ 2147483647 w 834"/>
                    <a:gd name="T45" fmla="*/ 2147483647 h 798"/>
                    <a:gd name="T46" fmla="*/ 2147483647 w 834"/>
                    <a:gd name="T47" fmla="*/ 2147483647 h 798"/>
                    <a:gd name="T48" fmla="*/ 2147483647 w 834"/>
                    <a:gd name="T49" fmla="*/ 2147483647 h 798"/>
                    <a:gd name="T50" fmla="*/ 2147483647 w 834"/>
                    <a:gd name="T51" fmla="*/ 2147483647 h 798"/>
                    <a:gd name="T52" fmla="*/ 2147483647 w 834"/>
                    <a:gd name="T53" fmla="*/ 2147483647 h 798"/>
                    <a:gd name="T54" fmla="*/ 2147483647 w 834"/>
                    <a:gd name="T55" fmla="*/ 2147483647 h 798"/>
                    <a:gd name="T56" fmla="*/ 2147483647 w 834"/>
                    <a:gd name="T57" fmla="*/ 2147483647 h 798"/>
                    <a:gd name="T58" fmla="*/ 2147483647 w 834"/>
                    <a:gd name="T59" fmla="*/ 2147483647 h 798"/>
                    <a:gd name="T60" fmla="*/ 2147483647 w 834"/>
                    <a:gd name="T61" fmla="*/ 2147483647 h 798"/>
                    <a:gd name="T62" fmla="*/ 2147483647 w 834"/>
                    <a:gd name="T63" fmla="*/ 2147483647 h 798"/>
                    <a:gd name="T64" fmla="*/ 2147483647 w 834"/>
                    <a:gd name="T65" fmla="*/ 2147483647 h 798"/>
                    <a:gd name="T66" fmla="*/ 2147483647 w 834"/>
                    <a:gd name="T67" fmla="*/ 2147483647 h 798"/>
                    <a:gd name="T68" fmla="*/ 2147483647 w 834"/>
                    <a:gd name="T69" fmla="*/ 2147483647 h 798"/>
                    <a:gd name="T70" fmla="*/ 2147483647 w 834"/>
                    <a:gd name="T71" fmla="*/ 2147483647 h 798"/>
                    <a:gd name="T72" fmla="*/ 2147483647 w 834"/>
                    <a:gd name="T73" fmla="*/ 2147483647 h 798"/>
                    <a:gd name="T74" fmla="*/ 2147483647 w 834"/>
                    <a:gd name="T75" fmla="*/ 2147483647 h 798"/>
                    <a:gd name="T76" fmla="*/ 2147483647 w 834"/>
                    <a:gd name="T77" fmla="*/ 2147483647 h 798"/>
                    <a:gd name="T78" fmla="*/ 2147483647 w 834"/>
                    <a:gd name="T79" fmla="*/ 2147483647 h 798"/>
                    <a:gd name="T80" fmla="*/ 2147483647 w 834"/>
                    <a:gd name="T81" fmla="*/ 2147483647 h 798"/>
                    <a:gd name="T82" fmla="*/ 2147483647 w 834"/>
                    <a:gd name="T83" fmla="*/ 2147483647 h 798"/>
                    <a:gd name="T84" fmla="*/ 2147483647 w 834"/>
                    <a:gd name="T85" fmla="*/ 2147483647 h 798"/>
                    <a:gd name="T86" fmla="*/ 2147483647 w 834"/>
                    <a:gd name="T87" fmla="*/ 2147483647 h 798"/>
                    <a:gd name="T88" fmla="*/ 2147483647 w 834"/>
                    <a:gd name="T89" fmla="*/ 2147483647 h 798"/>
                    <a:gd name="T90" fmla="*/ 2147483647 w 834"/>
                    <a:gd name="T91" fmla="*/ 2147483647 h 798"/>
                    <a:gd name="T92" fmla="*/ 2147483647 w 834"/>
                    <a:gd name="T93" fmla="*/ 2147483647 h 798"/>
                    <a:gd name="T94" fmla="*/ 2147483647 w 834"/>
                    <a:gd name="T95" fmla="*/ 2147483647 h 798"/>
                    <a:gd name="T96" fmla="*/ 2147483647 w 834"/>
                    <a:gd name="T97" fmla="*/ 2147483647 h 798"/>
                    <a:gd name="T98" fmla="*/ 2147483647 w 834"/>
                    <a:gd name="T99" fmla="*/ 2147483647 h 798"/>
                    <a:gd name="T100" fmla="*/ 2147483647 w 834"/>
                    <a:gd name="T101" fmla="*/ 2147483647 h 798"/>
                    <a:gd name="T102" fmla="*/ 2147483647 w 834"/>
                    <a:gd name="T103" fmla="*/ 2147483647 h 798"/>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834"/>
                    <a:gd name="T157" fmla="*/ 0 h 798"/>
                    <a:gd name="T158" fmla="*/ 834 w 834"/>
                    <a:gd name="T159" fmla="*/ 798 h 798"/>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834" h="798">
                      <a:moveTo>
                        <a:pt x="822" y="186"/>
                      </a:moveTo>
                      <a:lnTo>
                        <a:pt x="822" y="162"/>
                      </a:lnTo>
                      <a:lnTo>
                        <a:pt x="816" y="168"/>
                      </a:lnTo>
                      <a:lnTo>
                        <a:pt x="810" y="168"/>
                      </a:lnTo>
                      <a:lnTo>
                        <a:pt x="810" y="126"/>
                      </a:lnTo>
                      <a:lnTo>
                        <a:pt x="798" y="114"/>
                      </a:lnTo>
                      <a:lnTo>
                        <a:pt x="786" y="114"/>
                      </a:lnTo>
                      <a:lnTo>
                        <a:pt x="786" y="102"/>
                      </a:lnTo>
                      <a:lnTo>
                        <a:pt x="768" y="90"/>
                      </a:lnTo>
                      <a:lnTo>
                        <a:pt x="750" y="90"/>
                      </a:lnTo>
                      <a:lnTo>
                        <a:pt x="750" y="72"/>
                      </a:lnTo>
                      <a:lnTo>
                        <a:pt x="738" y="78"/>
                      </a:lnTo>
                      <a:lnTo>
                        <a:pt x="726" y="78"/>
                      </a:lnTo>
                      <a:lnTo>
                        <a:pt x="708" y="60"/>
                      </a:lnTo>
                      <a:lnTo>
                        <a:pt x="690" y="60"/>
                      </a:lnTo>
                      <a:lnTo>
                        <a:pt x="684" y="54"/>
                      </a:lnTo>
                      <a:lnTo>
                        <a:pt x="684" y="36"/>
                      </a:lnTo>
                      <a:lnTo>
                        <a:pt x="672" y="42"/>
                      </a:lnTo>
                      <a:lnTo>
                        <a:pt x="654" y="42"/>
                      </a:lnTo>
                      <a:lnTo>
                        <a:pt x="648" y="54"/>
                      </a:lnTo>
                      <a:lnTo>
                        <a:pt x="642" y="60"/>
                      </a:lnTo>
                      <a:lnTo>
                        <a:pt x="636" y="60"/>
                      </a:lnTo>
                      <a:lnTo>
                        <a:pt x="624" y="48"/>
                      </a:lnTo>
                      <a:lnTo>
                        <a:pt x="624" y="36"/>
                      </a:lnTo>
                      <a:lnTo>
                        <a:pt x="618" y="30"/>
                      </a:lnTo>
                      <a:lnTo>
                        <a:pt x="606" y="30"/>
                      </a:lnTo>
                      <a:lnTo>
                        <a:pt x="600" y="24"/>
                      </a:lnTo>
                      <a:lnTo>
                        <a:pt x="594" y="24"/>
                      </a:lnTo>
                      <a:lnTo>
                        <a:pt x="594" y="6"/>
                      </a:lnTo>
                      <a:lnTo>
                        <a:pt x="600" y="0"/>
                      </a:lnTo>
                      <a:lnTo>
                        <a:pt x="576" y="12"/>
                      </a:lnTo>
                      <a:lnTo>
                        <a:pt x="558" y="12"/>
                      </a:lnTo>
                      <a:lnTo>
                        <a:pt x="546" y="18"/>
                      </a:lnTo>
                      <a:lnTo>
                        <a:pt x="528" y="18"/>
                      </a:lnTo>
                      <a:lnTo>
                        <a:pt x="510" y="24"/>
                      </a:lnTo>
                      <a:lnTo>
                        <a:pt x="498" y="24"/>
                      </a:lnTo>
                      <a:lnTo>
                        <a:pt x="498" y="54"/>
                      </a:lnTo>
                      <a:lnTo>
                        <a:pt x="480" y="72"/>
                      </a:lnTo>
                      <a:lnTo>
                        <a:pt x="468" y="78"/>
                      </a:lnTo>
                      <a:lnTo>
                        <a:pt x="462" y="84"/>
                      </a:lnTo>
                      <a:lnTo>
                        <a:pt x="456" y="84"/>
                      </a:lnTo>
                      <a:lnTo>
                        <a:pt x="468" y="96"/>
                      </a:lnTo>
                      <a:lnTo>
                        <a:pt x="468" y="102"/>
                      </a:lnTo>
                      <a:lnTo>
                        <a:pt x="474" y="108"/>
                      </a:lnTo>
                      <a:lnTo>
                        <a:pt x="474" y="114"/>
                      </a:lnTo>
                      <a:lnTo>
                        <a:pt x="480" y="120"/>
                      </a:lnTo>
                      <a:lnTo>
                        <a:pt x="480" y="144"/>
                      </a:lnTo>
                      <a:lnTo>
                        <a:pt x="486" y="162"/>
                      </a:lnTo>
                      <a:lnTo>
                        <a:pt x="486" y="216"/>
                      </a:lnTo>
                      <a:lnTo>
                        <a:pt x="474" y="228"/>
                      </a:lnTo>
                      <a:lnTo>
                        <a:pt x="468" y="240"/>
                      </a:lnTo>
                      <a:lnTo>
                        <a:pt x="462" y="258"/>
                      </a:lnTo>
                      <a:lnTo>
                        <a:pt x="456" y="270"/>
                      </a:lnTo>
                      <a:lnTo>
                        <a:pt x="456" y="294"/>
                      </a:lnTo>
                      <a:lnTo>
                        <a:pt x="468" y="306"/>
                      </a:lnTo>
                      <a:lnTo>
                        <a:pt x="474" y="306"/>
                      </a:lnTo>
                      <a:lnTo>
                        <a:pt x="474" y="312"/>
                      </a:lnTo>
                      <a:lnTo>
                        <a:pt x="480" y="312"/>
                      </a:lnTo>
                      <a:lnTo>
                        <a:pt x="510" y="342"/>
                      </a:lnTo>
                      <a:lnTo>
                        <a:pt x="522" y="348"/>
                      </a:lnTo>
                      <a:lnTo>
                        <a:pt x="528" y="348"/>
                      </a:lnTo>
                      <a:lnTo>
                        <a:pt x="534" y="342"/>
                      </a:lnTo>
                      <a:lnTo>
                        <a:pt x="534" y="324"/>
                      </a:lnTo>
                      <a:lnTo>
                        <a:pt x="558" y="324"/>
                      </a:lnTo>
                      <a:lnTo>
                        <a:pt x="558" y="372"/>
                      </a:lnTo>
                      <a:lnTo>
                        <a:pt x="552" y="408"/>
                      </a:lnTo>
                      <a:lnTo>
                        <a:pt x="546" y="426"/>
                      </a:lnTo>
                      <a:lnTo>
                        <a:pt x="540" y="426"/>
                      </a:lnTo>
                      <a:lnTo>
                        <a:pt x="540" y="420"/>
                      </a:lnTo>
                      <a:lnTo>
                        <a:pt x="534" y="408"/>
                      </a:lnTo>
                      <a:lnTo>
                        <a:pt x="516" y="420"/>
                      </a:lnTo>
                      <a:lnTo>
                        <a:pt x="498" y="420"/>
                      </a:lnTo>
                      <a:lnTo>
                        <a:pt x="498" y="408"/>
                      </a:lnTo>
                      <a:lnTo>
                        <a:pt x="492" y="396"/>
                      </a:lnTo>
                      <a:lnTo>
                        <a:pt x="492" y="384"/>
                      </a:lnTo>
                      <a:lnTo>
                        <a:pt x="480" y="372"/>
                      </a:lnTo>
                      <a:lnTo>
                        <a:pt x="468" y="372"/>
                      </a:lnTo>
                      <a:lnTo>
                        <a:pt x="462" y="360"/>
                      </a:lnTo>
                      <a:lnTo>
                        <a:pt x="462" y="354"/>
                      </a:lnTo>
                      <a:lnTo>
                        <a:pt x="456" y="342"/>
                      </a:lnTo>
                      <a:lnTo>
                        <a:pt x="450" y="336"/>
                      </a:lnTo>
                      <a:lnTo>
                        <a:pt x="444" y="336"/>
                      </a:lnTo>
                      <a:lnTo>
                        <a:pt x="438" y="342"/>
                      </a:lnTo>
                      <a:lnTo>
                        <a:pt x="426" y="342"/>
                      </a:lnTo>
                      <a:lnTo>
                        <a:pt x="426" y="330"/>
                      </a:lnTo>
                      <a:lnTo>
                        <a:pt x="420" y="324"/>
                      </a:lnTo>
                      <a:lnTo>
                        <a:pt x="390" y="324"/>
                      </a:lnTo>
                      <a:lnTo>
                        <a:pt x="390" y="312"/>
                      </a:lnTo>
                      <a:lnTo>
                        <a:pt x="396" y="312"/>
                      </a:lnTo>
                      <a:lnTo>
                        <a:pt x="396" y="300"/>
                      </a:lnTo>
                      <a:lnTo>
                        <a:pt x="384" y="300"/>
                      </a:lnTo>
                      <a:lnTo>
                        <a:pt x="378" y="294"/>
                      </a:lnTo>
                      <a:lnTo>
                        <a:pt x="378" y="282"/>
                      </a:lnTo>
                      <a:lnTo>
                        <a:pt x="366" y="270"/>
                      </a:lnTo>
                      <a:lnTo>
                        <a:pt x="360" y="270"/>
                      </a:lnTo>
                      <a:lnTo>
                        <a:pt x="354" y="276"/>
                      </a:lnTo>
                      <a:lnTo>
                        <a:pt x="354" y="294"/>
                      </a:lnTo>
                      <a:lnTo>
                        <a:pt x="348" y="300"/>
                      </a:lnTo>
                      <a:lnTo>
                        <a:pt x="348" y="306"/>
                      </a:lnTo>
                      <a:lnTo>
                        <a:pt x="330" y="306"/>
                      </a:lnTo>
                      <a:lnTo>
                        <a:pt x="300" y="300"/>
                      </a:lnTo>
                      <a:lnTo>
                        <a:pt x="264" y="294"/>
                      </a:lnTo>
                      <a:lnTo>
                        <a:pt x="246" y="282"/>
                      </a:lnTo>
                      <a:lnTo>
                        <a:pt x="240" y="276"/>
                      </a:lnTo>
                      <a:lnTo>
                        <a:pt x="234" y="264"/>
                      </a:lnTo>
                      <a:lnTo>
                        <a:pt x="234" y="246"/>
                      </a:lnTo>
                      <a:lnTo>
                        <a:pt x="192" y="252"/>
                      </a:lnTo>
                      <a:lnTo>
                        <a:pt x="198" y="258"/>
                      </a:lnTo>
                      <a:lnTo>
                        <a:pt x="198" y="264"/>
                      </a:lnTo>
                      <a:lnTo>
                        <a:pt x="180" y="264"/>
                      </a:lnTo>
                      <a:lnTo>
                        <a:pt x="174" y="258"/>
                      </a:lnTo>
                      <a:lnTo>
                        <a:pt x="174" y="228"/>
                      </a:lnTo>
                      <a:lnTo>
                        <a:pt x="156" y="228"/>
                      </a:lnTo>
                      <a:lnTo>
                        <a:pt x="150" y="216"/>
                      </a:lnTo>
                      <a:lnTo>
                        <a:pt x="144" y="234"/>
                      </a:lnTo>
                      <a:lnTo>
                        <a:pt x="144" y="240"/>
                      </a:lnTo>
                      <a:lnTo>
                        <a:pt x="156" y="252"/>
                      </a:lnTo>
                      <a:lnTo>
                        <a:pt x="156" y="270"/>
                      </a:lnTo>
                      <a:lnTo>
                        <a:pt x="150" y="276"/>
                      </a:lnTo>
                      <a:lnTo>
                        <a:pt x="144" y="276"/>
                      </a:lnTo>
                      <a:lnTo>
                        <a:pt x="144" y="330"/>
                      </a:lnTo>
                      <a:lnTo>
                        <a:pt x="156" y="342"/>
                      </a:lnTo>
                      <a:lnTo>
                        <a:pt x="138" y="348"/>
                      </a:lnTo>
                      <a:lnTo>
                        <a:pt x="138" y="354"/>
                      </a:lnTo>
                      <a:lnTo>
                        <a:pt x="144" y="360"/>
                      </a:lnTo>
                      <a:lnTo>
                        <a:pt x="144" y="384"/>
                      </a:lnTo>
                      <a:lnTo>
                        <a:pt x="132" y="396"/>
                      </a:lnTo>
                      <a:lnTo>
                        <a:pt x="126" y="396"/>
                      </a:lnTo>
                      <a:lnTo>
                        <a:pt x="0" y="390"/>
                      </a:lnTo>
                      <a:lnTo>
                        <a:pt x="0" y="642"/>
                      </a:lnTo>
                      <a:lnTo>
                        <a:pt x="6" y="654"/>
                      </a:lnTo>
                      <a:lnTo>
                        <a:pt x="6" y="672"/>
                      </a:lnTo>
                      <a:lnTo>
                        <a:pt x="96" y="762"/>
                      </a:lnTo>
                      <a:lnTo>
                        <a:pt x="114" y="768"/>
                      </a:lnTo>
                      <a:lnTo>
                        <a:pt x="138" y="756"/>
                      </a:lnTo>
                      <a:lnTo>
                        <a:pt x="144" y="756"/>
                      </a:lnTo>
                      <a:lnTo>
                        <a:pt x="150" y="750"/>
                      </a:lnTo>
                      <a:lnTo>
                        <a:pt x="168" y="750"/>
                      </a:lnTo>
                      <a:lnTo>
                        <a:pt x="174" y="756"/>
                      </a:lnTo>
                      <a:lnTo>
                        <a:pt x="174" y="762"/>
                      </a:lnTo>
                      <a:lnTo>
                        <a:pt x="204" y="756"/>
                      </a:lnTo>
                      <a:lnTo>
                        <a:pt x="222" y="774"/>
                      </a:lnTo>
                      <a:lnTo>
                        <a:pt x="264" y="774"/>
                      </a:lnTo>
                      <a:lnTo>
                        <a:pt x="264" y="780"/>
                      </a:lnTo>
                      <a:lnTo>
                        <a:pt x="276" y="792"/>
                      </a:lnTo>
                      <a:lnTo>
                        <a:pt x="288" y="792"/>
                      </a:lnTo>
                      <a:lnTo>
                        <a:pt x="288" y="780"/>
                      </a:lnTo>
                      <a:lnTo>
                        <a:pt x="300" y="780"/>
                      </a:lnTo>
                      <a:lnTo>
                        <a:pt x="312" y="792"/>
                      </a:lnTo>
                      <a:lnTo>
                        <a:pt x="312" y="798"/>
                      </a:lnTo>
                      <a:lnTo>
                        <a:pt x="330" y="798"/>
                      </a:lnTo>
                      <a:lnTo>
                        <a:pt x="354" y="786"/>
                      </a:lnTo>
                      <a:lnTo>
                        <a:pt x="384" y="756"/>
                      </a:lnTo>
                      <a:lnTo>
                        <a:pt x="390" y="744"/>
                      </a:lnTo>
                      <a:lnTo>
                        <a:pt x="396" y="738"/>
                      </a:lnTo>
                      <a:lnTo>
                        <a:pt x="396" y="732"/>
                      </a:lnTo>
                      <a:lnTo>
                        <a:pt x="402" y="726"/>
                      </a:lnTo>
                      <a:lnTo>
                        <a:pt x="414" y="702"/>
                      </a:lnTo>
                      <a:lnTo>
                        <a:pt x="420" y="696"/>
                      </a:lnTo>
                      <a:lnTo>
                        <a:pt x="432" y="690"/>
                      </a:lnTo>
                      <a:lnTo>
                        <a:pt x="450" y="684"/>
                      </a:lnTo>
                      <a:lnTo>
                        <a:pt x="462" y="678"/>
                      </a:lnTo>
                      <a:lnTo>
                        <a:pt x="474" y="678"/>
                      </a:lnTo>
                      <a:lnTo>
                        <a:pt x="480" y="672"/>
                      </a:lnTo>
                      <a:lnTo>
                        <a:pt x="480" y="636"/>
                      </a:lnTo>
                      <a:lnTo>
                        <a:pt x="504" y="624"/>
                      </a:lnTo>
                      <a:lnTo>
                        <a:pt x="516" y="612"/>
                      </a:lnTo>
                      <a:lnTo>
                        <a:pt x="552" y="600"/>
                      </a:lnTo>
                      <a:lnTo>
                        <a:pt x="588" y="600"/>
                      </a:lnTo>
                      <a:lnTo>
                        <a:pt x="588" y="576"/>
                      </a:lnTo>
                      <a:lnTo>
                        <a:pt x="570" y="558"/>
                      </a:lnTo>
                      <a:lnTo>
                        <a:pt x="582" y="546"/>
                      </a:lnTo>
                      <a:lnTo>
                        <a:pt x="612" y="546"/>
                      </a:lnTo>
                      <a:lnTo>
                        <a:pt x="630" y="528"/>
                      </a:lnTo>
                      <a:lnTo>
                        <a:pt x="642" y="528"/>
                      </a:lnTo>
                      <a:lnTo>
                        <a:pt x="654" y="522"/>
                      </a:lnTo>
                      <a:lnTo>
                        <a:pt x="672" y="522"/>
                      </a:lnTo>
                      <a:lnTo>
                        <a:pt x="690" y="516"/>
                      </a:lnTo>
                      <a:lnTo>
                        <a:pt x="702" y="510"/>
                      </a:lnTo>
                      <a:lnTo>
                        <a:pt x="708" y="510"/>
                      </a:lnTo>
                      <a:lnTo>
                        <a:pt x="732" y="498"/>
                      </a:lnTo>
                      <a:lnTo>
                        <a:pt x="750" y="486"/>
                      </a:lnTo>
                      <a:lnTo>
                        <a:pt x="762" y="480"/>
                      </a:lnTo>
                      <a:lnTo>
                        <a:pt x="780" y="474"/>
                      </a:lnTo>
                      <a:lnTo>
                        <a:pt x="786" y="468"/>
                      </a:lnTo>
                      <a:lnTo>
                        <a:pt x="792" y="468"/>
                      </a:lnTo>
                      <a:lnTo>
                        <a:pt x="780" y="462"/>
                      </a:lnTo>
                      <a:lnTo>
                        <a:pt x="768" y="450"/>
                      </a:lnTo>
                      <a:lnTo>
                        <a:pt x="756" y="444"/>
                      </a:lnTo>
                      <a:lnTo>
                        <a:pt x="756" y="438"/>
                      </a:lnTo>
                      <a:lnTo>
                        <a:pt x="762" y="432"/>
                      </a:lnTo>
                      <a:lnTo>
                        <a:pt x="768" y="420"/>
                      </a:lnTo>
                      <a:lnTo>
                        <a:pt x="774" y="414"/>
                      </a:lnTo>
                      <a:lnTo>
                        <a:pt x="780" y="402"/>
                      </a:lnTo>
                      <a:lnTo>
                        <a:pt x="774" y="366"/>
                      </a:lnTo>
                      <a:lnTo>
                        <a:pt x="780" y="366"/>
                      </a:lnTo>
                      <a:lnTo>
                        <a:pt x="786" y="360"/>
                      </a:lnTo>
                      <a:lnTo>
                        <a:pt x="798" y="354"/>
                      </a:lnTo>
                      <a:lnTo>
                        <a:pt x="816" y="336"/>
                      </a:lnTo>
                      <a:lnTo>
                        <a:pt x="816" y="330"/>
                      </a:lnTo>
                      <a:lnTo>
                        <a:pt x="804" y="330"/>
                      </a:lnTo>
                      <a:lnTo>
                        <a:pt x="804" y="258"/>
                      </a:lnTo>
                      <a:lnTo>
                        <a:pt x="810" y="240"/>
                      </a:lnTo>
                      <a:lnTo>
                        <a:pt x="798" y="234"/>
                      </a:lnTo>
                      <a:lnTo>
                        <a:pt x="798" y="216"/>
                      </a:lnTo>
                      <a:lnTo>
                        <a:pt x="804" y="216"/>
                      </a:lnTo>
                      <a:lnTo>
                        <a:pt x="810" y="210"/>
                      </a:lnTo>
                      <a:lnTo>
                        <a:pt x="834" y="198"/>
                      </a:lnTo>
                      <a:lnTo>
                        <a:pt x="834" y="186"/>
                      </a:lnTo>
                      <a:lnTo>
                        <a:pt x="822" y="186"/>
                      </a:lnTo>
                      <a:close/>
                    </a:path>
                  </a:pathLst>
                </a:custGeom>
                <a:solidFill>
                  <a:srgbClr val="A29C97"/>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172" name="Yemen" descr="© INSCALE GmbH, 05.05.2010&#10;http://www.presentationload.com/">
                  <a:extLst>
                    <a:ext uri="{FF2B5EF4-FFF2-40B4-BE49-F238E27FC236}">
                      <a16:creationId xmlns:a16="http://schemas.microsoft.com/office/drawing/2014/main" id="{239B7038-5430-4F92-BBAC-08BAF7F51E03}"/>
                    </a:ext>
                  </a:extLst>
                </p:cNvPr>
                <p:cNvSpPr>
                  <a:spLocks/>
                </p:cNvSpPr>
                <p:nvPr/>
              </p:nvSpPr>
              <p:spPr bwMode="gray">
                <a:xfrm>
                  <a:off x="6968058" y="3185626"/>
                  <a:ext cx="330325" cy="226107"/>
                </a:xfrm>
                <a:custGeom>
                  <a:avLst/>
                  <a:gdLst>
                    <a:gd name="T0" fmla="*/ 2147483647 w 732"/>
                    <a:gd name="T1" fmla="*/ 2147483647 h 498"/>
                    <a:gd name="T2" fmla="*/ 2147483647 w 732"/>
                    <a:gd name="T3" fmla="*/ 2147483647 h 498"/>
                    <a:gd name="T4" fmla="*/ 2147483647 w 732"/>
                    <a:gd name="T5" fmla="*/ 2147483647 h 498"/>
                    <a:gd name="T6" fmla="*/ 2147483647 w 732"/>
                    <a:gd name="T7" fmla="*/ 2147483647 h 498"/>
                    <a:gd name="T8" fmla="*/ 2147483647 w 732"/>
                    <a:gd name="T9" fmla="*/ 2147483647 h 498"/>
                    <a:gd name="T10" fmla="*/ 2147483647 w 732"/>
                    <a:gd name="T11" fmla="*/ 2147483647 h 498"/>
                    <a:gd name="T12" fmla="*/ 2147483647 w 732"/>
                    <a:gd name="T13" fmla="*/ 2147483647 h 498"/>
                    <a:gd name="T14" fmla="*/ 2147483647 w 732"/>
                    <a:gd name="T15" fmla="*/ 2147483647 h 498"/>
                    <a:gd name="T16" fmla="*/ 2147483647 w 732"/>
                    <a:gd name="T17" fmla="*/ 2147483647 h 498"/>
                    <a:gd name="T18" fmla="*/ 2147483647 w 732"/>
                    <a:gd name="T19" fmla="*/ 2147483647 h 498"/>
                    <a:gd name="T20" fmla="*/ 2147483647 w 732"/>
                    <a:gd name="T21" fmla="*/ 2147483647 h 498"/>
                    <a:gd name="T22" fmla="*/ 2147483647 w 732"/>
                    <a:gd name="T23" fmla="*/ 2147483647 h 498"/>
                    <a:gd name="T24" fmla="*/ 2147483647 w 732"/>
                    <a:gd name="T25" fmla="*/ 2147483647 h 498"/>
                    <a:gd name="T26" fmla="*/ 2147483647 w 732"/>
                    <a:gd name="T27" fmla="*/ 2147483647 h 498"/>
                    <a:gd name="T28" fmla="*/ 2147483647 w 732"/>
                    <a:gd name="T29" fmla="*/ 2147483647 h 498"/>
                    <a:gd name="T30" fmla="*/ 0 w 732"/>
                    <a:gd name="T31" fmla="*/ 2147483647 h 498"/>
                    <a:gd name="T32" fmla="*/ 2147483647 w 732"/>
                    <a:gd name="T33" fmla="*/ 2147483647 h 498"/>
                    <a:gd name="T34" fmla="*/ 2147483647 w 732"/>
                    <a:gd name="T35" fmla="*/ 2147483647 h 498"/>
                    <a:gd name="T36" fmla="*/ 2147483647 w 732"/>
                    <a:gd name="T37" fmla="*/ 2147483647 h 498"/>
                    <a:gd name="T38" fmla="*/ 2147483647 w 732"/>
                    <a:gd name="T39" fmla="*/ 2147483647 h 498"/>
                    <a:gd name="T40" fmla="*/ 2147483647 w 732"/>
                    <a:gd name="T41" fmla="*/ 2147483647 h 498"/>
                    <a:gd name="T42" fmla="*/ 2147483647 w 732"/>
                    <a:gd name="T43" fmla="*/ 2147483647 h 498"/>
                    <a:gd name="T44" fmla="*/ 2147483647 w 732"/>
                    <a:gd name="T45" fmla="*/ 2147483647 h 498"/>
                    <a:gd name="T46" fmla="*/ 2147483647 w 732"/>
                    <a:gd name="T47" fmla="*/ 2147483647 h 498"/>
                    <a:gd name="T48" fmla="*/ 2147483647 w 732"/>
                    <a:gd name="T49" fmla="*/ 2147483647 h 498"/>
                    <a:gd name="T50" fmla="*/ 2147483647 w 732"/>
                    <a:gd name="T51" fmla="*/ 2147483647 h 498"/>
                    <a:gd name="T52" fmla="*/ 2147483647 w 732"/>
                    <a:gd name="T53" fmla="*/ 2147483647 h 498"/>
                    <a:gd name="T54" fmla="*/ 2147483647 w 732"/>
                    <a:gd name="T55" fmla="*/ 2147483647 h 498"/>
                    <a:gd name="T56" fmla="*/ 2147483647 w 732"/>
                    <a:gd name="T57" fmla="*/ 2147483647 h 498"/>
                    <a:gd name="T58" fmla="*/ 2147483647 w 732"/>
                    <a:gd name="T59" fmla="*/ 2147483647 h 498"/>
                    <a:gd name="T60" fmla="*/ 2147483647 w 732"/>
                    <a:gd name="T61" fmla="*/ 2147483647 h 498"/>
                    <a:gd name="T62" fmla="*/ 2147483647 w 732"/>
                    <a:gd name="T63" fmla="*/ 2147483647 h 498"/>
                    <a:gd name="T64" fmla="*/ 2147483647 w 732"/>
                    <a:gd name="T65" fmla="*/ 2147483647 h 498"/>
                    <a:gd name="T66" fmla="*/ 2147483647 w 732"/>
                    <a:gd name="T67" fmla="*/ 2147483647 h 498"/>
                    <a:gd name="T68" fmla="*/ 2147483647 w 732"/>
                    <a:gd name="T69" fmla="*/ 2147483647 h 498"/>
                    <a:gd name="T70" fmla="*/ 2147483647 w 732"/>
                    <a:gd name="T71" fmla="*/ 2147483647 h 498"/>
                    <a:gd name="T72" fmla="*/ 2147483647 w 732"/>
                    <a:gd name="T73" fmla="*/ 2147483647 h 498"/>
                    <a:gd name="T74" fmla="*/ 2147483647 w 732"/>
                    <a:gd name="T75" fmla="*/ 2147483647 h 498"/>
                    <a:gd name="T76" fmla="*/ 2147483647 w 732"/>
                    <a:gd name="T77" fmla="*/ 0 h 498"/>
                    <a:gd name="T78" fmla="*/ 2147483647 w 732"/>
                    <a:gd name="T79" fmla="*/ 2147483647 h 498"/>
                    <a:gd name="T80" fmla="*/ 2147483647 w 732"/>
                    <a:gd name="T81" fmla="*/ 2147483647 h 49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732"/>
                    <a:gd name="T124" fmla="*/ 0 h 498"/>
                    <a:gd name="T125" fmla="*/ 732 w 732"/>
                    <a:gd name="T126" fmla="*/ 498 h 49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732" h="498">
                      <a:moveTo>
                        <a:pt x="468" y="24"/>
                      </a:moveTo>
                      <a:lnTo>
                        <a:pt x="450" y="30"/>
                      </a:lnTo>
                      <a:lnTo>
                        <a:pt x="420" y="36"/>
                      </a:lnTo>
                      <a:lnTo>
                        <a:pt x="390" y="54"/>
                      </a:lnTo>
                      <a:lnTo>
                        <a:pt x="372" y="72"/>
                      </a:lnTo>
                      <a:lnTo>
                        <a:pt x="366" y="84"/>
                      </a:lnTo>
                      <a:lnTo>
                        <a:pt x="354" y="96"/>
                      </a:lnTo>
                      <a:lnTo>
                        <a:pt x="348" y="108"/>
                      </a:lnTo>
                      <a:lnTo>
                        <a:pt x="342" y="114"/>
                      </a:lnTo>
                      <a:lnTo>
                        <a:pt x="336" y="126"/>
                      </a:lnTo>
                      <a:lnTo>
                        <a:pt x="336" y="144"/>
                      </a:lnTo>
                      <a:lnTo>
                        <a:pt x="330" y="150"/>
                      </a:lnTo>
                      <a:lnTo>
                        <a:pt x="324" y="162"/>
                      </a:lnTo>
                      <a:lnTo>
                        <a:pt x="312" y="162"/>
                      </a:lnTo>
                      <a:lnTo>
                        <a:pt x="300" y="156"/>
                      </a:lnTo>
                      <a:lnTo>
                        <a:pt x="294" y="144"/>
                      </a:lnTo>
                      <a:lnTo>
                        <a:pt x="288" y="138"/>
                      </a:lnTo>
                      <a:lnTo>
                        <a:pt x="210" y="138"/>
                      </a:lnTo>
                      <a:lnTo>
                        <a:pt x="204" y="132"/>
                      </a:lnTo>
                      <a:lnTo>
                        <a:pt x="192" y="126"/>
                      </a:lnTo>
                      <a:lnTo>
                        <a:pt x="102" y="126"/>
                      </a:lnTo>
                      <a:lnTo>
                        <a:pt x="96" y="132"/>
                      </a:lnTo>
                      <a:lnTo>
                        <a:pt x="72" y="138"/>
                      </a:lnTo>
                      <a:lnTo>
                        <a:pt x="54" y="120"/>
                      </a:lnTo>
                      <a:lnTo>
                        <a:pt x="48" y="120"/>
                      </a:lnTo>
                      <a:lnTo>
                        <a:pt x="42" y="126"/>
                      </a:lnTo>
                      <a:lnTo>
                        <a:pt x="36" y="138"/>
                      </a:lnTo>
                      <a:lnTo>
                        <a:pt x="36" y="186"/>
                      </a:lnTo>
                      <a:lnTo>
                        <a:pt x="30" y="192"/>
                      </a:lnTo>
                      <a:lnTo>
                        <a:pt x="24" y="204"/>
                      </a:lnTo>
                      <a:lnTo>
                        <a:pt x="12" y="216"/>
                      </a:lnTo>
                      <a:lnTo>
                        <a:pt x="0" y="252"/>
                      </a:lnTo>
                      <a:lnTo>
                        <a:pt x="0" y="258"/>
                      </a:lnTo>
                      <a:lnTo>
                        <a:pt x="18" y="276"/>
                      </a:lnTo>
                      <a:lnTo>
                        <a:pt x="24" y="288"/>
                      </a:lnTo>
                      <a:lnTo>
                        <a:pt x="36" y="294"/>
                      </a:lnTo>
                      <a:lnTo>
                        <a:pt x="24" y="408"/>
                      </a:lnTo>
                      <a:lnTo>
                        <a:pt x="54" y="444"/>
                      </a:lnTo>
                      <a:lnTo>
                        <a:pt x="54" y="456"/>
                      </a:lnTo>
                      <a:lnTo>
                        <a:pt x="60" y="468"/>
                      </a:lnTo>
                      <a:lnTo>
                        <a:pt x="78" y="486"/>
                      </a:lnTo>
                      <a:lnTo>
                        <a:pt x="90" y="492"/>
                      </a:lnTo>
                      <a:lnTo>
                        <a:pt x="114" y="498"/>
                      </a:lnTo>
                      <a:lnTo>
                        <a:pt x="132" y="498"/>
                      </a:lnTo>
                      <a:lnTo>
                        <a:pt x="150" y="492"/>
                      </a:lnTo>
                      <a:lnTo>
                        <a:pt x="162" y="486"/>
                      </a:lnTo>
                      <a:lnTo>
                        <a:pt x="168" y="480"/>
                      </a:lnTo>
                      <a:lnTo>
                        <a:pt x="186" y="444"/>
                      </a:lnTo>
                      <a:lnTo>
                        <a:pt x="198" y="432"/>
                      </a:lnTo>
                      <a:lnTo>
                        <a:pt x="210" y="432"/>
                      </a:lnTo>
                      <a:lnTo>
                        <a:pt x="228" y="438"/>
                      </a:lnTo>
                      <a:lnTo>
                        <a:pt x="270" y="438"/>
                      </a:lnTo>
                      <a:lnTo>
                        <a:pt x="324" y="432"/>
                      </a:lnTo>
                      <a:lnTo>
                        <a:pt x="366" y="426"/>
                      </a:lnTo>
                      <a:lnTo>
                        <a:pt x="390" y="414"/>
                      </a:lnTo>
                      <a:lnTo>
                        <a:pt x="402" y="402"/>
                      </a:lnTo>
                      <a:lnTo>
                        <a:pt x="414" y="384"/>
                      </a:lnTo>
                      <a:lnTo>
                        <a:pt x="426" y="372"/>
                      </a:lnTo>
                      <a:lnTo>
                        <a:pt x="450" y="360"/>
                      </a:lnTo>
                      <a:lnTo>
                        <a:pt x="462" y="348"/>
                      </a:lnTo>
                      <a:lnTo>
                        <a:pt x="474" y="342"/>
                      </a:lnTo>
                      <a:lnTo>
                        <a:pt x="486" y="330"/>
                      </a:lnTo>
                      <a:lnTo>
                        <a:pt x="504" y="324"/>
                      </a:lnTo>
                      <a:lnTo>
                        <a:pt x="528" y="312"/>
                      </a:lnTo>
                      <a:lnTo>
                        <a:pt x="546" y="306"/>
                      </a:lnTo>
                      <a:lnTo>
                        <a:pt x="558" y="294"/>
                      </a:lnTo>
                      <a:lnTo>
                        <a:pt x="594" y="276"/>
                      </a:lnTo>
                      <a:lnTo>
                        <a:pt x="666" y="276"/>
                      </a:lnTo>
                      <a:lnTo>
                        <a:pt x="666" y="270"/>
                      </a:lnTo>
                      <a:lnTo>
                        <a:pt x="672" y="264"/>
                      </a:lnTo>
                      <a:lnTo>
                        <a:pt x="684" y="240"/>
                      </a:lnTo>
                      <a:lnTo>
                        <a:pt x="690" y="222"/>
                      </a:lnTo>
                      <a:lnTo>
                        <a:pt x="702" y="210"/>
                      </a:lnTo>
                      <a:lnTo>
                        <a:pt x="708" y="198"/>
                      </a:lnTo>
                      <a:lnTo>
                        <a:pt x="720" y="192"/>
                      </a:lnTo>
                      <a:lnTo>
                        <a:pt x="720" y="186"/>
                      </a:lnTo>
                      <a:lnTo>
                        <a:pt x="732" y="186"/>
                      </a:lnTo>
                      <a:lnTo>
                        <a:pt x="648" y="0"/>
                      </a:lnTo>
                      <a:lnTo>
                        <a:pt x="630" y="0"/>
                      </a:lnTo>
                      <a:lnTo>
                        <a:pt x="588" y="6"/>
                      </a:lnTo>
                      <a:lnTo>
                        <a:pt x="540" y="18"/>
                      </a:lnTo>
                      <a:lnTo>
                        <a:pt x="492" y="24"/>
                      </a:lnTo>
                      <a:lnTo>
                        <a:pt x="468" y="24"/>
                      </a:lnTo>
                      <a:close/>
                    </a:path>
                  </a:pathLst>
                </a:custGeom>
                <a:solidFill>
                  <a:srgbClr val="A29C97"/>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173" name="Western Sahara" descr="© INSCALE GmbH, 05.05.2010&#10;http://www.presentationload.com/">
                  <a:extLst>
                    <a:ext uri="{FF2B5EF4-FFF2-40B4-BE49-F238E27FC236}">
                      <a16:creationId xmlns:a16="http://schemas.microsoft.com/office/drawing/2014/main" id="{552469C6-DA45-4BFC-AE76-1818086540FC}"/>
                    </a:ext>
                  </a:extLst>
                </p:cNvPr>
                <p:cNvSpPr>
                  <a:spLocks/>
                </p:cNvSpPr>
                <p:nvPr/>
              </p:nvSpPr>
              <p:spPr bwMode="gray">
                <a:xfrm>
                  <a:off x="5079721" y="2871197"/>
                  <a:ext cx="270268" cy="231408"/>
                </a:xfrm>
                <a:custGeom>
                  <a:avLst/>
                  <a:gdLst>
                    <a:gd name="T0" fmla="*/ 2147483647 w 600"/>
                    <a:gd name="T1" fmla="*/ 0 h 510"/>
                    <a:gd name="T2" fmla="*/ 2147483647 w 600"/>
                    <a:gd name="T3" fmla="*/ 0 h 510"/>
                    <a:gd name="T4" fmla="*/ 2147483647 w 600"/>
                    <a:gd name="T5" fmla="*/ 2147483647 h 510"/>
                    <a:gd name="T6" fmla="*/ 2147483647 w 600"/>
                    <a:gd name="T7" fmla="*/ 2147483647 h 510"/>
                    <a:gd name="T8" fmla="*/ 2147483647 w 600"/>
                    <a:gd name="T9" fmla="*/ 2147483647 h 510"/>
                    <a:gd name="T10" fmla="*/ 2147483647 w 600"/>
                    <a:gd name="T11" fmla="*/ 2147483647 h 510"/>
                    <a:gd name="T12" fmla="*/ 2147483647 w 600"/>
                    <a:gd name="T13" fmla="*/ 2147483647 h 510"/>
                    <a:gd name="T14" fmla="*/ 2147483647 w 600"/>
                    <a:gd name="T15" fmla="*/ 2147483647 h 510"/>
                    <a:gd name="T16" fmla="*/ 2147483647 w 600"/>
                    <a:gd name="T17" fmla="*/ 2147483647 h 510"/>
                    <a:gd name="T18" fmla="*/ 2147483647 w 600"/>
                    <a:gd name="T19" fmla="*/ 2147483647 h 510"/>
                    <a:gd name="T20" fmla="*/ 2147483647 w 600"/>
                    <a:gd name="T21" fmla="*/ 2147483647 h 510"/>
                    <a:gd name="T22" fmla="*/ 2147483647 w 600"/>
                    <a:gd name="T23" fmla="*/ 2147483647 h 510"/>
                    <a:gd name="T24" fmla="*/ 2147483647 w 600"/>
                    <a:gd name="T25" fmla="*/ 2147483647 h 510"/>
                    <a:gd name="T26" fmla="*/ 2147483647 w 600"/>
                    <a:gd name="T27" fmla="*/ 2147483647 h 510"/>
                    <a:gd name="T28" fmla="*/ 2147483647 w 600"/>
                    <a:gd name="T29" fmla="*/ 2147483647 h 510"/>
                    <a:gd name="T30" fmla="*/ 2147483647 w 600"/>
                    <a:gd name="T31" fmla="*/ 2147483647 h 510"/>
                    <a:gd name="T32" fmla="*/ 2147483647 w 600"/>
                    <a:gd name="T33" fmla="*/ 2147483647 h 510"/>
                    <a:gd name="T34" fmla="*/ 2147483647 w 600"/>
                    <a:gd name="T35" fmla="*/ 2147483647 h 510"/>
                    <a:gd name="T36" fmla="*/ 2147483647 w 600"/>
                    <a:gd name="T37" fmla="*/ 2147483647 h 510"/>
                    <a:gd name="T38" fmla="*/ 2147483647 w 600"/>
                    <a:gd name="T39" fmla="*/ 2147483647 h 510"/>
                    <a:gd name="T40" fmla="*/ 2147483647 w 600"/>
                    <a:gd name="T41" fmla="*/ 2147483647 h 510"/>
                    <a:gd name="T42" fmla="*/ 2147483647 w 600"/>
                    <a:gd name="T43" fmla="*/ 2147483647 h 510"/>
                    <a:gd name="T44" fmla="*/ 2147483647 w 600"/>
                    <a:gd name="T45" fmla="*/ 2147483647 h 510"/>
                    <a:gd name="T46" fmla="*/ 2147483647 w 600"/>
                    <a:gd name="T47" fmla="*/ 2147483647 h 510"/>
                    <a:gd name="T48" fmla="*/ 2147483647 w 600"/>
                    <a:gd name="T49" fmla="*/ 2147483647 h 510"/>
                    <a:gd name="T50" fmla="*/ 2147483647 w 600"/>
                    <a:gd name="T51" fmla="*/ 2147483647 h 510"/>
                    <a:gd name="T52" fmla="*/ 2147483647 w 600"/>
                    <a:gd name="T53" fmla="*/ 2147483647 h 510"/>
                    <a:gd name="T54" fmla="*/ 2147483647 w 600"/>
                    <a:gd name="T55" fmla="*/ 2147483647 h 510"/>
                    <a:gd name="T56" fmla="*/ 2147483647 w 600"/>
                    <a:gd name="T57" fmla="*/ 2147483647 h 510"/>
                    <a:gd name="T58" fmla="*/ 2147483647 w 600"/>
                    <a:gd name="T59" fmla="*/ 2147483647 h 510"/>
                    <a:gd name="T60" fmla="*/ 2147483647 w 600"/>
                    <a:gd name="T61" fmla="*/ 2147483647 h 510"/>
                    <a:gd name="T62" fmla="*/ 2147483647 w 600"/>
                    <a:gd name="T63" fmla="*/ 2147483647 h 510"/>
                    <a:gd name="T64" fmla="*/ 2147483647 w 600"/>
                    <a:gd name="T65" fmla="*/ 2147483647 h 510"/>
                    <a:gd name="T66" fmla="*/ 2147483647 w 600"/>
                    <a:gd name="T67" fmla="*/ 2147483647 h 510"/>
                    <a:gd name="T68" fmla="*/ 2147483647 w 600"/>
                    <a:gd name="T69" fmla="*/ 2147483647 h 510"/>
                    <a:gd name="T70" fmla="*/ 2147483647 w 600"/>
                    <a:gd name="T71" fmla="*/ 2147483647 h 510"/>
                    <a:gd name="T72" fmla="*/ 2147483647 w 600"/>
                    <a:gd name="T73" fmla="*/ 2147483647 h 510"/>
                    <a:gd name="T74" fmla="*/ 2147483647 w 600"/>
                    <a:gd name="T75" fmla="*/ 2147483647 h 510"/>
                    <a:gd name="T76" fmla="*/ 2147483647 w 600"/>
                    <a:gd name="T77" fmla="*/ 2147483647 h 510"/>
                    <a:gd name="T78" fmla="*/ 0 w 600"/>
                    <a:gd name="T79" fmla="*/ 2147483647 h 510"/>
                    <a:gd name="T80" fmla="*/ 0 w 600"/>
                    <a:gd name="T81" fmla="*/ 2147483647 h 510"/>
                    <a:gd name="T82" fmla="*/ 2147483647 w 600"/>
                    <a:gd name="T83" fmla="*/ 2147483647 h 510"/>
                    <a:gd name="T84" fmla="*/ 2147483647 w 600"/>
                    <a:gd name="T85" fmla="*/ 2147483647 h 510"/>
                    <a:gd name="T86" fmla="*/ 2147483647 w 600"/>
                    <a:gd name="T87" fmla="*/ 2147483647 h 510"/>
                    <a:gd name="T88" fmla="*/ 2147483647 w 600"/>
                    <a:gd name="T89" fmla="*/ 2147483647 h 510"/>
                    <a:gd name="T90" fmla="*/ 2147483647 w 600"/>
                    <a:gd name="T91" fmla="*/ 2147483647 h 510"/>
                    <a:gd name="T92" fmla="*/ 2147483647 w 600"/>
                    <a:gd name="T93" fmla="*/ 2147483647 h 510"/>
                    <a:gd name="T94" fmla="*/ 2147483647 w 600"/>
                    <a:gd name="T95" fmla="*/ 2147483647 h 510"/>
                    <a:gd name="T96" fmla="*/ 2147483647 w 600"/>
                    <a:gd name="T97" fmla="*/ 2147483647 h 510"/>
                    <a:gd name="T98" fmla="*/ 2147483647 w 600"/>
                    <a:gd name="T99" fmla="*/ 2147483647 h 510"/>
                    <a:gd name="T100" fmla="*/ 2147483647 w 600"/>
                    <a:gd name="T101" fmla="*/ 2147483647 h 510"/>
                    <a:gd name="T102" fmla="*/ 2147483647 w 600"/>
                    <a:gd name="T103" fmla="*/ 2147483647 h 510"/>
                    <a:gd name="T104" fmla="*/ 2147483647 w 600"/>
                    <a:gd name="T105" fmla="*/ 2147483647 h 510"/>
                    <a:gd name="T106" fmla="*/ 2147483647 w 600"/>
                    <a:gd name="T107" fmla="*/ 2147483647 h 510"/>
                    <a:gd name="T108" fmla="*/ 2147483647 w 600"/>
                    <a:gd name="T109" fmla="*/ 2147483647 h 510"/>
                    <a:gd name="T110" fmla="*/ 2147483647 w 600"/>
                    <a:gd name="T111" fmla="*/ 2147483647 h 510"/>
                    <a:gd name="T112" fmla="*/ 2147483647 w 600"/>
                    <a:gd name="T113" fmla="*/ 0 h 510"/>
                    <a:gd name="T114" fmla="*/ 2147483647 w 600"/>
                    <a:gd name="T115" fmla="*/ 0 h 510"/>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600"/>
                    <a:gd name="T175" fmla="*/ 0 h 510"/>
                    <a:gd name="T176" fmla="*/ 600 w 600"/>
                    <a:gd name="T177" fmla="*/ 510 h 510"/>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600" h="510">
                      <a:moveTo>
                        <a:pt x="546" y="0"/>
                      </a:moveTo>
                      <a:lnTo>
                        <a:pt x="288" y="0"/>
                      </a:lnTo>
                      <a:lnTo>
                        <a:pt x="282" y="6"/>
                      </a:lnTo>
                      <a:lnTo>
                        <a:pt x="270" y="30"/>
                      </a:lnTo>
                      <a:lnTo>
                        <a:pt x="270" y="42"/>
                      </a:lnTo>
                      <a:lnTo>
                        <a:pt x="264" y="54"/>
                      </a:lnTo>
                      <a:lnTo>
                        <a:pt x="264" y="66"/>
                      </a:lnTo>
                      <a:lnTo>
                        <a:pt x="234" y="96"/>
                      </a:lnTo>
                      <a:lnTo>
                        <a:pt x="198" y="96"/>
                      </a:lnTo>
                      <a:lnTo>
                        <a:pt x="186" y="108"/>
                      </a:lnTo>
                      <a:lnTo>
                        <a:pt x="186" y="144"/>
                      </a:lnTo>
                      <a:lnTo>
                        <a:pt x="156" y="174"/>
                      </a:lnTo>
                      <a:lnTo>
                        <a:pt x="156" y="186"/>
                      </a:lnTo>
                      <a:lnTo>
                        <a:pt x="168" y="210"/>
                      </a:lnTo>
                      <a:lnTo>
                        <a:pt x="168" y="222"/>
                      </a:lnTo>
                      <a:lnTo>
                        <a:pt x="156" y="246"/>
                      </a:lnTo>
                      <a:lnTo>
                        <a:pt x="144" y="252"/>
                      </a:lnTo>
                      <a:lnTo>
                        <a:pt x="138" y="252"/>
                      </a:lnTo>
                      <a:lnTo>
                        <a:pt x="132" y="258"/>
                      </a:lnTo>
                      <a:lnTo>
                        <a:pt x="126" y="270"/>
                      </a:lnTo>
                      <a:lnTo>
                        <a:pt x="114" y="282"/>
                      </a:lnTo>
                      <a:lnTo>
                        <a:pt x="102" y="288"/>
                      </a:lnTo>
                      <a:lnTo>
                        <a:pt x="96" y="294"/>
                      </a:lnTo>
                      <a:lnTo>
                        <a:pt x="84" y="300"/>
                      </a:lnTo>
                      <a:lnTo>
                        <a:pt x="78" y="306"/>
                      </a:lnTo>
                      <a:lnTo>
                        <a:pt x="78" y="318"/>
                      </a:lnTo>
                      <a:lnTo>
                        <a:pt x="90" y="324"/>
                      </a:lnTo>
                      <a:lnTo>
                        <a:pt x="78" y="330"/>
                      </a:lnTo>
                      <a:lnTo>
                        <a:pt x="60" y="366"/>
                      </a:lnTo>
                      <a:lnTo>
                        <a:pt x="60" y="384"/>
                      </a:lnTo>
                      <a:lnTo>
                        <a:pt x="48" y="384"/>
                      </a:lnTo>
                      <a:lnTo>
                        <a:pt x="48" y="390"/>
                      </a:lnTo>
                      <a:lnTo>
                        <a:pt x="54" y="396"/>
                      </a:lnTo>
                      <a:lnTo>
                        <a:pt x="54" y="408"/>
                      </a:lnTo>
                      <a:lnTo>
                        <a:pt x="48" y="420"/>
                      </a:lnTo>
                      <a:lnTo>
                        <a:pt x="36" y="426"/>
                      </a:lnTo>
                      <a:lnTo>
                        <a:pt x="24" y="426"/>
                      </a:lnTo>
                      <a:lnTo>
                        <a:pt x="18" y="432"/>
                      </a:lnTo>
                      <a:lnTo>
                        <a:pt x="6" y="456"/>
                      </a:lnTo>
                      <a:lnTo>
                        <a:pt x="0" y="462"/>
                      </a:lnTo>
                      <a:lnTo>
                        <a:pt x="0" y="510"/>
                      </a:lnTo>
                      <a:lnTo>
                        <a:pt x="276" y="510"/>
                      </a:lnTo>
                      <a:lnTo>
                        <a:pt x="282" y="408"/>
                      </a:lnTo>
                      <a:lnTo>
                        <a:pt x="276" y="396"/>
                      </a:lnTo>
                      <a:lnTo>
                        <a:pt x="276" y="378"/>
                      </a:lnTo>
                      <a:lnTo>
                        <a:pt x="282" y="366"/>
                      </a:lnTo>
                      <a:lnTo>
                        <a:pt x="306" y="354"/>
                      </a:lnTo>
                      <a:lnTo>
                        <a:pt x="336" y="354"/>
                      </a:lnTo>
                      <a:lnTo>
                        <a:pt x="348" y="348"/>
                      </a:lnTo>
                      <a:lnTo>
                        <a:pt x="354" y="342"/>
                      </a:lnTo>
                      <a:lnTo>
                        <a:pt x="354" y="150"/>
                      </a:lnTo>
                      <a:lnTo>
                        <a:pt x="366" y="144"/>
                      </a:lnTo>
                      <a:lnTo>
                        <a:pt x="366" y="132"/>
                      </a:lnTo>
                      <a:lnTo>
                        <a:pt x="588" y="126"/>
                      </a:lnTo>
                      <a:lnTo>
                        <a:pt x="588" y="90"/>
                      </a:lnTo>
                      <a:lnTo>
                        <a:pt x="594" y="84"/>
                      </a:lnTo>
                      <a:lnTo>
                        <a:pt x="600" y="0"/>
                      </a:lnTo>
                      <a:lnTo>
                        <a:pt x="546" y="0"/>
                      </a:lnTo>
                      <a:close/>
                    </a:path>
                  </a:pathLst>
                </a:custGeom>
                <a:solidFill>
                  <a:srgbClr val="A29C97"/>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174" name="West Bank" descr="© INSCALE GmbH, 05.05.2010&#10;http://www.presentationload.com/">
                  <a:extLst>
                    <a:ext uri="{FF2B5EF4-FFF2-40B4-BE49-F238E27FC236}">
                      <a16:creationId xmlns:a16="http://schemas.microsoft.com/office/drawing/2014/main" id="{E8527C0B-D4E5-4353-8415-042D05E9A714}"/>
                    </a:ext>
                  </a:extLst>
                </p:cNvPr>
                <p:cNvSpPr>
                  <a:spLocks/>
                </p:cNvSpPr>
                <p:nvPr/>
              </p:nvSpPr>
              <p:spPr bwMode="gray">
                <a:xfrm>
                  <a:off x="6697789" y="2696317"/>
                  <a:ext cx="19431" cy="42394"/>
                </a:xfrm>
                <a:custGeom>
                  <a:avLst/>
                  <a:gdLst>
                    <a:gd name="T0" fmla="*/ 2147483647 w 42"/>
                    <a:gd name="T1" fmla="*/ 2147483647 h 96"/>
                    <a:gd name="T2" fmla="*/ 2147483647 w 42"/>
                    <a:gd name="T3" fmla="*/ 2147483647 h 96"/>
                    <a:gd name="T4" fmla="*/ 2147483647 w 42"/>
                    <a:gd name="T5" fmla="*/ 2147483647 h 96"/>
                    <a:gd name="T6" fmla="*/ 2147483647 w 42"/>
                    <a:gd name="T7" fmla="*/ 0 h 96"/>
                    <a:gd name="T8" fmla="*/ 2147483647 w 42"/>
                    <a:gd name="T9" fmla="*/ 0 h 96"/>
                    <a:gd name="T10" fmla="*/ 0 w 42"/>
                    <a:gd name="T11" fmla="*/ 2147483647 h 96"/>
                    <a:gd name="T12" fmla="*/ 0 w 42"/>
                    <a:gd name="T13" fmla="*/ 2147483647 h 96"/>
                    <a:gd name="T14" fmla="*/ 2147483647 w 42"/>
                    <a:gd name="T15" fmla="*/ 2147483647 h 96"/>
                    <a:gd name="T16" fmla="*/ 2147483647 w 42"/>
                    <a:gd name="T17" fmla="*/ 2147483647 h 96"/>
                    <a:gd name="T18" fmla="*/ 2147483647 w 42"/>
                    <a:gd name="T19" fmla="*/ 2147483647 h 96"/>
                    <a:gd name="T20" fmla="*/ 2147483647 w 42"/>
                    <a:gd name="T21" fmla="*/ 2147483647 h 96"/>
                    <a:gd name="T22" fmla="*/ 2147483647 w 42"/>
                    <a:gd name="T23" fmla="*/ 2147483647 h 9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2"/>
                    <a:gd name="T37" fmla="*/ 0 h 96"/>
                    <a:gd name="T38" fmla="*/ 42 w 42"/>
                    <a:gd name="T39" fmla="*/ 96 h 9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2" h="96">
                      <a:moveTo>
                        <a:pt x="24" y="78"/>
                      </a:moveTo>
                      <a:lnTo>
                        <a:pt x="30" y="84"/>
                      </a:lnTo>
                      <a:lnTo>
                        <a:pt x="42" y="72"/>
                      </a:lnTo>
                      <a:lnTo>
                        <a:pt x="36" y="0"/>
                      </a:lnTo>
                      <a:lnTo>
                        <a:pt x="18" y="0"/>
                      </a:lnTo>
                      <a:lnTo>
                        <a:pt x="0" y="18"/>
                      </a:lnTo>
                      <a:lnTo>
                        <a:pt x="0" y="90"/>
                      </a:lnTo>
                      <a:lnTo>
                        <a:pt x="6" y="96"/>
                      </a:lnTo>
                      <a:lnTo>
                        <a:pt x="12" y="90"/>
                      </a:lnTo>
                      <a:lnTo>
                        <a:pt x="18" y="90"/>
                      </a:lnTo>
                      <a:lnTo>
                        <a:pt x="18" y="84"/>
                      </a:lnTo>
                      <a:lnTo>
                        <a:pt x="24" y="78"/>
                      </a:lnTo>
                      <a:close/>
                    </a:path>
                  </a:pathLst>
                </a:custGeom>
                <a:solidFill>
                  <a:srgbClr val="A29C97"/>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175" name="Uzbekistan" descr="© INSCALE GmbH, 05.05.2010&#10;http://www.presentationload.com/">
                  <a:extLst>
                    <a:ext uri="{FF2B5EF4-FFF2-40B4-BE49-F238E27FC236}">
                      <a16:creationId xmlns:a16="http://schemas.microsoft.com/office/drawing/2014/main" id="{011ADC49-1567-44A3-AE26-75BBAF761F75}"/>
                    </a:ext>
                  </a:extLst>
                </p:cNvPr>
                <p:cNvSpPr>
                  <a:spLocks/>
                </p:cNvSpPr>
                <p:nvPr/>
              </p:nvSpPr>
              <p:spPr bwMode="gray">
                <a:xfrm>
                  <a:off x="7257756" y="2224674"/>
                  <a:ext cx="535236" cy="300297"/>
                </a:xfrm>
                <a:custGeom>
                  <a:avLst/>
                  <a:gdLst>
                    <a:gd name="T0" fmla="*/ 2147483647 w 1182"/>
                    <a:gd name="T1" fmla="*/ 2147483647 h 666"/>
                    <a:gd name="T2" fmla="*/ 2147483647 w 1182"/>
                    <a:gd name="T3" fmla="*/ 2147483647 h 666"/>
                    <a:gd name="T4" fmla="*/ 2147483647 w 1182"/>
                    <a:gd name="T5" fmla="*/ 2147483647 h 666"/>
                    <a:gd name="T6" fmla="*/ 2147483647 w 1182"/>
                    <a:gd name="T7" fmla="*/ 2147483647 h 666"/>
                    <a:gd name="T8" fmla="*/ 2147483647 w 1182"/>
                    <a:gd name="T9" fmla="*/ 2147483647 h 666"/>
                    <a:gd name="T10" fmla="*/ 2147483647 w 1182"/>
                    <a:gd name="T11" fmla="*/ 2147483647 h 666"/>
                    <a:gd name="T12" fmla="*/ 2147483647 w 1182"/>
                    <a:gd name="T13" fmla="*/ 2147483647 h 666"/>
                    <a:gd name="T14" fmla="*/ 2147483647 w 1182"/>
                    <a:gd name="T15" fmla="*/ 2147483647 h 666"/>
                    <a:gd name="T16" fmla="*/ 2147483647 w 1182"/>
                    <a:gd name="T17" fmla="*/ 2147483647 h 666"/>
                    <a:gd name="T18" fmla="*/ 2147483647 w 1182"/>
                    <a:gd name="T19" fmla="*/ 2147483647 h 666"/>
                    <a:gd name="T20" fmla="*/ 2147483647 w 1182"/>
                    <a:gd name="T21" fmla="*/ 2147483647 h 666"/>
                    <a:gd name="T22" fmla="*/ 2147483647 w 1182"/>
                    <a:gd name="T23" fmla="*/ 2147483647 h 666"/>
                    <a:gd name="T24" fmla="*/ 2147483647 w 1182"/>
                    <a:gd name="T25" fmla="*/ 2147483647 h 666"/>
                    <a:gd name="T26" fmla="*/ 2147483647 w 1182"/>
                    <a:gd name="T27" fmla="*/ 2147483647 h 666"/>
                    <a:gd name="T28" fmla="*/ 2147483647 w 1182"/>
                    <a:gd name="T29" fmla="*/ 2147483647 h 666"/>
                    <a:gd name="T30" fmla="*/ 2147483647 w 1182"/>
                    <a:gd name="T31" fmla="*/ 2147483647 h 666"/>
                    <a:gd name="T32" fmla="*/ 2147483647 w 1182"/>
                    <a:gd name="T33" fmla="*/ 2147483647 h 666"/>
                    <a:gd name="T34" fmla="*/ 2147483647 w 1182"/>
                    <a:gd name="T35" fmla="*/ 2147483647 h 666"/>
                    <a:gd name="T36" fmla="*/ 2147483647 w 1182"/>
                    <a:gd name="T37" fmla="*/ 2147483647 h 666"/>
                    <a:gd name="T38" fmla="*/ 2147483647 w 1182"/>
                    <a:gd name="T39" fmla="*/ 2147483647 h 666"/>
                    <a:gd name="T40" fmla="*/ 2147483647 w 1182"/>
                    <a:gd name="T41" fmla="*/ 2147483647 h 666"/>
                    <a:gd name="T42" fmla="*/ 2147483647 w 1182"/>
                    <a:gd name="T43" fmla="*/ 2147483647 h 666"/>
                    <a:gd name="T44" fmla="*/ 2147483647 w 1182"/>
                    <a:gd name="T45" fmla="*/ 2147483647 h 666"/>
                    <a:gd name="T46" fmla="*/ 2147483647 w 1182"/>
                    <a:gd name="T47" fmla="*/ 2147483647 h 666"/>
                    <a:gd name="T48" fmla="*/ 2147483647 w 1182"/>
                    <a:gd name="T49" fmla="*/ 2147483647 h 666"/>
                    <a:gd name="T50" fmla="*/ 2147483647 w 1182"/>
                    <a:gd name="T51" fmla="*/ 2147483647 h 666"/>
                    <a:gd name="T52" fmla="*/ 2147483647 w 1182"/>
                    <a:gd name="T53" fmla="*/ 2147483647 h 666"/>
                    <a:gd name="T54" fmla="*/ 2147483647 w 1182"/>
                    <a:gd name="T55" fmla="*/ 2147483647 h 666"/>
                    <a:gd name="T56" fmla="*/ 2147483647 w 1182"/>
                    <a:gd name="T57" fmla="*/ 2147483647 h 666"/>
                    <a:gd name="T58" fmla="*/ 2147483647 w 1182"/>
                    <a:gd name="T59" fmla="*/ 2147483647 h 666"/>
                    <a:gd name="T60" fmla="*/ 2147483647 w 1182"/>
                    <a:gd name="T61" fmla="*/ 2147483647 h 666"/>
                    <a:gd name="T62" fmla="*/ 2147483647 w 1182"/>
                    <a:gd name="T63" fmla="*/ 2147483647 h 666"/>
                    <a:gd name="T64" fmla="*/ 2147483647 w 1182"/>
                    <a:gd name="T65" fmla="*/ 2147483647 h 666"/>
                    <a:gd name="T66" fmla="*/ 2147483647 w 1182"/>
                    <a:gd name="T67" fmla="*/ 2147483647 h 666"/>
                    <a:gd name="T68" fmla="*/ 2147483647 w 1182"/>
                    <a:gd name="T69" fmla="*/ 2147483647 h 666"/>
                    <a:gd name="T70" fmla="*/ 2147483647 w 1182"/>
                    <a:gd name="T71" fmla="*/ 2147483647 h 666"/>
                    <a:gd name="T72" fmla="*/ 2147483647 w 1182"/>
                    <a:gd name="T73" fmla="*/ 2147483647 h 666"/>
                    <a:gd name="T74" fmla="*/ 2147483647 w 1182"/>
                    <a:gd name="T75" fmla="*/ 2147483647 h 666"/>
                    <a:gd name="T76" fmla="*/ 2147483647 w 1182"/>
                    <a:gd name="T77" fmla="*/ 2147483647 h 666"/>
                    <a:gd name="T78" fmla="*/ 2147483647 w 1182"/>
                    <a:gd name="T79" fmla="*/ 2147483647 h 666"/>
                    <a:gd name="T80" fmla="*/ 2147483647 w 1182"/>
                    <a:gd name="T81" fmla="*/ 2147483647 h 666"/>
                    <a:gd name="T82" fmla="*/ 2147483647 w 1182"/>
                    <a:gd name="T83" fmla="*/ 2147483647 h 666"/>
                    <a:gd name="T84" fmla="*/ 2147483647 w 1182"/>
                    <a:gd name="T85" fmla="*/ 2147483647 h 666"/>
                    <a:gd name="T86" fmla="*/ 2147483647 w 1182"/>
                    <a:gd name="T87" fmla="*/ 2147483647 h 666"/>
                    <a:gd name="T88" fmla="*/ 2147483647 w 1182"/>
                    <a:gd name="T89" fmla="*/ 2147483647 h 666"/>
                    <a:gd name="T90" fmla="*/ 2147483647 w 1182"/>
                    <a:gd name="T91" fmla="*/ 2147483647 h 666"/>
                    <a:gd name="T92" fmla="*/ 2147483647 w 1182"/>
                    <a:gd name="T93" fmla="*/ 2147483647 h 666"/>
                    <a:gd name="T94" fmla="*/ 2147483647 w 1182"/>
                    <a:gd name="T95" fmla="*/ 2147483647 h 666"/>
                    <a:gd name="T96" fmla="*/ 2147483647 w 1182"/>
                    <a:gd name="T97" fmla="*/ 2147483647 h 666"/>
                    <a:gd name="T98" fmla="*/ 2147483647 w 1182"/>
                    <a:gd name="T99" fmla="*/ 2147483647 h 666"/>
                    <a:gd name="T100" fmla="*/ 2147483647 w 1182"/>
                    <a:gd name="T101" fmla="*/ 2147483647 h 666"/>
                    <a:gd name="T102" fmla="*/ 2147483647 w 1182"/>
                    <a:gd name="T103" fmla="*/ 2147483647 h 666"/>
                    <a:gd name="T104" fmla="*/ 2147483647 w 1182"/>
                    <a:gd name="T105" fmla="*/ 2147483647 h 666"/>
                    <a:gd name="T106" fmla="*/ 2147483647 w 1182"/>
                    <a:gd name="T107" fmla="*/ 2147483647 h 666"/>
                    <a:gd name="T108" fmla="*/ 2147483647 w 1182"/>
                    <a:gd name="T109" fmla="*/ 2147483647 h 666"/>
                    <a:gd name="T110" fmla="*/ 2147483647 w 1182"/>
                    <a:gd name="T111" fmla="*/ 2147483647 h 666"/>
                    <a:gd name="T112" fmla="*/ 2147483647 w 1182"/>
                    <a:gd name="T113" fmla="*/ 2147483647 h 666"/>
                    <a:gd name="T114" fmla="*/ 2147483647 w 1182"/>
                    <a:gd name="T115" fmla="*/ 2147483647 h 66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182"/>
                    <a:gd name="T175" fmla="*/ 0 h 666"/>
                    <a:gd name="T176" fmla="*/ 1182 w 1182"/>
                    <a:gd name="T177" fmla="*/ 666 h 66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182" h="666">
                      <a:moveTo>
                        <a:pt x="1152" y="372"/>
                      </a:moveTo>
                      <a:lnTo>
                        <a:pt x="1146" y="360"/>
                      </a:lnTo>
                      <a:lnTo>
                        <a:pt x="1122" y="360"/>
                      </a:lnTo>
                      <a:lnTo>
                        <a:pt x="1116" y="342"/>
                      </a:lnTo>
                      <a:lnTo>
                        <a:pt x="1098" y="342"/>
                      </a:lnTo>
                      <a:lnTo>
                        <a:pt x="1080" y="318"/>
                      </a:lnTo>
                      <a:lnTo>
                        <a:pt x="1080" y="330"/>
                      </a:lnTo>
                      <a:lnTo>
                        <a:pt x="1068" y="330"/>
                      </a:lnTo>
                      <a:lnTo>
                        <a:pt x="1068" y="342"/>
                      </a:lnTo>
                      <a:lnTo>
                        <a:pt x="1032" y="342"/>
                      </a:lnTo>
                      <a:lnTo>
                        <a:pt x="1020" y="330"/>
                      </a:lnTo>
                      <a:lnTo>
                        <a:pt x="990" y="318"/>
                      </a:lnTo>
                      <a:lnTo>
                        <a:pt x="1038" y="270"/>
                      </a:lnTo>
                      <a:lnTo>
                        <a:pt x="1038" y="264"/>
                      </a:lnTo>
                      <a:lnTo>
                        <a:pt x="1032" y="264"/>
                      </a:lnTo>
                      <a:lnTo>
                        <a:pt x="1032" y="258"/>
                      </a:lnTo>
                      <a:lnTo>
                        <a:pt x="1002" y="276"/>
                      </a:lnTo>
                      <a:lnTo>
                        <a:pt x="978" y="276"/>
                      </a:lnTo>
                      <a:lnTo>
                        <a:pt x="966" y="300"/>
                      </a:lnTo>
                      <a:lnTo>
                        <a:pt x="960" y="300"/>
                      </a:lnTo>
                      <a:lnTo>
                        <a:pt x="954" y="306"/>
                      </a:lnTo>
                      <a:lnTo>
                        <a:pt x="942" y="306"/>
                      </a:lnTo>
                      <a:lnTo>
                        <a:pt x="930" y="312"/>
                      </a:lnTo>
                      <a:lnTo>
                        <a:pt x="918" y="324"/>
                      </a:lnTo>
                      <a:lnTo>
                        <a:pt x="918" y="342"/>
                      </a:lnTo>
                      <a:lnTo>
                        <a:pt x="912" y="342"/>
                      </a:lnTo>
                      <a:lnTo>
                        <a:pt x="906" y="348"/>
                      </a:lnTo>
                      <a:lnTo>
                        <a:pt x="894" y="354"/>
                      </a:lnTo>
                      <a:lnTo>
                        <a:pt x="882" y="366"/>
                      </a:lnTo>
                      <a:lnTo>
                        <a:pt x="882" y="378"/>
                      </a:lnTo>
                      <a:lnTo>
                        <a:pt x="888" y="384"/>
                      </a:lnTo>
                      <a:lnTo>
                        <a:pt x="888" y="396"/>
                      </a:lnTo>
                      <a:lnTo>
                        <a:pt x="882" y="390"/>
                      </a:lnTo>
                      <a:lnTo>
                        <a:pt x="870" y="390"/>
                      </a:lnTo>
                      <a:lnTo>
                        <a:pt x="858" y="384"/>
                      </a:lnTo>
                      <a:lnTo>
                        <a:pt x="852" y="384"/>
                      </a:lnTo>
                      <a:lnTo>
                        <a:pt x="852" y="372"/>
                      </a:lnTo>
                      <a:lnTo>
                        <a:pt x="858" y="366"/>
                      </a:lnTo>
                      <a:lnTo>
                        <a:pt x="858" y="348"/>
                      </a:lnTo>
                      <a:lnTo>
                        <a:pt x="840" y="342"/>
                      </a:lnTo>
                      <a:lnTo>
                        <a:pt x="762" y="342"/>
                      </a:lnTo>
                      <a:lnTo>
                        <a:pt x="732" y="282"/>
                      </a:lnTo>
                      <a:lnTo>
                        <a:pt x="726" y="276"/>
                      </a:lnTo>
                      <a:lnTo>
                        <a:pt x="714" y="276"/>
                      </a:lnTo>
                      <a:lnTo>
                        <a:pt x="708" y="282"/>
                      </a:lnTo>
                      <a:lnTo>
                        <a:pt x="702" y="282"/>
                      </a:lnTo>
                      <a:lnTo>
                        <a:pt x="696" y="276"/>
                      </a:lnTo>
                      <a:lnTo>
                        <a:pt x="696" y="234"/>
                      </a:lnTo>
                      <a:lnTo>
                        <a:pt x="690" y="216"/>
                      </a:lnTo>
                      <a:lnTo>
                        <a:pt x="690" y="204"/>
                      </a:lnTo>
                      <a:lnTo>
                        <a:pt x="660" y="204"/>
                      </a:lnTo>
                      <a:lnTo>
                        <a:pt x="654" y="192"/>
                      </a:lnTo>
                      <a:lnTo>
                        <a:pt x="642" y="186"/>
                      </a:lnTo>
                      <a:lnTo>
                        <a:pt x="636" y="168"/>
                      </a:lnTo>
                      <a:lnTo>
                        <a:pt x="618" y="150"/>
                      </a:lnTo>
                      <a:lnTo>
                        <a:pt x="612" y="138"/>
                      </a:lnTo>
                      <a:lnTo>
                        <a:pt x="600" y="138"/>
                      </a:lnTo>
                      <a:lnTo>
                        <a:pt x="576" y="150"/>
                      </a:lnTo>
                      <a:lnTo>
                        <a:pt x="570" y="156"/>
                      </a:lnTo>
                      <a:lnTo>
                        <a:pt x="552" y="156"/>
                      </a:lnTo>
                      <a:lnTo>
                        <a:pt x="534" y="150"/>
                      </a:lnTo>
                      <a:lnTo>
                        <a:pt x="474" y="150"/>
                      </a:lnTo>
                      <a:lnTo>
                        <a:pt x="456" y="156"/>
                      </a:lnTo>
                      <a:lnTo>
                        <a:pt x="420" y="156"/>
                      </a:lnTo>
                      <a:lnTo>
                        <a:pt x="414" y="162"/>
                      </a:lnTo>
                      <a:lnTo>
                        <a:pt x="408" y="162"/>
                      </a:lnTo>
                      <a:lnTo>
                        <a:pt x="330" y="90"/>
                      </a:lnTo>
                      <a:lnTo>
                        <a:pt x="264" y="54"/>
                      </a:lnTo>
                      <a:lnTo>
                        <a:pt x="270" y="66"/>
                      </a:lnTo>
                      <a:lnTo>
                        <a:pt x="270" y="90"/>
                      </a:lnTo>
                      <a:lnTo>
                        <a:pt x="264" y="102"/>
                      </a:lnTo>
                      <a:lnTo>
                        <a:pt x="258" y="108"/>
                      </a:lnTo>
                      <a:lnTo>
                        <a:pt x="240" y="108"/>
                      </a:lnTo>
                      <a:lnTo>
                        <a:pt x="228" y="102"/>
                      </a:lnTo>
                      <a:lnTo>
                        <a:pt x="222" y="96"/>
                      </a:lnTo>
                      <a:lnTo>
                        <a:pt x="222" y="78"/>
                      </a:lnTo>
                      <a:lnTo>
                        <a:pt x="210" y="54"/>
                      </a:lnTo>
                      <a:lnTo>
                        <a:pt x="216" y="36"/>
                      </a:lnTo>
                      <a:lnTo>
                        <a:pt x="162" y="12"/>
                      </a:lnTo>
                      <a:lnTo>
                        <a:pt x="156" y="30"/>
                      </a:lnTo>
                      <a:lnTo>
                        <a:pt x="168" y="36"/>
                      </a:lnTo>
                      <a:lnTo>
                        <a:pt x="174" y="48"/>
                      </a:lnTo>
                      <a:lnTo>
                        <a:pt x="174" y="72"/>
                      </a:lnTo>
                      <a:lnTo>
                        <a:pt x="168" y="78"/>
                      </a:lnTo>
                      <a:lnTo>
                        <a:pt x="156" y="84"/>
                      </a:lnTo>
                      <a:lnTo>
                        <a:pt x="150" y="84"/>
                      </a:lnTo>
                      <a:lnTo>
                        <a:pt x="144" y="78"/>
                      </a:lnTo>
                      <a:lnTo>
                        <a:pt x="144" y="60"/>
                      </a:lnTo>
                      <a:lnTo>
                        <a:pt x="132" y="48"/>
                      </a:lnTo>
                      <a:lnTo>
                        <a:pt x="132" y="42"/>
                      </a:lnTo>
                      <a:lnTo>
                        <a:pt x="144" y="30"/>
                      </a:lnTo>
                      <a:lnTo>
                        <a:pt x="150" y="6"/>
                      </a:lnTo>
                      <a:lnTo>
                        <a:pt x="144" y="0"/>
                      </a:lnTo>
                      <a:lnTo>
                        <a:pt x="0" y="42"/>
                      </a:lnTo>
                      <a:lnTo>
                        <a:pt x="48" y="324"/>
                      </a:lnTo>
                      <a:lnTo>
                        <a:pt x="60" y="324"/>
                      </a:lnTo>
                      <a:lnTo>
                        <a:pt x="72" y="336"/>
                      </a:lnTo>
                      <a:lnTo>
                        <a:pt x="138" y="336"/>
                      </a:lnTo>
                      <a:lnTo>
                        <a:pt x="132" y="324"/>
                      </a:lnTo>
                      <a:lnTo>
                        <a:pt x="120" y="318"/>
                      </a:lnTo>
                      <a:lnTo>
                        <a:pt x="114" y="300"/>
                      </a:lnTo>
                      <a:lnTo>
                        <a:pt x="114" y="288"/>
                      </a:lnTo>
                      <a:lnTo>
                        <a:pt x="132" y="270"/>
                      </a:lnTo>
                      <a:lnTo>
                        <a:pt x="144" y="264"/>
                      </a:lnTo>
                      <a:lnTo>
                        <a:pt x="156" y="264"/>
                      </a:lnTo>
                      <a:lnTo>
                        <a:pt x="162" y="258"/>
                      </a:lnTo>
                      <a:lnTo>
                        <a:pt x="168" y="258"/>
                      </a:lnTo>
                      <a:lnTo>
                        <a:pt x="168" y="246"/>
                      </a:lnTo>
                      <a:lnTo>
                        <a:pt x="174" y="240"/>
                      </a:lnTo>
                      <a:lnTo>
                        <a:pt x="180" y="240"/>
                      </a:lnTo>
                      <a:lnTo>
                        <a:pt x="186" y="246"/>
                      </a:lnTo>
                      <a:lnTo>
                        <a:pt x="198" y="246"/>
                      </a:lnTo>
                      <a:lnTo>
                        <a:pt x="204" y="252"/>
                      </a:lnTo>
                      <a:lnTo>
                        <a:pt x="174" y="222"/>
                      </a:lnTo>
                      <a:lnTo>
                        <a:pt x="204" y="228"/>
                      </a:lnTo>
                      <a:lnTo>
                        <a:pt x="210" y="216"/>
                      </a:lnTo>
                      <a:lnTo>
                        <a:pt x="228" y="240"/>
                      </a:lnTo>
                      <a:lnTo>
                        <a:pt x="252" y="240"/>
                      </a:lnTo>
                      <a:lnTo>
                        <a:pt x="252" y="252"/>
                      </a:lnTo>
                      <a:lnTo>
                        <a:pt x="264" y="258"/>
                      </a:lnTo>
                      <a:lnTo>
                        <a:pt x="300" y="258"/>
                      </a:lnTo>
                      <a:lnTo>
                        <a:pt x="306" y="264"/>
                      </a:lnTo>
                      <a:lnTo>
                        <a:pt x="312" y="276"/>
                      </a:lnTo>
                      <a:lnTo>
                        <a:pt x="312" y="288"/>
                      </a:lnTo>
                      <a:lnTo>
                        <a:pt x="324" y="294"/>
                      </a:lnTo>
                      <a:lnTo>
                        <a:pt x="312" y="306"/>
                      </a:lnTo>
                      <a:lnTo>
                        <a:pt x="312" y="318"/>
                      </a:lnTo>
                      <a:lnTo>
                        <a:pt x="330" y="336"/>
                      </a:lnTo>
                      <a:lnTo>
                        <a:pt x="360" y="336"/>
                      </a:lnTo>
                      <a:lnTo>
                        <a:pt x="414" y="342"/>
                      </a:lnTo>
                      <a:lnTo>
                        <a:pt x="414" y="336"/>
                      </a:lnTo>
                      <a:lnTo>
                        <a:pt x="450" y="354"/>
                      </a:lnTo>
                      <a:lnTo>
                        <a:pt x="468" y="384"/>
                      </a:lnTo>
                      <a:lnTo>
                        <a:pt x="486" y="402"/>
                      </a:lnTo>
                      <a:lnTo>
                        <a:pt x="486" y="408"/>
                      </a:lnTo>
                      <a:lnTo>
                        <a:pt x="492" y="414"/>
                      </a:lnTo>
                      <a:lnTo>
                        <a:pt x="510" y="450"/>
                      </a:lnTo>
                      <a:lnTo>
                        <a:pt x="522" y="462"/>
                      </a:lnTo>
                      <a:lnTo>
                        <a:pt x="534" y="468"/>
                      </a:lnTo>
                      <a:lnTo>
                        <a:pt x="552" y="468"/>
                      </a:lnTo>
                      <a:lnTo>
                        <a:pt x="564" y="474"/>
                      </a:lnTo>
                      <a:lnTo>
                        <a:pt x="570" y="474"/>
                      </a:lnTo>
                      <a:lnTo>
                        <a:pt x="582" y="486"/>
                      </a:lnTo>
                      <a:lnTo>
                        <a:pt x="588" y="498"/>
                      </a:lnTo>
                      <a:lnTo>
                        <a:pt x="594" y="504"/>
                      </a:lnTo>
                      <a:lnTo>
                        <a:pt x="624" y="522"/>
                      </a:lnTo>
                      <a:lnTo>
                        <a:pt x="648" y="522"/>
                      </a:lnTo>
                      <a:lnTo>
                        <a:pt x="666" y="534"/>
                      </a:lnTo>
                      <a:lnTo>
                        <a:pt x="690" y="546"/>
                      </a:lnTo>
                      <a:lnTo>
                        <a:pt x="696" y="552"/>
                      </a:lnTo>
                      <a:lnTo>
                        <a:pt x="708" y="558"/>
                      </a:lnTo>
                      <a:lnTo>
                        <a:pt x="720" y="570"/>
                      </a:lnTo>
                      <a:lnTo>
                        <a:pt x="732" y="570"/>
                      </a:lnTo>
                      <a:lnTo>
                        <a:pt x="744" y="582"/>
                      </a:lnTo>
                      <a:lnTo>
                        <a:pt x="750" y="582"/>
                      </a:lnTo>
                      <a:lnTo>
                        <a:pt x="774" y="576"/>
                      </a:lnTo>
                      <a:lnTo>
                        <a:pt x="822" y="606"/>
                      </a:lnTo>
                      <a:lnTo>
                        <a:pt x="816" y="612"/>
                      </a:lnTo>
                      <a:lnTo>
                        <a:pt x="816" y="630"/>
                      </a:lnTo>
                      <a:lnTo>
                        <a:pt x="828" y="642"/>
                      </a:lnTo>
                      <a:lnTo>
                        <a:pt x="828" y="654"/>
                      </a:lnTo>
                      <a:lnTo>
                        <a:pt x="840" y="654"/>
                      </a:lnTo>
                      <a:lnTo>
                        <a:pt x="852" y="642"/>
                      </a:lnTo>
                      <a:lnTo>
                        <a:pt x="870" y="666"/>
                      </a:lnTo>
                      <a:lnTo>
                        <a:pt x="882" y="660"/>
                      </a:lnTo>
                      <a:lnTo>
                        <a:pt x="894" y="660"/>
                      </a:lnTo>
                      <a:lnTo>
                        <a:pt x="900" y="666"/>
                      </a:lnTo>
                      <a:lnTo>
                        <a:pt x="906" y="666"/>
                      </a:lnTo>
                      <a:lnTo>
                        <a:pt x="900" y="666"/>
                      </a:lnTo>
                      <a:lnTo>
                        <a:pt x="900" y="642"/>
                      </a:lnTo>
                      <a:lnTo>
                        <a:pt x="906" y="636"/>
                      </a:lnTo>
                      <a:lnTo>
                        <a:pt x="912" y="624"/>
                      </a:lnTo>
                      <a:lnTo>
                        <a:pt x="924" y="618"/>
                      </a:lnTo>
                      <a:lnTo>
                        <a:pt x="930" y="606"/>
                      </a:lnTo>
                      <a:lnTo>
                        <a:pt x="930" y="588"/>
                      </a:lnTo>
                      <a:lnTo>
                        <a:pt x="918" y="576"/>
                      </a:lnTo>
                      <a:lnTo>
                        <a:pt x="906" y="570"/>
                      </a:lnTo>
                      <a:lnTo>
                        <a:pt x="900" y="564"/>
                      </a:lnTo>
                      <a:lnTo>
                        <a:pt x="900" y="546"/>
                      </a:lnTo>
                      <a:lnTo>
                        <a:pt x="906" y="540"/>
                      </a:lnTo>
                      <a:lnTo>
                        <a:pt x="906" y="534"/>
                      </a:lnTo>
                      <a:lnTo>
                        <a:pt x="894" y="522"/>
                      </a:lnTo>
                      <a:lnTo>
                        <a:pt x="882" y="522"/>
                      </a:lnTo>
                      <a:lnTo>
                        <a:pt x="876" y="516"/>
                      </a:lnTo>
                      <a:lnTo>
                        <a:pt x="870" y="516"/>
                      </a:lnTo>
                      <a:lnTo>
                        <a:pt x="858" y="504"/>
                      </a:lnTo>
                      <a:lnTo>
                        <a:pt x="840" y="504"/>
                      </a:lnTo>
                      <a:lnTo>
                        <a:pt x="840" y="486"/>
                      </a:lnTo>
                      <a:lnTo>
                        <a:pt x="846" y="480"/>
                      </a:lnTo>
                      <a:lnTo>
                        <a:pt x="894" y="480"/>
                      </a:lnTo>
                      <a:lnTo>
                        <a:pt x="918" y="468"/>
                      </a:lnTo>
                      <a:lnTo>
                        <a:pt x="918" y="456"/>
                      </a:lnTo>
                      <a:lnTo>
                        <a:pt x="912" y="456"/>
                      </a:lnTo>
                      <a:lnTo>
                        <a:pt x="930" y="444"/>
                      </a:lnTo>
                      <a:lnTo>
                        <a:pt x="906" y="420"/>
                      </a:lnTo>
                      <a:lnTo>
                        <a:pt x="948" y="420"/>
                      </a:lnTo>
                      <a:lnTo>
                        <a:pt x="948" y="414"/>
                      </a:lnTo>
                      <a:lnTo>
                        <a:pt x="936" y="402"/>
                      </a:lnTo>
                      <a:lnTo>
                        <a:pt x="936" y="390"/>
                      </a:lnTo>
                      <a:lnTo>
                        <a:pt x="942" y="384"/>
                      </a:lnTo>
                      <a:lnTo>
                        <a:pt x="942" y="372"/>
                      </a:lnTo>
                      <a:lnTo>
                        <a:pt x="954" y="372"/>
                      </a:lnTo>
                      <a:lnTo>
                        <a:pt x="972" y="390"/>
                      </a:lnTo>
                      <a:lnTo>
                        <a:pt x="978" y="390"/>
                      </a:lnTo>
                      <a:lnTo>
                        <a:pt x="984" y="378"/>
                      </a:lnTo>
                      <a:lnTo>
                        <a:pt x="996" y="372"/>
                      </a:lnTo>
                      <a:lnTo>
                        <a:pt x="1002" y="360"/>
                      </a:lnTo>
                      <a:lnTo>
                        <a:pt x="1020" y="360"/>
                      </a:lnTo>
                      <a:lnTo>
                        <a:pt x="1032" y="366"/>
                      </a:lnTo>
                      <a:lnTo>
                        <a:pt x="1038" y="372"/>
                      </a:lnTo>
                      <a:lnTo>
                        <a:pt x="1014" y="408"/>
                      </a:lnTo>
                      <a:lnTo>
                        <a:pt x="1026" y="408"/>
                      </a:lnTo>
                      <a:lnTo>
                        <a:pt x="1032" y="414"/>
                      </a:lnTo>
                      <a:lnTo>
                        <a:pt x="1044" y="414"/>
                      </a:lnTo>
                      <a:lnTo>
                        <a:pt x="1050" y="420"/>
                      </a:lnTo>
                      <a:lnTo>
                        <a:pt x="1056" y="420"/>
                      </a:lnTo>
                      <a:lnTo>
                        <a:pt x="1068" y="414"/>
                      </a:lnTo>
                      <a:lnTo>
                        <a:pt x="1086" y="414"/>
                      </a:lnTo>
                      <a:lnTo>
                        <a:pt x="1092" y="420"/>
                      </a:lnTo>
                      <a:lnTo>
                        <a:pt x="1098" y="420"/>
                      </a:lnTo>
                      <a:lnTo>
                        <a:pt x="1104" y="426"/>
                      </a:lnTo>
                      <a:lnTo>
                        <a:pt x="1110" y="426"/>
                      </a:lnTo>
                      <a:lnTo>
                        <a:pt x="1128" y="408"/>
                      </a:lnTo>
                      <a:lnTo>
                        <a:pt x="1146" y="402"/>
                      </a:lnTo>
                      <a:lnTo>
                        <a:pt x="1146" y="396"/>
                      </a:lnTo>
                      <a:lnTo>
                        <a:pt x="1158" y="396"/>
                      </a:lnTo>
                      <a:lnTo>
                        <a:pt x="1170" y="390"/>
                      </a:lnTo>
                      <a:lnTo>
                        <a:pt x="1182" y="378"/>
                      </a:lnTo>
                      <a:lnTo>
                        <a:pt x="1182" y="366"/>
                      </a:lnTo>
                      <a:lnTo>
                        <a:pt x="1170" y="366"/>
                      </a:lnTo>
                      <a:lnTo>
                        <a:pt x="1158" y="372"/>
                      </a:lnTo>
                      <a:lnTo>
                        <a:pt x="1152" y="372"/>
                      </a:lnTo>
                      <a:close/>
                    </a:path>
                  </a:pathLst>
                </a:custGeom>
                <a:solidFill>
                  <a:srgbClr val="572772"/>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176" name="Vietnam" descr="© INSCALE GmbH, 05.05.2010&#10;http://www.presentationload.com/">
                  <a:extLst>
                    <a:ext uri="{FF2B5EF4-FFF2-40B4-BE49-F238E27FC236}">
                      <a16:creationId xmlns:a16="http://schemas.microsoft.com/office/drawing/2014/main" id="{BEB75D1B-739C-46B7-A218-8B82C48D14FB}"/>
                    </a:ext>
                  </a:extLst>
                </p:cNvPr>
                <p:cNvSpPr>
                  <a:spLocks/>
                </p:cNvSpPr>
                <p:nvPr/>
              </p:nvSpPr>
              <p:spPr bwMode="gray">
                <a:xfrm>
                  <a:off x="8833432" y="3026646"/>
                  <a:ext cx="273800" cy="538772"/>
                </a:xfrm>
                <a:custGeom>
                  <a:avLst/>
                  <a:gdLst>
                    <a:gd name="T0" fmla="*/ 2147483647 w 606"/>
                    <a:gd name="T1" fmla="*/ 2147483647 h 1194"/>
                    <a:gd name="T2" fmla="*/ 2147483647 w 606"/>
                    <a:gd name="T3" fmla="*/ 2147483647 h 1194"/>
                    <a:gd name="T4" fmla="*/ 2147483647 w 606"/>
                    <a:gd name="T5" fmla="*/ 2147483647 h 1194"/>
                    <a:gd name="T6" fmla="*/ 2147483647 w 606"/>
                    <a:gd name="T7" fmla="*/ 2147483647 h 1194"/>
                    <a:gd name="T8" fmla="*/ 2147483647 w 606"/>
                    <a:gd name="T9" fmla="*/ 2147483647 h 1194"/>
                    <a:gd name="T10" fmla="*/ 2147483647 w 606"/>
                    <a:gd name="T11" fmla="*/ 2147483647 h 1194"/>
                    <a:gd name="T12" fmla="*/ 2147483647 w 606"/>
                    <a:gd name="T13" fmla="*/ 2147483647 h 1194"/>
                    <a:gd name="T14" fmla="*/ 2147483647 w 606"/>
                    <a:gd name="T15" fmla="*/ 2147483647 h 1194"/>
                    <a:gd name="T16" fmla="*/ 2147483647 w 606"/>
                    <a:gd name="T17" fmla="*/ 2147483647 h 1194"/>
                    <a:gd name="T18" fmla="*/ 2147483647 w 606"/>
                    <a:gd name="T19" fmla="*/ 2147483647 h 1194"/>
                    <a:gd name="T20" fmla="*/ 2147483647 w 606"/>
                    <a:gd name="T21" fmla="*/ 2147483647 h 1194"/>
                    <a:gd name="T22" fmla="*/ 2147483647 w 606"/>
                    <a:gd name="T23" fmla="*/ 2147483647 h 1194"/>
                    <a:gd name="T24" fmla="*/ 2147483647 w 606"/>
                    <a:gd name="T25" fmla="*/ 2147483647 h 1194"/>
                    <a:gd name="T26" fmla="*/ 2147483647 w 606"/>
                    <a:gd name="T27" fmla="*/ 2147483647 h 1194"/>
                    <a:gd name="T28" fmla="*/ 2147483647 w 606"/>
                    <a:gd name="T29" fmla="*/ 2147483647 h 1194"/>
                    <a:gd name="T30" fmla="*/ 2147483647 w 606"/>
                    <a:gd name="T31" fmla="*/ 2147483647 h 1194"/>
                    <a:gd name="T32" fmla="*/ 2147483647 w 606"/>
                    <a:gd name="T33" fmla="*/ 2147483647 h 1194"/>
                    <a:gd name="T34" fmla="*/ 2147483647 w 606"/>
                    <a:gd name="T35" fmla="*/ 2147483647 h 1194"/>
                    <a:gd name="T36" fmla="*/ 2147483647 w 606"/>
                    <a:gd name="T37" fmla="*/ 2147483647 h 1194"/>
                    <a:gd name="T38" fmla="*/ 2147483647 w 606"/>
                    <a:gd name="T39" fmla="*/ 2147483647 h 1194"/>
                    <a:gd name="T40" fmla="*/ 2147483647 w 606"/>
                    <a:gd name="T41" fmla="*/ 2147483647 h 1194"/>
                    <a:gd name="T42" fmla="*/ 2147483647 w 606"/>
                    <a:gd name="T43" fmla="*/ 2147483647 h 1194"/>
                    <a:gd name="T44" fmla="*/ 2147483647 w 606"/>
                    <a:gd name="T45" fmla="*/ 2147483647 h 1194"/>
                    <a:gd name="T46" fmla="*/ 2147483647 w 606"/>
                    <a:gd name="T47" fmla="*/ 2147483647 h 1194"/>
                    <a:gd name="T48" fmla="*/ 2147483647 w 606"/>
                    <a:gd name="T49" fmla="*/ 2147483647 h 1194"/>
                    <a:gd name="T50" fmla="*/ 2147483647 w 606"/>
                    <a:gd name="T51" fmla="*/ 2147483647 h 1194"/>
                    <a:gd name="T52" fmla="*/ 2147483647 w 606"/>
                    <a:gd name="T53" fmla="*/ 2147483647 h 1194"/>
                    <a:gd name="T54" fmla="*/ 2147483647 w 606"/>
                    <a:gd name="T55" fmla="*/ 2147483647 h 1194"/>
                    <a:gd name="T56" fmla="*/ 2147483647 w 606"/>
                    <a:gd name="T57" fmla="*/ 2147483647 h 1194"/>
                    <a:gd name="T58" fmla="*/ 2147483647 w 606"/>
                    <a:gd name="T59" fmla="*/ 2147483647 h 1194"/>
                    <a:gd name="T60" fmla="*/ 2147483647 w 606"/>
                    <a:gd name="T61" fmla="*/ 2147483647 h 1194"/>
                    <a:gd name="T62" fmla="*/ 2147483647 w 606"/>
                    <a:gd name="T63" fmla="*/ 2147483647 h 1194"/>
                    <a:gd name="T64" fmla="*/ 2147483647 w 606"/>
                    <a:gd name="T65" fmla="*/ 2147483647 h 1194"/>
                    <a:gd name="T66" fmla="*/ 2147483647 w 606"/>
                    <a:gd name="T67" fmla="*/ 2147483647 h 1194"/>
                    <a:gd name="T68" fmla="*/ 2147483647 w 606"/>
                    <a:gd name="T69" fmla="*/ 2147483647 h 1194"/>
                    <a:gd name="T70" fmla="*/ 2147483647 w 606"/>
                    <a:gd name="T71" fmla="*/ 2147483647 h 1194"/>
                    <a:gd name="T72" fmla="*/ 2147483647 w 606"/>
                    <a:gd name="T73" fmla="*/ 2147483647 h 1194"/>
                    <a:gd name="T74" fmla="*/ 2147483647 w 606"/>
                    <a:gd name="T75" fmla="*/ 2147483647 h 1194"/>
                    <a:gd name="T76" fmla="*/ 2147483647 w 606"/>
                    <a:gd name="T77" fmla="*/ 2147483647 h 1194"/>
                    <a:gd name="T78" fmla="*/ 2147483647 w 606"/>
                    <a:gd name="T79" fmla="*/ 2147483647 h 1194"/>
                    <a:gd name="T80" fmla="*/ 2147483647 w 606"/>
                    <a:gd name="T81" fmla="*/ 2147483647 h 1194"/>
                    <a:gd name="T82" fmla="*/ 2147483647 w 606"/>
                    <a:gd name="T83" fmla="*/ 2147483647 h 1194"/>
                    <a:gd name="T84" fmla="*/ 2147483647 w 606"/>
                    <a:gd name="T85" fmla="*/ 2147483647 h 1194"/>
                    <a:gd name="T86" fmla="*/ 2147483647 w 606"/>
                    <a:gd name="T87" fmla="*/ 2147483647 h 1194"/>
                    <a:gd name="T88" fmla="*/ 2147483647 w 606"/>
                    <a:gd name="T89" fmla="*/ 2147483647 h 1194"/>
                    <a:gd name="T90" fmla="*/ 2147483647 w 606"/>
                    <a:gd name="T91" fmla="*/ 2147483647 h 1194"/>
                    <a:gd name="T92" fmla="*/ 2147483647 w 606"/>
                    <a:gd name="T93" fmla="*/ 2147483647 h 1194"/>
                    <a:gd name="T94" fmla="*/ 2147483647 w 606"/>
                    <a:gd name="T95" fmla="*/ 2147483647 h 1194"/>
                    <a:gd name="T96" fmla="*/ 2147483647 w 606"/>
                    <a:gd name="T97" fmla="*/ 2147483647 h 1194"/>
                    <a:gd name="T98" fmla="*/ 2147483647 w 606"/>
                    <a:gd name="T99" fmla="*/ 2147483647 h 1194"/>
                    <a:gd name="T100" fmla="*/ 2147483647 w 606"/>
                    <a:gd name="T101" fmla="*/ 2147483647 h 1194"/>
                    <a:gd name="T102" fmla="*/ 2147483647 w 606"/>
                    <a:gd name="T103" fmla="*/ 2147483647 h 1194"/>
                    <a:gd name="T104" fmla="*/ 2147483647 w 606"/>
                    <a:gd name="T105" fmla="*/ 2147483647 h 1194"/>
                    <a:gd name="T106" fmla="*/ 2147483647 w 606"/>
                    <a:gd name="T107" fmla="*/ 2147483647 h 1194"/>
                    <a:gd name="T108" fmla="*/ 2147483647 w 606"/>
                    <a:gd name="T109" fmla="*/ 2147483647 h 1194"/>
                    <a:gd name="T110" fmla="*/ 2147483647 w 606"/>
                    <a:gd name="T111" fmla="*/ 2147483647 h 1194"/>
                    <a:gd name="T112" fmla="*/ 2147483647 w 606"/>
                    <a:gd name="T113" fmla="*/ 2147483647 h 1194"/>
                    <a:gd name="T114" fmla="*/ 2147483647 w 606"/>
                    <a:gd name="T115" fmla="*/ 2147483647 h 1194"/>
                    <a:gd name="T116" fmla="*/ 2147483647 w 606"/>
                    <a:gd name="T117" fmla="*/ 2147483647 h 1194"/>
                    <a:gd name="T118" fmla="*/ 2147483647 w 606"/>
                    <a:gd name="T119" fmla="*/ 2147483647 h 1194"/>
                    <a:gd name="T120" fmla="*/ 2147483647 w 606"/>
                    <a:gd name="T121" fmla="*/ 2147483647 h 1194"/>
                    <a:gd name="T122" fmla="*/ 2147483647 w 606"/>
                    <a:gd name="T123" fmla="*/ 2147483647 h 1194"/>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606"/>
                    <a:gd name="T187" fmla="*/ 0 h 1194"/>
                    <a:gd name="T188" fmla="*/ 606 w 606"/>
                    <a:gd name="T189" fmla="*/ 1194 h 1194"/>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606" h="1194">
                      <a:moveTo>
                        <a:pt x="6" y="48"/>
                      </a:moveTo>
                      <a:lnTo>
                        <a:pt x="0" y="60"/>
                      </a:lnTo>
                      <a:lnTo>
                        <a:pt x="0" y="72"/>
                      </a:lnTo>
                      <a:lnTo>
                        <a:pt x="12" y="96"/>
                      </a:lnTo>
                      <a:lnTo>
                        <a:pt x="18" y="102"/>
                      </a:lnTo>
                      <a:lnTo>
                        <a:pt x="24" y="114"/>
                      </a:lnTo>
                      <a:lnTo>
                        <a:pt x="36" y="120"/>
                      </a:lnTo>
                      <a:lnTo>
                        <a:pt x="42" y="132"/>
                      </a:lnTo>
                      <a:lnTo>
                        <a:pt x="48" y="126"/>
                      </a:lnTo>
                      <a:lnTo>
                        <a:pt x="54" y="126"/>
                      </a:lnTo>
                      <a:lnTo>
                        <a:pt x="54" y="156"/>
                      </a:lnTo>
                      <a:lnTo>
                        <a:pt x="66" y="180"/>
                      </a:lnTo>
                      <a:lnTo>
                        <a:pt x="84" y="198"/>
                      </a:lnTo>
                      <a:lnTo>
                        <a:pt x="90" y="210"/>
                      </a:lnTo>
                      <a:lnTo>
                        <a:pt x="108" y="210"/>
                      </a:lnTo>
                      <a:lnTo>
                        <a:pt x="108" y="216"/>
                      </a:lnTo>
                      <a:lnTo>
                        <a:pt x="120" y="228"/>
                      </a:lnTo>
                      <a:lnTo>
                        <a:pt x="126" y="222"/>
                      </a:lnTo>
                      <a:lnTo>
                        <a:pt x="132" y="210"/>
                      </a:lnTo>
                      <a:lnTo>
                        <a:pt x="132" y="204"/>
                      </a:lnTo>
                      <a:lnTo>
                        <a:pt x="138" y="192"/>
                      </a:lnTo>
                      <a:lnTo>
                        <a:pt x="150" y="192"/>
                      </a:lnTo>
                      <a:lnTo>
                        <a:pt x="162" y="198"/>
                      </a:lnTo>
                      <a:lnTo>
                        <a:pt x="186" y="222"/>
                      </a:lnTo>
                      <a:lnTo>
                        <a:pt x="180" y="222"/>
                      </a:lnTo>
                      <a:lnTo>
                        <a:pt x="174" y="228"/>
                      </a:lnTo>
                      <a:lnTo>
                        <a:pt x="174" y="234"/>
                      </a:lnTo>
                      <a:lnTo>
                        <a:pt x="198" y="246"/>
                      </a:lnTo>
                      <a:lnTo>
                        <a:pt x="216" y="252"/>
                      </a:lnTo>
                      <a:lnTo>
                        <a:pt x="228" y="258"/>
                      </a:lnTo>
                      <a:lnTo>
                        <a:pt x="228" y="270"/>
                      </a:lnTo>
                      <a:lnTo>
                        <a:pt x="222" y="282"/>
                      </a:lnTo>
                      <a:lnTo>
                        <a:pt x="210" y="288"/>
                      </a:lnTo>
                      <a:lnTo>
                        <a:pt x="204" y="300"/>
                      </a:lnTo>
                      <a:lnTo>
                        <a:pt x="198" y="306"/>
                      </a:lnTo>
                      <a:lnTo>
                        <a:pt x="180" y="306"/>
                      </a:lnTo>
                      <a:lnTo>
                        <a:pt x="174" y="300"/>
                      </a:lnTo>
                      <a:lnTo>
                        <a:pt x="150" y="300"/>
                      </a:lnTo>
                      <a:lnTo>
                        <a:pt x="156" y="306"/>
                      </a:lnTo>
                      <a:lnTo>
                        <a:pt x="156" y="324"/>
                      </a:lnTo>
                      <a:lnTo>
                        <a:pt x="168" y="330"/>
                      </a:lnTo>
                      <a:lnTo>
                        <a:pt x="174" y="336"/>
                      </a:lnTo>
                      <a:lnTo>
                        <a:pt x="210" y="354"/>
                      </a:lnTo>
                      <a:lnTo>
                        <a:pt x="222" y="366"/>
                      </a:lnTo>
                      <a:lnTo>
                        <a:pt x="234" y="372"/>
                      </a:lnTo>
                      <a:lnTo>
                        <a:pt x="240" y="378"/>
                      </a:lnTo>
                      <a:lnTo>
                        <a:pt x="252" y="378"/>
                      </a:lnTo>
                      <a:lnTo>
                        <a:pt x="252" y="408"/>
                      </a:lnTo>
                      <a:lnTo>
                        <a:pt x="258" y="414"/>
                      </a:lnTo>
                      <a:lnTo>
                        <a:pt x="270" y="414"/>
                      </a:lnTo>
                      <a:lnTo>
                        <a:pt x="282" y="420"/>
                      </a:lnTo>
                      <a:lnTo>
                        <a:pt x="288" y="426"/>
                      </a:lnTo>
                      <a:lnTo>
                        <a:pt x="294" y="426"/>
                      </a:lnTo>
                      <a:lnTo>
                        <a:pt x="294" y="450"/>
                      </a:lnTo>
                      <a:lnTo>
                        <a:pt x="306" y="474"/>
                      </a:lnTo>
                      <a:lnTo>
                        <a:pt x="324" y="486"/>
                      </a:lnTo>
                      <a:lnTo>
                        <a:pt x="342" y="504"/>
                      </a:lnTo>
                      <a:lnTo>
                        <a:pt x="348" y="522"/>
                      </a:lnTo>
                      <a:lnTo>
                        <a:pt x="366" y="522"/>
                      </a:lnTo>
                      <a:lnTo>
                        <a:pt x="366" y="528"/>
                      </a:lnTo>
                      <a:lnTo>
                        <a:pt x="372" y="534"/>
                      </a:lnTo>
                      <a:lnTo>
                        <a:pt x="384" y="558"/>
                      </a:lnTo>
                      <a:lnTo>
                        <a:pt x="396" y="570"/>
                      </a:lnTo>
                      <a:lnTo>
                        <a:pt x="408" y="570"/>
                      </a:lnTo>
                      <a:lnTo>
                        <a:pt x="414" y="576"/>
                      </a:lnTo>
                      <a:lnTo>
                        <a:pt x="426" y="582"/>
                      </a:lnTo>
                      <a:lnTo>
                        <a:pt x="432" y="588"/>
                      </a:lnTo>
                      <a:lnTo>
                        <a:pt x="432" y="600"/>
                      </a:lnTo>
                      <a:lnTo>
                        <a:pt x="426" y="606"/>
                      </a:lnTo>
                      <a:lnTo>
                        <a:pt x="420" y="606"/>
                      </a:lnTo>
                      <a:lnTo>
                        <a:pt x="414" y="612"/>
                      </a:lnTo>
                      <a:lnTo>
                        <a:pt x="408" y="612"/>
                      </a:lnTo>
                      <a:lnTo>
                        <a:pt x="432" y="636"/>
                      </a:lnTo>
                      <a:lnTo>
                        <a:pt x="456" y="648"/>
                      </a:lnTo>
                      <a:lnTo>
                        <a:pt x="462" y="654"/>
                      </a:lnTo>
                      <a:lnTo>
                        <a:pt x="468" y="654"/>
                      </a:lnTo>
                      <a:lnTo>
                        <a:pt x="450" y="690"/>
                      </a:lnTo>
                      <a:lnTo>
                        <a:pt x="456" y="690"/>
                      </a:lnTo>
                      <a:lnTo>
                        <a:pt x="468" y="702"/>
                      </a:lnTo>
                      <a:lnTo>
                        <a:pt x="468" y="708"/>
                      </a:lnTo>
                      <a:lnTo>
                        <a:pt x="456" y="720"/>
                      </a:lnTo>
                      <a:lnTo>
                        <a:pt x="450" y="720"/>
                      </a:lnTo>
                      <a:lnTo>
                        <a:pt x="450" y="762"/>
                      </a:lnTo>
                      <a:lnTo>
                        <a:pt x="456" y="762"/>
                      </a:lnTo>
                      <a:lnTo>
                        <a:pt x="468" y="774"/>
                      </a:lnTo>
                      <a:lnTo>
                        <a:pt x="480" y="798"/>
                      </a:lnTo>
                      <a:lnTo>
                        <a:pt x="480" y="804"/>
                      </a:lnTo>
                      <a:lnTo>
                        <a:pt x="468" y="816"/>
                      </a:lnTo>
                      <a:lnTo>
                        <a:pt x="462" y="816"/>
                      </a:lnTo>
                      <a:lnTo>
                        <a:pt x="462" y="828"/>
                      </a:lnTo>
                      <a:lnTo>
                        <a:pt x="468" y="834"/>
                      </a:lnTo>
                      <a:lnTo>
                        <a:pt x="468" y="864"/>
                      </a:lnTo>
                      <a:lnTo>
                        <a:pt x="474" y="870"/>
                      </a:lnTo>
                      <a:lnTo>
                        <a:pt x="474" y="900"/>
                      </a:lnTo>
                      <a:lnTo>
                        <a:pt x="462" y="894"/>
                      </a:lnTo>
                      <a:lnTo>
                        <a:pt x="444" y="894"/>
                      </a:lnTo>
                      <a:lnTo>
                        <a:pt x="438" y="900"/>
                      </a:lnTo>
                      <a:lnTo>
                        <a:pt x="438" y="918"/>
                      </a:lnTo>
                      <a:lnTo>
                        <a:pt x="408" y="918"/>
                      </a:lnTo>
                      <a:lnTo>
                        <a:pt x="408" y="942"/>
                      </a:lnTo>
                      <a:lnTo>
                        <a:pt x="366" y="942"/>
                      </a:lnTo>
                      <a:lnTo>
                        <a:pt x="366" y="966"/>
                      </a:lnTo>
                      <a:lnTo>
                        <a:pt x="378" y="990"/>
                      </a:lnTo>
                      <a:lnTo>
                        <a:pt x="396" y="1008"/>
                      </a:lnTo>
                      <a:lnTo>
                        <a:pt x="396" y="1020"/>
                      </a:lnTo>
                      <a:lnTo>
                        <a:pt x="390" y="1014"/>
                      </a:lnTo>
                      <a:lnTo>
                        <a:pt x="378" y="1008"/>
                      </a:lnTo>
                      <a:lnTo>
                        <a:pt x="372" y="1002"/>
                      </a:lnTo>
                      <a:lnTo>
                        <a:pt x="360" y="996"/>
                      </a:lnTo>
                      <a:lnTo>
                        <a:pt x="348" y="996"/>
                      </a:lnTo>
                      <a:lnTo>
                        <a:pt x="342" y="1002"/>
                      </a:lnTo>
                      <a:lnTo>
                        <a:pt x="342" y="1008"/>
                      </a:lnTo>
                      <a:lnTo>
                        <a:pt x="306" y="1008"/>
                      </a:lnTo>
                      <a:lnTo>
                        <a:pt x="312" y="1014"/>
                      </a:lnTo>
                      <a:lnTo>
                        <a:pt x="318" y="1014"/>
                      </a:lnTo>
                      <a:lnTo>
                        <a:pt x="324" y="1020"/>
                      </a:lnTo>
                      <a:lnTo>
                        <a:pt x="324" y="1026"/>
                      </a:lnTo>
                      <a:lnTo>
                        <a:pt x="312" y="1032"/>
                      </a:lnTo>
                      <a:lnTo>
                        <a:pt x="294" y="1032"/>
                      </a:lnTo>
                      <a:lnTo>
                        <a:pt x="276" y="1038"/>
                      </a:lnTo>
                      <a:lnTo>
                        <a:pt x="270" y="1050"/>
                      </a:lnTo>
                      <a:lnTo>
                        <a:pt x="270" y="1056"/>
                      </a:lnTo>
                      <a:lnTo>
                        <a:pt x="288" y="1074"/>
                      </a:lnTo>
                      <a:lnTo>
                        <a:pt x="300" y="1080"/>
                      </a:lnTo>
                      <a:lnTo>
                        <a:pt x="306" y="1086"/>
                      </a:lnTo>
                      <a:lnTo>
                        <a:pt x="312" y="1086"/>
                      </a:lnTo>
                      <a:lnTo>
                        <a:pt x="294" y="1104"/>
                      </a:lnTo>
                      <a:lnTo>
                        <a:pt x="294" y="1110"/>
                      </a:lnTo>
                      <a:lnTo>
                        <a:pt x="300" y="1116"/>
                      </a:lnTo>
                      <a:lnTo>
                        <a:pt x="300" y="1128"/>
                      </a:lnTo>
                      <a:lnTo>
                        <a:pt x="306" y="1140"/>
                      </a:lnTo>
                      <a:lnTo>
                        <a:pt x="306" y="1152"/>
                      </a:lnTo>
                      <a:lnTo>
                        <a:pt x="312" y="1158"/>
                      </a:lnTo>
                      <a:lnTo>
                        <a:pt x="294" y="1176"/>
                      </a:lnTo>
                      <a:lnTo>
                        <a:pt x="294" y="1188"/>
                      </a:lnTo>
                      <a:lnTo>
                        <a:pt x="306" y="1194"/>
                      </a:lnTo>
                      <a:lnTo>
                        <a:pt x="318" y="1194"/>
                      </a:lnTo>
                      <a:lnTo>
                        <a:pt x="330" y="1188"/>
                      </a:lnTo>
                      <a:lnTo>
                        <a:pt x="354" y="1164"/>
                      </a:lnTo>
                      <a:lnTo>
                        <a:pt x="366" y="1158"/>
                      </a:lnTo>
                      <a:lnTo>
                        <a:pt x="378" y="1158"/>
                      </a:lnTo>
                      <a:lnTo>
                        <a:pt x="384" y="1134"/>
                      </a:lnTo>
                      <a:lnTo>
                        <a:pt x="384" y="1110"/>
                      </a:lnTo>
                      <a:lnTo>
                        <a:pt x="396" y="1110"/>
                      </a:lnTo>
                      <a:lnTo>
                        <a:pt x="402" y="1116"/>
                      </a:lnTo>
                      <a:lnTo>
                        <a:pt x="414" y="1116"/>
                      </a:lnTo>
                      <a:lnTo>
                        <a:pt x="426" y="1104"/>
                      </a:lnTo>
                      <a:lnTo>
                        <a:pt x="426" y="1092"/>
                      </a:lnTo>
                      <a:lnTo>
                        <a:pt x="420" y="1086"/>
                      </a:lnTo>
                      <a:lnTo>
                        <a:pt x="414" y="1074"/>
                      </a:lnTo>
                      <a:lnTo>
                        <a:pt x="408" y="1068"/>
                      </a:lnTo>
                      <a:lnTo>
                        <a:pt x="408" y="1062"/>
                      </a:lnTo>
                      <a:lnTo>
                        <a:pt x="414" y="1056"/>
                      </a:lnTo>
                      <a:lnTo>
                        <a:pt x="426" y="1056"/>
                      </a:lnTo>
                      <a:lnTo>
                        <a:pt x="438" y="1050"/>
                      </a:lnTo>
                      <a:lnTo>
                        <a:pt x="444" y="1044"/>
                      </a:lnTo>
                      <a:lnTo>
                        <a:pt x="450" y="1044"/>
                      </a:lnTo>
                      <a:lnTo>
                        <a:pt x="456" y="1050"/>
                      </a:lnTo>
                      <a:lnTo>
                        <a:pt x="468" y="1050"/>
                      </a:lnTo>
                      <a:lnTo>
                        <a:pt x="480" y="1044"/>
                      </a:lnTo>
                      <a:lnTo>
                        <a:pt x="498" y="1038"/>
                      </a:lnTo>
                      <a:lnTo>
                        <a:pt x="546" y="1014"/>
                      </a:lnTo>
                      <a:lnTo>
                        <a:pt x="582" y="978"/>
                      </a:lnTo>
                      <a:lnTo>
                        <a:pt x="588" y="960"/>
                      </a:lnTo>
                      <a:lnTo>
                        <a:pt x="594" y="936"/>
                      </a:lnTo>
                      <a:lnTo>
                        <a:pt x="606" y="876"/>
                      </a:lnTo>
                      <a:lnTo>
                        <a:pt x="606" y="846"/>
                      </a:lnTo>
                      <a:lnTo>
                        <a:pt x="600" y="834"/>
                      </a:lnTo>
                      <a:lnTo>
                        <a:pt x="576" y="810"/>
                      </a:lnTo>
                      <a:lnTo>
                        <a:pt x="594" y="804"/>
                      </a:lnTo>
                      <a:lnTo>
                        <a:pt x="594" y="774"/>
                      </a:lnTo>
                      <a:lnTo>
                        <a:pt x="588" y="756"/>
                      </a:lnTo>
                      <a:lnTo>
                        <a:pt x="588" y="744"/>
                      </a:lnTo>
                      <a:lnTo>
                        <a:pt x="570" y="708"/>
                      </a:lnTo>
                      <a:lnTo>
                        <a:pt x="564" y="690"/>
                      </a:lnTo>
                      <a:lnTo>
                        <a:pt x="558" y="684"/>
                      </a:lnTo>
                      <a:lnTo>
                        <a:pt x="552" y="672"/>
                      </a:lnTo>
                      <a:lnTo>
                        <a:pt x="558" y="666"/>
                      </a:lnTo>
                      <a:lnTo>
                        <a:pt x="558" y="642"/>
                      </a:lnTo>
                      <a:lnTo>
                        <a:pt x="522" y="606"/>
                      </a:lnTo>
                      <a:lnTo>
                        <a:pt x="486" y="576"/>
                      </a:lnTo>
                      <a:lnTo>
                        <a:pt x="456" y="552"/>
                      </a:lnTo>
                      <a:lnTo>
                        <a:pt x="432" y="534"/>
                      </a:lnTo>
                      <a:lnTo>
                        <a:pt x="420" y="528"/>
                      </a:lnTo>
                      <a:lnTo>
                        <a:pt x="402" y="516"/>
                      </a:lnTo>
                      <a:lnTo>
                        <a:pt x="390" y="510"/>
                      </a:lnTo>
                      <a:lnTo>
                        <a:pt x="384" y="504"/>
                      </a:lnTo>
                      <a:lnTo>
                        <a:pt x="384" y="468"/>
                      </a:lnTo>
                      <a:lnTo>
                        <a:pt x="336" y="420"/>
                      </a:lnTo>
                      <a:lnTo>
                        <a:pt x="306" y="384"/>
                      </a:lnTo>
                      <a:lnTo>
                        <a:pt x="288" y="354"/>
                      </a:lnTo>
                      <a:lnTo>
                        <a:pt x="282" y="336"/>
                      </a:lnTo>
                      <a:lnTo>
                        <a:pt x="282" y="318"/>
                      </a:lnTo>
                      <a:lnTo>
                        <a:pt x="276" y="306"/>
                      </a:lnTo>
                      <a:lnTo>
                        <a:pt x="276" y="282"/>
                      </a:lnTo>
                      <a:lnTo>
                        <a:pt x="282" y="276"/>
                      </a:lnTo>
                      <a:lnTo>
                        <a:pt x="294" y="252"/>
                      </a:lnTo>
                      <a:lnTo>
                        <a:pt x="294" y="240"/>
                      </a:lnTo>
                      <a:lnTo>
                        <a:pt x="300" y="240"/>
                      </a:lnTo>
                      <a:lnTo>
                        <a:pt x="312" y="228"/>
                      </a:lnTo>
                      <a:lnTo>
                        <a:pt x="324" y="222"/>
                      </a:lnTo>
                      <a:lnTo>
                        <a:pt x="336" y="210"/>
                      </a:lnTo>
                      <a:lnTo>
                        <a:pt x="336" y="204"/>
                      </a:lnTo>
                      <a:lnTo>
                        <a:pt x="342" y="198"/>
                      </a:lnTo>
                      <a:lnTo>
                        <a:pt x="372" y="198"/>
                      </a:lnTo>
                      <a:lnTo>
                        <a:pt x="384" y="186"/>
                      </a:lnTo>
                      <a:lnTo>
                        <a:pt x="390" y="174"/>
                      </a:lnTo>
                      <a:lnTo>
                        <a:pt x="390" y="156"/>
                      </a:lnTo>
                      <a:lnTo>
                        <a:pt x="396" y="144"/>
                      </a:lnTo>
                      <a:lnTo>
                        <a:pt x="390" y="144"/>
                      </a:lnTo>
                      <a:lnTo>
                        <a:pt x="384" y="138"/>
                      </a:lnTo>
                      <a:lnTo>
                        <a:pt x="354" y="138"/>
                      </a:lnTo>
                      <a:lnTo>
                        <a:pt x="342" y="132"/>
                      </a:lnTo>
                      <a:lnTo>
                        <a:pt x="336" y="120"/>
                      </a:lnTo>
                      <a:lnTo>
                        <a:pt x="330" y="114"/>
                      </a:lnTo>
                      <a:lnTo>
                        <a:pt x="312" y="114"/>
                      </a:lnTo>
                      <a:lnTo>
                        <a:pt x="312" y="96"/>
                      </a:lnTo>
                      <a:lnTo>
                        <a:pt x="300" y="90"/>
                      </a:lnTo>
                      <a:lnTo>
                        <a:pt x="294" y="72"/>
                      </a:lnTo>
                      <a:lnTo>
                        <a:pt x="312" y="54"/>
                      </a:lnTo>
                      <a:lnTo>
                        <a:pt x="312" y="48"/>
                      </a:lnTo>
                      <a:lnTo>
                        <a:pt x="306" y="42"/>
                      </a:lnTo>
                      <a:lnTo>
                        <a:pt x="276" y="42"/>
                      </a:lnTo>
                      <a:lnTo>
                        <a:pt x="264" y="30"/>
                      </a:lnTo>
                      <a:lnTo>
                        <a:pt x="234" y="36"/>
                      </a:lnTo>
                      <a:lnTo>
                        <a:pt x="204" y="0"/>
                      </a:lnTo>
                      <a:lnTo>
                        <a:pt x="198" y="0"/>
                      </a:lnTo>
                      <a:lnTo>
                        <a:pt x="192" y="6"/>
                      </a:lnTo>
                      <a:lnTo>
                        <a:pt x="180" y="12"/>
                      </a:lnTo>
                      <a:lnTo>
                        <a:pt x="174" y="18"/>
                      </a:lnTo>
                      <a:lnTo>
                        <a:pt x="174" y="30"/>
                      </a:lnTo>
                      <a:lnTo>
                        <a:pt x="168" y="42"/>
                      </a:lnTo>
                      <a:lnTo>
                        <a:pt x="168" y="48"/>
                      </a:lnTo>
                      <a:lnTo>
                        <a:pt x="150" y="48"/>
                      </a:lnTo>
                      <a:lnTo>
                        <a:pt x="144" y="54"/>
                      </a:lnTo>
                      <a:lnTo>
                        <a:pt x="138" y="48"/>
                      </a:lnTo>
                      <a:lnTo>
                        <a:pt x="120" y="48"/>
                      </a:lnTo>
                      <a:lnTo>
                        <a:pt x="132" y="60"/>
                      </a:lnTo>
                      <a:lnTo>
                        <a:pt x="132" y="72"/>
                      </a:lnTo>
                      <a:lnTo>
                        <a:pt x="114" y="72"/>
                      </a:lnTo>
                      <a:lnTo>
                        <a:pt x="108" y="66"/>
                      </a:lnTo>
                      <a:lnTo>
                        <a:pt x="96" y="48"/>
                      </a:lnTo>
                      <a:lnTo>
                        <a:pt x="90" y="48"/>
                      </a:lnTo>
                      <a:lnTo>
                        <a:pt x="90" y="66"/>
                      </a:lnTo>
                      <a:lnTo>
                        <a:pt x="72" y="48"/>
                      </a:lnTo>
                      <a:lnTo>
                        <a:pt x="66" y="54"/>
                      </a:lnTo>
                      <a:lnTo>
                        <a:pt x="60" y="66"/>
                      </a:lnTo>
                      <a:lnTo>
                        <a:pt x="54" y="72"/>
                      </a:lnTo>
                      <a:lnTo>
                        <a:pt x="42" y="72"/>
                      </a:lnTo>
                      <a:lnTo>
                        <a:pt x="18" y="48"/>
                      </a:lnTo>
                      <a:lnTo>
                        <a:pt x="6" y="48"/>
                      </a:lnTo>
                      <a:close/>
                    </a:path>
                  </a:pathLst>
                </a:custGeom>
                <a:solidFill>
                  <a:srgbClr val="572772"/>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177" name="Venezuela" descr="© INSCALE GmbH, 05.05.2010&#10;http://www.presentationload.com/">
                  <a:extLst>
                    <a:ext uri="{FF2B5EF4-FFF2-40B4-BE49-F238E27FC236}">
                      <a16:creationId xmlns:a16="http://schemas.microsoft.com/office/drawing/2014/main" id="{7B9A2397-BF79-46AE-A9A3-F2DA132B4113}"/>
                    </a:ext>
                  </a:extLst>
                </p:cNvPr>
                <p:cNvSpPr>
                  <a:spLocks noEditPoints="1"/>
                </p:cNvSpPr>
                <p:nvPr/>
              </p:nvSpPr>
              <p:spPr bwMode="gray">
                <a:xfrm>
                  <a:off x="3260276" y="3434698"/>
                  <a:ext cx="431013" cy="420417"/>
                </a:xfrm>
                <a:custGeom>
                  <a:avLst/>
                  <a:gdLst>
                    <a:gd name="T0" fmla="*/ 2147483647 w 954"/>
                    <a:gd name="T1" fmla="*/ 2147483647 h 930"/>
                    <a:gd name="T2" fmla="*/ 2147483647 w 954"/>
                    <a:gd name="T3" fmla="*/ 2147483647 h 930"/>
                    <a:gd name="T4" fmla="*/ 2147483647 w 954"/>
                    <a:gd name="T5" fmla="*/ 2147483647 h 930"/>
                    <a:gd name="T6" fmla="*/ 2147483647 w 954"/>
                    <a:gd name="T7" fmla="*/ 2147483647 h 930"/>
                    <a:gd name="T8" fmla="*/ 2147483647 w 954"/>
                    <a:gd name="T9" fmla="*/ 2147483647 h 930"/>
                    <a:gd name="T10" fmla="*/ 2147483647 w 954"/>
                    <a:gd name="T11" fmla="*/ 2147483647 h 930"/>
                    <a:gd name="T12" fmla="*/ 2147483647 w 954"/>
                    <a:gd name="T13" fmla="*/ 2147483647 h 930"/>
                    <a:gd name="T14" fmla="*/ 2147483647 w 954"/>
                    <a:gd name="T15" fmla="*/ 2147483647 h 930"/>
                    <a:gd name="T16" fmla="*/ 2147483647 w 954"/>
                    <a:gd name="T17" fmla="*/ 2147483647 h 930"/>
                    <a:gd name="T18" fmla="*/ 2147483647 w 954"/>
                    <a:gd name="T19" fmla="*/ 2147483647 h 930"/>
                    <a:gd name="T20" fmla="*/ 2147483647 w 954"/>
                    <a:gd name="T21" fmla="*/ 2147483647 h 930"/>
                    <a:gd name="T22" fmla="*/ 2147483647 w 954"/>
                    <a:gd name="T23" fmla="*/ 2147483647 h 930"/>
                    <a:gd name="T24" fmla="*/ 2147483647 w 954"/>
                    <a:gd name="T25" fmla="*/ 2147483647 h 930"/>
                    <a:gd name="T26" fmla="*/ 2147483647 w 954"/>
                    <a:gd name="T27" fmla="*/ 2147483647 h 930"/>
                    <a:gd name="T28" fmla="*/ 2147483647 w 954"/>
                    <a:gd name="T29" fmla="*/ 2147483647 h 930"/>
                    <a:gd name="T30" fmla="*/ 2147483647 w 954"/>
                    <a:gd name="T31" fmla="*/ 2147483647 h 930"/>
                    <a:gd name="T32" fmla="*/ 2147483647 w 954"/>
                    <a:gd name="T33" fmla="*/ 2147483647 h 930"/>
                    <a:gd name="T34" fmla="*/ 2147483647 w 954"/>
                    <a:gd name="T35" fmla="*/ 2147483647 h 930"/>
                    <a:gd name="T36" fmla="*/ 2147483647 w 954"/>
                    <a:gd name="T37" fmla="*/ 2147483647 h 930"/>
                    <a:gd name="T38" fmla="*/ 2147483647 w 954"/>
                    <a:gd name="T39" fmla="*/ 2147483647 h 930"/>
                    <a:gd name="T40" fmla="*/ 2147483647 w 954"/>
                    <a:gd name="T41" fmla="*/ 2147483647 h 930"/>
                    <a:gd name="T42" fmla="*/ 2147483647 w 954"/>
                    <a:gd name="T43" fmla="*/ 2147483647 h 930"/>
                    <a:gd name="T44" fmla="*/ 2147483647 w 954"/>
                    <a:gd name="T45" fmla="*/ 2147483647 h 930"/>
                    <a:gd name="T46" fmla="*/ 2147483647 w 954"/>
                    <a:gd name="T47" fmla="*/ 2147483647 h 930"/>
                    <a:gd name="T48" fmla="*/ 2147483647 w 954"/>
                    <a:gd name="T49" fmla="*/ 2147483647 h 930"/>
                    <a:gd name="T50" fmla="*/ 0 w 954"/>
                    <a:gd name="T51" fmla="*/ 2147483647 h 930"/>
                    <a:gd name="T52" fmla="*/ 2147483647 w 954"/>
                    <a:gd name="T53" fmla="*/ 2147483647 h 930"/>
                    <a:gd name="T54" fmla="*/ 2147483647 w 954"/>
                    <a:gd name="T55" fmla="*/ 2147483647 h 930"/>
                    <a:gd name="T56" fmla="*/ 2147483647 w 954"/>
                    <a:gd name="T57" fmla="*/ 2147483647 h 930"/>
                    <a:gd name="T58" fmla="*/ 2147483647 w 954"/>
                    <a:gd name="T59" fmla="*/ 2147483647 h 930"/>
                    <a:gd name="T60" fmla="*/ 2147483647 w 954"/>
                    <a:gd name="T61" fmla="*/ 2147483647 h 930"/>
                    <a:gd name="T62" fmla="*/ 2147483647 w 954"/>
                    <a:gd name="T63" fmla="*/ 2147483647 h 930"/>
                    <a:gd name="T64" fmla="*/ 2147483647 w 954"/>
                    <a:gd name="T65" fmla="*/ 2147483647 h 930"/>
                    <a:gd name="T66" fmla="*/ 2147483647 w 954"/>
                    <a:gd name="T67" fmla="*/ 2147483647 h 930"/>
                    <a:gd name="T68" fmla="*/ 2147483647 w 954"/>
                    <a:gd name="T69" fmla="*/ 2147483647 h 930"/>
                    <a:gd name="T70" fmla="*/ 2147483647 w 954"/>
                    <a:gd name="T71" fmla="*/ 2147483647 h 930"/>
                    <a:gd name="T72" fmla="*/ 2147483647 w 954"/>
                    <a:gd name="T73" fmla="*/ 2147483647 h 930"/>
                    <a:gd name="T74" fmla="*/ 2147483647 w 954"/>
                    <a:gd name="T75" fmla="*/ 2147483647 h 930"/>
                    <a:gd name="T76" fmla="*/ 2147483647 w 954"/>
                    <a:gd name="T77" fmla="*/ 2147483647 h 930"/>
                    <a:gd name="T78" fmla="*/ 2147483647 w 954"/>
                    <a:gd name="T79" fmla="*/ 2147483647 h 930"/>
                    <a:gd name="T80" fmla="*/ 2147483647 w 954"/>
                    <a:gd name="T81" fmla="*/ 2147483647 h 930"/>
                    <a:gd name="T82" fmla="*/ 2147483647 w 954"/>
                    <a:gd name="T83" fmla="*/ 2147483647 h 930"/>
                    <a:gd name="T84" fmla="*/ 2147483647 w 954"/>
                    <a:gd name="T85" fmla="*/ 2147483647 h 930"/>
                    <a:gd name="T86" fmla="*/ 2147483647 w 954"/>
                    <a:gd name="T87" fmla="*/ 2147483647 h 930"/>
                    <a:gd name="T88" fmla="*/ 2147483647 w 954"/>
                    <a:gd name="T89" fmla="*/ 2147483647 h 930"/>
                    <a:gd name="T90" fmla="*/ 2147483647 w 954"/>
                    <a:gd name="T91" fmla="*/ 2147483647 h 930"/>
                    <a:gd name="T92" fmla="*/ 2147483647 w 954"/>
                    <a:gd name="T93" fmla="*/ 2147483647 h 930"/>
                    <a:gd name="T94" fmla="*/ 2147483647 w 954"/>
                    <a:gd name="T95" fmla="*/ 2147483647 h 930"/>
                    <a:gd name="T96" fmla="*/ 2147483647 w 954"/>
                    <a:gd name="T97" fmla="*/ 2147483647 h 930"/>
                    <a:gd name="T98" fmla="*/ 2147483647 w 954"/>
                    <a:gd name="T99" fmla="*/ 2147483647 h 930"/>
                    <a:gd name="T100" fmla="*/ 2147483647 w 954"/>
                    <a:gd name="T101" fmla="*/ 2147483647 h 930"/>
                    <a:gd name="T102" fmla="*/ 2147483647 w 954"/>
                    <a:gd name="T103" fmla="*/ 2147483647 h 930"/>
                    <a:gd name="T104" fmla="*/ 2147483647 w 954"/>
                    <a:gd name="T105" fmla="*/ 2147483647 h 930"/>
                    <a:gd name="T106" fmla="*/ 2147483647 w 954"/>
                    <a:gd name="T107" fmla="*/ 2147483647 h 930"/>
                    <a:gd name="T108" fmla="*/ 2147483647 w 954"/>
                    <a:gd name="T109" fmla="*/ 2147483647 h 930"/>
                    <a:gd name="T110" fmla="*/ 2147483647 w 954"/>
                    <a:gd name="T111" fmla="*/ 2147483647 h 930"/>
                    <a:gd name="T112" fmla="*/ 2147483647 w 954"/>
                    <a:gd name="T113" fmla="*/ 2147483647 h 930"/>
                    <a:gd name="T114" fmla="*/ 2147483647 w 954"/>
                    <a:gd name="T115" fmla="*/ 2147483647 h 930"/>
                    <a:gd name="T116" fmla="*/ 2147483647 w 954"/>
                    <a:gd name="T117" fmla="*/ 2147483647 h 930"/>
                    <a:gd name="T118" fmla="*/ 2147483647 w 954"/>
                    <a:gd name="T119" fmla="*/ 2147483647 h 930"/>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954"/>
                    <a:gd name="T181" fmla="*/ 0 h 930"/>
                    <a:gd name="T182" fmla="*/ 954 w 954"/>
                    <a:gd name="T183" fmla="*/ 930 h 930"/>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954" h="930">
                      <a:moveTo>
                        <a:pt x="264" y="42"/>
                      </a:moveTo>
                      <a:lnTo>
                        <a:pt x="264" y="12"/>
                      </a:lnTo>
                      <a:lnTo>
                        <a:pt x="252" y="0"/>
                      </a:lnTo>
                      <a:lnTo>
                        <a:pt x="234" y="0"/>
                      </a:lnTo>
                      <a:lnTo>
                        <a:pt x="228" y="6"/>
                      </a:lnTo>
                      <a:lnTo>
                        <a:pt x="228" y="18"/>
                      </a:lnTo>
                      <a:lnTo>
                        <a:pt x="234" y="24"/>
                      </a:lnTo>
                      <a:lnTo>
                        <a:pt x="234" y="36"/>
                      </a:lnTo>
                      <a:lnTo>
                        <a:pt x="240" y="42"/>
                      </a:lnTo>
                      <a:lnTo>
                        <a:pt x="264" y="42"/>
                      </a:lnTo>
                      <a:close/>
                      <a:moveTo>
                        <a:pt x="936" y="276"/>
                      </a:moveTo>
                      <a:lnTo>
                        <a:pt x="930" y="276"/>
                      </a:lnTo>
                      <a:lnTo>
                        <a:pt x="924" y="282"/>
                      </a:lnTo>
                      <a:lnTo>
                        <a:pt x="912" y="288"/>
                      </a:lnTo>
                      <a:lnTo>
                        <a:pt x="906" y="294"/>
                      </a:lnTo>
                      <a:lnTo>
                        <a:pt x="900" y="288"/>
                      </a:lnTo>
                      <a:lnTo>
                        <a:pt x="888" y="288"/>
                      </a:lnTo>
                      <a:lnTo>
                        <a:pt x="882" y="282"/>
                      </a:lnTo>
                      <a:lnTo>
                        <a:pt x="876" y="282"/>
                      </a:lnTo>
                      <a:lnTo>
                        <a:pt x="852" y="306"/>
                      </a:lnTo>
                      <a:lnTo>
                        <a:pt x="822" y="282"/>
                      </a:lnTo>
                      <a:lnTo>
                        <a:pt x="846" y="282"/>
                      </a:lnTo>
                      <a:lnTo>
                        <a:pt x="858" y="276"/>
                      </a:lnTo>
                      <a:lnTo>
                        <a:pt x="864" y="276"/>
                      </a:lnTo>
                      <a:lnTo>
                        <a:pt x="870" y="264"/>
                      </a:lnTo>
                      <a:lnTo>
                        <a:pt x="870" y="246"/>
                      </a:lnTo>
                      <a:lnTo>
                        <a:pt x="882" y="234"/>
                      </a:lnTo>
                      <a:lnTo>
                        <a:pt x="888" y="222"/>
                      </a:lnTo>
                      <a:lnTo>
                        <a:pt x="876" y="210"/>
                      </a:lnTo>
                      <a:lnTo>
                        <a:pt x="846" y="210"/>
                      </a:lnTo>
                      <a:lnTo>
                        <a:pt x="846" y="204"/>
                      </a:lnTo>
                      <a:lnTo>
                        <a:pt x="840" y="198"/>
                      </a:lnTo>
                      <a:lnTo>
                        <a:pt x="840" y="192"/>
                      </a:lnTo>
                      <a:lnTo>
                        <a:pt x="834" y="186"/>
                      </a:lnTo>
                      <a:lnTo>
                        <a:pt x="828" y="186"/>
                      </a:lnTo>
                      <a:lnTo>
                        <a:pt x="822" y="192"/>
                      </a:lnTo>
                      <a:lnTo>
                        <a:pt x="822" y="210"/>
                      </a:lnTo>
                      <a:lnTo>
                        <a:pt x="816" y="198"/>
                      </a:lnTo>
                      <a:lnTo>
                        <a:pt x="816" y="180"/>
                      </a:lnTo>
                      <a:lnTo>
                        <a:pt x="792" y="180"/>
                      </a:lnTo>
                      <a:lnTo>
                        <a:pt x="786" y="210"/>
                      </a:lnTo>
                      <a:lnTo>
                        <a:pt x="780" y="204"/>
                      </a:lnTo>
                      <a:lnTo>
                        <a:pt x="774" y="192"/>
                      </a:lnTo>
                      <a:lnTo>
                        <a:pt x="774" y="186"/>
                      </a:lnTo>
                      <a:lnTo>
                        <a:pt x="768" y="180"/>
                      </a:lnTo>
                      <a:lnTo>
                        <a:pt x="768" y="156"/>
                      </a:lnTo>
                      <a:lnTo>
                        <a:pt x="738" y="168"/>
                      </a:lnTo>
                      <a:lnTo>
                        <a:pt x="744" y="162"/>
                      </a:lnTo>
                      <a:lnTo>
                        <a:pt x="756" y="156"/>
                      </a:lnTo>
                      <a:lnTo>
                        <a:pt x="762" y="156"/>
                      </a:lnTo>
                      <a:lnTo>
                        <a:pt x="762" y="144"/>
                      </a:lnTo>
                      <a:lnTo>
                        <a:pt x="750" y="138"/>
                      </a:lnTo>
                      <a:lnTo>
                        <a:pt x="744" y="138"/>
                      </a:lnTo>
                      <a:lnTo>
                        <a:pt x="744" y="132"/>
                      </a:lnTo>
                      <a:lnTo>
                        <a:pt x="750" y="132"/>
                      </a:lnTo>
                      <a:lnTo>
                        <a:pt x="762" y="126"/>
                      </a:lnTo>
                      <a:lnTo>
                        <a:pt x="774" y="126"/>
                      </a:lnTo>
                      <a:lnTo>
                        <a:pt x="792" y="120"/>
                      </a:lnTo>
                      <a:lnTo>
                        <a:pt x="804" y="120"/>
                      </a:lnTo>
                      <a:lnTo>
                        <a:pt x="810" y="114"/>
                      </a:lnTo>
                      <a:lnTo>
                        <a:pt x="726" y="114"/>
                      </a:lnTo>
                      <a:lnTo>
                        <a:pt x="690" y="120"/>
                      </a:lnTo>
                      <a:lnTo>
                        <a:pt x="678" y="120"/>
                      </a:lnTo>
                      <a:lnTo>
                        <a:pt x="690" y="132"/>
                      </a:lnTo>
                      <a:lnTo>
                        <a:pt x="678" y="132"/>
                      </a:lnTo>
                      <a:lnTo>
                        <a:pt x="666" y="138"/>
                      </a:lnTo>
                      <a:lnTo>
                        <a:pt x="654" y="138"/>
                      </a:lnTo>
                      <a:lnTo>
                        <a:pt x="642" y="144"/>
                      </a:lnTo>
                      <a:lnTo>
                        <a:pt x="636" y="144"/>
                      </a:lnTo>
                      <a:lnTo>
                        <a:pt x="624" y="150"/>
                      </a:lnTo>
                      <a:lnTo>
                        <a:pt x="606" y="168"/>
                      </a:lnTo>
                      <a:lnTo>
                        <a:pt x="594" y="174"/>
                      </a:lnTo>
                      <a:lnTo>
                        <a:pt x="576" y="174"/>
                      </a:lnTo>
                      <a:lnTo>
                        <a:pt x="564" y="162"/>
                      </a:lnTo>
                      <a:lnTo>
                        <a:pt x="546" y="156"/>
                      </a:lnTo>
                      <a:lnTo>
                        <a:pt x="534" y="144"/>
                      </a:lnTo>
                      <a:lnTo>
                        <a:pt x="522" y="138"/>
                      </a:lnTo>
                      <a:lnTo>
                        <a:pt x="510" y="126"/>
                      </a:lnTo>
                      <a:lnTo>
                        <a:pt x="492" y="126"/>
                      </a:lnTo>
                      <a:lnTo>
                        <a:pt x="450" y="132"/>
                      </a:lnTo>
                      <a:lnTo>
                        <a:pt x="372" y="132"/>
                      </a:lnTo>
                      <a:lnTo>
                        <a:pt x="360" y="120"/>
                      </a:lnTo>
                      <a:lnTo>
                        <a:pt x="354" y="108"/>
                      </a:lnTo>
                      <a:lnTo>
                        <a:pt x="354" y="84"/>
                      </a:lnTo>
                      <a:lnTo>
                        <a:pt x="348" y="72"/>
                      </a:lnTo>
                      <a:lnTo>
                        <a:pt x="336" y="60"/>
                      </a:lnTo>
                      <a:lnTo>
                        <a:pt x="324" y="54"/>
                      </a:lnTo>
                      <a:lnTo>
                        <a:pt x="276" y="54"/>
                      </a:lnTo>
                      <a:lnTo>
                        <a:pt x="240" y="60"/>
                      </a:lnTo>
                      <a:lnTo>
                        <a:pt x="222" y="72"/>
                      </a:lnTo>
                      <a:lnTo>
                        <a:pt x="210" y="78"/>
                      </a:lnTo>
                      <a:lnTo>
                        <a:pt x="204" y="78"/>
                      </a:lnTo>
                      <a:lnTo>
                        <a:pt x="180" y="90"/>
                      </a:lnTo>
                      <a:lnTo>
                        <a:pt x="162" y="96"/>
                      </a:lnTo>
                      <a:lnTo>
                        <a:pt x="144" y="108"/>
                      </a:lnTo>
                      <a:lnTo>
                        <a:pt x="138" y="120"/>
                      </a:lnTo>
                      <a:lnTo>
                        <a:pt x="138" y="144"/>
                      </a:lnTo>
                      <a:lnTo>
                        <a:pt x="150" y="168"/>
                      </a:lnTo>
                      <a:lnTo>
                        <a:pt x="156" y="186"/>
                      </a:lnTo>
                      <a:lnTo>
                        <a:pt x="162" y="198"/>
                      </a:lnTo>
                      <a:lnTo>
                        <a:pt x="156" y="210"/>
                      </a:lnTo>
                      <a:lnTo>
                        <a:pt x="150" y="228"/>
                      </a:lnTo>
                      <a:lnTo>
                        <a:pt x="138" y="234"/>
                      </a:lnTo>
                      <a:lnTo>
                        <a:pt x="132" y="246"/>
                      </a:lnTo>
                      <a:lnTo>
                        <a:pt x="126" y="252"/>
                      </a:lnTo>
                      <a:lnTo>
                        <a:pt x="120" y="252"/>
                      </a:lnTo>
                      <a:lnTo>
                        <a:pt x="126" y="222"/>
                      </a:lnTo>
                      <a:lnTo>
                        <a:pt x="114" y="222"/>
                      </a:lnTo>
                      <a:lnTo>
                        <a:pt x="108" y="216"/>
                      </a:lnTo>
                      <a:lnTo>
                        <a:pt x="96" y="210"/>
                      </a:lnTo>
                      <a:lnTo>
                        <a:pt x="90" y="204"/>
                      </a:lnTo>
                      <a:lnTo>
                        <a:pt x="84" y="192"/>
                      </a:lnTo>
                      <a:lnTo>
                        <a:pt x="96" y="168"/>
                      </a:lnTo>
                      <a:lnTo>
                        <a:pt x="108" y="156"/>
                      </a:lnTo>
                      <a:lnTo>
                        <a:pt x="120" y="132"/>
                      </a:lnTo>
                      <a:lnTo>
                        <a:pt x="120" y="78"/>
                      </a:lnTo>
                      <a:lnTo>
                        <a:pt x="114" y="66"/>
                      </a:lnTo>
                      <a:lnTo>
                        <a:pt x="114" y="54"/>
                      </a:lnTo>
                      <a:lnTo>
                        <a:pt x="108" y="48"/>
                      </a:lnTo>
                      <a:lnTo>
                        <a:pt x="108" y="54"/>
                      </a:lnTo>
                      <a:lnTo>
                        <a:pt x="102" y="66"/>
                      </a:lnTo>
                      <a:lnTo>
                        <a:pt x="90" y="78"/>
                      </a:lnTo>
                      <a:lnTo>
                        <a:pt x="72" y="84"/>
                      </a:lnTo>
                      <a:lnTo>
                        <a:pt x="48" y="108"/>
                      </a:lnTo>
                      <a:lnTo>
                        <a:pt x="36" y="144"/>
                      </a:lnTo>
                      <a:lnTo>
                        <a:pt x="36" y="162"/>
                      </a:lnTo>
                      <a:lnTo>
                        <a:pt x="30" y="168"/>
                      </a:lnTo>
                      <a:lnTo>
                        <a:pt x="30" y="192"/>
                      </a:lnTo>
                      <a:lnTo>
                        <a:pt x="6" y="216"/>
                      </a:lnTo>
                      <a:lnTo>
                        <a:pt x="0" y="228"/>
                      </a:lnTo>
                      <a:lnTo>
                        <a:pt x="0" y="240"/>
                      </a:lnTo>
                      <a:lnTo>
                        <a:pt x="6" y="246"/>
                      </a:lnTo>
                      <a:lnTo>
                        <a:pt x="6" y="240"/>
                      </a:lnTo>
                      <a:lnTo>
                        <a:pt x="18" y="228"/>
                      </a:lnTo>
                      <a:lnTo>
                        <a:pt x="24" y="228"/>
                      </a:lnTo>
                      <a:lnTo>
                        <a:pt x="36" y="240"/>
                      </a:lnTo>
                      <a:lnTo>
                        <a:pt x="42" y="252"/>
                      </a:lnTo>
                      <a:lnTo>
                        <a:pt x="42" y="288"/>
                      </a:lnTo>
                      <a:lnTo>
                        <a:pt x="48" y="294"/>
                      </a:lnTo>
                      <a:lnTo>
                        <a:pt x="60" y="300"/>
                      </a:lnTo>
                      <a:lnTo>
                        <a:pt x="66" y="306"/>
                      </a:lnTo>
                      <a:lnTo>
                        <a:pt x="66" y="318"/>
                      </a:lnTo>
                      <a:lnTo>
                        <a:pt x="54" y="342"/>
                      </a:lnTo>
                      <a:lnTo>
                        <a:pt x="54" y="384"/>
                      </a:lnTo>
                      <a:lnTo>
                        <a:pt x="66" y="384"/>
                      </a:lnTo>
                      <a:lnTo>
                        <a:pt x="66" y="396"/>
                      </a:lnTo>
                      <a:lnTo>
                        <a:pt x="72" y="408"/>
                      </a:lnTo>
                      <a:lnTo>
                        <a:pt x="78" y="414"/>
                      </a:lnTo>
                      <a:lnTo>
                        <a:pt x="102" y="414"/>
                      </a:lnTo>
                      <a:lnTo>
                        <a:pt x="108" y="408"/>
                      </a:lnTo>
                      <a:lnTo>
                        <a:pt x="120" y="408"/>
                      </a:lnTo>
                      <a:lnTo>
                        <a:pt x="132" y="414"/>
                      </a:lnTo>
                      <a:lnTo>
                        <a:pt x="138" y="414"/>
                      </a:lnTo>
                      <a:lnTo>
                        <a:pt x="150" y="420"/>
                      </a:lnTo>
                      <a:lnTo>
                        <a:pt x="162" y="420"/>
                      </a:lnTo>
                      <a:lnTo>
                        <a:pt x="168" y="414"/>
                      </a:lnTo>
                      <a:lnTo>
                        <a:pt x="168" y="408"/>
                      </a:lnTo>
                      <a:lnTo>
                        <a:pt x="180" y="408"/>
                      </a:lnTo>
                      <a:lnTo>
                        <a:pt x="186" y="414"/>
                      </a:lnTo>
                      <a:lnTo>
                        <a:pt x="198" y="420"/>
                      </a:lnTo>
                      <a:lnTo>
                        <a:pt x="222" y="420"/>
                      </a:lnTo>
                      <a:lnTo>
                        <a:pt x="222" y="426"/>
                      </a:lnTo>
                      <a:lnTo>
                        <a:pt x="228" y="432"/>
                      </a:lnTo>
                      <a:lnTo>
                        <a:pt x="234" y="444"/>
                      </a:lnTo>
                      <a:lnTo>
                        <a:pt x="240" y="462"/>
                      </a:lnTo>
                      <a:lnTo>
                        <a:pt x="264" y="486"/>
                      </a:lnTo>
                      <a:lnTo>
                        <a:pt x="288" y="486"/>
                      </a:lnTo>
                      <a:lnTo>
                        <a:pt x="288" y="480"/>
                      </a:lnTo>
                      <a:lnTo>
                        <a:pt x="306" y="480"/>
                      </a:lnTo>
                      <a:lnTo>
                        <a:pt x="312" y="486"/>
                      </a:lnTo>
                      <a:lnTo>
                        <a:pt x="336" y="486"/>
                      </a:lnTo>
                      <a:lnTo>
                        <a:pt x="342" y="480"/>
                      </a:lnTo>
                      <a:lnTo>
                        <a:pt x="366" y="486"/>
                      </a:lnTo>
                      <a:lnTo>
                        <a:pt x="372" y="480"/>
                      </a:lnTo>
                      <a:lnTo>
                        <a:pt x="384" y="474"/>
                      </a:lnTo>
                      <a:lnTo>
                        <a:pt x="402" y="474"/>
                      </a:lnTo>
                      <a:lnTo>
                        <a:pt x="408" y="480"/>
                      </a:lnTo>
                      <a:lnTo>
                        <a:pt x="408" y="492"/>
                      </a:lnTo>
                      <a:lnTo>
                        <a:pt x="390" y="510"/>
                      </a:lnTo>
                      <a:lnTo>
                        <a:pt x="390" y="534"/>
                      </a:lnTo>
                      <a:lnTo>
                        <a:pt x="384" y="540"/>
                      </a:lnTo>
                      <a:lnTo>
                        <a:pt x="378" y="540"/>
                      </a:lnTo>
                      <a:lnTo>
                        <a:pt x="366" y="552"/>
                      </a:lnTo>
                      <a:lnTo>
                        <a:pt x="366" y="576"/>
                      </a:lnTo>
                      <a:lnTo>
                        <a:pt x="372" y="588"/>
                      </a:lnTo>
                      <a:lnTo>
                        <a:pt x="372" y="618"/>
                      </a:lnTo>
                      <a:lnTo>
                        <a:pt x="366" y="630"/>
                      </a:lnTo>
                      <a:lnTo>
                        <a:pt x="366" y="642"/>
                      </a:lnTo>
                      <a:lnTo>
                        <a:pt x="372" y="648"/>
                      </a:lnTo>
                      <a:lnTo>
                        <a:pt x="384" y="648"/>
                      </a:lnTo>
                      <a:lnTo>
                        <a:pt x="384" y="672"/>
                      </a:lnTo>
                      <a:lnTo>
                        <a:pt x="390" y="684"/>
                      </a:lnTo>
                      <a:lnTo>
                        <a:pt x="402" y="690"/>
                      </a:lnTo>
                      <a:lnTo>
                        <a:pt x="408" y="702"/>
                      </a:lnTo>
                      <a:lnTo>
                        <a:pt x="408" y="708"/>
                      </a:lnTo>
                      <a:lnTo>
                        <a:pt x="402" y="720"/>
                      </a:lnTo>
                      <a:lnTo>
                        <a:pt x="372" y="750"/>
                      </a:lnTo>
                      <a:lnTo>
                        <a:pt x="366" y="750"/>
                      </a:lnTo>
                      <a:lnTo>
                        <a:pt x="390" y="762"/>
                      </a:lnTo>
                      <a:lnTo>
                        <a:pt x="402" y="774"/>
                      </a:lnTo>
                      <a:lnTo>
                        <a:pt x="414" y="774"/>
                      </a:lnTo>
                      <a:lnTo>
                        <a:pt x="414" y="798"/>
                      </a:lnTo>
                      <a:lnTo>
                        <a:pt x="420" y="804"/>
                      </a:lnTo>
                      <a:lnTo>
                        <a:pt x="420" y="822"/>
                      </a:lnTo>
                      <a:lnTo>
                        <a:pt x="426" y="828"/>
                      </a:lnTo>
                      <a:lnTo>
                        <a:pt x="426" y="846"/>
                      </a:lnTo>
                      <a:lnTo>
                        <a:pt x="432" y="858"/>
                      </a:lnTo>
                      <a:lnTo>
                        <a:pt x="432" y="876"/>
                      </a:lnTo>
                      <a:lnTo>
                        <a:pt x="444" y="888"/>
                      </a:lnTo>
                      <a:lnTo>
                        <a:pt x="450" y="900"/>
                      </a:lnTo>
                      <a:lnTo>
                        <a:pt x="450" y="906"/>
                      </a:lnTo>
                      <a:lnTo>
                        <a:pt x="462" y="918"/>
                      </a:lnTo>
                      <a:lnTo>
                        <a:pt x="468" y="918"/>
                      </a:lnTo>
                      <a:lnTo>
                        <a:pt x="480" y="924"/>
                      </a:lnTo>
                      <a:lnTo>
                        <a:pt x="486" y="924"/>
                      </a:lnTo>
                      <a:lnTo>
                        <a:pt x="498" y="918"/>
                      </a:lnTo>
                      <a:lnTo>
                        <a:pt x="504" y="912"/>
                      </a:lnTo>
                      <a:lnTo>
                        <a:pt x="516" y="906"/>
                      </a:lnTo>
                      <a:lnTo>
                        <a:pt x="522" y="900"/>
                      </a:lnTo>
                      <a:lnTo>
                        <a:pt x="528" y="906"/>
                      </a:lnTo>
                      <a:lnTo>
                        <a:pt x="528" y="930"/>
                      </a:lnTo>
                      <a:lnTo>
                        <a:pt x="534" y="930"/>
                      </a:lnTo>
                      <a:lnTo>
                        <a:pt x="546" y="918"/>
                      </a:lnTo>
                      <a:lnTo>
                        <a:pt x="558" y="894"/>
                      </a:lnTo>
                      <a:lnTo>
                        <a:pt x="570" y="882"/>
                      </a:lnTo>
                      <a:lnTo>
                        <a:pt x="588" y="882"/>
                      </a:lnTo>
                      <a:lnTo>
                        <a:pt x="594" y="876"/>
                      </a:lnTo>
                      <a:lnTo>
                        <a:pt x="630" y="858"/>
                      </a:lnTo>
                      <a:lnTo>
                        <a:pt x="636" y="846"/>
                      </a:lnTo>
                      <a:lnTo>
                        <a:pt x="636" y="816"/>
                      </a:lnTo>
                      <a:lnTo>
                        <a:pt x="678" y="816"/>
                      </a:lnTo>
                      <a:lnTo>
                        <a:pt x="684" y="810"/>
                      </a:lnTo>
                      <a:lnTo>
                        <a:pt x="690" y="798"/>
                      </a:lnTo>
                      <a:lnTo>
                        <a:pt x="690" y="792"/>
                      </a:lnTo>
                      <a:lnTo>
                        <a:pt x="684" y="786"/>
                      </a:lnTo>
                      <a:lnTo>
                        <a:pt x="636" y="780"/>
                      </a:lnTo>
                      <a:lnTo>
                        <a:pt x="636" y="750"/>
                      </a:lnTo>
                      <a:lnTo>
                        <a:pt x="630" y="738"/>
                      </a:lnTo>
                      <a:lnTo>
                        <a:pt x="618" y="726"/>
                      </a:lnTo>
                      <a:lnTo>
                        <a:pt x="624" y="720"/>
                      </a:lnTo>
                      <a:lnTo>
                        <a:pt x="624" y="690"/>
                      </a:lnTo>
                      <a:lnTo>
                        <a:pt x="618" y="684"/>
                      </a:lnTo>
                      <a:lnTo>
                        <a:pt x="606" y="678"/>
                      </a:lnTo>
                      <a:lnTo>
                        <a:pt x="588" y="660"/>
                      </a:lnTo>
                      <a:lnTo>
                        <a:pt x="588" y="630"/>
                      </a:lnTo>
                      <a:lnTo>
                        <a:pt x="594" y="636"/>
                      </a:lnTo>
                      <a:lnTo>
                        <a:pt x="594" y="642"/>
                      </a:lnTo>
                      <a:lnTo>
                        <a:pt x="636" y="642"/>
                      </a:lnTo>
                      <a:lnTo>
                        <a:pt x="642" y="648"/>
                      </a:lnTo>
                      <a:lnTo>
                        <a:pt x="642" y="666"/>
                      </a:lnTo>
                      <a:lnTo>
                        <a:pt x="654" y="666"/>
                      </a:lnTo>
                      <a:lnTo>
                        <a:pt x="666" y="660"/>
                      </a:lnTo>
                      <a:lnTo>
                        <a:pt x="678" y="666"/>
                      </a:lnTo>
                      <a:lnTo>
                        <a:pt x="684" y="660"/>
                      </a:lnTo>
                      <a:lnTo>
                        <a:pt x="696" y="660"/>
                      </a:lnTo>
                      <a:lnTo>
                        <a:pt x="702" y="666"/>
                      </a:lnTo>
                      <a:lnTo>
                        <a:pt x="708" y="678"/>
                      </a:lnTo>
                      <a:lnTo>
                        <a:pt x="720" y="690"/>
                      </a:lnTo>
                      <a:lnTo>
                        <a:pt x="732" y="696"/>
                      </a:lnTo>
                      <a:lnTo>
                        <a:pt x="738" y="690"/>
                      </a:lnTo>
                      <a:lnTo>
                        <a:pt x="738" y="672"/>
                      </a:lnTo>
                      <a:lnTo>
                        <a:pt x="744" y="660"/>
                      </a:lnTo>
                      <a:lnTo>
                        <a:pt x="744" y="648"/>
                      </a:lnTo>
                      <a:lnTo>
                        <a:pt x="750" y="642"/>
                      </a:lnTo>
                      <a:lnTo>
                        <a:pt x="768" y="642"/>
                      </a:lnTo>
                      <a:lnTo>
                        <a:pt x="774" y="648"/>
                      </a:lnTo>
                      <a:lnTo>
                        <a:pt x="792" y="648"/>
                      </a:lnTo>
                      <a:lnTo>
                        <a:pt x="804" y="642"/>
                      </a:lnTo>
                      <a:lnTo>
                        <a:pt x="828" y="618"/>
                      </a:lnTo>
                      <a:lnTo>
                        <a:pt x="840" y="612"/>
                      </a:lnTo>
                      <a:lnTo>
                        <a:pt x="864" y="612"/>
                      </a:lnTo>
                      <a:lnTo>
                        <a:pt x="864" y="600"/>
                      </a:lnTo>
                      <a:lnTo>
                        <a:pt x="876" y="600"/>
                      </a:lnTo>
                      <a:lnTo>
                        <a:pt x="882" y="594"/>
                      </a:lnTo>
                      <a:lnTo>
                        <a:pt x="882" y="558"/>
                      </a:lnTo>
                      <a:lnTo>
                        <a:pt x="846" y="522"/>
                      </a:lnTo>
                      <a:lnTo>
                        <a:pt x="840" y="510"/>
                      </a:lnTo>
                      <a:lnTo>
                        <a:pt x="834" y="504"/>
                      </a:lnTo>
                      <a:lnTo>
                        <a:pt x="834" y="492"/>
                      </a:lnTo>
                      <a:lnTo>
                        <a:pt x="846" y="486"/>
                      </a:lnTo>
                      <a:lnTo>
                        <a:pt x="852" y="486"/>
                      </a:lnTo>
                      <a:lnTo>
                        <a:pt x="864" y="480"/>
                      </a:lnTo>
                      <a:lnTo>
                        <a:pt x="864" y="462"/>
                      </a:lnTo>
                      <a:lnTo>
                        <a:pt x="846" y="444"/>
                      </a:lnTo>
                      <a:lnTo>
                        <a:pt x="846" y="438"/>
                      </a:lnTo>
                      <a:lnTo>
                        <a:pt x="876" y="438"/>
                      </a:lnTo>
                      <a:lnTo>
                        <a:pt x="888" y="432"/>
                      </a:lnTo>
                      <a:lnTo>
                        <a:pt x="900" y="432"/>
                      </a:lnTo>
                      <a:lnTo>
                        <a:pt x="912" y="426"/>
                      </a:lnTo>
                      <a:lnTo>
                        <a:pt x="918" y="420"/>
                      </a:lnTo>
                      <a:lnTo>
                        <a:pt x="918" y="402"/>
                      </a:lnTo>
                      <a:lnTo>
                        <a:pt x="894" y="402"/>
                      </a:lnTo>
                      <a:lnTo>
                        <a:pt x="894" y="360"/>
                      </a:lnTo>
                      <a:lnTo>
                        <a:pt x="906" y="348"/>
                      </a:lnTo>
                      <a:lnTo>
                        <a:pt x="918" y="348"/>
                      </a:lnTo>
                      <a:lnTo>
                        <a:pt x="924" y="342"/>
                      </a:lnTo>
                      <a:lnTo>
                        <a:pt x="930" y="342"/>
                      </a:lnTo>
                      <a:lnTo>
                        <a:pt x="936" y="336"/>
                      </a:lnTo>
                      <a:lnTo>
                        <a:pt x="954" y="300"/>
                      </a:lnTo>
                      <a:lnTo>
                        <a:pt x="948" y="294"/>
                      </a:lnTo>
                      <a:lnTo>
                        <a:pt x="942" y="282"/>
                      </a:lnTo>
                      <a:lnTo>
                        <a:pt x="936" y="276"/>
                      </a:lnTo>
                      <a:close/>
                    </a:path>
                  </a:pathLst>
                </a:custGeom>
                <a:solidFill>
                  <a:srgbClr val="A29C97"/>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178" name="USA (Alaska)" descr="© INSCALE GmbH, 05.05.2010&#10;http://www.presentationload.com/">
                  <a:extLst>
                    <a:ext uri="{FF2B5EF4-FFF2-40B4-BE49-F238E27FC236}">
                      <a16:creationId xmlns:a16="http://schemas.microsoft.com/office/drawing/2014/main" id="{E3EE43C3-2196-4AA0-8B4E-001C5A1F7DD1}"/>
                    </a:ext>
                  </a:extLst>
                </p:cNvPr>
                <p:cNvSpPr>
                  <a:spLocks noEditPoints="1"/>
                </p:cNvSpPr>
                <p:nvPr/>
              </p:nvSpPr>
              <p:spPr bwMode="gray">
                <a:xfrm>
                  <a:off x="1038078" y="1362641"/>
                  <a:ext cx="1388430" cy="600596"/>
                </a:xfrm>
                <a:custGeom>
                  <a:avLst/>
                  <a:gdLst>
                    <a:gd name="T0" fmla="*/ 2147483647 w 3072"/>
                    <a:gd name="T1" fmla="*/ 2147483647 h 1332"/>
                    <a:gd name="T2" fmla="*/ 2147483647 w 3072"/>
                    <a:gd name="T3" fmla="*/ 2147483647 h 1332"/>
                    <a:gd name="T4" fmla="*/ 2147483647 w 3072"/>
                    <a:gd name="T5" fmla="*/ 2147483647 h 1332"/>
                    <a:gd name="T6" fmla="*/ 2147483647 w 3072"/>
                    <a:gd name="T7" fmla="*/ 2147483647 h 1332"/>
                    <a:gd name="T8" fmla="*/ 2147483647 w 3072"/>
                    <a:gd name="T9" fmla="*/ 2147483647 h 1332"/>
                    <a:gd name="T10" fmla="*/ 2147483647 w 3072"/>
                    <a:gd name="T11" fmla="*/ 2147483647 h 1332"/>
                    <a:gd name="T12" fmla="*/ 2147483647 w 3072"/>
                    <a:gd name="T13" fmla="*/ 2147483647 h 1332"/>
                    <a:gd name="T14" fmla="*/ 2147483647 w 3072"/>
                    <a:gd name="T15" fmla="*/ 2147483647 h 1332"/>
                    <a:gd name="T16" fmla="*/ 2147483647 w 3072"/>
                    <a:gd name="T17" fmla="*/ 2147483647 h 1332"/>
                    <a:gd name="T18" fmla="*/ 2147483647 w 3072"/>
                    <a:gd name="T19" fmla="*/ 2147483647 h 1332"/>
                    <a:gd name="T20" fmla="*/ 2147483647 w 3072"/>
                    <a:gd name="T21" fmla="*/ 2147483647 h 1332"/>
                    <a:gd name="T22" fmla="*/ 2147483647 w 3072"/>
                    <a:gd name="T23" fmla="*/ 0 h 1332"/>
                    <a:gd name="T24" fmla="*/ 2147483647 w 3072"/>
                    <a:gd name="T25" fmla="*/ 2147483647 h 1332"/>
                    <a:gd name="T26" fmla="*/ 2147483647 w 3072"/>
                    <a:gd name="T27" fmla="*/ 2147483647 h 1332"/>
                    <a:gd name="T28" fmla="*/ 2147483647 w 3072"/>
                    <a:gd name="T29" fmla="*/ 2147483647 h 1332"/>
                    <a:gd name="T30" fmla="*/ 2147483647 w 3072"/>
                    <a:gd name="T31" fmla="*/ 2147483647 h 1332"/>
                    <a:gd name="T32" fmla="*/ 2147483647 w 3072"/>
                    <a:gd name="T33" fmla="*/ 2147483647 h 1332"/>
                    <a:gd name="T34" fmla="*/ 2147483647 w 3072"/>
                    <a:gd name="T35" fmla="*/ 2147483647 h 1332"/>
                    <a:gd name="T36" fmla="*/ 2147483647 w 3072"/>
                    <a:gd name="T37" fmla="*/ 2147483647 h 1332"/>
                    <a:gd name="T38" fmla="*/ 2147483647 w 3072"/>
                    <a:gd name="T39" fmla="*/ 2147483647 h 1332"/>
                    <a:gd name="T40" fmla="*/ 2147483647 w 3072"/>
                    <a:gd name="T41" fmla="*/ 2147483647 h 1332"/>
                    <a:gd name="T42" fmla="*/ 2147483647 w 3072"/>
                    <a:gd name="T43" fmla="*/ 2147483647 h 1332"/>
                    <a:gd name="T44" fmla="*/ 2147483647 w 3072"/>
                    <a:gd name="T45" fmla="*/ 2147483647 h 1332"/>
                    <a:gd name="T46" fmla="*/ 2147483647 w 3072"/>
                    <a:gd name="T47" fmla="*/ 2147483647 h 1332"/>
                    <a:gd name="T48" fmla="*/ 2147483647 w 3072"/>
                    <a:gd name="T49" fmla="*/ 2147483647 h 1332"/>
                    <a:gd name="T50" fmla="*/ 2147483647 w 3072"/>
                    <a:gd name="T51" fmla="*/ 2147483647 h 1332"/>
                    <a:gd name="T52" fmla="*/ 2147483647 w 3072"/>
                    <a:gd name="T53" fmla="*/ 2147483647 h 1332"/>
                    <a:gd name="T54" fmla="*/ 2147483647 w 3072"/>
                    <a:gd name="T55" fmla="*/ 2147483647 h 1332"/>
                    <a:gd name="T56" fmla="*/ 2147483647 w 3072"/>
                    <a:gd name="T57" fmla="*/ 2147483647 h 1332"/>
                    <a:gd name="T58" fmla="*/ 2147483647 w 3072"/>
                    <a:gd name="T59" fmla="*/ 2147483647 h 1332"/>
                    <a:gd name="T60" fmla="*/ 2147483647 w 3072"/>
                    <a:gd name="T61" fmla="*/ 2147483647 h 1332"/>
                    <a:gd name="T62" fmla="*/ 2147483647 w 3072"/>
                    <a:gd name="T63" fmla="*/ 2147483647 h 1332"/>
                    <a:gd name="T64" fmla="*/ 2147483647 w 3072"/>
                    <a:gd name="T65" fmla="*/ 2147483647 h 1332"/>
                    <a:gd name="T66" fmla="*/ 2147483647 w 3072"/>
                    <a:gd name="T67" fmla="*/ 2147483647 h 1332"/>
                    <a:gd name="T68" fmla="*/ 2147483647 w 3072"/>
                    <a:gd name="T69" fmla="*/ 2147483647 h 1332"/>
                    <a:gd name="T70" fmla="*/ 2147483647 w 3072"/>
                    <a:gd name="T71" fmla="*/ 2147483647 h 1332"/>
                    <a:gd name="T72" fmla="*/ 2147483647 w 3072"/>
                    <a:gd name="T73" fmla="*/ 2147483647 h 1332"/>
                    <a:gd name="T74" fmla="*/ 2147483647 w 3072"/>
                    <a:gd name="T75" fmla="*/ 2147483647 h 1332"/>
                    <a:gd name="T76" fmla="*/ 2147483647 w 3072"/>
                    <a:gd name="T77" fmla="*/ 2147483647 h 1332"/>
                    <a:gd name="T78" fmla="*/ 2147483647 w 3072"/>
                    <a:gd name="T79" fmla="*/ 2147483647 h 1332"/>
                    <a:gd name="T80" fmla="*/ 2147483647 w 3072"/>
                    <a:gd name="T81" fmla="*/ 2147483647 h 1332"/>
                    <a:gd name="T82" fmla="*/ 2147483647 w 3072"/>
                    <a:gd name="T83" fmla="*/ 2147483647 h 1332"/>
                    <a:gd name="T84" fmla="*/ 2147483647 w 3072"/>
                    <a:gd name="T85" fmla="*/ 2147483647 h 1332"/>
                    <a:gd name="T86" fmla="*/ 2147483647 w 3072"/>
                    <a:gd name="T87" fmla="*/ 2147483647 h 1332"/>
                    <a:gd name="T88" fmla="*/ 2147483647 w 3072"/>
                    <a:gd name="T89" fmla="*/ 2147483647 h 1332"/>
                    <a:gd name="T90" fmla="*/ 2147483647 w 3072"/>
                    <a:gd name="T91" fmla="*/ 2147483647 h 1332"/>
                    <a:gd name="T92" fmla="*/ 2147483647 w 3072"/>
                    <a:gd name="T93" fmla="*/ 2147483647 h 1332"/>
                    <a:gd name="T94" fmla="*/ 2147483647 w 3072"/>
                    <a:gd name="T95" fmla="*/ 2147483647 h 1332"/>
                    <a:gd name="T96" fmla="*/ 2147483647 w 3072"/>
                    <a:gd name="T97" fmla="*/ 2147483647 h 1332"/>
                    <a:gd name="T98" fmla="*/ 2147483647 w 3072"/>
                    <a:gd name="T99" fmla="*/ 2147483647 h 1332"/>
                    <a:gd name="T100" fmla="*/ 2147483647 w 3072"/>
                    <a:gd name="T101" fmla="*/ 2147483647 h 1332"/>
                    <a:gd name="T102" fmla="*/ 2147483647 w 3072"/>
                    <a:gd name="T103" fmla="*/ 2147483647 h 1332"/>
                    <a:gd name="T104" fmla="*/ 2147483647 w 3072"/>
                    <a:gd name="T105" fmla="*/ 2147483647 h 1332"/>
                    <a:gd name="T106" fmla="*/ 2147483647 w 3072"/>
                    <a:gd name="T107" fmla="*/ 2147483647 h 1332"/>
                    <a:gd name="T108" fmla="*/ 2147483647 w 3072"/>
                    <a:gd name="T109" fmla="*/ 2147483647 h 1332"/>
                    <a:gd name="T110" fmla="*/ 2147483647 w 3072"/>
                    <a:gd name="T111" fmla="*/ 2147483647 h 1332"/>
                    <a:gd name="T112" fmla="*/ 2147483647 w 3072"/>
                    <a:gd name="T113" fmla="*/ 2147483647 h 1332"/>
                    <a:gd name="T114" fmla="*/ 2147483647 w 3072"/>
                    <a:gd name="T115" fmla="*/ 2147483647 h 1332"/>
                    <a:gd name="T116" fmla="*/ 2147483647 w 3072"/>
                    <a:gd name="T117" fmla="*/ 2147483647 h 1332"/>
                    <a:gd name="T118" fmla="*/ 2147483647 w 3072"/>
                    <a:gd name="T119" fmla="*/ 2147483647 h 1332"/>
                    <a:gd name="T120" fmla="*/ 2147483647 w 3072"/>
                    <a:gd name="T121" fmla="*/ 2147483647 h 133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3072"/>
                    <a:gd name="T184" fmla="*/ 0 h 1332"/>
                    <a:gd name="T185" fmla="*/ 3072 w 3072"/>
                    <a:gd name="T186" fmla="*/ 1332 h 1332"/>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3072" h="1332">
                      <a:moveTo>
                        <a:pt x="2454" y="930"/>
                      </a:moveTo>
                      <a:lnTo>
                        <a:pt x="2418" y="966"/>
                      </a:lnTo>
                      <a:lnTo>
                        <a:pt x="2400" y="1002"/>
                      </a:lnTo>
                      <a:lnTo>
                        <a:pt x="2412" y="1002"/>
                      </a:lnTo>
                      <a:lnTo>
                        <a:pt x="2448" y="984"/>
                      </a:lnTo>
                      <a:lnTo>
                        <a:pt x="2460" y="972"/>
                      </a:lnTo>
                      <a:lnTo>
                        <a:pt x="2460" y="954"/>
                      </a:lnTo>
                      <a:lnTo>
                        <a:pt x="2472" y="942"/>
                      </a:lnTo>
                      <a:lnTo>
                        <a:pt x="2460" y="930"/>
                      </a:lnTo>
                      <a:lnTo>
                        <a:pt x="2454" y="930"/>
                      </a:lnTo>
                      <a:close/>
                      <a:moveTo>
                        <a:pt x="2400" y="930"/>
                      </a:moveTo>
                      <a:lnTo>
                        <a:pt x="2388" y="930"/>
                      </a:lnTo>
                      <a:lnTo>
                        <a:pt x="2376" y="936"/>
                      </a:lnTo>
                      <a:lnTo>
                        <a:pt x="2364" y="948"/>
                      </a:lnTo>
                      <a:lnTo>
                        <a:pt x="2364" y="954"/>
                      </a:lnTo>
                      <a:lnTo>
                        <a:pt x="2370" y="966"/>
                      </a:lnTo>
                      <a:lnTo>
                        <a:pt x="2376" y="972"/>
                      </a:lnTo>
                      <a:lnTo>
                        <a:pt x="2406" y="972"/>
                      </a:lnTo>
                      <a:lnTo>
                        <a:pt x="2412" y="960"/>
                      </a:lnTo>
                      <a:lnTo>
                        <a:pt x="2418" y="954"/>
                      </a:lnTo>
                      <a:lnTo>
                        <a:pt x="2418" y="942"/>
                      </a:lnTo>
                      <a:lnTo>
                        <a:pt x="2406" y="936"/>
                      </a:lnTo>
                      <a:lnTo>
                        <a:pt x="2400" y="930"/>
                      </a:lnTo>
                      <a:close/>
                      <a:moveTo>
                        <a:pt x="2316" y="1188"/>
                      </a:moveTo>
                      <a:lnTo>
                        <a:pt x="2328" y="1188"/>
                      </a:lnTo>
                      <a:lnTo>
                        <a:pt x="2340" y="1152"/>
                      </a:lnTo>
                      <a:lnTo>
                        <a:pt x="2322" y="1158"/>
                      </a:lnTo>
                      <a:lnTo>
                        <a:pt x="2316" y="1188"/>
                      </a:lnTo>
                      <a:close/>
                      <a:moveTo>
                        <a:pt x="2388" y="1074"/>
                      </a:moveTo>
                      <a:lnTo>
                        <a:pt x="2370" y="1086"/>
                      </a:lnTo>
                      <a:lnTo>
                        <a:pt x="2382" y="1098"/>
                      </a:lnTo>
                      <a:lnTo>
                        <a:pt x="2388" y="1098"/>
                      </a:lnTo>
                      <a:lnTo>
                        <a:pt x="2382" y="1104"/>
                      </a:lnTo>
                      <a:lnTo>
                        <a:pt x="2376" y="1104"/>
                      </a:lnTo>
                      <a:lnTo>
                        <a:pt x="2364" y="1116"/>
                      </a:lnTo>
                      <a:lnTo>
                        <a:pt x="2358" y="1116"/>
                      </a:lnTo>
                      <a:lnTo>
                        <a:pt x="2352" y="1122"/>
                      </a:lnTo>
                      <a:lnTo>
                        <a:pt x="2352" y="1152"/>
                      </a:lnTo>
                      <a:lnTo>
                        <a:pt x="2358" y="1164"/>
                      </a:lnTo>
                      <a:lnTo>
                        <a:pt x="2358" y="1188"/>
                      </a:lnTo>
                      <a:lnTo>
                        <a:pt x="2370" y="1182"/>
                      </a:lnTo>
                      <a:lnTo>
                        <a:pt x="2376" y="1170"/>
                      </a:lnTo>
                      <a:lnTo>
                        <a:pt x="2388" y="1164"/>
                      </a:lnTo>
                      <a:lnTo>
                        <a:pt x="2394" y="1158"/>
                      </a:lnTo>
                      <a:lnTo>
                        <a:pt x="2394" y="1146"/>
                      </a:lnTo>
                      <a:lnTo>
                        <a:pt x="2382" y="1134"/>
                      </a:lnTo>
                      <a:lnTo>
                        <a:pt x="2394" y="1134"/>
                      </a:lnTo>
                      <a:lnTo>
                        <a:pt x="2412" y="1116"/>
                      </a:lnTo>
                      <a:lnTo>
                        <a:pt x="2412" y="1098"/>
                      </a:lnTo>
                      <a:lnTo>
                        <a:pt x="2388" y="1074"/>
                      </a:lnTo>
                      <a:close/>
                      <a:moveTo>
                        <a:pt x="2562" y="1080"/>
                      </a:moveTo>
                      <a:lnTo>
                        <a:pt x="2550" y="1080"/>
                      </a:lnTo>
                      <a:lnTo>
                        <a:pt x="2550" y="1074"/>
                      </a:lnTo>
                      <a:lnTo>
                        <a:pt x="2544" y="1068"/>
                      </a:lnTo>
                      <a:lnTo>
                        <a:pt x="2538" y="1068"/>
                      </a:lnTo>
                      <a:lnTo>
                        <a:pt x="2532" y="1062"/>
                      </a:lnTo>
                      <a:lnTo>
                        <a:pt x="2520" y="1056"/>
                      </a:lnTo>
                      <a:lnTo>
                        <a:pt x="2514" y="1050"/>
                      </a:lnTo>
                      <a:lnTo>
                        <a:pt x="2514" y="1044"/>
                      </a:lnTo>
                      <a:lnTo>
                        <a:pt x="2520" y="1032"/>
                      </a:lnTo>
                      <a:lnTo>
                        <a:pt x="2520" y="1020"/>
                      </a:lnTo>
                      <a:lnTo>
                        <a:pt x="2526" y="1008"/>
                      </a:lnTo>
                      <a:lnTo>
                        <a:pt x="2532" y="1002"/>
                      </a:lnTo>
                      <a:lnTo>
                        <a:pt x="2532" y="960"/>
                      </a:lnTo>
                      <a:lnTo>
                        <a:pt x="2550" y="924"/>
                      </a:lnTo>
                      <a:lnTo>
                        <a:pt x="2550" y="906"/>
                      </a:lnTo>
                      <a:lnTo>
                        <a:pt x="2544" y="894"/>
                      </a:lnTo>
                      <a:lnTo>
                        <a:pt x="2526" y="876"/>
                      </a:lnTo>
                      <a:lnTo>
                        <a:pt x="2538" y="864"/>
                      </a:lnTo>
                      <a:lnTo>
                        <a:pt x="2538" y="834"/>
                      </a:lnTo>
                      <a:lnTo>
                        <a:pt x="2544" y="828"/>
                      </a:lnTo>
                      <a:lnTo>
                        <a:pt x="2550" y="828"/>
                      </a:lnTo>
                      <a:lnTo>
                        <a:pt x="2556" y="822"/>
                      </a:lnTo>
                      <a:lnTo>
                        <a:pt x="2550" y="816"/>
                      </a:lnTo>
                      <a:lnTo>
                        <a:pt x="2532" y="810"/>
                      </a:lnTo>
                      <a:lnTo>
                        <a:pt x="2520" y="810"/>
                      </a:lnTo>
                      <a:lnTo>
                        <a:pt x="2502" y="816"/>
                      </a:lnTo>
                      <a:lnTo>
                        <a:pt x="2490" y="816"/>
                      </a:lnTo>
                      <a:lnTo>
                        <a:pt x="2484" y="822"/>
                      </a:lnTo>
                      <a:lnTo>
                        <a:pt x="2478" y="822"/>
                      </a:lnTo>
                      <a:lnTo>
                        <a:pt x="2478" y="834"/>
                      </a:lnTo>
                      <a:lnTo>
                        <a:pt x="2460" y="834"/>
                      </a:lnTo>
                      <a:lnTo>
                        <a:pt x="2454" y="840"/>
                      </a:lnTo>
                      <a:lnTo>
                        <a:pt x="2442" y="846"/>
                      </a:lnTo>
                      <a:lnTo>
                        <a:pt x="2430" y="846"/>
                      </a:lnTo>
                      <a:lnTo>
                        <a:pt x="2418" y="852"/>
                      </a:lnTo>
                      <a:lnTo>
                        <a:pt x="2406" y="852"/>
                      </a:lnTo>
                      <a:lnTo>
                        <a:pt x="2400" y="858"/>
                      </a:lnTo>
                      <a:lnTo>
                        <a:pt x="2394" y="858"/>
                      </a:lnTo>
                      <a:lnTo>
                        <a:pt x="2388" y="864"/>
                      </a:lnTo>
                      <a:lnTo>
                        <a:pt x="2376" y="870"/>
                      </a:lnTo>
                      <a:lnTo>
                        <a:pt x="2370" y="876"/>
                      </a:lnTo>
                      <a:lnTo>
                        <a:pt x="2364" y="876"/>
                      </a:lnTo>
                      <a:lnTo>
                        <a:pt x="2364" y="864"/>
                      </a:lnTo>
                      <a:lnTo>
                        <a:pt x="2382" y="846"/>
                      </a:lnTo>
                      <a:lnTo>
                        <a:pt x="2376" y="840"/>
                      </a:lnTo>
                      <a:lnTo>
                        <a:pt x="2364" y="834"/>
                      </a:lnTo>
                      <a:lnTo>
                        <a:pt x="2358" y="828"/>
                      </a:lnTo>
                      <a:lnTo>
                        <a:pt x="2358" y="810"/>
                      </a:lnTo>
                      <a:lnTo>
                        <a:pt x="2352" y="798"/>
                      </a:lnTo>
                      <a:lnTo>
                        <a:pt x="2352" y="792"/>
                      </a:lnTo>
                      <a:lnTo>
                        <a:pt x="2376" y="768"/>
                      </a:lnTo>
                      <a:lnTo>
                        <a:pt x="2340" y="768"/>
                      </a:lnTo>
                      <a:lnTo>
                        <a:pt x="2328" y="780"/>
                      </a:lnTo>
                      <a:lnTo>
                        <a:pt x="2274" y="780"/>
                      </a:lnTo>
                      <a:lnTo>
                        <a:pt x="2274" y="768"/>
                      </a:lnTo>
                      <a:lnTo>
                        <a:pt x="2280" y="756"/>
                      </a:lnTo>
                      <a:lnTo>
                        <a:pt x="2292" y="750"/>
                      </a:lnTo>
                      <a:lnTo>
                        <a:pt x="2298" y="744"/>
                      </a:lnTo>
                      <a:lnTo>
                        <a:pt x="3072" y="108"/>
                      </a:lnTo>
                      <a:lnTo>
                        <a:pt x="3054" y="108"/>
                      </a:lnTo>
                      <a:lnTo>
                        <a:pt x="3054" y="102"/>
                      </a:lnTo>
                      <a:lnTo>
                        <a:pt x="3048" y="90"/>
                      </a:lnTo>
                      <a:lnTo>
                        <a:pt x="3036" y="84"/>
                      </a:lnTo>
                      <a:lnTo>
                        <a:pt x="3030" y="78"/>
                      </a:lnTo>
                      <a:lnTo>
                        <a:pt x="3012" y="78"/>
                      </a:lnTo>
                      <a:lnTo>
                        <a:pt x="2988" y="84"/>
                      </a:lnTo>
                      <a:lnTo>
                        <a:pt x="2964" y="84"/>
                      </a:lnTo>
                      <a:lnTo>
                        <a:pt x="2928" y="96"/>
                      </a:lnTo>
                      <a:lnTo>
                        <a:pt x="2916" y="96"/>
                      </a:lnTo>
                      <a:lnTo>
                        <a:pt x="2892" y="84"/>
                      </a:lnTo>
                      <a:lnTo>
                        <a:pt x="2886" y="78"/>
                      </a:lnTo>
                      <a:lnTo>
                        <a:pt x="2874" y="72"/>
                      </a:lnTo>
                      <a:lnTo>
                        <a:pt x="2784" y="72"/>
                      </a:lnTo>
                      <a:lnTo>
                        <a:pt x="2772" y="66"/>
                      </a:lnTo>
                      <a:lnTo>
                        <a:pt x="2766" y="60"/>
                      </a:lnTo>
                      <a:lnTo>
                        <a:pt x="2748" y="60"/>
                      </a:lnTo>
                      <a:lnTo>
                        <a:pt x="2736" y="54"/>
                      </a:lnTo>
                      <a:lnTo>
                        <a:pt x="2598" y="54"/>
                      </a:lnTo>
                      <a:lnTo>
                        <a:pt x="2598" y="42"/>
                      </a:lnTo>
                      <a:lnTo>
                        <a:pt x="2604" y="36"/>
                      </a:lnTo>
                      <a:lnTo>
                        <a:pt x="2592" y="36"/>
                      </a:lnTo>
                      <a:lnTo>
                        <a:pt x="2574" y="30"/>
                      </a:lnTo>
                      <a:lnTo>
                        <a:pt x="2562" y="30"/>
                      </a:lnTo>
                      <a:lnTo>
                        <a:pt x="2550" y="24"/>
                      </a:lnTo>
                      <a:lnTo>
                        <a:pt x="2532" y="24"/>
                      </a:lnTo>
                      <a:lnTo>
                        <a:pt x="2520" y="30"/>
                      </a:lnTo>
                      <a:lnTo>
                        <a:pt x="2496" y="30"/>
                      </a:lnTo>
                      <a:lnTo>
                        <a:pt x="2490" y="36"/>
                      </a:lnTo>
                      <a:lnTo>
                        <a:pt x="2484" y="36"/>
                      </a:lnTo>
                      <a:lnTo>
                        <a:pt x="2514" y="0"/>
                      </a:lnTo>
                      <a:lnTo>
                        <a:pt x="2430" y="36"/>
                      </a:lnTo>
                      <a:lnTo>
                        <a:pt x="2460" y="0"/>
                      </a:lnTo>
                      <a:lnTo>
                        <a:pt x="2430" y="0"/>
                      </a:lnTo>
                      <a:lnTo>
                        <a:pt x="2418" y="6"/>
                      </a:lnTo>
                      <a:lnTo>
                        <a:pt x="2412" y="12"/>
                      </a:lnTo>
                      <a:lnTo>
                        <a:pt x="2358" y="30"/>
                      </a:lnTo>
                      <a:lnTo>
                        <a:pt x="2232" y="30"/>
                      </a:lnTo>
                      <a:lnTo>
                        <a:pt x="2214" y="36"/>
                      </a:lnTo>
                      <a:lnTo>
                        <a:pt x="2208" y="42"/>
                      </a:lnTo>
                      <a:lnTo>
                        <a:pt x="2184" y="54"/>
                      </a:lnTo>
                      <a:lnTo>
                        <a:pt x="2172" y="54"/>
                      </a:lnTo>
                      <a:lnTo>
                        <a:pt x="2166" y="60"/>
                      </a:lnTo>
                      <a:lnTo>
                        <a:pt x="2046" y="60"/>
                      </a:lnTo>
                      <a:lnTo>
                        <a:pt x="2004" y="72"/>
                      </a:lnTo>
                      <a:lnTo>
                        <a:pt x="1956" y="102"/>
                      </a:lnTo>
                      <a:lnTo>
                        <a:pt x="1902" y="132"/>
                      </a:lnTo>
                      <a:lnTo>
                        <a:pt x="1854" y="144"/>
                      </a:lnTo>
                      <a:lnTo>
                        <a:pt x="1758" y="156"/>
                      </a:lnTo>
                      <a:lnTo>
                        <a:pt x="1722" y="162"/>
                      </a:lnTo>
                      <a:lnTo>
                        <a:pt x="1704" y="162"/>
                      </a:lnTo>
                      <a:lnTo>
                        <a:pt x="1698" y="168"/>
                      </a:lnTo>
                      <a:lnTo>
                        <a:pt x="1644" y="186"/>
                      </a:lnTo>
                      <a:lnTo>
                        <a:pt x="1632" y="192"/>
                      </a:lnTo>
                      <a:lnTo>
                        <a:pt x="1620" y="192"/>
                      </a:lnTo>
                      <a:lnTo>
                        <a:pt x="1620" y="198"/>
                      </a:lnTo>
                      <a:lnTo>
                        <a:pt x="1626" y="204"/>
                      </a:lnTo>
                      <a:lnTo>
                        <a:pt x="1638" y="210"/>
                      </a:lnTo>
                      <a:lnTo>
                        <a:pt x="1650" y="222"/>
                      </a:lnTo>
                      <a:lnTo>
                        <a:pt x="1656" y="222"/>
                      </a:lnTo>
                      <a:lnTo>
                        <a:pt x="1662" y="234"/>
                      </a:lnTo>
                      <a:lnTo>
                        <a:pt x="1662" y="240"/>
                      </a:lnTo>
                      <a:lnTo>
                        <a:pt x="1668" y="252"/>
                      </a:lnTo>
                      <a:lnTo>
                        <a:pt x="1668" y="264"/>
                      </a:lnTo>
                      <a:lnTo>
                        <a:pt x="1662" y="264"/>
                      </a:lnTo>
                      <a:lnTo>
                        <a:pt x="1650" y="270"/>
                      </a:lnTo>
                      <a:lnTo>
                        <a:pt x="1644" y="282"/>
                      </a:lnTo>
                      <a:lnTo>
                        <a:pt x="1734" y="282"/>
                      </a:lnTo>
                      <a:lnTo>
                        <a:pt x="1704" y="318"/>
                      </a:lnTo>
                      <a:lnTo>
                        <a:pt x="1770" y="318"/>
                      </a:lnTo>
                      <a:lnTo>
                        <a:pt x="1764" y="336"/>
                      </a:lnTo>
                      <a:lnTo>
                        <a:pt x="1710" y="336"/>
                      </a:lnTo>
                      <a:lnTo>
                        <a:pt x="1698" y="348"/>
                      </a:lnTo>
                      <a:lnTo>
                        <a:pt x="1632" y="348"/>
                      </a:lnTo>
                      <a:lnTo>
                        <a:pt x="1614" y="354"/>
                      </a:lnTo>
                      <a:lnTo>
                        <a:pt x="1560" y="354"/>
                      </a:lnTo>
                      <a:lnTo>
                        <a:pt x="1554" y="348"/>
                      </a:lnTo>
                      <a:lnTo>
                        <a:pt x="1548" y="348"/>
                      </a:lnTo>
                      <a:lnTo>
                        <a:pt x="1554" y="342"/>
                      </a:lnTo>
                      <a:lnTo>
                        <a:pt x="1560" y="342"/>
                      </a:lnTo>
                      <a:lnTo>
                        <a:pt x="1572" y="330"/>
                      </a:lnTo>
                      <a:lnTo>
                        <a:pt x="1566" y="324"/>
                      </a:lnTo>
                      <a:lnTo>
                        <a:pt x="1458" y="324"/>
                      </a:lnTo>
                      <a:lnTo>
                        <a:pt x="1452" y="330"/>
                      </a:lnTo>
                      <a:lnTo>
                        <a:pt x="1452" y="348"/>
                      </a:lnTo>
                      <a:lnTo>
                        <a:pt x="1434" y="348"/>
                      </a:lnTo>
                      <a:lnTo>
                        <a:pt x="1422" y="354"/>
                      </a:lnTo>
                      <a:lnTo>
                        <a:pt x="1404" y="354"/>
                      </a:lnTo>
                      <a:lnTo>
                        <a:pt x="1386" y="360"/>
                      </a:lnTo>
                      <a:lnTo>
                        <a:pt x="1338" y="360"/>
                      </a:lnTo>
                      <a:lnTo>
                        <a:pt x="1308" y="366"/>
                      </a:lnTo>
                      <a:lnTo>
                        <a:pt x="1254" y="384"/>
                      </a:lnTo>
                      <a:lnTo>
                        <a:pt x="1254" y="390"/>
                      </a:lnTo>
                      <a:lnTo>
                        <a:pt x="1272" y="396"/>
                      </a:lnTo>
                      <a:lnTo>
                        <a:pt x="1284" y="402"/>
                      </a:lnTo>
                      <a:lnTo>
                        <a:pt x="1314" y="402"/>
                      </a:lnTo>
                      <a:lnTo>
                        <a:pt x="1272" y="420"/>
                      </a:lnTo>
                      <a:lnTo>
                        <a:pt x="1260" y="462"/>
                      </a:lnTo>
                      <a:lnTo>
                        <a:pt x="1272" y="462"/>
                      </a:lnTo>
                      <a:lnTo>
                        <a:pt x="1290" y="468"/>
                      </a:lnTo>
                      <a:lnTo>
                        <a:pt x="1338" y="468"/>
                      </a:lnTo>
                      <a:lnTo>
                        <a:pt x="1350" y="462"/>
                      </a:lnTo>
                      <a:lnTo>
                        <a:pt x="1362" y="462"/>
                      </a:lnTo>
                      <a:lnTo>
                        <a:pt x="1410" y="474"/>
                      </a:lnTo>
                      <a:lnTo>
                        <a:pt x="1422" y="456"/>
                      </a:lnTo>
                      <a:lnTo>
                        <a:pt x="1434" y="474"/>
                      </a:lnTo>
                      <a:lnTo>
                        <a:pt x="1446" y="468"/>
                      </a:lnTo>
                      <a:lnTo>
                        <a:pt x="1452" y="462"/>
                      </a:lnTo>
                      <a:lnTo>
                        <a:pt x="1476" y="450"/>
                      </a:lnTo>
                      <a:lnTo>
                        <a:pt x="1482" y="444"/>
                      </a:lnTo>
                      <a:lnTo>
                        <a:pt x="1494" y="444"/>
                      </a:lnTo>
                      <a:lnTo>
                        <a:pt x="1506" y="450"/>
                      </a:lnTo>
                      <a:lnTo>
                        <a:pt x="1524" y="450"/>
                      </a:lnTo>
                      <a:lnTo>
                        <a:pt x="1536" y="444"/>
                      </a:lnTo>
                      <a:lnTo>
                        <a:pt x="1542" y="438"/>
                      </a:lnTo>
                      <a:lnTo>
                        <a:pt x="1554" y="432"/>
                      </a:lnTo>
                      <a:lnTo>
                        <a:pt x="1560" y="432"/>
                      </a:lnTo>
                      <a:lnTo>
                        <a:pt x="1566" y="426"/>
                      </a:lnTo>
                      <a:lnTo>
                        <a:pt x="1566" y="450"/>
                      </a:lnTo>
                      <a:lnTo>
                        <a:pt x="1560" y="462"/>
                      </a:lnTo>
                      <a:lnTo>
                        <a:pt x="1554" y="468"/>
                      </a:lnTo>
                      <a:lnTo>
                        <a:pt x="1500" y="468"/>
                      </a:lnTo>
                      <a:lnTo>
                        <a:pt x="1506" y="498"/>
                      </a:lnTo>
                      <a:lnTo>
                        <a:pt x="1494" y="504"/>
                      </a:lnTo>
                      <a:lnTo>
                        <a:pt x="1488" y="516"/>
                      </a:lnTo>
                      <a:lnTo>
                        <a:pt x="1476" y="522"/>
                      </a:lnTo>
                      <a:lnTo>
                        <a:pt x="1464" y="534"/>
                      </a:lnTo>
                      <a:lnTo>
                        <a:pt x="1446" y="540"/>
                      </a:lnTo>
                      <a:lnTo>
                        <a:pt x="1380" y="540"/>
                      </a:lnTo>
                      <a:lnTo>
                        <a:pt x="1362" y="522"/>
                      </a:lnTo>
                      <a:lnTo>
                        <a:pt x="1344" y="534"/>
                      </a:lnTo>
                      <a:lnTo>
                        <a:pt x="1344" y="546"/>
                      </a:lnTo>
                      <a:lnTo>
                        <a:pt x="1338" y="546"/>
                      </a:lnTo>
                      <a:lnTo>
                        <a:pt x="1332" y="552"/>
                      </a:lnTo>
                      <a:lnTo>
                        <a:pt x="1320" y="558"/>
                      </a:lnTo>
                      <a:lnTo>
                        <a:pt x="1302" y="564"/>
                      </a:lnTo>
                      <a:lnTo>
                        <a:pt x="1290" y="570"/>
                      </a:lnTo>
                      <a:lnTo>
                        <a:pt x="1266" y="570"/>
                      </a:lnTo>
                      <a:lnTo>
                        <a:pt x="1242" y="558"/>
                      </a:lnTo>
                      <a:lnTo>
                        <a:pt x="1236" y="558"/>
                      </a:lnTo>
                      <a:lnTo>
                        <a:pt x="1140" y="606"/>
                      </a:lnTo>
                      <a:lnTo>
                        <a:pt x="1122" y="624"/>
                      </a:lnTo>
                      <a:lnTo>
                        <a:pt x="1116" y="606"/>
                      </a:lnTo>
                      <a:lnTo>
                        <a:pt x="1080" y="624"/>
                      </a:lnTo>
                      <a:lnTo>
                        <a:pt x="1068" y="624"/>
                      </a:lnTo>
                      <a:lnTo>
                        <a:pt x="1044" y="636"/>
                      </a:lnTo>
                      <a:lnTo>
                        <a:pt x="1020" y="660"/>
                      </a:lnTo>
                      <a:lnTo>
                        <a:pt x="990" y="648"/>
                      </a:lnTo>
                      <a:lnTo>
                        <a:pt x="990" y="672"/>
                      </a:lnTo>
                      <a:lnTo>
                        <a:pt x="984" y="666"/>
                      </a:lnTo>
                      <a:lnTo>
                        <a:pt x="972" y="666"/>
                      </a:lnTo>
                      <a:lnTo>
                        <a:pt x="966" y="672"/>
                      </a:lnTo>
                      <a:lnTo>
                        <a:pt x="966" y="690"/>
                      </a:lnTo>
                      <a:lnTo>
                        <a:pt x="954" y="708"/>
                      </a:lnTo>
                      <a:lnTo>
                        <a:pt x="1014" y="684"/>
                      </a:lnTo>
                      <a:lnTo>
                        <a:pt x="990" y="702"/>
                      </a:lnTo>
                      <a:lnTo>
                        <a:pt x="990" y="714"/>
                      </a:lnTo>
                      <a:lnTo>
                        <a:pt x="972" y="726"/>
                      </a:lnTo>
                      <a:lnTo>
                        <a:pt x="1026" y="726"/>
                      </a:lnTo>
                      <a:lnTo>
                        <a:pt x="1032" y="732"/>
                      </a:lnTo>
                      <a:lnTo>
                        <a:pt x="1032" y="738"/>
                      </a:lnTo>
                      <a:lnTo>
                        <a:pt x="1020" y="744"/>
                      </a:lnTo>
                      <a:lnTo>
                        <a:pt x="984" y="744"/>
                      </a:lnTo>
                      <a:lnTo>
                        <a:pt x="960" y="750"/>
                      </a:lnTo>
                      <a:lnTo>
                        <a:pt x="972" y="738"/>
                      </a:lnTo>
                      <a:lnTo>
                        <a:pt x="960" y="732"/>
                      </a:lnTo>
                      <a:lnTo>
                        <a:pt x="954" y="732"/>
                      </a:lnTo>
                      <a:lnTo>
                        <a:pt x="948" y="738"/>
                      </a:lnTo>
                      <a:lnTo>
                        <a:pt x="936" y="744"/>
                      </a:lnTo>
                      <a:lnTo>
                        <a:pt x="930" y="750"/>
                      </a:lnTo>
                      <a:lnTo>
                        <a:pt x="924" y="750"/>
                      </a:lnTo>
                      <a:lnTo>
                        <a:pt x="918" y="756"/>
                      </a:lnTo>
                      <a:lnTo>
                        <a:pt x="924" y="756"/>
                      </a:lnTo>
                      <a:lnTo>
                        <a:pt x="930" y="762"/>
                      </a:lnTo>
                      <a:lnTo>
                        <a:pt x="930" y="768"/>
                      </a:lnTo>
                      <a:lnTo>
                        <a:pt x="924" y="774"/>
                      </a:lnTo>
                      <a:lnTo>
                        <a:pt x="924" y="780"/>
                      </a:lnTo>
                      <a:lnTo>
                        <a:pt x="918" y="792"/>
                      </a:lnTo>
                      <a:lnTo>
                        <a:pt x="918" y="804"/>
                      </a:lnTo>
                      <a:lnTo>
                        <a:pt x="990" y="804"/>
                      </a:lnTo>
                      <a:lnTo>
                        <a:pt x="1038" y="774"/>
                      </a:lnTo>
                      <a:lnTo>
                        <a:pt x="1104" y="750"/>
                      </a:lnTo>
                      <a:lnTo>
                        <a:pt x="1098" y="750"/>
                      </a:lnTo>
                      <a:lnTo>
                        <a:pt x="1092" y="756"/>
                      </a:lnTo>
                      <a:lnTo>
                        <a:pt x="1080" y="762"/>
                      </a:lnTo>
                      <a:lnTo>
                        <a:pt x="1062" y="768"/>
                      </a:lnTo>
                      <a:lnTo>
                        <a:pt x="1050" y="780"/>
                      </a:lnTo>
                      <a:lnTo>
                        <a:pt x="1038" y="786"/>
                      </a:lnTo>
                      <a:lnTo>
                        <a:pt x="1026" y="798"/>
                      </a:lnTo>
                      <a:lnTo>
                        <a:pt x="1026" y="816"/>
                      </a:lnTo>
                      <a:lnTo>
                        <a:pt x="1020" y="828"/>
                      </a:lnTo>
                      <a:lnTo>
                        <a:pt x="990" y="828"/>
                      </a:lnTo>
                      <a:lnTo>
                        <a:pt x="978" y="834"/>
                      </a:lnTo>
                      <a:lnTo>
                        <a:pt x="972" y="852"/>
                      </a:lnTo>
                      <a:lnTo>
                        <a:pt x="966" y="864"/>
                      </a:lnTo>
                      <a:lnTo>
                        <a:pt x="954" y="870"/>
                      </a:lnTo>
                      <a:lnTo>
                        <a:pt x="942" y="882"/>
                      </a:lnTo>
                      <a:lnTo>
                        <a:pt x="930" y="888"/>
                      </a:lnTo>
                      <a:lnTo>
                        <a:pt x="924" y="894"/>
                      </a:lnTo>
                      <a:lnTo>
                        <a:pt x="978" y="888"/>
                      </a:lnTo>
                      <a:lnTo>
                        <a:pt x="972" y="906"/>
                      </a:lnTo>
                      <a:lnTo>
                        <a:pt x="978" y="894"/>
                      </a:lnTo>
                      <a:lnTo>
                        <a:pt x="990" y="888"/>
                      </a:lnTo>
                      <a:lnTo>
                        <a:pt x="1002" y="876"/>
                      </a:lnTo>
                      <a:lnTo>
                        <a:pt x="1026" y="864"/>
                      </a:lnTo>
                      <a:lnTo>
                        <a:pt x="1038" y="864"/>
                      </a:lnTo>
                      <a:lnTo>
                        <a:pt x="1050" y="870"/>
                      </a:lnTo>
                      <a:lnTo>
                        <a:pt x="1056" y="870"/>
                      </a:lnTo>
                      <a:lnTo>
                        <a:pt x="1056" y="876"/>
                      </a:lnTo>
                      <a:lnTo>
                        <a:pt x="1050" y="876"/>
                      </a:lnTo>
                      <a:lnTo>
                        <a:pt x="1074" y="870"/>
                      </a:lnTo>
                      <a:lnTo>
                        <a:pt x="1068" y="876"/>
                      </a:lnTo>
                      <a:lnTo>
                        <a:pt x="1068" y="906"/>
                      </a:lnTo>
                      <a:lnTo>
                        <a:pt x="1074" y="912"/>
                      </a:lnTo>
                      <a:lnTo>
                        <a:pt x="1092" y="912"/>
                      </a:lnTo>
                      <a:lnTo>
                        <a:pt x="1098" y="900"/>
                      </a:lnTo>
                      <a:lnTo>
                        <a:pt x="1110" y="894"/>
                      </a:lnTo>
                      <a:lnTo>
                        <a:pt x="1116" y="888"/>
                      </a:lnTo>
                      <a:lnTo>
                        <a:pt x="1122" y="876"/>
                      </a:lnTo>
                      <a:lnTo>
                        <a:pt x="1164" y="858"/>
                      </a:lnTo>
                      <a:lnTo>
                        <a:pt x="1176" y="870"/>
                      </a:lnTo>
                      <a:lnTo>
                        <a:pt x="1146" y="870"/>
                      </a:lnTo>
                      <a:lnTo>
                        <a:pt x="1140" y="876"/>
                      </a:lnTo>
                      <a:lnTo>
                        <a:pt x="1140" y="882"/>
                      </a:lnTo>
                      <a:lnTo>
                        <a:pt x="1134" y="888"/>
                      </a:lnTo>
                      <a:lnTo>
                        <a:pt x="1134" y="894"/>
                      </a:lnTo>
                      <a:lnTo>
                        <a:pt x="1152" y="894"/>
                      </a:lnTo>
                      <a:lnTo>
                        <a:pt x="1164" y="888"/>
                      </a:lnTo>
                      <a:lnTo>
                        <a:pt x="1182" y="888"/>
                      </a:lnTo>
                      <a:lnTo>
                        <a:pt x="1200" y="882"/>
                      </a:lnTo>
                      <a:lnTo>
                        <a:pt x="1218" y="882"/>
                      </a:lnTo>
                      <a:lnTo>
                        <a:pt x="1224" y="876"/>
                      </a:lnTo>
                      <a:lnTo>
                        <a:pt x="1230" y="876"/>
                      </a:lnTo>
                      <a:lnTo>
                        <a:pt x="1272" y="858"/>
                      </a:lnTo>
                      <a:lnTo>
                        <a:pt x="1224" y="882"/>
                      </a:lnTo>
                      <a:lnTo>
                        <a:pt x="1224" y="894"/>
                      </a:lnTo>
                      <a:lnTo>
                        <a:pt x="1212" y="894"/>
                      </a:lnTo>
                      <a:lnTo>
                        <a:pt x="1200" y="900"/>
                      </a:lnTo>
                      <a:lnTo>
                        <a:pt x="1188" y="900"/>
                      </a:lnTo>
                      <a:lnTo>
                        <a:pt x="1176" y="906"/>
                      </a:lnTo>
                      <a:lnTo>
                        <a:pt x="1170" y="912"/>
                      </a:lnTo>
                      <a:lnTo>
                        <a:pt x="1158" y="918"/>
                      </a:lnTo>
                      <a:lnTo>
                        <a:pt x="1152" y="930"/>
                      </a:lnTo>
                      <a:lnTo>
                        <a:pt x="1122" y="930"/>
                      </a:lnTo>
                      <a:lnTo>
                        <a:pt x="1086" y="960"/>
                      </a:lnTo>
                      <a:lnTo>
                        <a:pt x="1086" y="978"/>
                      </a:lnTo>
                      <a:lnTo>
                        <a:pt x="1038" y="978"/>
                      </a:lnTo>
                      <a:lnTo>
                        <a:pt x="1032" y="984"/>
                      </a:lnTo>
                      <a:lnTo>
                        <a:pt x="1020" y="984"/>
                      </a:lnTo>
                      <a:lnTo>
                        <a:pt x="1002" y="990"/>
                      </a:lnTo>
                      <a:lnTo>
                        <a:pt x="990" y="996"/>
                      </a:lnTo>
                      <a:lnTo>
                        <a:pt x="978" y="996"/>
                      </a:lnTo>
                      <a:lnTo>
                        <a:pt x="966" y="1008"/>
                      </a:lnTo>
                      <a:lnTo>
                        <a:pt x="966" y="1020"/>
                      </a:lnTo>
                      <a:lnTo>
                        <a:pt x="960" y="1026"/>
                      </a:lnTo>
                      <a:lnTo>
                        <a:pt x="960" y="1038"/>
                      </a:lnTo>
                      <a:lnTo>
                        <a:pt x="876" y="1038"/>
                      </a:lnTo>
                      <a:lnTo>
                        <a:pt x="858" y="1044"/>
                      </a:lnTo>
                      <a:lnTo>
                        <a:pt x="828" y="1062"/>
                      </a:lnTo>
                      <a:lnTo>
                        <a:pt x="804" y="1080"/>
                      </a:lnTo>
                      <a:lnTo>
                        <a:pt x="780" y="1092"/>
                      </a:lnTo>
                      <a:lnTo>
                        <a:pt x="774" y="1098"/>
                      </a:lnTo>
                      <a:lnTo>
                        <a:pt x="750" y="1104"/>
                      </a:lnTo>
                      <a:lnTo>
                        <a:pt x="738" y="1122"/>
                      </a:lnTo>
                      <a:lnTo>
                        <a:pt x="732" y="1104"/>
                      </a:lnTo>
                      <a:lnTo>
                        <a:pt x="672" y="1104"/>
                      </a:lnTo>
                      <a:lnTo>
                        <a:pt x="648" y="1116"/>
                      </a:lnTo>
                      <a:lnTo>
                        <a:pt x="630" y="1122"/>
                      </a:lnTo>
                      <a:lnTo>
                        <a:pt x="624" y="1128"/>
                      </a:lnTo>
                      <a:lnTo>
                        <a:pt x="606" y="1128"/>
                      </a:lnTo>
                      <a:lnTo>
                        <a:pt x="606" y="1140"/>
                      </a:lnTo>
                      <a:lnTo>
                        <a:pt x="576" y="1146"/>
                      </a:lnTo>
                      <a:lnTo>
                        <a:pt x="564" y="1152"/>
                      </a:lnTo>
                      <a:lnTo>
                        <a:pt x="540" y="1152"/>
                      </a:lnTo>
                      <a:lnTo>
                        <a:pt x="516" y="1170"/>
                      </a:lnTo>
                      <a:lnTo>
                        <a:pt x="522" y="1182"/>
                      </a:lnTo>
                      <a:lnTo>
                        <a:pt x="540" y="1164"/>
                      </a:lnTo>
                      <a:lnTo>
                        <a:pt x="558" y="1176"/>
                      </a:lnTo>
                      <a:lnTo>
                        <a:pt x="582" y="1158"/>
                      </a:lnTo>
                      <a:lnTo>
                        <a:pt x="582" y="1170"/>
                      </a:lnTo>
                      <a:lnTo>
                        <a:pt x="594" y="1170"/>
                      </a:lnTo>
                      <a:lnTo>
                        <a:pt x="606" y="1164"/>
                      </a:lnTo>
                      <a:lnTo>
                        <a:pt x="618" y="1164"/>
                      </a:lnTo>
                      <a:lnTo>
                        <a:pt x="642" y="1140"/>
                      </a:lnTo>
                      <a:lnTo>
                        <a:pt x="654" y="1134"/>
                      </a:lnTo>
                      <a:lnTo>
                        <a:pt x="666" y="1122"/>
                      </a:lnTo>
                      <a:lnTo>
                        <a:pt x="684" y="1122"/>
                      </a:lnTo>
                      <a:lnTo>
                        <a:pt x="684" y="1134"/>
                      </a:lnTo>
                      <a:lnTo>
                        <a:pt x="690" y="1140"/>
                      </a:lnTo>
                      <a:lnTo>
                        <a:pt x="708" y="1140"/>
                      </a:lnTo>
                      <a:lnTo>
                        <a:pt x="732" y="1128"/>
                      </a:lnTo>
                      <a:lnTo>
                        <a:pt x="744" y="1128"/>
                      </a:lnTo>
                      <a:lnTo>
                        <a:pt x="756" y="1122"/>
                      </a:lnTo>
                      <a:lnTo>
                        <a:pt x="762" y="1116"/>
                      </a:lnTo>
                      <a:lnTo>
                        <a:pt x="768" y="1116"/>
                      </a:lnTo>
                      <a:lnTo>
                        <a:pt x="804" y="1128"/>
                      </a:lnTo>
                      <a:lnTo>
                        <a:pt x="822" y="1110"/>
                      </a:lnTo>
                      <a:lnTo>
                        <a:pt x="834" y="1110"/>
                      </a:lnTo>
                      <a:lnTo>
                        <a:pt x="852" y="1104"/>
                      </a:lnTo>
                      <a:lnTo>
                        <a:pt x="870" y="1104"/>
                      </a:lnTo>
                      <a:lnTo>
                        <a:pt x="894" y="1092"/>
                      </a:lnTo>
                      <a:lnTo>
                        <a:pt x="918" y="1068"/>
                      </a:lnTo>
                      <a:lnTo>
                        <a:pt x="942" y="1056"/>
                      </a:lnTo>
                      <a:lnTo>
                        <a:pt x="972" y="1056"/>
                      </a:lnTo>
                      <a:lnTo>
                        <a:pt x="978" y="1044"/>
                      </a:lnTo>
                      <a:lnTo>
                        <a:pt x="1014" y="1044"/>
                      </a:lnTo>
                      <a:lnTo>
                        <a:pt x="1026" y="1038"/>
                      </a:lnTo>
                      <a:lnTo>
                        <a:pt x="1032" y="1038"/>
                      </a:lnTo>
                      <a:lnTo>
                        <a:pt x="1038" y="1032"/>
                      </a:lnTo>
                      <a:lnTo>
                        <a:pt x="1050" y="1032"/>
                      </a:lnTo>
                      <a:lnTo>
                        <a:pt x="1086" y="1020"/>
                      </a:lnTo>
                      <a:lnTo>
                        <a:pt x="1110" y="1008"/>
                      </a:lnTo>
                      <a:lnTo>
                        <a:pt x="1122" y="996"/>
                      </a:lnTo>
                      <a:lnTo>
                        <a:pt x="1134" y="990"/>
                      </a:lnTo>
                      <a:lnTo>
                        <a:pt x="1140" y="984"/>
                      </a:lnTo>
                      <a:lnTo>
                        <a:pt x="1206" y="972"/>
                      </a:lnTo>
                      <a:lnTo>
                        <a:pt x="1260" y="942"/>
                      </a:lnTo>
                      <a:lnTo>
                        <a:pt x="1296" y="942"/>
                      </a:lnTo>
                      <a:lnTo>
                        <a:pt x="1314" y="936"/>
                      </a:lnTo>
                      <a:lnTo>
                        <a:pt x="1326" y="936"/>
                      </a:lnTo>
                      <a:lnTo>
                        <a:pt x="1338" y="930"/>
                      </a:lnTo>
                      <a:lnTo>
                        <a:pt x="1368" y="900"/>
                      </a:lnTo>
                      <a:lnTo>
                        <a:pt x="1380" y="900"/>
                      </a:lnTo>
                      <a:lnTo>
                        <a:pt x="1404" y="888"/>
                      </a:lnTo>
                      <a:lnTo>
                        <a:pt x="1416" y="888"/>
                      </a:lnTo>
                      <a:lnTo>
                        <a:pt x="1428" y="882"/>
                      </a:lnTo>
                      <a:lnTo>
                        <a:pt x="1434" y="876"/>
                      </a:lnTo>
                      <a:lnTo>
                        <a:pt x="1434" y="864"/>
                      </a:lnTo>
                      <a:lnTo>
                        <a:pt x="1422" y="864"/>
                      </a:lnTo>
                      <a:lnTo>
                        <a:pt x="1428" y="858"/>
                      </a:lnTo>
                      <a:lnTo>
                        <a:pt x="1452" y="846"/>
                      </a:lnTo>
                      <a:lnTo>
                        <a:pt x="1458" y="840"/>
                      </a:lnTo>
                      <a:lnTo>
                        <a:pt x="1470" y="834"/>
                      </a:lnTo>
                      <a:lnTo>
                        <a:pt x="1476" y="828"/>
                      </a:lnTo>
                      <a:lnTo>
                        <a:pt x="1488" y="828"/>
                      </a:lnTo>
                      <a:lnTo>
                        <a:pt x="1500" y="822"/>
                      </a:lnTo>
                      <a:lnTo>
                        <a:pt x="1512" y="822"/>
                      </a:lnTo>
                      <a:lnTo>
                        <a:pt x="1518" y="816"/>
                      </a:lnTo>
                      <a:lnTo>
                        <a:pt x="1524" y="816"/>
                      </a:lnTo>
                      <a:lnTo>
                        <a:pt x="1596" y="786"/>
                      </a:lnTo>
                      <a:lnTo>
                        <a:pt x="1590" y="768"/>
                      </a:lnTo>
                      <a:lnTo>
                        <a:pt x="1602" y="768"/>
                      </a:lnTo>
                      <a:lnTo>
                        <a:pt x="1608" y="774"/>
                      </a:lnTo>
                      <a:lnTo>
                        <a:pt x="1626" y="774"/>
                      </a:lnTo>
                      <a:lnTo>
                        <a:pt x="1638" y="762"/>
                      </a:lnTo>
                      <a:lnTo>
                        <a:pt x="1650" y="762"/>
                      </a:lnTo>
                      <a:lnTo>
                        <a:pt x="1674" y="750"/>
                      </a:lnTo>
                      <a:lnTo>
                        <a:pt x="1680" y="744"/>
                      </a:lnTo>
                      <a:lnTo>
                        <a:pt x="1704" y="732"/>
                      </a:lnTo>
                      <a:lnTo>
                        <a:pt x="1740" y="720"/>
                      </a:lnTo>
                      <a:lnTo>
                        <a:pt x="1770" y="708"/>
                      </a:lnTo>
                      <a:lnTo>
                        <a:pt x="1794" y="702"/>
                      </a:lnTo>
                      <a:lnTo>
                        <a:pt x="1812" y="702"/>
                      </a:lnTo>
                      <a:lnTo>
                        <a:pt x="1818" y="708"/>
                      </a:lnTo>
                      <a:lnTo>
                        <a:pt x="1842" y="720"/>
                      </a:lnTo>
                      <a:lnTo>
                        <a:pt x="1848" y="726"/>
                      </a:lnTo>
                      <a:lnTo>
                        <a:pt x="1812" y="726"/>
                      </a:lnTo>
                      <a:lnTo>
                        <a:pt x="1794" y="714"/>
                      </a:lnTo>
                      <a:lnTo>
                        <a:pt x="1758" y="738"/>
                      </a:lnTo>
                      <a:lnTo>
                        <a:pt x="1728" y="738"/>
                      </a:lnTo>
                      <a:lnTo>
                        <a:pt x="1722" y="744"/>
                      </a:lnTo>
                      <a:lnTo>
                        <a:pt x="1710" y="750"/>
                      </a:lnTo>
                      <a:lnTo>
                        <a:pt x="1704" y="762"/>
                      </a:lnTo>
                      <a:lnTo>
                        <a:pt x="1692" y="768"/>
                      </a:lnTo>
                      <a:lnTo>
                        <a:pt x="1686" y="774"/>
                      </a:lnTo>
                      <a:lnTo>
                        <a:pt x="1680" y="774"/>
                      </a:lnTo>
                      <a:lnTo>
                        <a:pt x="1668" y="780"/>
                      </a:lnTo>
                      <a:lnTo>
                        <a:pt x="1656" y="780"/>
                      </a:lnTo>
                      <a:lnTo>
                        <a:pt x="1638" y="786"/>
                      </a:lnTo>
                      <a:lnTo>
                        <a:pt x="1614" y="798"/>
                      </a:lnTo>
                      <a:lnTo>
                        <a:pt x="1614" y="804"/>
                      </a:lnTo>
                      <a:lnTo>
                        <a:pt x="1620" y="810"/>
                      </a:lnTo>
                      <a:lnTo>
                        <a:pt x="1632" y="816"/>
                      </a:lnTo>
                      <a:lnTo>
                        <a:pt x="1650" y="816"/>
                      </a:lnTo>
                      <a:lnTo>
                        <a:pt x="1644" y="816"/>
                      </a:lnTo>
                      <a:lnTo>
                        <a:pt x="1638" y="822"/>
                      </a:lnTo>
                      <a:lnTo>
                        <a:pt x="1632" y="822"/>
                      </a:lnTo>
                      <a:lnTo>
                        <a:pt x="1620" y="828"/>
                      </a:lnTo>
                      <a:lnTo>
                        <a:pt x="1572" y="828"/>
                      </a:lnTo>
                      <a:lnTo>
                        <a:pt x="1566" y="834"/>
                      </a:lnTo>
                      <a:lnTo>
                        <a:pt x="1560" y="834"/>
                      </a:lnTo>
                      <a:lnTo>
                        <a:pt x="1560" y="846"/>
                      </a:lnTo>
                      <a:lnTo>
                        <a:pt x="1572" y="858"/>
                      </a:lnTo>
                      <a:lnTo>
                        <a:pt x="1584" y="858"/>
                      </a:lnTo>
                      <a:lnTo>
                        <a:pt x="1596" y="852"/>
                      </a:lnTo>
                      <a:lnTo>
                        <a:pt x="1638" y="834"/>
                      </a:lnTo>
                      <a:lnTo>
                        <a:pt x="1680" y="810"/>
                      </a:lnTo>
                      <a:lnTo>
                        <a:pt x="1722" y="798"/>
                      </a:lnTo>
                      <a:lnTo>
                        <a:pt x="1788" y="798"/>
                      </a:lnTo>
                      <a:lnTo>
                        <a:pt x="1818" y="792"/>
                      </a:lnTo>
                      <a:lnTo>
                        <a:pt x="1824" y="786"/>
                      </a:lnTo>
                      <a:lnTo>
                        <a:pt x="1848" y="774"/>
                      </a:lnTo>
                      <a:lnTo>
                        <a:pt x="1854" y="762"/>
                      </a:lnTo>
                      <a:lnTo>
                        <a:pt x="1866" y="756"/>
                      </a:lnTo>
                      <a:lnTo>
                        <a:pt x="1872" y="750"/>
                      </a:lnTo>
                      <a:lnTo>
                        <a:pt x="1866" y="738"/>
                      </a:lnTo>
                      <a:lnTo>
                        <a:pt x="1878" y="732"/>
                      </a:lnTo>
                      <a:lnTo>
                        <a:pt x="1908" y="720"/>
                      </a:lnTo>
                      <a:lnTo>
                        <a:pt x="1944" y="714"/>
                      </a:lnTo>
                      <a:lnTo>
                        <a:pt x="1962" y="708"/>
                      </a:lnTo>
                      <a:lnTo>
                        <a:pt x="1968" y="708"/>
                      </a:lnTo>
                      <a:lnTo>
                        <a:pt x="1980" y="720"/>
                      </a:lnTo>
                      <a:lnTo>
                        <a:pt x="1980" y="726"/>
                      </a:lnTo>
                      <a:lnTo>
                        <a:pt x="2046" y="702"/>
                      </a:lnTo>
                      <a:lnTo>
                        <a:pt x="2004" y="738"/>
                      </a:lnTo>
                      <a:lnTo>
                        <a:pt x="2022" y="744"/>
                      </a:lnTo>
                      <a:lnTo>
                        <a:pt x="2022" y="762"/>
                      </a:lnTo>
                      <a:lnTo>
                        <a:pt x="2028" y="762"/>
                      </a:lnTo>
                      <a:lnTo>
                        <a:pt x="2034" y="756"/>
                      </a:lnTo>
                      <a:lnTo>
                        <a:pt x="2094" y="726"/>
                      </a:lnTo>
                      <a:lnTo>
                        <a:pt x="2082" y="732"/>
                      </a:lnTo>
                      <a:lnTo>
                        <a:pt x="2076" y="744"/>
                      </a:lnTo>
                      <a:lnTo>
                        <a:pt x="2064" y="750"/>
                      </a:lnTo>
                      <a:lnTo>
                        <a:pt x="2058" y="762"/>
                      </a:lnTo>
                      <a:lnTo>
                        <a:pt x="2046" y="774"/>
                      </a:lnTo>
                      <a:lnTo>
                        <a:pt x="2052" y="780"/>
                      </a:lnTo>
                      <a:lnTo>
                        <a:pt x="2064" y="780"/>
                      </a:lnTo>
                      <a:lnTo>
                        <a:pt x="2076" y="786"/>
                      </a:lnTo>
                      <a:lnTo>
                        <a:pt x="2106" y="786"/>
                      </a:lnTo>
                      <a:lnTo>
                        <a:pt x="2208" y="798"/>
                      </a:lnTo>
                      <a:lnTo>
                        <a:pt x="2238" y="780"/>
                      </a:lnTo>
                      <a:lnTo>
                        <a:pt x="2232" y="786"/>
                      </a:lnTo>
                      <a:lnTo>
                        <a:pt x="2232" y="810"/>
                      </a:lnTo>
                      <a:lnTo>
                        <a:pt x="2298" y="810"/>
                      </a:lnTo>
                      <a:lnTo>
                        <a:pt x="2334" y="804"/>
                      </a:lnTo>
                      <a:lnTo>
                        <a:pt x="2328" y="804"/>
                      </a:lnTo>
                      <a:lnTo>
                        <a:pt x="2322" y="810"/>
                      </a:lnTo>
                      <a:lnTo>
                        <a:pt x="2310" y="810"/>
                      </a:lnTo>
                      <a:lnTo>
                        <a:pt x="2286" y="822"/>
                      </a:lnTo>
                      <a:lnTo>
                        <a:pt x="2280" y="828"/>
                      </a:lnTo>
                      <a:lnTo>
                        <a:pt x="2280" y="834"/>
                      </a:lnTo>
                      <a:lnTo>
                        <a:pt x="2292" y="846"/>
                      </a:lnTo>
                      <a:lnTo>
                        <a:pt x="2304" y="852"/>
                      </a:lnTo>
                      <a:lnTo>
                        <a:pt x="2310" y="858"/>
                      </a:lnTo>
                      <a:lnTo>
                        <a:pt x="2310" y="882"/>
                      </a:lnTo>
                      <a:lnTo>
                        <a:pt x="2316" y="888"/>
                      </a:lnTo>
                      <a:lnTo>
                        <a:pt x="2316" y="900"/>
                      </a:lnTo>
                      <a:lnTo>
                        <a:pt x="2322" y="912"/>
                      </a:lnTo>
                      <a:lnTo>
                        <a:pt x="2358" y="912"/>
                      </a:lnTo>
                      <a:lnTo>
                        <a:pt x="2370" y="906"/>
                      </a:lnTo>
                      <a:lnTo>
                        <a:pt x="2388" y="906"/>
                      </a:lnTo>
                      <a:lnTo>
                        <a:pt x="2382" y="876"/>
                      </a:lnTo>
                      <a:lnTo>
                        <a:pt x="2400" y="870"/>
                      </a:lnTo>
                      <a:lnTo>
                        <a:pt x="2412" y="888"/>
                      </a:lnTo>
                      <a:lnTo>
                        <a:pt x="2442" y="876"/>
                      </a:lnTo>
                      <a:lnTo>
                        <a:pt x="2430" y="888"/>
                      </a:lnTo>
                      <a:lnTo>
                        <a:pt x="2430" y="900"/>
                      </a:lnTo>
                      <a:lnTo>
                        <a:pt x="2424" y="906"/>
                      </a:lnTo>
                      <a:lnTo>
                        <a:pt x="2424" y="912"/>
                      </a:lnTo>
                      <a:lnTo>
                        <a:pt x="2430" y="918"/>
                      </a:lnTo>
                      <a:lnTo>
                        <a:pt x="2436" y="918"/>
                      </a:lnTo>
                      <a:lnTo>
                        <a:pt x="2448" y="912"/>
                      </a:lnTo>
                      <a:lnTo>
                        <a:pt x="2454" y="906"/>
                      </a:lnTo>
                      <a:lnTo>
                        <a:pt x="2460" y="894"/>
                      </a:lnTo>
                      <a:lnTo>
                        <a:pt x="2466" y="888"/>
                      </a:lnTo>
                      <a:lnTo>
                        <a:pt x="2472" y="876"/>
                      </a:lnTo>
                      <a:lnTo>
                        <a:pt x="2502" y="834"/>
                      </a:lnTo>
                      <a:lnTo>
                        <a:pt x="2478" y="900"/>
                      </a:lnTo>
                      <a:lnTo>
                        <a:pt x="2484" y="924"/>
                      </a:lnTo>
                      <a:lnTo>
                        <a:pt x="2520" y="912"/>
                      </a:lnTo>
                      <a:lnTo>
                        <a:pt x="2496" y="936"/>
                      </a:lnTo>
                      <a:lnTo>
                        <a:pt x="2520" y="954"/>
                      </a:lnTo>
                      <a:lnTo>
                        <a:pt x="2502" y="954"/>
                      </a:lnTo>
                      <a:lnTo>
                        <a:pt x="2502" y="972"/>
                      </a:lnTo>
                      <a:lnTo>
                        <a:pt x="2472" y="990"/>
                      </a:lnTo>
                      <a:lnTo>
                        <a:pt x="2454" y="1002"/>
                      </a:lnTo>
                      <a:lnTo>
                        <a:pt x="2484" y="1020"/>
                      </a:lnTo>
                      <a:lnTo>
                        <a:pt x="2478" y="1050"/>
                      </a:lnTo>
                      <a:lnTo>
                        <a:pt x="2460" y="1068"/>
                      </a:lnTo>
                      <a:lnTo>
                        <a:pt x="2478" y="1080"/>
                      </a:lnTo>
                      <a:lnTo>
                        <a:pt x="2460" y="1098"/>
                      </a:lnTo>
                      <a:lnTo>
                        <a:pt x="2490" y="1098"/>
                      </a:lnTo>
                      <a:lnTo>
                        <a:pt x="2526" y="1086"/>
                      </a:lnTo>
                      <a:lnTo>
                        <a:pt x="2496" y="1122"/>
                      </a:lnTo>
                      <a:lnTo>
                        <a:pt x="2478" y="1140"/>
                      </a:lnTo>
                      <a:lnTo>
                        <a:pt x="2502" y="1146"/>
                      </a:lnTo>
                      <a:lnTo>
                        <a:pt x="2454" y="1164"/>
                      </a:lnTo>
                      <a:lnTo>
                        <a:pt x="2436" y="1176"/>
                      </a:lnTo>
                      <a:lnTo>
                        <a:pt x="2454" y="1188"/>
                      </a:lnTo>
                      <a:lnTo>
                        <a:pt x="2454" y="1200"/>
                      </a:lnTo>
                      <a:lnTo>
                        <a:pt x="2472" y="1188"/>
                      </a:lnTo>
                      <a:lnTo>
                        <a:pt x="2490" y="1182"/>
                      </a:lnTo>
                      <a:lnTo>
                        <a:pt x="2502" y="1170"/>
                      </a:lnTo>
                      <a:lnTo>
                        <a:pt x="2514" y="1164"/>
                      </a:lnTo>
                      <a:lnTo>
                        <a:pt x="2532" y="1146"/>
                      </a:lnTo>
                      <a:lnTo>
                        <a:pt x="2538" y="1134"/>
                      </a:lnTo>
                      <a:lnTo>
                        <a:pt x="2538" y="1122"/>
                      </a:lnTo>
                      <a:lnTo>
                        <a:pt x="2550" y="1116"/>
                      </a:lnTo>
                      <a:lnTo>
                        <a:pt x="2562" y="1104"/>
                      </a:lnTo>
                      <a:lnTo>
                        <a:pt x="2574" y="1098"/>
                      </a:lnTo>
                      <a:lnTo>
                        <a:pt x="2574" y="1086"/>
                      </a:lnTo>
                      <a:lnTo>
                        <a:pt x="2568" y="1080"/>
                      </a:lnTo>
                      <a:lnTo>
                        <a:pt x="2562" y="1080"/>
                      </a:lnTo>
                      <a:close/>
                      <a:moveTo>
                        <a:pt x="2394" y="1056"/>
                      </a:moveTo>
                      <a:lnTo>
                        <a:pt x="2400" y="1062"/>
                      </a:lnTo>
                      <a:lnTo>
                        <a:pt x="2418" y="1062"/>
                      </a:lnTo>
                      <a:lnTo>
                        <a:pt x="2436" y="1044"/>
                      </a:lnTo>
                      <a:lnTo>
                        <a:pt x="2460" y="1038"/>
                      </a:lnTo>
                      <a:lnTo>
                        <a:pt x="2454" y="1020"/>
                      </a:lnTo>
                      <a:lnTo>
                        <a:pt x="2430" y="1020"/>
                      </a:lnTo>
                      <a:lnTo>
                        <a:pt x="2418" y="1026"/>
                      </a:lnTo>
                      <a:lnTo>
                        <a:pt x="2412" y="1032"/>
                      </a:lnTo>
                      <a:lnTo>
                        <a:pt x="2406" y="1044"/>
                      </a:lnTo>
                      <a:lnTo>
                        <a:pt x="2394" y="1050"/>
                      </a:lnTo>
                      <a:lnTo>
                        <a:pt x="2394" y="1056"/>
                      </a:lnTo>
                      <a:close/>
                      <a:moveTo>
                        <a:pt x="2376" y="984"/>
                      </a:moveTo>
                      <a:lnTo>
                        <a:pt x="2358" y="984"/>
                      </a:lnTo>
                      <a:lnTo>
                        <a:pt x="2346" y="990"/>
                      </a:lnTo>
                      <a:lnTo>
                        <a:pt x="2334" y="1002"/>
                      </a:lnTo>
                      <a:lnTo>
                        <a:pt x="2334" y="1014"/>
                      </a:lnTo>
                      <a:lnTo>
                        <a:pt x="2322" y="1026"/>
                      </a:lnTo>
                      <a:lnTo>
                        <a:pt x="2322" y="1044"/>
                      </a:lnTo>
                      <a:lnTo>
                        <a:pt x="2310" y="1056"/>
                      </a:lnTo>
                      <a:lnTo>
                        <a:pt x="2310" y="1074"/>
                      </a:lnTo>
                      <a:lnTo>
                        <a:pt x="2316" y="1080"/>
                      </a:lnTo>
                      <a:lnTo>
                        <a:pt x="2322" y="1074"/>
                      </a:lnTo>
                      <a:lnTo>
                        <a:pt x="2328" y="1062"/>
                      </a:lnTo>
                      <a:lnTo>
                        <a:pt x="2340" y="1050"/>
                      </a:lnTo>
                      <a:lnTo>
                        <a:pt x="2352" y="1044"/>
                      </a:lnTo>
                      <a:lnTo>
                        <a:pt x="2376" y="1020"/>
                      </a:lnTo>
                      <a:lnTo>
                        <a:pt x="2382" y="1008"/>
                      </a:lnTo>
                      <a:lnTo>
                        <a:pt x="2382" y="990"/>
                      </a:lnTo>
                      <a:lnTo>
                        <a:pt x="2376" y="984"/>
                      </a:lnTo>
                      <a:close/>
                      <a:moveTo>
                        <a:pt x="786" y="810"/>
                      </a:moveTo>
                      <a:lnTo>
                        <a:pt x="798" y="810"/>
                      </a:lnTo>
                      <a:lnTo>
                        <a:pt x="834" y="798"/>
                      </a:lnTo>
                      <a:lnTo>
                        <a:pt x="858" y="786"/>
                      </a:lnTo>
                      <a:lnTo>
                        <a:pt x="864" y="780"/>
                      </a:lnTo>
                      <a:lnTo>
                        <a:pt x="870" y="780"/>
                      </a:lnTo>
                      <a:lnTo>
                        <a:pt x="864" y="774"/>
                      </a:lnTo>
                      <a:lnTo>
                        <a:pt x="828" y="762"/>
                      </a:lnTo>
                      <a:lnTo>
                        <a:pt x="810" y="762"/>
                      </a:lnTo>
                      <a:lnTo>
                        <a:pt x="798" y="768"/>
                      </a:lnTo>
                      <a:lnTo>
                        <a:pt x="792" y="774"/>
                      </a:lnTo>
                      <a:lnTo>
                        <a:pt x="786" y="768"/>
                      </a:lnTo>
                      <a:lnTo>
                        <a:pt x="774" y="768"/>
                      </a:lnTo>
                      <a:lnTo>
                        <a:pt x="768" y="774"/>
                      </a:lnTo>
                      <a:lnTo>
                        <a:pt x="768" y="804"/>
                      </a:lnTo>
                      <a:lnTo>
                        <a:pt x="774" y="810"/>
                      </a:lnTo>
                      <a:lnTo>
                        <a:pt x="786" y="810"/>
                      </a:lnTo>
                      <a:close/>
                      <a:moveTo>
                        <a:pt x="0" y="1332"/>
                      </a:moveTo>
                      <a:lnTo>
                        <a:pt x="60" y="1320"/>
                      </a:lnTo>
                      <a:lnTo>
                        <a:pt x="72" y="1302"/>
                      </a:lnTo>
                      <a:lnTo>
                        <a:pt x="132" y="1296"/>
                      </a:lnTo>
                      <a:lnTo>
                        <a:pt x="114" y="1272"/>
                      </a:lnTo>
                      <a:lnTo>
                        <a:pt x="0" y="1332"/>
                      </a:lnTo>
                      <a:close/>
                      <a:moveTo>
                        <a:pt x="1362" y="954"/>
                      </a:moveTo>
                      <a:lnTo>
                        <a:pt x="1350" y="954"/>
                      </a:lnTo>
                      <a:lnTo>
                        <a:pt x="1338" y="960"/>
                      </a:lnTo>
                      <a:lnTo>
                        <a:pt x="1332" y="954"/>
                      </a:lnTo>
                      <a:lnTo>
                        <a:pt x="1314" y="954"/>
                      </a:lnTo>
                      <a:lnTo>
                        <a:pt x="1314" y="978"/>
                      </a:lnTo>
                      <a:lnTo>
                        <a:pt x="1290" y="996"/>
                      </a:lnTo>
                      <a:lnTo>
                        <a:pt x="1290" y="972"/>
                      </a:lnTo>
                      <a:lnTo>
                        <a:pt x="1278" y="966"/>
                      </a:lnTo>
                      <a:lnTo>
                        <a:pt x="1272" y="966"/>
                      </a:lnTo>
                      <a:lnTo>
                        <a:pt x="1248" y="978"/>
                      </a:lnTo>
                      <a:lnTo>
                        <a:pt x="1242" y="978"/>
                      </a:lnTo>
                      <a:lnTo>
                        <a:pt x="1230" y="990"/>
                      </a:lnTo>
                      <a:lnTo>
                        <a:pt x="1224" y="1002"/>
                      </a:lnTo>
                      <a:lnTo>
                        <a:pt x="1218" y="1008"/>
                      </a:lnTo>
                      <a:lnTo>
                        <a:pt x="1218" y="1014"/>
                      </a:lnTo>
                      <a:lnTo>
                        <a:pt x="1224" y="1014"/>
                      </a:lnTo>
                      <a:lnTo>
                        <a:pt x="1230" y="1020"/>
                      </a:lnTo>
                      <a:lnTo>
                        <a:pt x="1278" y="1020"/>
                      </a:lnTo>
                      <a:lnTo>
                        <a:pt x="1296" y="1014"/>
                      </a:lnTo>
                      <a:lnTo>
                        <a:pt x="1308" y="1014"/>
                      </a:lnTo>
                      <a:lnTo>
                        <a:pt x="1320" y="1008"/>
                      </a:lnTo>
                      <a:lnTo>
                        <a:pt x="1320" y="996"/>
                      </a:lnTo>
                      <a:lnTo>
                        <a:pt x="1350" y="990"/>
                      </a:lnTo>
                      <a:lnTo>
                        <a:pt x="1350" y="984"/>
                      </a:lnTo>
                      <a:lnTo>
                        <a:pt x="1386" y="978"/>
                      </a:lnTo>
                      <a:lnTo>
                        <a:pt x="1398" y="954"/>
                      </a:lnTo>
                      <a:lnTo>
                        <a:pt x="1380" y="960"/>
                      </a:lnTo>
                      <a:lnTo>
                        <a:pt x="1374" y="954"/>
                      </a:lnTo>
                      <a:lnTo>
                        <a:pt x="1362" y="954"/>
                      </a:lnTo>
                      <a:close/>
                      <a:moveTo>
                        <a:pt x="162" y="1290"/>
                      </a:moveTo>
                      <a:lnTo>
                        <a:pt x="204" y="1290"/>
                      </a:lnTo>
                      <a:lnTo>
                        <a:pt x="240" y="1260"/>
                      </a:lnTo>
                      <a:lnTo>
                        <a:pt x="228" y="1242"/>
                      </a:lnTo>
                      <a:lnTo>
                        <a:pt x="162" y="1290"/>
                      </a:lnTo>
                      <a:close/>
                      <a:moveTo>
                        <a:pt x="2466" y="1140"/>
                      </a:moveTo>
                      <a:lnTo>
                        <a:pt x="2472" y="1128"/>
                      </a:lnTo>
                      <a:lnTo>
                        <a:pt x="2454" y="1110"/>
                      </a:lnTo>
                      <a:lnTo>
                        <a:pt x="2448" y="1110"/>
                      </a:lnTo>
                      <a:lnTo>
                        <a:pt x="2436" y="1122"/>
                      </a:lnTo>
                      <a:lnTo>
                        <a:pt x="2430" y="1134"/>
                      </a:lnTo>
                      <a:lnTo>
                        <a:pt x="2424" y="1152"/>
                      </a:lnTo>
                      <a:lnTo>
                        <a:pt x="2418" y="1164"/>
                      </a:lnTo>
                      <a:lnTo>
                        <a:pt x="2418" y="1176"/>
                      </a:lnTo>
                      <a:lnTo>
                        <a:pt x="2436" y="1158"/>
                      </a:lnTo>
                      <a:lnTo>
                        <a:pt x="2454" y="1158"/>
                      </a:lnTo>
                      <a:lnTo>
                        <a:pt x="2460" y="1152"/>
                      </a:lnTo>
                      <a:lnTo>
                        <a:pt x="2466" y="1140"/>
                      </a:lnTo>
                      <a:close/>
                      <a:moveTo>
                        <a:pt x="1428" y="912"/>
                      </a:moveTo>
                      <a:lnTo>
                        <a:pt x="1404" y="924"/>
                      </a:lnTo>
                      <a:lnTo>
                        <a:pt x="1386" y="942"/>
                      </a:lnTo>
                      <a:lnTo>
                        <a:pt x="1386" y="948"/>
                      </a:lnTo>
                      <a:lnTo>
                        <a:pt x="1398" y="954"/>
                      </a:lnTo>
                      <a:lnTo>
                        <a:pt x="1410" y="954"/>
                      </a:lnTo>
                      <a:lnTo>
                        <a:pt x="1422" y="948"/>
                      </a:lnTo>
                      <a:lnTo>
                        <a:pt x="1428" y="948"/>
                      </a:lnTo>
                      <a:lnTo>
                        <a:pt x="1440" y="942"/>
                      </a:lnTo>
                      <a:lnTo>
                        <a:pt x="1446" y="930"/>
                      </a:lnTo>
                      <a:lnTo>
                        <a:pt x="1470" y="930"/>
                      </a:lnTo>
                      <a:lnTo>
                        <a:pt x="1470" y="924"/>
                      </a:lnTo>
                      <a:lnTo>
                        <a:pt x="1458" y="912"/>
                      </a:lnTo>
                      <a:lnTo>
                        <a:pt x="1452" y="912"/>
                      </a:lnTo>
                      <a:lnTo>
                        <a:pt x="1440" y="906"/>
                      </a:lnTo>
                      <a:lnTo>
                        <a:pt x="1428" y="912"/>
                      </a:lnTo>
                      <a:close/>
                      <a:moveTo>
                        <a:pt x="498" y="1164"/>
                      </a:moveTo>
                      <a:lnTo>
                        <a:pt x="486" y="1164"/>
                      </a:lnTo>
                      <a:lnTo>
                        <a:pt x="474" y="1170"/>
                      </a:lnTo>
                      <a:lnTo>
                        <a:pt x="462" y="1170"/>
                      </a:lnTo>
                      <a:lnTo>
                        <a:pt x="450" y="1176"/>
                      </a:lnTo>
                      <a:lnTo>
                        <a:pt x="444" y="1182"/>
                      </a:lnTo>
                      <a:lnTo>
                        <a:pt x="432" y="1182"/>
                      </a:lnTo>
                      <a:lnTo>
                        <a:pt x="426" y="1188"/>
                      </a:lnTo>
                      <a:lnTo>
                        <a:pt x="414" y="1188"/>
                      </a:lnTo>
                      <a:lnTo>
                        <a:pt x="390" y="1200"/>
                      </a:lnTo>
                      <a:lnTo>
                        <a:pt x="384" y="1206"/>
                      </a:lnTo>
                      <a:lnTo>
                        <a:pt x="384" y="1218"/>
                      </a:lnTo>
                      <a:lnTo>
                        <a:pt x="402" y="1218"/>
                      </a:lnTo>
                      <a:lnTo>
                        <a:pt x="420" y="1212"/>
                      </a:lnTo>
                      <a:lnTo>
                        <a:pt x="432" y="1206"/>
                      </a:lnTo>
                      <a:lnTo>
                        <a:pt x="504" y="1206"/>
                      </a:lnTo>
                      <a:lnTo>
                        <a:pt x="510" y="1200"/>
                      </a:lnTo>
                      <a:lnTo>
                        <a:pt x="510" y="1176"/>
                      </a:lnTo>
                      <a:lnTo>
                        <a:pt x="498" y="1164"/>
                      </a:lnTo>
                      <a:close/>
                      <a:moveTo>
                        <a:pt x="330" y="1242"/>
                      </a:moveTo>
                      <a:lnTo>
                        <a:pt x="330" y="1224"/>
                      </a:lnTo>
                      <a:lnTo>
                        <a:pt x="276" y="1242"/>
                      </a:lnTo>
                      <a:lnTo>
                        <a:pt x="330" y="1242"/>
                      </a:lnTo>
                      <a:close/>
                    </a:path>
                  </a:pathLst>
                </a:custGeom>
                <a:solidFill>
                  <a:srgbClr val="D40D8D"/>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179" name="USA" descr="© INSCALE GmbH, 05.05.2010&#10;http://www.presentationload.com/">
                  <a:extLst>
                    <a:ext uri="{FF2B5EF4-FFF2-40B4-BE49-F238E27FC236}">
                      <a16:creationId xmlns:a16="http://schemas.microsoft.com/office/drawing/2014/main" id="{99B55393-3C8B-4AA6-B5F7-C9CC54F81979}"/>
                    </a:ext>
                  </a:extLst>
                </p:cNvPr>
                <p:cNvSpPr>
                  <a:spLocks noEditPoints="1"/>
                </p:cNvSpPr>
                <p:nvPr/>
              </p:nvSpPr>
              <p:spPr bwMode="gray">
                <a:xfrm>
                  <a:off x="1946034" y="2085124"/>
                  <a:ext cx="1769984" cy="877932"/>
                </a:xfrm>
                <a:custGeom>
                  <a:avLst/>
                  <a:gdLst>
                    <a:gd name="T0" fmla="*/ 2147483647 w 3918"/>
                    <a:gd name="T1" fmla="*/ 2147483647 h 1944"/>
                    <a:gd name="T2" fmla="*/ 2147483647 w 3918"/>
                    <a:gd name="T3" fmla="*/ 2147483647 h 1944"/>
                    <a:gd name="T4" fmla="*/ 2147483647 w 3918"/>
                    <a:gd name="T5" fmla="*/ 2147483647 h 1944"/>
                    <a:gd name="T6" fmla="*/ 2147483647 w 3918"/>
                    <a:gd name="T7" fmla="*/ 2147483647 h 1944"/>
                    <a:gd name="T8" fmla="*/ 2147483647 w 3918"/>
                    <a:gd name="T9" fmla="*/ 2147483647 h 1944"/>
                    <a:gd name="T10" fmla="*/ 2147483647 w 3918"/>
                    <a:gd name="T11" fmla="*/ 2147483647 h 1944"/>
                    <a:gd name="T12" fmla="*/ 2147483647 w 3918"/>
                    <a:gd name="T13" fmla="*/ 2147483647 h 1944"/>
                    <a:gd name="T14" fmla="*/ 2147483647 w 3918"/>
                    <a:gd name="T15" fmla="*/ 2147483647 h 1944"/>
                    <a:gd name="T16" fmla="*/ 2147483647 w 3918"/>
                    <a:gd name="T17" fmla="*/ 2147483647 h 1944"/>
                    <a:gd name="T18" fmla="*/ 2147483647 w 3918"/>
                    <a:gd name="T19" fmla="*/ 2147483647 h 1944"/>
                    <a:gd name="T20" fmla="*/ 2147483647 w 3918"/>
                    <a:gd name="T21" fmla="*/ 2147483647 h 1944"/>
                    <a:gd name="T22" fmla="*/ 2147483647 w 3918"/>
                    <a:gd name="T23" fmla="*/ 2147483647 h 1944"/>
                    <a:gd name="T24" fmla="*/ 2147483647 w 3918"/>
                    <a:gd name="T25" fmla="*/ 2147483647 h 1944"/>
                    <a:gd name="T26" fmla="*/ 2147483647 w 3918"/>
                    <a:gd name="T27" fmla="*/ 2147483647 h 1944"/>
                    <a:gd name="T28" fmla="*/ 2147483647 w 3918"/>
                    <a:gd name="T29" fmla="*/ 2147483647 h 1944"/>
                    <a:gd name="T30" fmla="*/ 2147483647 w 3918"/>
                    <a:gd name="T31" fmla="*/ 2147483647 h 1944"/>
                    <a:gd name="T32" fmla="*/ 2147483647 w 3918"/>
                    <a:gd name="T33" fmla="*/ 2147483647 h 1944"/>
                    <a:gd name="T34" fmla="*/ 2147483647 w 3918"/>
                    <a:gd name="T35" fmla="*/ 2147483647 h 1944"/>
                    <a:gd name="T36" fmla="*/ 2147483647 w 3918"/>
                    <a:gd name="T37" fmla="*/ 2147483647 h 1944"/>
                    <a:gd name="T38" fmla="*/ 2147483647 w 3918"/>
                    <a:gd name="T39" fmla="*/ 2147483647 h 1944"/>
                    <a:gd name="T40" fmla="*/ 2147483647 w 3918"/>
                    <a:gd name="T41" fmla="*/ 2147483647 h 1944"/>
                    <a:gd name="T42" fmla="*/ 2147483647 w 3918"/>
                    <a:gd name="T43" fmla="*/ 2147483647 h 1944"/>
                    <a:gd name="T44" fmla="*/ 2147483647 w 3918"/>
                    <a:gd name="T45" fmla="*/ 2147483647 h 1944"/>
                    <a:gd name="T46" fmla="*/ 2147483647 w 3918"/>
                    <a:gd name="T47" fmla="*/ 2147483647 h 1944"/>
                    <a:gd name="T48" fmla="*/ 2147483647 w 3918"/>
                    <a:gd name="T49" fmla="*/ 2147483647 h 1944"/>
                    <a:gd name="T50" fmla="*/ 2147483647 w 3918"/>
                    <a:gd name="T51" fmla="*/ 2147483647 h 1944"/>
                    <a:gd name="T52" fmla="*/ 2147483647 w 3918"/>
                    <a:gd name="T53" fmla="*/ 2147483647 h 1944"/>
                    <a:gd name="T54" fmla="*/ 2147483647 w 3918"/>
                    <a:gd name="T55" fmla="*/ 2147483647 h 1944"/>
                    <a:gd name="T56" fmla="*/ 2147483647 w 3918"/>
                    <a:gd name="T57" fmla="*/ 2147483647 h 1944"/>
                    <a:gd name="T58" fmla="*/ 2147483647 w 3918"/>
                    <a:gd name="T59" fmla="*/ 2147483647 h 1944"/>
                    <a:gd name="T60" fmla="*/ 2147483647 w 3918"/>
                    <a:gd name="T61" fmla="*/ 2147483647 h 1944"/>
                    <a:gd name="T62" fmla="*/ 2147483647 w 3918"/>
                    <a:gd name="T63" fmla="*/ 2147483647 h 1944"/>
                    <a:gd name="T64" fmla="*/ 2147483647 w 3918"/>
                    <a:gd name="T65" fmla="*/ 2147483647 h 1944"/>
                    <a:gd name="T66" fmla="*/ 2147483647 w 3918"/>
                    <a:gd name="T67" fmla="*/ 2147483647 h 1944"/>
                    <a:gd name="T68" fmla="*/ 2147483647 w 3918"/>
                    <a:gd name="T69" fmla="*/ 2147483647 h 1944"/>
                    <a:gd name="T70" fmla="*/ 2147483647 w 3918"/>
                    <a:gd name="T71" fmla="*/ 2147483647 h 1944"/>
                    <a:gd name="T72" fmla="*/ 2147483647 w 3918"/>
                    <a:gd name="T73" fmla="*/ 2147483647 h 1944"/>
                    <a:gd name="T74" fmla="*/ 2147483647 w 3918"/>
                    <a:gd name="T75" fmla="*/ 2147483647 h 1944"/>
                    <a:gd name="T76" fmla="*/ 2147483647 w 3918"/>
                    <a:gd name="T77" fmla="*/ 2147483647 h 1944"/>
                    <a:gd name="T78" fmla="*/ 2147483647 w 3918"/>
                    <a:gd name="T79" fmla="*/ 2147483647 h 1944"/>
                    <a:gd name="T80" fmla="*/ 2147483647 w 3918"/>
                    <a:gd name="T81" fmla="*/ 2147483647 h 1944"/>
                    <a:gd name="T82" fmla="*/ 2147483647 w 3918"/>
                    <a:gd name="T83" fmla="*/ 2147483647 h 1944"/>
                    <a:gd name="T84" fmla="*/ 2147483647 w 3918"/>
                    <a:gd name="T85" fmla="*/ 2147483647 h 1944"/>
                    <a:gd name="T86" fmla="*/ 2147483647 w 3918"/>
                    <a:gd name="T87" fmla="*/ 2147483647 h 1944"/>
                    <a:gd name="T88" fmla="*/ 2147483647 w 3918"/>
                    <a:gd name="T89" fmla="*/ 2147483647 h 1944"/>
                    <a:gd name="T90" fmla="*/ 2147483647 w 3918"/>
                    <a:gd name="T91" fmla="*/ 2147483647 h 1944"/>
                    <a:gd name="T92" fmla="*/ 2147483647 w 3918"/>
                    <a:gd name="T93" fmla="*/ 2147483647 h 1944"/>
                    <a:gd name="T94" fmla="*/ 2147483647 w 3918"/>
                    <a:gd name="T95" fmla="*/ 2147483647 h 1944"/>
                    <a:gd name="T96" fmla="*/ 2147483647 w 3918"/>
                    <a:gd name="T97" fmla="*/ 2147483647 h 1944"/>
                    <a:gd name="T98" fmla="*/ 2147483647 w 3918"/>
                    <a:gd name="T99" fmla="*/ 2147483647 h 1944"/>
                    <a:gd name="T100" fmla="*/ 2147483647 w 3918"/>
                    <a:gd name="T101" fmla="*/ 2147483647 h 1944"/>
                    <a:gd name="T102" fmla="*/ 2147483647 w 3918"/>
                    <a:gd name="T103" fmla="*/ 2147483647 h 1944"/>
                    <a:gd name="T104" fmla="*/ 2147483647 w 3918"/>
                    <a:gd name="T105" fmla="*/ 2147483647 h 1944"/>
                    <a:gd name="T106" fmla="*/ 2147483647 w 3918"/>
                    <a:gd name="T107" fmla="*/ 2147483647 h 1944"/>
                    <a:gd name="T108" fmla="*/ 2147483647 w 3918"/>
                    <a:gd name="T109" fmla="*/ 2147483647 h 1944"/>
                    <a:gd name="T110" fmla="*/ 2147483647 w 3918"/>
                    <a:gd name="T111" fmla="*/ 2147483647 h 1944"/>
                    <a:gd name="T112" fmla="*/ 2147483647 w 3918"/>
                    <a:gd name="T113" fmla="*/ 2147483647 h 1944"/>
                    <a:gd name="T114" fmla="*/ 2147483647 w 3918"/>
                    <a:gd name="T115" fmla="*/ 2147483647 h 1944"/>
                    <a:gd name="T116" fmla="*/ 2147483647 w 3918"/>
                    <a:gd name="T117" fmla="*/ 2147483647 h 1944"/>
                    <a:gd name="T118" fmla="*/ 2147483647 w 3918"/>
                    <a:gd name="T119" fmla="*/ 2147483647 h 1944"/>
                    <a:gd name="T120" fmla="*/ 2147483647 w 3918"/>
                    <a:gd name="T121" fmla="*/ 2147483647 h 1944"/>
                    <a:gd name="T122" fmla="*/ 2147483647 w 3918"/>
                    <a:gd name="T123" fmla="*/ 2147483647 h 1944"/>
                    <a:gd name="T124" fmla="*/ 2147483647 w 3918"/>
                    <a:gd name="T125" fmla="*/ 2147483647 h 1944"/>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3918"/>
                    <a:gd name="T190" fmla="*/ 0 h 1944"/>
                    <a:gd name="T191" fmla="*/ 3918 w 3918"/>
                    <a:gd name="T192" fmla="*/ 1944 h 1944"/>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3918" h="1944">
                      <a:moveTo>
                        <a:pt x="3858" y="168"/>
                      </a:moveTo>
                      <a:lnTo>
                        <a:pt x="3852" y="168"/>
                      </a:lnTo>
                      <a:lnTo>
                        <a:pt x="3846" y="162"/>
                      </a:lnTo>
                      <a:lnTo>
                        <a:pt x="3846" y="156"/>
                      </a:lnTo>
                      <a:lnTo>
                        <a:pt x="3840" y="150"/>
                      </a:lnTo>
                      <a:lnTo>
                        <a:pt x="3828" y="150"/>
                      </a:lnTo>
                      <a:lnTo>
                        <a:pt x="3804" y="174"/>
                      </a:lnTo>
                      <a:lnTo>
                        <a:pt x="3798" y="186"/>
                      </a:lnTo>
                      <a:lnTo>
                        <a:pt x="3756" y="210"/>
                      </a:lnTo>
                      <a:lnTo>
                        <a:pt x="3756" y="234"/>
                      </a:lnTo>
                      <a:lnTo>
                        <a:pt x="3744" y="246"/>
                      </a:lnTo>
                      <a:lnTo>
                        <a:pt x="3738" y="246"/>
                      </a:lnTo>
                      <a:lnTo>
                        <a:pt x="3726" y="258"/>
                      </a:lnTo>
                      <a:lnTo>
                        <a:pt x="3720" y="270"/>
                      </a:lnTo>
                      <a:lnTo>
                        <a:pt x="3720" y="294"/>
                      </a:lnTo>
                      <a:lnTo>
                        <a:pt x="3714" y="294"/>
                      </a:lnTo>
                      <a:lnTo>
                        <a:pt x="3708" y="288"/>
                      </a:lnTo>
                      <a:lnTo>
                        <a:pt x="3696" y="288"/>
                      </a:lnTo>
                      <a:lnTo>
                        <a:pt x="3690" y="294"/>
                      </a:lnTo>
                      <a:lnTo>
                        <a:pt x="3678" y="300"/>
                      </a:lnTo>
                      <a:lnTo>
                        <a:pt x="3666" y="312"/>
                      </a:lnTo>
                      <a:lnTo>
                        <a:pt x="3666" y="318"/>
                      </a:lnTo>
                      <a:lnTo>
                        <a:pt x="3660" y="318"/>
                      </a:lnTo>
                      <a:lnTo>
                        <a:pt x="3648" y="324"/>
                      </a:lnTo>
                      <a:lnTo>
                        <a:pt x="3630" y="324"/>
                      </a:lnTo>
                      <a:lnTo>
                        <a:pt x="3618" y="336"/>
                      </a:lnTo>
                      <a:lnTo>
                        <a:pt x="3618" y="342"/>
                      </a:lnTo>
                      <a:lnTo>
                        <a:pt x="3384" y="342"/>
                      </a:lnTo>
                      <a:lnTo>
                        <a:pt x="3372" y="354"/>
                      </a:lnTo>
                      <a:lnTo>
                        <a:pt x="3360" y="360"/>
                      </a:lnTo>
                      <a:lnTo>
                        <a:pt x="3336" y="384"/>
                      </a:lnTo>
                      <a:lnTo>
                        <a:pt x="3324" y="390"/>
                      </a:lnTo>
                      <a:lnTo>
                        <a:pt x="3312" y="402"/>
                      </a:lnTo>
                      <a:lnTo>
                        <a:pt x="3282" y="402"/>
                      </a:lnTo>
                      <a:lnTo>
                        <a:pt x="3282" y="408"/>
                      </a:lnTo>
                      <a:lnTo>
                        <a:pt x="3276" y="408"/>
                      </a:lnTo>
                      <a:lnTo>
                        <a:pt x="3282" y="414"/>
                      </a:lnTo>
                      <a:lnTo>
                        <a:pt x="3282" y="420"/>
                      </a:lnTo>
                      <a:lnTo>
                        <a:pt x="3288" y="426"/>
                      </a:lnTo>
                      <a:lnTo>
                        <a:pt x="3282" y="432"/>
                      </a:lnTo>
                      <a:lnTo>
                        <a:pt x="3282" y="438"/>
                      </a:lnTo>
                      <a:lnTo>
                        <a:pt x="3276" y="444"/>
                      </a:lnTo>
                      <a:lnTo>
                        <a:pt x="3270" y="456"/>
                      </a:lnTo>
                      <a:lnTo>
                        <a:pt x="3264" y="462"/>
                      </a:lnTo>
                      <a:lnTo>
                        <a:pt x="3264" y="468"/>
                      </a:lnTo>
                      <a:lnTo>
                        <a:pt x="3246" y="468"/>
                      </a:lnTo>
                      <a:lnTo>
                        <a:pt x="3246" y="474"/>
                      </a:lnTo>
                      <a:lnTo>
                        <a:pt x="3240" y="474"/>
                      </a:lnTo>
                      <a:lnTo>
                        <a:pt x="3228" y="480"/>
                      </a:lnTo>
                      <a:lnTo>
                        <a:pt x="3204" y="480"/>
                      </a:lnTo>
                      <a:lnTo>
                        <a:pt x="3198" y="474"/>
                      </a:lnTo>
                      <a:lnTo>
                        <a:pt x="3186" y="486"/>
                      </a:lnTo>
                      <a:lnTo>
                        <a:pt x="3162" y="486"/>
                      </a:lnTo>
                      <a:lnTo>
                        <a:pt x="3150" y="480"/>
                      </a:lnTo>
                      <a:lnTo>
                        <a:pt x="3144" y="474"/>
                      </a:lnTo>
                      <a:lnTo>
                        <a:pt x="3114" y="474"/>
                      </a:lnTo>
                      <a:lnTo>
                        <a:pt x="3096" y="486"/>
                      </a:lnTo>
                      <a:lnTo>
                        <a:pt x="3078" y="492"/>
                      </a:lnTo>
                      <a:lnTo>
                        <a:pt x="3072" y="492"/>
                      </a:lnTo>
                      <a:lnTo>
                        <a:pt x="3072" y="516"/>
                      </a:lnTo>
                      <a:lnTo>
                        <a:pt x="3066" y="522"/>
                      </a:lnTo>
                      <a:lnTo>
                        <a:pt x="3078" y="522"/>
                      </a:lnTo>
                      <a:lnTo>
                        <a:pt x="3066" y="528"/>
                      </a:lnTo>
                      <a:lnTo>
                        <a:pt x="3036" y="546"/>
                      </a:lnTo>
                      <a:lnTo>
                        <a:pt x="3000" y="564"/>
                      </a:lnTo>
                      <a:lnTo>
                        <a:pt x="2964" y="576"/>
                      </a:lnTo>
                      <a:lnTo>
                        <a:pt x="2946" y="588"/>
                      </a:lnTo>
                      <a:lnTo>
                        <a:pt x="2934" y="594"/>
                      </a:lnTo>
                      <a:lnTo>
                        <a:pt x="2928" y="594"/>
                      </a:lnTo>
                      <a:lnTo>
                        <a:pt x="2856" y="618"/>
                      </a:lnTo>
                      <a:lnTo>
                        <a:pt x="2850" y="624"/>
                      </a:lnTo>
                      <a:lnTo>
                        <a:pt x="2838" y="624"/>
                      </a:lnTo>
                      <a:lnTo>
                        <a:pt x="2826" y="630"/>
                      </a:lnTo>
                      <a:lnTo>
                        <a:pt x="2808" y="630"/>
                      </a:lnTo>
                      <a:lnTo>
                        <a:pt x="2802" y="636"/>
                      </a:lnTo>
                      <a:lnTo>
                        <a:pt x="2778" y="636"/>
                      </a:lnTo>
                      <a:lnTo>
                        <a:pt x="2772" y="630"/>
                      </a:lnTo>
                      <a:lnTo>
                        <a:pt x="2772" y="624"/>
                      </a:lnTo>
                      <a:lnTo>
                        <a:pt x="2760" y="624"/>
                      </a:lnTo>
                      <a:lnTo>
                        <a:pt x="2748" y="618"/>
                      </a:lnTo>
                      <a:lnTo>
                        <a:pt x="2736" y="606"/>
                      </a:lnTo>
                      <a:lnTo>
                        <a:pt x="2742" y="606"/>
                      </a:lnTo>
                      <a:lnTo>
                        <a:pt x="2748" y="600"/>
                      </a:lnTo>
                      <a:lnTo>
                        <a:pt x="2772" y="588"/>
                      </a:lnTo>
                      <a:lnTo>
                        <a:pt x="2772" y="582"/>
                      </a:lnTo>
                      <a:lnTo>
                        <a:pt x="2796" y="558"/>
                      </a:lnTo>
                      <a:lnTo>
                        <a:pt x="2832" y="540"/>
                      </a:lnTo>
                      <a:lnTo>
                        <a:pt x="2838" y="540"/>
                      </a:lnTo>
                      <a:lnTo>
                        <a:pt x="2844" y="534"/>
                      </a:lnTo>
                      <a:lnTo>
                        <a:pt x="2844" y="510"/>
                      </a:lnTo>
                      <a:lnTo>
                        <a:pt x="2850" y="504"/>
                      </a:lnTo>
                      <a:lnTo>
                        <a:pt x="2856" y="492"/>
                      </a:lnTo>
                      <a:lnTo>
                        <a:pt x="2850" y="486"/>
                      </a:lnTo>
                      <a:lnTo>
                        <a:pt x="2850" y="480"/>
                      </a:lnTo>
                      <a:lnTo>
                        <a:pt x="2856" y="468"/>
                      </a:lnTo>
                      <a:lnTo>
                        <a:pt x="2856" y="444"/>
                      </a:lnTo>
                      <a:lnTo>
                        <a:pt x="2862" y="432"/>
                      </a:lnTo>
                      <a:lnTo>
                        <a:pt x="2862" y="426"/>
                      </a:lnTo>
                      <a:lnTo>
                        <a:pt x="2856" y="420"/>
                      </a:lnTo>
                      <a:lnTo>
                        <a:pt x="2850" y="420"/>
                      </a:lnTo>
                      <a:lnTo>
                        <a:pt x="2844" y="426"/>
                      </a:lnTo>
                      <a:lnTo>
                        <a:pt x="2832" y="426"/>
                      </a:lnTo>
                      <a:lnTo>
                        <a:pt x="2814" y="444"/>
                      </a:lnTo>
                      <a:lnTo>
                        <a:pt x="2802" y="450"/>
                      </a:lnTo>
                      <a:lnTo>
                        <a:pt x="2796" y="456"/>
                      </a:lnTo>
                      <a:lnTo>
                        <a:pt x="2778" y="456"/>
                      </a:lnTo>
                      <a:lnTo>
                        <a:pt x="2772" y="450"/>
                      </a:lnTo>
                      <a:lnTo>
                        <a:pt x="2778" y="444"/>
                      </a:lnTo>
                      <a:lnTo>
                        <a:pt x="2784" y="432"/>
                      </a:lnTo>
                      <a:lnTo>
                        <a:pt x="2808" y="420"/>
                      </a:lnTo>
                      <a:lnTo>
                        <a:pt x="2826" y="402"/>
                      </a:lnTo>
                      <a:lnTo>
                        <a:pt x="2850" y="390"/>
                      </a:lnTo>
                      <a:lnTo>
                        <a:pt x="2856" y="384"/>
                      </a:lnTo>
                      <a:lnTo>
                        <a:pt x="2856" y="366"/>
                      </a:lnTo>
                      <a:lnTo>
                        <a:pt x="2850" y="360"/>
                      </a:lnTo>
                      <a:lnTo>
                        <a:pt x="2850" y="348"/>
                      </a:lnTo>
                      <a:lnTo>
                        <a:pt x="2856" y="348"/>
                      </a:lnTo>
                      <a:lnTo>
                        <a:pt x="2862" y="342"/>
                      </a:lnTo>
                      <a:lnTo>
                        <a:pt x="2868" y="330"/>
                      </a:lnTo>
                      <a:lnTo>
                        <a:pt x="2868" y="318"/>
                      </a:lnTo>
                      <a:lnTo>
                        <a:pt x="2862" y="312"/>
                      </a:lnTo>
                      <a:lnTo>
                        <a:pt x="2850" y="312"/>
                      </a:lnTo>
                      <a:lnTo>
                        <a:pt x="2838" y="306"/>
                      </a:lnTo>
                      <a:lnTo>
                        <a:pt x="2832" y="306"/>
                      </a:lnTo>
                      <a:lnTo>
                        <a:pt x="2826" y="294"/>
                      </a:lnTo>
                      <a:lnTo>
                        <a:pt x="2820" y="288"/>
                      </a:lnTo>
                      <a:lnTo>
                        <a:pt x="2820" y="282"/>
                      </a:lnTo>
                      <a:lnTo>
                        <a:pt x="2814" y="288"/>
                      </a:lnTo>
                      <a:lnTo>
                        <a:pt x="2808" y="288"/>
                      </a:lnTo>
                      <a:lnTo>
                        <a:pt x="2808" y="264"/>
                      </a:lnTo>
                      <a:lnTo>
                        <a:pt x="2844" y="270"/>
                      </a:lnTo>
                      <a:lnTo>
                        <a:pt x="2850" y="264"/>
                      </a:lnTo>
                      <a:lnTo>
                        <a:pt x="2850" y="246"/>
                      </a:lnTo>
                      <a:lnTo>
                        <a:pt x="2862" y="246"/>
                      </a:lnTo>
                      <a:lnTo>
                        <a:pt x="2868" y="228"/>
                      </a:lnTo>
                      <a:lnTo>
                        <a:pt x="2850" y="228"/>
                      </a:lnTo>
                      <a:lnTo>
                        <a:pt x="2844" y="240"/>
                      </a:lnTo>
                      <a:lnTo>
                        <a:pt x="2820" y="228"/>
                      </a:lnTo>
                      <a:lnTo>
                        <a:pt x="2820" y="210"/>
                      </a:lnTo>
                      <a:lnTo>
                        <a:pt x="2802" y="210"/>
                      </a:lnTo>
                      <a:lnTo>
                        <a:pt x="2790" y="216"/>
                      </a:lnTo>
                      <a:lnTo>
                        <a:pt x="2736" y="216"/>
                      </a:lnTo>
                      <a:lnTo>
                        <a:pt x="2724" y="222"/>
                      </a:lnTo>
                      <a:lnTo>
                        <a:pt x="2712" y="222"/>
                      </a:lnTo>
                      <a:lnTo>
                        <a:pt x="2700" y="228"/>
                      </a:lnTo>
                      <a:lnTo>
                        <a:pt x="2682" y="228"/>
                      </a:lnTo>
                      <a:lnTo>
                        <a:pt x="2658" y="216"/>
                      </a:lnTo>
                      <a:lnTo>
                        <a:pt x="2658" y="210"/>
                      </a:lnTo>
                      <a:lnTo>
                        <a:pt x="2652" y="204"/>
                      </a:lnTo>
                      <a:lnTo>
                        <a:pt x="2652" y="198"/>
                      </a:lnTo>
                      <a:lnTo>
                        <a:pt x="2646" y="192"/>
                      </a:lnTo>
                      <a:lnTo>
                        <a:pt x="2628" y="192"/>
                      </a:lnTo>
                      <a:lnTo>
                        <a:pt x="2622" y="198"/>
                      </a:lnTo>
                      <a:lnTo>
                        <a:pt x="2616" y="198"/>
                      </a:lnTo>
                      <a:lnTo>
                        <a:pt x="2610" y="192"/>
                      </a:lnTo>
                      <a:lnTo>
                        <a:pt x="2670" y="162"/>
                      </a:lnTo>
                      <a:lnTo>
                        <a:pt x="2658" y="150"/>
                      </a:lnTo>
                      <a:lnTo>
                        <a:pt x="2640" y="150"/>
                      </a:lnTo>
                      <a:lnTo>
                        <a:pt x="2628" y="162"/>
                      </a:lnTo>
                      <a:lnTo>
                        <a:pt x="2616" y="168"/>
                      </a:lnTo>
                      <a:lnTo>
                        <a:pt x="2610" y="174"/>
                      </a:lnTo>
                      <a:lnTo>
                        <a:pt x="2604" y="174"/>
                      </a:lnTo>
                      <a:lnTo>
                        <a:pt x="2580" y="186"/>
                      </a:lnTo>
                      <a:lnTo>
                        <a:pt x="2562" y="192"/>
                      </a:lnTo>
                      <a:lnTo>
                        <a:pt x="2538" y="204"/>
                      </a:lnTo>
                      <a:lnTo>
                        <a:pt x="2508" y="204"/>
                      </a:lnTo>
                      <a:lnTo>
                        <a:pt x="2496" y="216"/>
                      </a:lnTo>
                      <a:lnTo>
                        <a:pt x="2448" y="216"/>
                      </a:lnTo>
                      <a:lnTo>
                        <a:pt x="2448" y="210"/>
                      </a:lnTo>
                      <a:lnTo>
                        <a:pt x="2454" y="204"/>
                      </a:lnTo>
                      <a:lnTo>
                        <a:pt x="2460" y="204"/>
                      </a:lnTo>
                      <a:lnTo>
                        <a:pt x="2472" y="192"/>
                      </a:lnTo>
                      <a:lnTo>
                        <a:pt x="2460" y="192"/>
                      </a:lnTo>
                      <a:lnTo>
                        <a:pt x="2448" y="198"/>
                      </a:lnTo>
                      <a:lnTo>
                        <a:pt x="2412" y="198"/>
                      </a:lnTo>
                      <a:lnTo>
                        <a:pt x="2400" y="204"/>
                      </a:lnTo>
                      <a:lnTo>
                        <a:pt x="2394" y="210"/>
                      </a:lnTo>
                      <a:lnTo>
                        <a:pt x="2370" y="210"/>
                      </a:lnTo>
                      <a:lnTo>
                        <a:pt x="2370" y="198"/>
                      </a:lnTo>
                      <a:lnTo>
                        <a:pt x="2400" y="180"/>
                      </a:lnTo>
                      <a:lnTo>
                        <a:pt x="2442" y="168"/>
                      </a:lnTo>
                      <a:lnTo>
                        <a:pt x="2502" y="138"/>
                      </a:lnTo>
                      <a:lnTo>
                        <a:pt x="2520" y="126"/>
                      </a:lnTo>
                      <a:lnTo>
                        <a:pt x="2544" y="120"/>
                      </a:lnTo>
                      <a:lnTo>
                        <a:pt x="2574" y="114"/>
                      </a:lnTo>
                      <a:lnTo>
                        <a:pt x="2580" y="114"/>
                      </a:lnTo>
                      <a:lnTo>
                        <a:pt x="2592" y="108"/>
                      </a:lnTo>
                      <a:lnTo>
                        <a:pt x="2574" y="108"/>
                      </a:lnTo>
                      <a:lnTo>
                        <a:pt x="2562" y="102"/>
                      </a:lnTo>
                      <a:lnTo>
                        <a:pt x="2556" y="102"/>
                      </a:lnTo>
                      <a:lnTo>
                        <a:pt x="2556" y="96"/>
                      </a:lnTo>
                      <a:lnTo>
                        <a:pt x="2508" y="102"/>
                      </a:lnTo>
                      <a:lnTo>
                        <a:pt x="2508" y="84"/>
                      </a:lnTo>
                      <a:lnTo>
                        <a:pt x="2502" y="90"/>
                      </a:lnTo>
                      <a:lnTo>
                        <a:pt x="2490" y="96"/>
                      </a:lnTo>
                      <a:lnTo>
                        <a:pt x="2478" y="108"/>
                      </a:lnTo>
                      <a:lnTo>
                        <a:pt x="2466" y="108"/>
                      </a:lnTo>
                      <a:lnTo>
                        <a:pt x="2448" y="90"/>
                      </a:lnTo>
                      <a:lnTo>
                        <a:pt x="2418" y="90"/>
                      </a:lnTo>
                      <a:lnTo>
                        <a:pt x="2412" y="84"/>
                      </a:lnTo>
                      <a:lnTo>
                        <a:pt x="2412" y="78"/>
                      </a:lnTo>
                      <a:lnTo>
                        <a:pt x="2400" y="66"/>
                      </a:lnTo>
                      <a:lnTo>
                        <a:pt x="2388" y="60"/>
                      </a:lnTo>
                      <a:lnTo>
                        <a:pt x="2376" y="60"/>
                      </a:lnTo>
                      <a:lnTo>
                        <a:pt x="2364" y="72"/>
                      </a:lnTo>
                      <a:lnTo>
                        <a:pt x="2364" y="78"/>
                      </a:lnTo>
                      <a:lnTo>
                        <a:pt x="2352" y="78"/>
                      </a:lnTo>
                      <a:lnTo>
                        <a:pt x="2334" y="60"/>
                      </a:lnTo>
                      <a:lnTo>
                        <a:pt x="2322" y="60"/>
                      </a:lnTo>
                      <a:lnTo>
                        <a:pt x="2304" y="54"/>
                      </a:lnTo>
                      <a:lnTo>
                        <a:pt x="2292" y="48"/>
                      </a:lnTo>
                      <a:lnTo>
                        <a:pt x="2292" y="36"/>
                      </a:lnTo>
                      <a:lnTo>
                        <a:pt x="2298" y="24"/>
                      </a:lnTo>
                      <a:lnTo>
                        <a:pt x="2310" y="12"/>
                      </a:lnTo>
                      <a:lnTo>
                        <a:pt x="2298" y="0"/>
                      </a:lnTo>
                      <a:lnTo>
                        <a:pt x="2286" y="6"/>
                      </a:lnTo>
                      <a:lnTo>
                        <a:pt x="2280" y="12"/>
                      </a:lnTo>
                      <a:lnTo>
                        <a:pt x="2274" y="24"/>
                      </a:lnTo>
                      <a:lnTo>
                        <a:pt x="2274" y="30"/>
                      </a:lnTo>
                      <a:lnTo>
                        <a:pt x="2268" y="42"/>
                      </a:lnTo>
                      <a:lnTo>
                        <a:pt x="558" y="42"/>
                      </a:lnTo>
                      <a:lnTo>
                        <a:pt x="552" y="54"/>
                      </a:lnTo>
                      <a:lnTo>
                        <a:pt x="552" y="60"/>
                      </a:lnTo>
                      <a:lnTo>
                        <a:pt x="546" y="60"/>
                      </a:lnTo>
                      <a:lnTo>
                        <a:pt x="546" y="72"/>
                      </a:lnTo>
                      <a:lnTo>
                        <a:pt x="540" y="84"/>
                      </a:lnTo>
                      <a:lnTo>
                        <a:pt x="540" y="108"/>
                      </a:lnTo>
                      <a:lnTo>
                        <a:pt x="510" y="126"/>
                      </a:lnTo>
                      <a:lnTo>
                        <a:pt x="504" y="144"/>
                      </a:lnTo>
                      <a:lnTo>
                        <a:pt x="486" y="168"/>
                      </a:lnTo>
                      <a:lnTo>
                        <a:pt x="438" y="180"/>
                      </a:lnTo>
                      <a:lnTo>
                        <a:pt x="474" y="162"/>
                      </a:lnTo>
                      <a:lnTo>
                        <a:pt x="450" y="162"/>
                      </a:lnTo>
                      <a:lnTo>
                        <a:pt x="456" y="156"/>
                      </a:lnTo>
                      <a:lnTo>
                        <a:pt x="462" y="144"/>
                      </a:lnTo>
                      <a:lnTo>
                        <a:pt x="486" y="120"/>
                      </a:lnTo>
                      <a:lnTo>
                        <a:pt x="492" y="120"/>
                      </a:lnTo>
                      <a:lnTo>
                        <a:pt x="504" y="108"/>
                      </a:lnTo>
                      <a:lnTo>
                        <a:pt x="504" y="102"/>
                      </a:lnTo>
                      <a:lnTo>
                        <a:pt x="456" y="102"/>
                      </a:lnTo>
                      <a:lnTo>
                        <a:pt x="450" y="96"/>
                      </a:lnTo>
                      <a:lnTo>
                        <a:pt x="438" y="90"/>
                      </a:lnTo>
                      <a:lnTo>
                        <a:pt x="432" y="84"/>
                      </a:lnTo>
                      <a:lnTo>
                        <a:pt x="420" y="78"/>
                      </a:lnTo>
                      <a:lnTo>
                        <a:pt x="402" y="78"/>
                      </a:lnTo>
                      <a:lnTo>
                        <a:pt x="390" y="90"/>
                      </a:lnTo>
                      <a:lnTo>
                        <a:pt x="384" y="102"/>
                      </a:lnTo>
                      <a:lnTo>
                        <a:pt x="384" y="150"/>
                      </a:lnTo>
                      <a:lnTo>
                        <a:pt x="378" y="156"/>
                      </a:lnTo>
                      <a:lnTo>
                        <a:pt x="378" y="162"/>
                      </a:lnTo>
                      <a:lnTo>
                        <a:pt x="360" y="180"/>
                      </a:lnTo>
                      <a:lnTo>
                        <a:pt x="390" y="186"/>
                      </a:lnTo>
                      <a:lnTo>
                        <a:pt x="360" y="192"/>
                      </a:lnTo>
                      <a:lnTo>
                        <a:pt x="366" y="210"/>
                      </a:lnTo>
                      <a:lnTo>
                        <a:pt x="348" y="234"/>
                      </a:lnTo>
                      <a:lnTo>
                        <a:pt x="354" y="234"/>
                      </a:lnTo>
                      <a:lnTo>
                        <a:pt x="366" y="246"/>
                      </a:lnTo>
                      <a:lnTo>
                        <a:pt x="372" y="246"/>
                      </a:lnTo>
                      <a:lnTo>
                        <a:pt x="378" y="252"/>
                      </a:lnTo>
                      <a:lnTo>
                        <a:pt x="330" y="252"/>
                      </a:lnTo>
                      <a:lnTo>
                        <a:pt x="324" y="264"/>
                      </a:lnTo>
                      <a:lnTo>
                        <a:pt x="306" y="282"/>
                      </a:lnTo>
                      <a:lnTo>
                        <a:pt x="270" y="342"/>
                      </a:lnTo>
                      <a:lnTo>
                        <a:pt x="258" y="360"/>
                      </a:lnTo>
                      <a:lnTo>
                        <a:pt x="216" y="402"/>
                      </a:lnTo>
                      <a:lnTo>
                        <a:pt x="192" y="432"/>
                      </a:lnTo>
                      <a:lnTo>
                        <a:pt x="174" y="456"/>
                      </a:lnTo>
                      <a:lnTo>
                        <a:pt x="168" y="462"/>
                      </a:lnTo>
                      <a:lnTo>
                        <a:pt x="174" y="480"/>
                      </a:lnTo>
                      <a:lnTo>
                        <a:pt x="168" y="480"/>
                      </a:lnTo>
                      <a:lnTo>
                        <a:pt x="162" y="486"/>
                      </a:lnTo>
                      <a:lnTo>
                        <a:pt x="150" y="492"/>
                      </a:lnTo>
                      <a:lnTo>
                        <a:pt x="126" y="516"/>
                      </a:lnTo>
                      <a:lnTo>
                        <a:pt x="120" y="534"/>
                      </a:lnTo>
                      <a:lnTo>
                        <a:pt x="120" y="546"/>
                      </a:lnTo>
                      <a:lnTo>
                        <a:pt x="102" y="570"/>
                      </a:lnTo>
                      <a:lnTo>
                        <a:pt x="96" y="618"/>
                      </a:lnTo>
                      <a:lnTo>
                        <a:pt x="90" y="630"/>
                      </a:lnTo>
                      <a:lnTo>
                        <a:pt x="72" y="648"/>
                      </a:lnTo>
                      <a:lnTo>
                        <a:pt x="60" y="672"/>
                      </a:lnTo>
                      <a:lnTo>
                        <a:pt x="54" y="678"/>
                      </a:lnTo>
                      <a:lnTo>
                        <a:pt x="42" y="684"/>
                      </a:lnTo>
                      <a:lnTo>
                        <a:pt x="18" y="708"/>
                      </a:lnTo>
                      <a:lnTo>
                        <a:pt x="12" y="720"/>
                      </a:lnTo>
                      <a:lnTo>
                        <a:pt x="18" y="732"/>
                      </a:lnTo>
                      <a:lnTo>
                        <a:pt x="36" y="750"/>
                      </a:lnTo>
                      <a:lnTo>
                        <a:pt x="36" y="762"/>
                      </a:lnTo>
                      <a:lnTo>
                        <a:pt x="30" y="774"/>
                      </a:lnTo>
                      <a:lnTo>
                        <a:pt x="18" y="786"/>
                      </a:lnTo>
                      <a:lnTo>
                        <a:pt x="12" y="798"/>
                      </a:lnTo>
                      <a:lnTo>
                        <a:pt x="6" y="816"/>
                      </a:lnTo>
                      <a:lnTo>
                        <a:pt x="0" y="828"/>
                      </a:lnTo>
                      <a:lnTo>
                        <a:pt x="0" y="840"/>
                      </a:lnTo>
                      <a:lnTo>
                        <a:pt x="6" y="852"/>
                      </a:lnTo>
                      <a:lnTo>
                        <a:pt x="12" y="870"/>
                      </a:lnTo>
                      <a:lnTo>
                        <a:pt x="12" y="882"/>
                      </a:lnTo>
                      <a:lnTo>
                        <a:pt x="18" y="900"/>
                      </a:lnTo>
                      <a:lnTo>
                        <a:pt x="24" y="906"/>
                      </a:lnTo>
                      <a:lnTo>
                        <a:pt x="24" y="912"/>
                      </a:lnTo>
                      <a:lnTo>
                        <a:pt x="48" y="894"/>
                      </a:lnTo>
                      <a:lnTo>
                        <a:pt x="114" y="900"/>
                      </a:lnTo>
                      <a:lnTo>
                        <a:pt x="78" y="900"/>
                      </a:lnTo>
                      <a:lnTo>
                        <a:pt x="66" y="906"/>
                      </a:lnTo>
                      <a:lnTo>
                        <a:pt x="60" y="906"/>
                      </a:lnTo>
                      <a:lnTo>
                        <a:pt x="48" y="918"/>
                      </a:lnTo>
                      <a:lnTo>
                        <a:pt x="48" y="942"/>
                      </a:lnTo>
                      <a:lnTo>
                        <a:pt x="30" y="924"/>
                      </a:lnTo>
                      <a:lnTo>
                        <a:pt x="24" y="924"/>
                      </a:lnTo>
                      <a:lnTo>
                        <a:pt x="18" y="936"/>
                      </a:lnTo>
                      <a:lnTo>
                        <a:pt x="18" y="942"/>
                      </a:lnTo>
                      <a:lnTo>
                        <a:pt x="12" y="960"/>
                      </a:lnTo>
                      <a:lnTo>
                        <a:pt x="12" y="978"/>
                      </a:lnTo>
                      <a:lnTo>
                        <a:pt x="18" y="984"/>
                      </a:lnTo>
                      <a:lnTo>
                        <a:pt x="30" y="990"/>
                      </a:lnTo>
                      <a:lnTo>
                        <a:pt x="42" y="990"/>
                      </a:lnTo>
                      <a:lnTo>
                        <a:pt x="42" y="1002"/>
                      </a:lnTo>
                      <a:lnTo>
                        <a:pt x="36" y="1008"/>
                      </a:lnTo>
                      <a:lnTo>
                        <a:pt x="36" y="1014"/>
                      </a:lnTo>
                      <a:lnTo>
                        <a:pt x="18" y="1032"/>
                      </a:lnTo>
                      <a:lnTo>
                        <a:pt x="12" y="1044"/>
                      </a:lnTo>
                      <a:lnTo>
                        <a:pt x="12" y="1056"/>
                      </a:lnTo>
                      <a:lnTo>
                        <a:pt x="18" y="1068"/>
                      </a:lnTo>
                      <a:lnTo>
                        <a:pt x="24" y="1074"/>
                      </a:lnTo>
                      <a:lnTo>
                        <a:pt x="36" y="1098"/>
                      </a:lnTo>
                      <a:lnTo>
                        <a:pt x="42" y="1104"/>
                      </a:lnTo>
                      <a:lnTo>
                        <a:pt x="54" y="1128"/>
                      </a:lnTo>
                      <a:lnTo>
                        <a:pt x="60" y="1134"/>
                      </a:lnTo>
                      <a:lnTo>
                        <a:pt x="60" y="1146"/>
                      </a:lnTo>
                      <a:lnTo>
                        <a:pt x="54" y="1152"/>
                      </a:lnTo>
                      <a:lnTo>
                        <a:pt x="42" y="1176"/>
                      </a:lnTo>
                      <a:lnTo>
                        <a:pt x="36" y="1182"/>
                      </a:lnTo>
                      <a:lnTo>
                        <a:pt x="36" y="1188"/>
                      </a:lnTo>
                      <a:lnTo>
                        <a:pt x="42" y="1194"/>
                      </a:lnTo>
                      <a:lnTo>
                        <a:pt x="54" y="1194"/>
                      </a:lnTo>
                      <a:lnTo>
                        <a:pt x="72" y="1200"/>
                      </a:lnTo>
                      <a:lnTo>
                        <a:pt x="102" y="1200"/>
                      </a:lnTo>
                      <a:lnTo>
                        <a:pt x="102" y="1212"/>
                      </a:lnTo>
                      <a:lnTo>
                        <a:pt x="120" y="1230"/>
                      </a:lnTo>
                      <a:lnTo>
                        <a:pt x="132" y="1230"/>
                      </a:lnTo>
                      <a:lnTo>
                        <a:pt x="144" y="1224"/>
                      </a:lnTo>
                      <a:lnTo>
                        <a:pt x="150" y="1224"/>
                      </a:lnTo>
                      <a:lnTo>
                        <a:pt x="162" y="1218"/>
                      </a:lnTo>
                      <a:lnTo>
                        <a:pt x="168" y="1248"/>
                      </a:lnTo>
                      <a:lnTo>
                        <a:pt x="174" y="1248"/>
                      </a:lnTo>
                      <a:lnTo>
                        <a:pt x="180" y="1254"/>
                      </a:lnTo>
                      <a:lnTo>
                        <a:pt x="204" y="1266"/>
                      </a:lnTo>
                      <a:lnTo>
                        <a:pt x="216" y="1290"/>
                      </a:lnTo>
                      <a:lnTo>
                        <a:pt x="216" y="1314"/>
                      </a:lnTo>
                      <a:lnTo>
                        <a:pt x="210" y="1338"/>
                      </a:lnTo>
                      <a:lnTo>
                        <a:pt x="216" y="1344"/>
                      </a:lnTo>
                      <a:lnTo>
                        <a:pt x="360" y="1338"/>
                      </a:lnTo>
                      <a:lnTo>
                        <a:pt x="354" y="1344"/>
                      </a:lnTo>
                      <a:lnTo>
                        <a:pt x="354" y="1350"/>
                      </a:lnTo>
                      <a:lnTo>
                        <a:pt x="360" y="1350"/>
                      </a:lnTo>
                      <a:lnTo>
                        <a:pt x="570" y="1446"/>
                      </a:lnTo>
                      <a:lnTo>
                        <a:pt x="774" y="1446"/>
                      </a:lnTo>
                      <a:lnTo>
                        <a:pt x="774" y="1440"/>
                      </a:lnTo>
                      <a:lnTo>
                        <a:pt x="780" y="1428"/>
                      </a:lnTo>
                      <a:lnTo>
                        <a:pt x="780" y="1410"/>
                      </a:lnTo>
                      <a:lnTo>
                        <a:pt x="786" y="1404"/>
                      </a:lnTo>
                      <a:lnTo>
                        <a:pt x="900" y="1404"/>
                      </a:lnTo>
                      <a:lnTo>
                        <a:pt x="912" y="1416"/>
                      </a:lnTo>
                      <a:lnTo>
                        <a:pt x="912" y="1440"/>
                      </a:lnTo>
                      <a:lnTo>
                        <a:pt x="942" y="1452"/>
                      </a:lnTo>
                      <a:lnTo>
                        <a:pt x="948" y="1482"/>
                      </a:lnTo>
                      <a:lnTo>
                        <a:pt x="960" y="1482"/>
                      </a:lnTo>
                      <a:lnTo>
                        <a:pt x="972" y="1488"/>
                      </a:lnTo>
                      <a:lnTo>
                        <a:pt x="984" y="1500"/>
                      </a:lnTo>
                      <a:lnTo>
                        <a:pt x="990" y="1512"/>
                      </a:lnTo>
                      <a:lnTo>
                        <a:pt x="990" y="1554"/>
                      </a:lnTo>
                      <a:lnTo>
                        <a:pt x="984" y="1566"/>
                      </a:lnTo>
                      <a:lnTo>
                        <a:pt x="984" y="1578"/>
                      </a:lnTo>
                      <a:lnTo>
                        <a:pt x="1014" y="1608"/>
                      </a:lnTo>
                      <a:lnTo>
                        <a:pt x="1026" y="1614"/>
                      </a:lnTo>
                      <a:lnTo>
                        <a:pt x="1044" y="1626"/>
                      </a:lnTo>
                      <a:lnTo>
                        <a:pt x="1056" y="1626"/>
                      </a:lnTo>
                      <a:lnTo>
                        <a:pt x="1080" y="1614"/>
                      </a:lnTo>
                      <a:lnTo>
                        <a:pt x="1092" y="1602"/>
                      </a:lnTo>
                      <a:lnTo>
                        <a:pt x="1104" y="1578"/>
                      </a:lnTo>
                      <a:lnTo>
                        <a:pt x="1116" y="1566"/>
                      </a:lnTo>
                      <a:lnTo>
                        <a:pt x="1134" y="1566"/>
                      </a:lnTo>
                      <a:lnTo>
                        <a:pt x="1134" y="1560"/>
                      </a:lnTo>
                      <a:lnTo>
                        <a:pt x="1152" y="1566"/>
                      </a:lnTo>
                      <a:lnTo>
                        <a:pt x="1194" y="1566"/>
                      </a:lnTo>
                      <a:lnTo>
                        <a:pt x="1200" y="1578"/>
                      </a:lnTo>
                      <a:lnTo>
                        <a:pt x="1206" y="1584"/>
                      </a:lnTo>
                      <a:lnTo>
                        <a:pt x="1212" y="1596"/>
                      </a:lnTo>
                      <a:lnTo>
                        <a:pt x="1224" y="1608"/>
                      </a:lnTo>
                      <a:lnTo>
                        <a:pt x="1230" y="1620"/>
                      </a:lnTo>
                      <a:lnTo>
                        <a:pt x="1242" y="1632"/>
                      </a:lnTo>
                      <a:lnTo>
                        <a:pt x="1242" y="1656"/>
                      </a:lnTo>
                      <a:lnTo>
                        <a:pt x="1236" y="1668"/>
                      </a:lnTo>
                      <a:lnTo>
                        <a:pt x="1236" y="1680"/>
                      </a:lnTo>
                      <a:lnTo>
                        <a:pt x="1242" y="1692"/>
                      </a:lnTo>
                      <a:lnTo>
                        <a:pt x="1254" y="1698"/>
                      </a:lnTo>
                      <a:lnTo>
                        <a:pt x="1254" y="1722"/>
                      </a:lnTo>
                      <a:lnTo>
                        <a:pt x="1260" y="1728"/>
                      </a:lnTo>
                      <a:lnTo>
                        <a:pt x="1272" y="1734"/>
                      </a:lnTo>
                      <a:lnTo>
                        <a:pt x="1284" y="1746"/>
                      </a:lnTo>
                      <a:lnTo>
                        <a:pt x="1284" y="1752"/>
                      </a:lnTo>
                      <a:lnTo>
                        <a:pt x="1278" y="1758"/>
                      </a:lnTo>
                      <a:lnTo>
                        <a:pt x="1272" y="1758"/>
                      </a:lnTo>
                      <a:lnTo>
                        <a:pt x="1272" y="1794"/>
                      </a:lnTo>
                      <a:lnTo>
                        <a:pt x="1284" y="1806"/>
                      </a:lnTo>
                      <a:lnTo>
                        <a:pt x="1284" y="1836"/>
                      </a:lnTo>
                      <a:lnTo>
                        <a:pt x="1296" y="1848"/>
                      </a:lnTo>
                      <a:lnTo>
                        <a:pt x="1314" y="1854"/>
                      </a:lnTo>
                      <a:lnTo>
                        <a:pt x="1326" y="1854"/>
                      </a:lnTo>
                      <a:lnTo>
                        <a:pt x="1338" y="1866"/>
                      </a:lnTo>
                      <a:lnTo>
                        <a:pt x="1380" y="1866"/>
                      </a:lnTo>
                      <a:lnTo>
                        <a:pt x="1380" y="1872"/>
                      </a:lnTo>
                      <a:lnTo>
                        <a:pt x="1386" y="1884"/>
                      </a:lnTo>
                      <a:lnTo>
                        <a:pt x="1410" y="1884"/>
                      </a:lnTo>
                      <a:lnTo>
                        <a:pt x="1410" y="1878"/>
                      </a:lnTo>
                      <a:lnTo>
                        <a:pt x="1398" y="1806"/>
                      </a:lnTo>
                      <a:lnTo>
                        <a:pt x="1416" y="1788"/>
                      </a:lnTo>
                      <a:lnTo>
                        <a:pt x="1398" y="1776"/>
                      </a:lnTo>
                      <a:lnTo>
                        <a:pt x="1398" y="1758"/>
                      </a:lnTo>
                      <a:lnTo>
                        <a:pt x="1404" y="1764"/>
                      </a:lnTo>
                      <a:lnTo>
                        <a:pt x="1422" y="1764"/>
                      </a:lnTo>
                      <a:lnTo>
                        <a:pt x="1428" y="1758"/>
                      </a:lnTo>
                      <a:lnTo>
                        <a:pt x="1428" y="1728"/>
                      </a:lnTo>
                      <a:lnTo>
                        <a:pt x="1452" y="1722"/>
                      </a:lnTo>
                      <a:lnTo>
                        <a:pt x="1458" y="1698"/>
                      </a:lnTo>
                      <a:lnTo>
                        <a:pt x="1476" y="1704"/>
                      </a:lnTo>
                      <a:lnTo>
                        <a:pt x="1494" y="1692"/>
                      </a:lnTo>
                      <a:lnTo>
                        <a:pt x="1488" y="1668"/>
                      </a:lnTo>
                      <a:lnTo>
                        <a:pt x="1500" y="1680"/>
                      </a:lnTo>
                      <a:lnTo>
                        <a:pt x="1500" y="1668"/>
                      </a:lnTo>
                      <a:lnTo>
                        <a:pt x="1506" y="1656"/>
                      </a:lnTo>
                      <a:lnTo>
                        <a:pt x="1512" y="1650"/>
                      </a:lnTo>
                      <a:lnTo>
                        <a:pt x="1518" y="1650"/>
                      </a:lnTo>
                      <a:lnTo>
                        <a:pt x="1524" y="1656"/>
                      </a:lnTo>
                      <a:lnTo>
                        <a:pt x="1524" y="1668"/>
                      </a:lnTo>
                      <a:lnTo>
                        <a:pt x="1542" y="1668"/>
                      </a:lnTo>
                      <a:lnTo>
                        <a:pt x="1554" y="1662"/>
                      </a:lnTo>
                      <a:lnTo>
                        <a:pt x="1572" y="1656"/>
                      </a:lnTo>
                      <a:lnTo>
                        <a:pt x="1596" y="1644"/>
                      </a:lnTo>
                      <a:lnTo>
                        <a:pt x="1602" y="1638"/>
                      </a:lnTo>
                      <a:lnTo>
                        <a:pt x="1608" y="1626"/>
                      </a:lnTo>
                      <a:lnTo>
                        <a:pt x="1620" y="1620"/>
                      </a:lnTo>
                      <a:lnTo>
                        <a:pt x="1626" y="1608"/>
                      </a:lnTo>
                      <a:lnTo>
                        <a:pt x="1632" y="1602"/>
                      </a:lnTo>
                      <a:lnTo>
                        <a:pt x="1632" y="1590"/>
                      </a:lnTo>
                      <a:lnTo>
                        <a:pt x="1626" y="1584"/>
                      </a:lnTo>
                      <a:lnTo>
                        <a:pt x="1626" y="1566"/>
                      </a:lnTo>
                      <a:lnTo>
                        <a:pt x="1632" y="1566"/>
                      </a:lnTo>
                      <a:lnTo>
                        <a:pt x="1656" y="1578"/>
                      </a:lnTo>
                      <a:lnTo>
                        <a:pt x="1662" y="1584"/>
                      </a:lnTo>
                      <a:lnTo>
                        <a:pt x="1674" y="1590"/>
                      </a:lnTo>
                      <a:lnTo>
                        <a:pt x="1686" y="1590"/>
                      </a:lnTo>
                      <a:lnTo>
                        <a:pt x="1692" y="1584"/>
                      </a:lnTo>
                      <a:lnTo>
                        <a:pt x="1710" y="1548"/>
                      </a:lnTo>
                      <a:lnTo>
                        <a:pt x="1716" y="1548"/>
                      </a:lnTo>
                      <a:lnTo>
                        <a:pt x="1734" y="1566"/>
                      </a:lnTo>
                      <a:lnTo>
                        <a:pt x="1746" y="1566"/>
                      </a:lnTo>
                      <a:lnTo>
                        <a:pt x="1752" y="1560"/>
                      </a:lnTo>
                      <a:lnTo>
                        <a:pt x="1758" y="1548"/>
                      </a:lnTo>
                      <a:lnTo>
                        <a:pt x="1764" y="1542"/>
                      </a:lnTo>
                      <a:lnTo>
                        <a:pt x="1770" y="1554"/>
                      </a:lnTo>
                      <a:lnTo>
                        <a:pt x="1776" y="1560"/>
                      </a:lnTo>
                      <a:lnTo>
                        <a:pt x="1782" y="1572"/>
                      </a:lnTo>
                      <a:lnTo>
                        <a:pt x="1794" y="1578"/>
                      </a:lnTo>
                      <a:lnTo>
                        <a:pt x="1800" y="1584"/>
                      </a:lnTo>
                      <a:lnTo>
                        <a:pt x="1818" y="1584"/>
                      </a:lnTo>
                      <a:lnTo>
                        <a:pt x="1824" y="1578"/>
                      </a:lnTo>
                      <a:lnTo>
                        <a:pt x="1830" y="1566"/>
                      </a:lnTo>
                      <a:lnTo>
                        <a:pt x="1842" y="1554"/>
                      </a:lnTo>
                      <a:lnTo>
                        <a:pt x="1848" y="1554"/>
                      </a:lnTo>
                      <a:lnTo>
                        <a:pt x="1860" y="1560"/>
                      </a:lnTo>
                      <a:lnTo>
                        <a:pt x="1872" y="1572"/>
                      </a:lnTo>
                      <a:lnTo>
                        <a:pt x="1872" y="1584"/>
                      </a:lnTo>
                      <a:lnTo>
                        <a:pt x="1878" y="1596"/>
                      </a:lnTo>
                      <a:lnTo>
                        <a:pt x="1878" y="1614"/>
                      </a:lnTo>
                      <a:lnTo>
                        <a:pt x="1914" y="1614"/>
                      </a:lnTo>
                      <a:lnTo>
                        <a:pt x="1920" y="1620"/>
                      </a:lnTo>
                      <a:lnTo>
                        <a:pt x="1926" y="1620"/>
                      </a:lnTo>
                      <a:lnTo>
                        <a:pt x="1926" y="1608"/>
                      </a:lnTo>
                      <a:lnTo>
                        <a:pt x="1932" y="1602"/>
                      </a:lnTo>
                      <a:lnTo>
                        <a:pt x="1932" y="1608"/>
                      </a:lnTo>
                      <a:lnTo>
                        <a:pt x="1956" y="1632"/>
                      </a:lnTo>
                      <a:lnTo>
                        <a:pt x="1962" y="1626"/>
                      </a:lnTo>
                      <a:lnTo>
                        <a:pt x="1968" y="1614"/>
                      </a:lnTo>
                      <a:lnTo>
                        <a:pt x="1968" y="1596"/>
                      </a:lnTo>
                      <a:lnTo>
                        <a:pt x="1962" y="1584"/>
                      </a:lnTo>
                      <a:lnTo>
                        <a:pt x="1980" y="1590"/>
                      </a:lnTo>
                      <a:lnTo>
                        <a:pt x="1992" y="1608"/>
                      </a:lnTo>
                      <a:lnTo>
                        <a:pt x="2004" y="1614"/>
                      </a:lnTo>
                      <a:lnTo>
                        <a:pt x="2004" y="1626"/>
                      </a:lnTo>
                      <a:lnTo>
                        <a:pt x="2010" y="1626"/>
                      </a:lnTo>
                      <a:lnTo>
                        <a:pt x="2016" y="1632"/>
                      </a:lnTo>
                      <a:lnTo>
                        <a:pt x="2028" y="1632"/>
                      </a:lnTo>
                      <a:lnTo>
                        <a:pt x="2034" y="1626"/>
                      </a:lnTo>
                      <a:lnTo>
                        <a:pt x="2034" y="1620"/>
                      </a:lnTo>
                      <a:lnTo>
                        <a:pt x="2028" y="1608"/>
                      </a:lnTo>
                      <a:lnTo>
                        <a:pt x="2022" y="1602"/>
                      </a:lnTo>
                      <a:lnTo>
                        <a:pt x="2010" y="1596"/>
                      </a:lnTo>
                      <a:lnTo>
                        <a:pt x="2004" y="1590"/>
                      </a:lnTo>
                      <a:lnTo>
                        <a:pt x="1998" y="1578"/>
                      </a:lnTo>
                      <a:lnTo>
                        <a:pt x="2010" y="1578"/>
                      </a:lnTo>
                      <a:lnTo>
                        <a:pt x="2022" y="1566"/>
                      </a:lnTo>
                      <a:lnTo>
                        <a:pt x="2022" y="1554"/>
                      </a:lnTo>
                      <a:lnTo>
                        <a:pt x="2016" y="1548"/>
                      </a:lnTo>
                      <a:lnTo>
                        <a:pt x="1968" y="1548"/>
                      </a:lnTo>
                      <a:lnTo>
                        <a:pt x="1962" y="1542"/>
                      </a:lnTo>
                      <a:lnTo>
                        <a:pt x="1962" y="1530"/>
                      </a:lnTo>
                      <a:lnTo>
                        <a:pt x="1968" y="1524"/>
                      </a:lnTo>
                      <a:lnTo>
                        <a:pt x="1986" y="1524"/>
                      </a:lnTo>
                      <a:lnTo>
                        <a:pt x="1998" y="1530"/>
                      </a:lnTo>
                      <a:lnTo>
                        <a:pt x="2004" y="1530"/>
                      </a:lnTo>
                      <a:lnTo>
                        <a:pt x="2016" y="1536"/>
                      </a:lnTo>
                      <a:lnTo>
                        <a:pt x="2028" y="1536"/>
                      </a:lnTo>
                      <a:lnTo>
                        <a:pt x="2064" y="1518"/>
                      </a:lnTo>
                      <a:lnTo>
                        <a:pt x="2070" y="1512"/>
                      </a:lnTo>
                      <a:lnTo>
                        <a:pt x="2082" y="1512"/>
                      </a:lnTo>
                      <a:lnTo>
                        <a:pt x="2082" y="1518"/>
                      </a:lnTo>
                      <a:lnTo>
                        <a:pt x="2106" y="1518"/>
                      </a:lnTo>
                      <a:lnTo>
                        <a:pt x="2118" y="1512"/>
                      </a:lnTo>
                      <a:lnTo>
                        <a:pt x="2124" y="1512"/>
                      </a:lnTo>
                      <a:lnTo>
                        <a:pt x="2130" y="1506"/>
                      </a:lnTo>
                      <a:lnTo>
                        <a:pt x="2130" y="1500"/>
                      </a:lnTo>
                      <a:lnTo>
                        <a:pt x="2136" y="1488"/>
                      </a:lnTo>
                      <a:lnTo>
                        <a:pt x="2136" y="1482"/>
                      </a:lnTo>
                      <a:lnTo>
                        <a:pt x="2142" y="1482"/>
                      </a:lnTo>
                      <a:lnTo>
                        <a:pt x="2142" y="1488"/>
                      </a:lnTo>
                      <a:lnTo>
                        <a:pt x="2148" y="1500"/>
                      </a:lnTo>
                      <a:lnTo>
                        <a:pt x="2148" y="1524"/>
                      </a:lnTo>
                      <a:lnTo>
                        <a:pt x="2154" y="1524"/>
                      </a:lnTo>
                      <a:lnTo>
                        <a:pt x="2160" y="1518"/>
                      </a:lnTo>
                      <a:lnTo>
                        <a:pt x="2172" y="1512"/>
                      </a:lnTo>
                      <a:lnTo>
                        <a:pt x="2190" y="1512"/>
                      </a:lnTo>
                      <a:lnTo>
                        <a:pt x="2202" y="1506"/>
                      </a:lnTo>
                      <a:lnTo>
                        <a:pt x="2214" y="1506"/>
                      </a:lnTo>
                      <a:lnTo>
                        <a:pt x="2226" y="1512"/>
                      </a:lnTo>
                      <a:lnTo>
                        <a:pt x="2232" y="1524"/>
                      </a:lnTo>
                      <a:lnTo>
                        <a:pt x="2232" y="1506"/>
                      </a:lnTo>
                      <a:lnTo>
                        <a:pt x="2244" y="1506"/>
                      </a:lnTo>
                      <a:lnTo>
                        <a:pt x="2256" y="1518"/>
                      </a:lnTo>
                      <a:lnTo>
                        <a:pt x="2256" y="1530"/>
                      </a:lnTo>
                      <a:lnTo>
                        <a:pt x="2286" y="1524"/>
                      </a:lnTo>
                      <a:lnTo>
                        <a:pt x="2280" y="1536"/>
                      </a:lnTo>
                      <a:lnTo>
                        <a:pt x="2280" y="1548"/>
                      </a:lnTo>
                      <a:lnTo>
                        <a:pt x="2286" y="1554"/>
                      </a:lnTo>
                      <a:lnTo>
                        <a:pt x="2286" y="1566"/>
                      </a:lnTo>
                      <a:lnTo>
                        <a:pt x="2298" y="1578"/>
                      </a:lnTo>
                      <a:lnTo>
                        <a:pt x="2310" y="1578"/>
                      </a:lnTo>
                      <a:lnTo>
                        <a:pt x="2328" y="1572"/>
                      </a:lnTo>
                      <a:lnTo>
                        <a:pt x="2352" y="1548"/>
                      </a:lnTo>
                      <a:lnTo>
                        <a:pt x="2370" y="1542"/>
                      </a:lnTo>
                      <a:lnTo>
                        <a:pt x="2382" y="1542"/>
                      </a:lnTo>
                      <a:lnTo>
                        <a:pt x="2394" y="1548"/>
                      </a:lnTo>
                      <a:lnTo>
                        <a:pt x="2400" y="1554"/>
                      </a:lnTo>
                      <a:lnTo>
                        <a:pt x="2418" y="1590"/>
                      </a:lnTo>
                      <a:lnTo>
                        <a:pt x="2418" y="1602"/>
                      </a:lnTo>
                      <a:lnTo>
                        <a:pt x="2424" y="1608"/>
                      </a:lnTo>
                      <a:lnTo>
                        <a:pt x="2436" y="1614"/>
                      </a:lnTo>
                      <a:lnTo>
                        <a:pt x="2466" y="1614"/>
                      </a:lnTo>
                      <a:lnTo>
                        <a:pt x="2460" y="1656"/>
                      </a:lnTo>
                      <a:lnTo>
                        <a:pt x="2460" y="1662"/>
                      </a:lnTo>
                      <a:lnTo>
                        <a:pt x="2454" y="1668"/>
                      </a:lnTo>
                      <a:lnTo>
                        <a:pt x="2436" y="1704"/>
                      </a:lnTo>
                      <a:lnTo>
                        <a:pt x="2436" y="1710"/>
                      </a:lnTo>
                      <a:lnTo>
                        <a:pt x="2448" y="1722"/>
                      </a:lnTo>
                      <a:lnTo>
                        <a:pt x="2454" y="1722"/>
                      </a:lnTo>
                      <a:lnTo>
                        <a:pt x="2460" y="1734"/>
                      </a:lnTo>
                      <a:lnTo>
                        <a:pt x="2436" y="1758"/>
                      </a:lnTo>
                      <a:lnTo>
                        <a:pt x="2454" y="1806"/>
                      </a:lnTo>
                      <a:lnTo>
                        <a:pt x="2472" y="1788"/>
                      </a:lnTo>
                      <a:lnTo>
                        <a:pt x="2478" y="1788"/>
                      </a:lnTo>
                      <a:lnTo>
                        <a:pt x="2478" y="1794"/>
                      </a:lnTo>
                      <a:lnTo>
                        <a:pt x="2472" y="1800"/>
                      </a:lnTo>
                      <a:lnTo>
                        <a:pt x="2466" y="1812"/>
                      </a:lnTo>
                      <a:lnTo>
                        <a:pt x="2466" y="1818"/>
                      </a:lnTo>
                      <a:lnTo>
                        <a:pt x="2460" y="1830"/>
                      </a:lnTo>
                      <a:lnTo>
                        <a:pt x="2478" y="1830"/>
                      </a:lnTo>
                      <a:lnTo>
                        <a:pt x="2478" y="1878"/>
                      </a:lnTo>
                      <a:lnTo>
                        <a:pt x="2496" y="1878"/>
                      </a:lnTo>
                      <a:lnTo>
                        <a:pt x="2502" y="1884"/>
                      </a:lnTo>
                      <a:lnTo>
                        <a:pt x="2508" y="1884"/>
                      </a:lnTo>
                      <a:lnTo>
                        <a:pt x="2508" y="1896"/>
                      </a:lnTo>
                      <a:lnTo>
                        <a:pt x="2502" y="1908"/>
                      </a:lnTo>
                      <a:lnTo>
                        <a:pt x="2502" y="1920"/>
                      </a:lnTo>
                      <a:lnTo>
                        <a:pt x="2526" y="1944"/>
                      </a:lnTo>
                      <a:lnTo>
                        <a:pt x="2532" y="1944"/>
                      </a:lnTo>
                      <a:lnTo>
                        <a:pt x="2538" y="1938"/>
                      </a:lnTo>
                      <a:lnTo>
                        <a:pt x="2550" y="1932"/>
                      </a:lnTo>
                      <a:lnTo>
                        <a:pt x="2556" y="1932"/>
                      </a:lnTo>
                      <a:lnTo>
                        <a:pt x="2562" y="1926"/>
                      </a:lnTo>
                      <a:lnTo>
                        <a:pt x="2568" y="1914"/>
                      </a:lnTo>
                      <a:lnTo>
                        <a:pt x="2568" y="1896"/>
                      </a:lnTo>
                      <a:lnTo>
                        <a:pt x="2586" y="1896"/>
                      </a:lnTo>
                      <a:lnTo>
                        <a:pt x="2586" y="1872"/>
                      </a:lnTo>
                      <a:lnTo>
                        <a:pt x="2604" y="1836"/>
                      </a:lnTo>
                      <a:lnTo>
                        <a:pt x="2604" y="1818"/>
                      </a:lnTo>
                      <a:lnTo>
                        <a:pt x="2610" y="1806"/>
                      </a:lnTo>
                      <a:lnTo>
                        <a:pt x="2610" y="1794"/>
                      </a:lnTo>
                      <a:lnTo>
                        <a:pt x="2604" y="1782"/>
                      </a:lnTo>
                      <a:lnTo>
                        <a:pt x="2604" y="1770"/>
                      </a:lnTo>
                      <a:lnTo>
                        <a:pt x="2598" y="1752"/>
                      </a:lnTo>
                      <a:lnTo>
                        <a:pt x="2592" y="1740"/>
                      </a:lnTo>
                      <a:lnTo>
                        <a:pt x="2586" y="1722"/>
                      </a:lnTo>
                      <a:lnTo>
                        <a:pt x="2586" y="1704"/>
                      </a:lnTo>
                      <a:lnTo>
                        <a:pt x="2592" y="1686"/>
                      </a:lnTo>
                      <a:lnTo>
                        <a:pt x="2598" y="1674"/>
                      </a:lnTo>
                      <a:lnTo>
                        <a:pt x="2598" y="1644"/>
                      </a:lnTo>
                      <a:lnTo>
                        <a:pt x="2592" y="1626"/>
                      </a:lnTo>
                      <a:lnTo>
                        <a:pt x="2586" y="1614"/>
                      </a:lnTo>
                      <a:lnTo>
                        <a:pt x="2580" y="1596"/>
                      </a:lnTo>
                      <a:lnTo>
                        <a:pt x="2574" y="1584"/>
                      </a:lnTo>
                      <a:lnTo>
                        <a:pt x="2574" y="1518"/>
                      </a:lnTo>
                      <a:lnTo>
                        <a:pt x="2580" y="1488"/>
                      </a:lnTo>
                      <a:lnTo>
                        <a:pt x="2586" y="1470"/>
                      </a:lnTo>
                      <a:lnTo>
                        <a:pt x="2598" y="1452"/>
                      </a:lnTo>
                      <a:lnTo>
                        <a:pt x="2604" y="1440"/>
                      </a:lnTo>
                      <a:lnTo>
                        <a:pt x="2610" y="1422"/>
                      </a:lnTo>
                      <a:lnTo>
                        <a:pt x="2616" y="1416"/>
                      </a:lnTo>
                      <a:lnTo>
                        <a:pt x="2616" y="1410"/>
                      </a:lnTo>
                      <a:lnTo>
                        <a:pt x="2628" y="1398"/>
                      </a:lnTo>
                      <a:lnTo>
                        <a:pt x="2652" y="1380"/>
                      </a:lnTo>
                      <a:lnTo>
                        <a:pt x="2658" y="1356"/>
                      </a:lnTo>
                      <a:lnTo>
                        <a:pt x="2670" y="1368"/>
                      </a:lnTo>
                      <a:lnTo>
                        <a:pt x="2676" y="1344"/>
                      </a:lnTo>
                      <a:lnTo>
                        <a:pt x="2730" y="1344"/>
                      </a:lnTo>
                      <a:lnTo>
                        <a:pt x="2730" y="1314"/>
                      </a:lnTo>
                      <a:lnTo>
                        <a:pt x="2748" y="1320"/>
                      </a:lnTo>
                      <a:lnTo>
                        <a:pt x="2754" y="1308"/>
                      </a:lnTo>
                      <a:lnTo>
                        <a:pt x="2772" y="1308"/>
                      </a:lnTo>
                      <a:lnTo>
                        <a:pt x="2796" y="1278"/>
                      </a:lnTo>
                      <a:lnTo>
                        <a:pt x="2796" y="1272"/>
                      </a:lnTo>
                      <a:lnTo>
                        <a:pt x="2802" y="1266"/>
                      </a:lnTo>
                      <a:lnTo>
                        <a:pt x="2814" y="1242"/>
                      </a:lnTo>
                      <a:lnTo>
                        <a:pt x="2832" y="1236"/>
                      </a:lnTo>
                      <a:lnTo>
                        <a:pt x="2862" y="1236"/>
                      </a:lnTo>
                      <a:lnTo>
                        <a:pt x="2874" y="1242"/>
                      </a:lnTo>
                      <a:lnTo>
                        <a:pt x="2886" y="1242"/>
                      </a:lnTo>
                      <a:lnTo>
                        <a:pt x="2892" y="1236"/>
                      </a:lnTo>
                      <a:lnTo>
                        <a:pt x="2904" y="1212"/>
                      </a:lnTo>
                      <a:lnTo>
                        <a:pt x="2910" y="1206"/>
                      </a:lnTo>
                      <a:lnTo>
                        <a:pt x="2916" y="1194"/>
                      </a:lnTo>
                      <a:lnTo>
                        <a:pt x="2928" y="1200"/>
                      </a:lnTo>
                      <a:lnTo>
                        <a:pt x="2934" y="1176"/>
                      </a:lnTo>
                      <a:lnTo>
                        <a:pt x="3018" y="1170"/>
                      </a:lnTo>
                      <a:lnTo>
                        <a:pt x="3024" y="1146"/>
                      </a:lnTo>
                      <a:lnTo>
                        <a:pt x="2982" y="1152"/>
                      </a:lnTo>
                      <a:lnTo>
                        <a:pt x="2988" y="1146"/>
                      </a:lnTo>
                      <a:lnTo>
                        <a:pt x="3000" y="1140"/>
                      </a:lnTo>
                      <a:lnTo>
                        <a:pt x="3006" y="1140"/>
                      </a:lnTo>
                      <a:lnTo>
                        <a:pt x="3006" y="1134"/>
                      </a:lnTo>
                      <a:lnTo>
                        <a:pt x="3000" y="1128"/>
                      </a:lnTo>
                      <a:lnTo>
                        <a:pt x="2994" y="1116"/>
                      </a:lnTo>
                      <a:lnTo>
                        <a:pt x="2988" y="1110"/>
                      </a:lnTo>
                      <a:lnTo>
                        <a:pt x="3024" y="1104"/>
                      </a:lnTo>
                      <a:lnTo>
                        <a:pt x="3048" y="1116"/>
                      </a:lnTo>
                      <a:lnTo>
                        <a:pt x="3078" y="1080"/>
                      </a:lnTo>
                      <a:lnTo>
                        <a:pt x="3024" y="1074"/>
                      </a:lnTo>
                      <a:lnTo>
                        <a:pt x="3024" y="1050"/>
                      </a:lnTo>
                      <a:lnTo>
                        <a:pt x="3036" y="1062"/>
                      </a:lnTo>
                      <a:lnTo>
                        <a:pt x="3078" y="1050"/>
                      </a:lnTo>
                      <a:lnTo>
                        <a:pt x="3084" y="990"/>
                      </a:lnTo>
                      <a:lnTo>
                        <a:pt x="3054" y="1002"/>
                      </a:lnTo>
                      <a:lnTo>
                        <a:pt x="3048" y="972"/>
                      </a:lnTo>
                      <a:lnTo>
                        <a:pt x="3024" y="960"/>
                      </a:lnTo>
                      <a:lnTo>
                        <a:pt x="3072" y="978"/>
                      </a:lnTo>
                      <a:lnTo>
                        <a:pt x="3078" y="972"/>
                      </a:lnTo>
                      <a:lnTo>
                        <a:pt x="3060" y="954"/>
                      </a:lnTo>
                      <a:lnTo>
                        <a:pt x="3090" y="954"/>
                      </a:lnTo>
                      <a:lnTo>
                        <a:pt x="3084" y="948"/>
                      </a:lnTo>
                      <a:lnTo>
                        <a:pt x="3078" y="936"/>
                      </a:lnTo>
                      <a:lnTo>
                        <a:pt x="3060" y="918"/>
                      </a:lnTo>
                      <a:lnTo>
                        <a:pt x="3054" y="906"/>
                      </a:lnTo>
                      <a:lnTo>
                        <a:pt x="3054" y="894"/>
                      </a:lnTo>
                      <a:lnTo>
                        <a:pt x="3060" y="888"/>
                      </a:lnTo>
                      <a:lnTo>
                        <a:pt x="3042" y="870"/>
                      </a:lnTo>
                      <a:lnTo>
                        <a:pt x="3042" y="864"/>
                      </a:lnTo>
                      <a:lnTo>
                        <a:pt x="3048" y="864"/>
                      </a:lnTo>
                      <a:lnTo>
                        <a:pt x="3066" y="846"/>
                      </a:lnTo>
                      <a:lnTo>
                        <a:pt x="3072" y="846"/>
                      </a:lnTo>
                      <a:lnTo>
                        <a:pt x="3066" y="870"/>
                      </a:lnTo>
                      <a:lnTo>
                        <a:pt x="3096" y="894"/>
                      </a:lnTo>
                      <a:lnTo>
                        <a:pt x="3096" y="888"/>
                      </a:lnTo>
                      <a:lnTo>
                        <a:pt x="3102" y="882"/>
                      </a:lnTo>
                      <a:lnTo>
                        <a:pt x="3102" y="864"/>
                      </a:lnTo>
                      <a:lnTo>
                        <a:pt x="3108" y="852"/>
                      </a:lnTo>
                      <a:lnTo>
                        <a:pt x="3108" y="834"/>
                      </a:lnTo>
                      <a:lnTo>
                        <a:pt x="3114" y="822"/>
                      </a:lnTo>
                      <a:lnTo>
                        <a:pt x="3144" y="792"/>
                      </a:lnTo>
                      <a:lnTo>
                        <a:pt x="3156" y="786"/>
                      </a:lnTo>
                      <a:lnTo>
                        <a:pt x="3162" y="786"/>
                      </a:lnTo>
                      <a:lnTo>
                        <a:pt x="3162" y="792"/>
                      </a:lnTo>
                      <a:lnTo>
                        <a:pt x="3150" y="816"/>
                      </a:lnTo>
                      <a:lnTo>
                        <a:pt x="3132" y="834"/>
                      </a:lnTo>
                      <a:lnTo>
                        <a:pt x="3126" y="846"/>
                      </a:lnTo>
                      <a:lnTo>
                        <a:pt x="3120" y="882"/>
                      </a:lnTo>
                      <a:lnTo>
                        <a:pt x="3138" y="882"/>
                      </a:lnTo>
                      <a:lnTo>
                        <a:pt x="3138" y="894"/>
                      </a:lnTo>
                      <a:lnTo>
                        <a:pt x="3132" y="906"/>
                      </a:lnTo>
                      <a:lnTo>
                        <a:pt x="3132" y="918"/>
                      </a:lnTo>
                      <a:lnTo>
                        <a:pt x="3114" y="936"/>
                      </a:lnTo>
                      <a:lnTo>
                        <a:pt x="3102" y="960"/>
                      </a:lnTo>
                      <a:lnTo>
                        <a:pt x="3102" y="978"/>
                      </a:lnTo>
                      <a:lnTo>
                        <a:pt x="3126" y="954"/>
                      </a:lnTo>
                      <a:lnTo>
                        <a:pt x="3132" y="942"/>
                      </a:lnTo>
                      <a:lnTo>
                        <a:pt x="3144" y="930"/>
                      </a:lnTo>
                      <a:lnTo>
                        <a:pt x="3168" y="918"/>
                      </a:lnTo>
                      <a:lnTo>
                        <a:pt x="3180" y="906"/>
                      </a:lnTo>
                      <a:lnTo>
                        <a:pt x="3192" y="882"/>
                      </a:lnTo>
                      <a:lnTo>
                        <a:pt x="3192" y="798"/>
                      </a:lnTo>
                      <a:lnTo>
                        <a:pt x="3198" y="780"/>
                      </a:lnTo>
                      <a:lnTo>
                        <a:pt x="3198" y="768"/>
                      </a:lnTo>
                      <a:lnTo>
                        <a:pt x="3204" y="756"/>
                      </a:lnTo>
                      <a:lnTo>
                        <a:pt x="3210" y="756"/>
                      </a:lnTo>
                      <a:lnTo>
                        <a:pt x="3210" y="768"/>
                      </a:lnTo>
                      <a:lnTo>
                        <a:pt x="3204" y="780"/>
                      </a:lnTo>
                      <a:lnTo>
                        <a:pt x="3204" y="798"/>
                      </a:lnTo>
                      <a:lnTo>
                        <a:pt x="3210" y="798"/>
                      </a:lnTo>
                      <a:lnTo>
                        <a:pt x="3216" y="804"/>
                      </a:lnTo>
                      <a:lnTo>
                        <a:pt x="3216" y="840"/>
                      </a:lnTo>
                      <a:lnTo>
                        <a:pt x="3234" y="822"/>
                      </a:lnTo>
                      <a:lnTo>
                        <a:pt x="3240" y="810"/>
                      </a:lnTo>
                      <a:lnTo>
                        <a:pt x="3288" y="762"/>
                      </a:lnTo>
                      <a:lnTo>
                        <a:pt x="3300" y="756"/>
                      </a:lnTo>
                      <a:lnTo>
                        <a:pt x="3324" y="732"/>
                      </a:lnTo>
                      <a:lnTo>
                        <a:pt x="3324" y="726"/>
                      </a:lnTo>
                      <a:lnTo>
                        <a:pt x="3318" y="720"/>
                      </a:lnTo>
                      <a:lnTo>
                        <a:pt x="3312" y="720"/>
                      </a:lnTo>
                      <a:lnTo>
                        <a:pt x="3306" y="714"/>
                      </a:lnTo>
                      <a:lnTo>
                        <a:pt x="3306" y="702"/>
                      </a:lnTo>
                      <a:lnTo>
                        <a:pt x="3312" y="696"/>
                      </a:lnTo>
                      <a:lnTo>
                        <a:pt x="3324" y="696"/>
                      </a:lnTo>
                      <a:lnTo>
                        <a:pt x="3330" y="702"/>
                      </a:lnTo>
                      <a:lnTo>
                        <a:pt x="3360" y="702"/>
                      </a:lnTo>
                      <a:lnTo>
                        <a:pt x="3390" y="696"/>
                      </a:lnTo>
                      <a:lnTo>
                        <a:pt x="3450" y="672"/>
                      </a:lnTo>
                      <a:lnTo>
                        <a:pt x="3462" y="666"/>
                      </a:lnTo>
                      <a:lnTo>
                        <a:pt x="3444" y="660"/>
                      </a:lnTo>
                      <a:lnTo>
                        <a:pt x="3438" y="660"/>
                      </a:lnTo>
                      <a:lnTo>
                        <a:pt x="3432" y="666"/>
                      </a:lnTo>
                      <a:lnTo>
                        <a:pt x="3414" y="672"/>
                      </a:lnTo>
                      <a:lnTo>
                        <a:pt x="3402" y="672"/>
                      </a:lnTo>
                      <a:lnTo>
                        <a:pt x="3390" y="678"/>
                      </a:lnTo>
                      <a:lnTo>
                        <a:pt x="3372" y="678"/>
                      </a:lnTo>
                      <a:lnTo>
                        <a:pt x="3360" y="684"/>
                      </a:lnTo>
                      <a:lnTo>
                        <a:pt x="3348" y="684"/>
                      </a:lnTo>
                      <a:lnTo>
                        <a:pt x="3342" y="678"/>
                      </a:lnTo>
                      <a:lnTo>
                        <a:pt x="3342" y="672"/>
                      </a:lnTo>
                      <a:lnTo>
                        <a:pt x="3348" y="666"/>
                      </a:lnTo>
                      <a:lnTo>
                        <a:pt x="3354" y="654"/>
                      </a:lnTo>
                      <a:lnTo>
                        <a:pt x="3366" y="654"/>
                      </a:lnTo>
                      <a:lnTo>
                        <a:pt x="3378" y="648"/>
                      </a:lnTo>
                      <a:lnTo>
                        <a:pt x="3402" y="648"/>
                      </a:lnTo>
                      <a:lnTo>
                        <a:pt x="3492" y="642"/>
                      </a:lnTo>
                      <a:lnTo>
                        <a:pt x="3534" y="606"/>
                      </a:lnTo>
                      <a:lnTo>
                        <a:pt x="3546" y="618"/>
                      </a:lnTo>
                      <a:lnTo>
                        <a:pt x="3570" y="606"/>
                      </a:lnTo>
                      <a:lnTo>
                        <a:pt x="3570" y="642"/>
                      </a:lnTo>
                      <a:lnTo>
                        <a:pt x="3600" y="618"/>
                      </a:lnTo>
                      <a:lnTo>
                        <a:pt x="3624" y="612"/>
                      </a:lnTo>
                      <a:lnTo>
                        <a:pt x="3630" y="582"/>
                      </a:lnTo>
                      <a:lnTo>
                        <a:pt x="3618" y="570"/>
                      </a:lnTo>
                      <a:lnTo>
                        <a:pt x="3612" y="600"/>
                      </a:lnTo>
                      <a:lnTo>
                        <a:pt x="3588" y="600"/>
                      </a:lnTo>
                      <a:lnTo>
                        <a:pt x="3588" y="576"/>
                      </a:lnTo>
                      <a:lnTo>
                        <a:pt x="3570" y="552"/>
                      </a:lnTo>
                      <a:lnTo>
                        <a:pt x="3594" y="540"/>
                      </a:lnTo>
                      <a:lnTo>
                        <a:pt x="3600" y="504"/>
                      </a:lnTo>
                      <a:lnTo>
                        <a:pt x="3612" y="498"/>
                      </a:lnTo>
                      <a:lnTo>
                        <a:pt x="3618" y="486"/>
                      </a:lnTo>
                      <a:lnTo>
                        <a:pt x="3630" y="480"/>
                      </a:lnTo>
                      <a:lnTo>
                        <a:pt x="3636" y="474"/>
                      </a:lnTo>
                      <a:lnTo>
                        <a:pt x="3648" y="468"/>
                      </a:lnTo>
                      <a:lnTo>
                        <a:pt x="3654" y="456"/>
                      </a:lnTo>
                      <a:lnTo>
                        <a:pt x="3654" y="450"/>
                      </a:lnTo>
                      <a:lnTo>
                        <a:pt x="3660" y="444"/>
                      </a:lnTo>
                      <a:lnTo>
                        <a:pt x="3660" y="438"/>
                      </a:lnTo>
                      <a:lnTo>
                        <a:pt x="3690" y="444"/>
                      </a:lnTo>
                      <a:lnTo>
                        <a:pt x="3702" y="426"/>
                      </a:lnTo>
                      <a:lnTo>
                        <a:pt x="3708" y="432"/>
                      </a:lnTo>
                      <a:lnTo>
                        <a:pt x="3720" y="432"/>
                      </a:lnTo>
                      <a:lnTo>
                        <a:pt x="3726" y="426"/>
                      </a:lnTo>
                      <a:lnTo>
                        <a:pt x="3738" y="420"/>
                      </a:lnTo>
                      <a:lnTo>
                        <a:pt x="3744" y="408"/>
                      </a:lnTo>
                      <a:lnTo>
                        <a:pt x="3756" y="402"/>
                      </a:lnTo>
                      <a:lnTo>
                        <a:pt x="3774" y="384"/>
                      </a:lnTo>
                      <a:lnTo>
                        <a:pt x="3774" y="414"/>
                      </a:lnTo>
                      <a:lnTo>
                        <a:pt x="3786" y="408"/>
                      </a:lnTo>
                      <a:lnTo>
                        <a:pt x="3792" y="402"/>
                      </a:lnTo>
                      <a:lnTo>
                        <a:pt x="3828" y="384"/>
                      </a:lnTo>
                      <a:lnTo>
                        <a:pt x="3834" y="378"/>
                      </a:lnTo>
                      <a:lnTo>
                        <a:pt x="3846" y="378"/>
                      </a:lnTo>
                      <a:lnTo>
                        <a:pt x="3858" y="372"/>
                      </a:lnTo>
                      <a:lnTo>
                        <a:pt x="3876" y="372"/>
                      </a:lnTo>
                      <a:lnTo>
                        <a:pt x="3888" y="366"/>
                      </a:lnTo>
                      <a:lnTo>
                        <a:pt x="3900" y="366"/>
                      </a:lnTo>
                      <a:lnTo>
                        <a:pt x="3900" y="330"/>
                      </a:lnTo>
                      <a:lnTo>
                        <a:pt x="3876" y="330"/>
                      </a:lnTo>
                      <a:lnTo>
                        <a:pt x="3876" y="324"/>
                      </a:lnTo>
                      <a:lnTo>
                        <a:pt x="3882" y="312"/>
                      </a:lnTo>
                      <a:lnTo>
                        <a:pt x="3894" y="300"/>
                      </a:lnTo>
                      <a:lnTo>
                        <a:pt x="3888" y="294"/>
                      </a:lnTo>
                      <a:lnTo>
                        <a:pt x="3882" y="294"/>
                      </a:lnTo>
                      <a:lnTo>
                        <a:pt x="3876" y="288"/>
                      </a:lnTo>
                      <a:lnTo>
                        <a:pt x="3876" y="276"/>
                      </a:lnTo>
                      <a:lnTo>
                        <a:pt x="3888" y="252"/>
                      </a:lnTo>
                      <a:lnTo>
                        <a:pt x="3900" y="222"/>
                      </a:lnTo>
                      <a:lnTo>
                        <a:pt x="3912" y="198"/>
                      </a:lnTo>
                      <a:lnTo>
                        <a:pt x="3918" y="174"/>
                      </a:lnTo>
                      <a:lnTo>
                        <a:pt x="3918" y="168"/>
                      </a:lnTo>
                      <a:lnTo>
                        <a:pt x="3912" y="162"/>
                      </a:lnTo>
                      <a:lnTo>
                        <a:pt x="3876" y="162"/>
                      </a:lnTo>
                      <a:lnTo>
                        <a:pt x="3864" y="168"/>
                      </a:lnTo>
                      <a:lnTo>
                        <a:pt x="3858" y="168"/>
                      </a:lnTo>
                      <a:close/>
                      <a:moveTo>
                        <a:pt x="2718" y="366"/>
                      </a:moveTo>
                      <a:lnTo>
                        <a:pt x="2712" y="366"/>
                      </a:lnTo>
                      <a:lnTo>
                        <a:pt x="2712" y="354"/>
                      </a:lnTo>
                      <a:lnTo>
                        <a:pt x="2718" y="348"/>
                      </a:lnTo>
                      <a:lnTo>
                        <a:pt x="2718" y="336"/>
                      </a:lnTo>
                      <a:lnTo>
                        <a:pt x="2712" y="336"/>
                      </a:lnTo>
                      <a:lnTo>
                        <a:pt x="2700" y="342"/>
                      </a:lnTo>
                      <a:lnTo>
                        <a:pt x="2694" y="348"/>
                      </a:lnTo>
                      <a:lnTo>
                        <a:pt x="2682" y="354"/>
                      </a:lnTo>
                      <a:lnTo>
                        <a:pt x="2676" y="372"/>
                      </a:lnTo>
                      <a:lnTo>
                        <a:pt x="2664" y="366"/>
                      </a:lnTo>
                      <a:lnTo>
                        <a:pt x="2664" y="378"/>
                      </a:lnTo>
                      <a:lnTo>
                        <a:pt x="2652" y="402"/>
                      </a:lnTo>
                      <a:lnTo>
                        <a:pt x="2628" y="414"/>
                      </a:lnTo>
                      <a:lnTo>
                        <a:pt x="2628" y="426"/>
                      </a:lnTo>
                      <a:lnTo>
                        <a:pt x="2634" y="432"/>
                      </a:lnTo>
                      <a:lnTo>
                        <a:pt x="2628" y="432"/>
                      </a:lnTo>
                      <a:lnTo>
                        <a:pt x="2598" y="462"/>
                      </a:lnTo>
                      <a:lnTo>
                        <a:pt x="2598" y="468"/>
                      </a:lnTo>
                      <a:lnTo>
                        <a:pt x="2604" y="474"/>
                      </a:lnTo>
                      <a:lnTo>
                        <a:pt x="2610" y="474"/>
                      </a:lnTo>
                      <a:lnTo>
                        <a:pt x="2616" y="480"/>
                      </a:lnTo>
                      <a:lnTo>
                        <a:pt x="2616" y="492"/>
                      </a:lnTo>
                      <a:lnTo>
                        <a:pt x="2610" y="498"/>
                      </a:lnTo>
                      <a:lnTo>
                        <a:pt x="2604" y="498"/>
                      </a:lnTo>
                      <a:lnTo>
                        <a:pt x="2604" y="510"/>
                      </a:lnTo>
                      <a:lnTo>
                        <a:pt x="2592" y="534"/>
                      </a:lnTo>
                      <a:lnTo>
                        <a:pt x="2580" y="552"/>
                      </a:lnTo>
                      <a:lnTo>
                        <a:pt x="2550" y="582"/>
                      </a:lnTo>
                      <a:lnTo>
                        <a:pt x="2478" y="618"/>
                      </a:lnTo>
                      <a:lnTo>
                        <a:pt x="2484" y="588"/>
                      </a:lnTo>
                      <a:lnTo>
                        <a:pt x="2478" y="582"/>
                      </a:lnTo>
                      <a:lnTo>
                        <a:pt x="2478" y="576"/>
                      </a:lnTo>
                      <a:lnTo>
                        <a:pt x="2472" y="570"/>
                      </a:lnTo>
                      <a:lnTo>
                        <a:pt x="2472" y="564"/>
                      </a:lnTo>
                      <a:lnTo>
                        <a:pt x="2478" y="552"/>
                      </a:lnTo>
                      <a:lnTo>
                        <a:pt x="2496" y="534"/>
                      </a:lnTo>
                      <a:lnTo>
                        <a:pt x="2502" y="522"/>
                      </a:lnTo>
                      <a:lnTo>
                        <a:pt x="2502" y="516"/>
                      </a:lnTo>
                      <a:lnTo>
                        <a:pt x="2496" y="510"/>
                      </a:lnTo>
                      <a:lnTo>
                        <a:pt x="2496" y="492"/>
                      </a:lnTo>
                      <a:lnTo>
                        <a:pt x="2502" y="480"/>
                      </a:lnTo>
                      <a:lnTo>
                        <a:pt x="2508" y="474"/>
                      </a:lnTo>
                      <a:lnTo>
                        <a:pt x="2514" y="462"/>
                      </a:lnTo>
                      <a:lnTo>
                        <a:pt x="2526" y="456"/>
                      </a:lnTo>
                      <a:lnTo>
                        <a:pt x="2532" y="450"/>
                      </a:lnTo>
                      <a:lnTo>
                        <a:pt x="2532" y="432"/>
                      </a:lnTo>
                      <a:lnTo>
                        <a:pt x="2538" y="432"/>
                      </a:lnTo>
                      <a:lnTo>
                        <a:pt x="2622" y="348"/>
                      </a:lnTo>
                      <a:lnTo>
                        <a:pt x="2592" y="354"/>
                      </a:lnTo>
                      <a:lnTo>
                        <a:pt x="2580" y="360"/>
                      </a:lnTo>
                      <a:lnTo>
                        <a:pt x="2574" y="366"/>
                      </a:lnTo>
                      <a:lnTo>
                        <a:pt x="2562" y="372"/>
                      </a:lnTo>
                      <a:lnTo>
                        <a:pt x="2556" y="378"/>
                      </a:lnTo>
                      <a:lnTo>
                        <a:pt x="2550" y="378"/>
                      </a:lnTo>
                      <a:lnTo>
                        <a:pt x="2550" y="372"/>
                      </a:lnTo>
                      <a:lnTo>
                        <a:pt x="2556" y="366"/>
                      </a:lnTo>
                      <a:lnTo>
                        <a:pt x="2568" y="360"/>
                      </a:lnTo>
                      <a:lnTo>
                        <a:pt x="2592" y="336"/>
                      </a:lnTo>
                      <a:lnTo>
                        <a:pt x="2604" y="330"/>
                      </a:lnTo>
                      <a:lnTo>
                        <a:pt x="2658" y="276"/>
                      </a:lnTo>
                      <a:lnTo>
                        <a:pt x="2670" y="288"/>
                      </a:lnTo>
                      <a:lnTo>
                        <a:pt x="2682" y="276"/>
                      </a:lnTo>
                      <a:lnTo>
                        <a:pt x="2682" y="288"/>
                      </a:lnTo>
                      <a:lnTo>
                        <a:pt x="2694" y="288"/>
                      </a:lnTo>
                      <a:lnTo>
                        <a:pt x="2700" y="282"/>
                      </a:lnTo>
                      <a:lnTo>
                        <a:pt x="2700" y="270"/>
                      </a:lnTo>
                      <a:lnTo>
                        <a:pt x="2724" y="276"/>
                      </a:lnTo>
                      <a:lnTo>
                        <a:pt x="2736" y="270"/>
                      </a:lnTo>
                      <a:lnTo>
                        <a:pt x="2742" y="270"/>
                      </a:lnTo>
                      <a:lnTo>
                        <a:pt x="2754" y="264"/>
                      </a:lnTo>
                      <a:lnTo>
                        <a:pt x="2772" y="264"/>
                      </a:lnTo>
                      <a:lnTo>
                        <a:pt x="2784" y="270"/>
                      </a:lnTo>
                      <a:lnTo>
                        <a:pt x="2790" y="276"/>
                      </a:lnTo>
                      <a:lnTo>
                        <a:pt x="2796" y="288"/>
                      </a:lnTo>
                      <a:lnTo>
                        <a:pt x="2772" y="294"/>
                      </a:lnTo>
                      <a:lnTo>
                        <a:pt x="2772" y="318"/>
                      </a:lnTo>
                      <a:lnTo>
                        <a:pt x="2742" y="318"/>
                      </a:lnTo>
                      <a:lnTo>
                        <a:pt x="2736" y="324"/>
                      </a:lnTo>
                      <a:lnTo>
                        <a:pt x="2736" y="360"/>
                      </a:lnTo>
                      <a:lnTo>
                        <a:pt x="2730" y="366"/>
                      </a:lnTo>
                      <a:lnTo>
                        <a:pt x="2718" y="366"/>
                      </a:lnTo>
                      <a:close/>
                    </a:path>
                  </a:pathLst>
                </a:custGeom>
                <a:solidFill>
                  <a:srgbClr val="D40D8D"/>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180" name="Uruguay" descr="© INSCALE GmbH, 05.05.2010&#10;http://www.presentationload.com/">
                  <a:extLst>
                    <a:ext uri="{FF2B5EF4-FFF2-40B4-BE49-F238E27FC236}">
                      <a16:creationId xmlns:a16="http://schemas.microsoft.com/office/drawing/2014/main" id="{DDCB3EE6-2F12-43ED-B869-F0A35FCC8C83}"/>
                    </a:ext>
                  </a:extLst>
                </p:cNvPr>
                <p:cNvSpPr>
                  <a:spLocks/>
                </p:cNvSpPr>
                <p:nvPr/>
              </p:nvSpPr>
              <p:spPr bwMode="gray">
                <a:xfrm>
                  <a:off x="3834372" y="4975050"/>
                  <a:ext cx="166046" cy="173114"/>
                </a:xfrm>
                <a:custGeom>
                  <a:avLst/>
                  <a:gdLst>
                    <a:gd name="T0" fmla="*/ 2147483647 w 366"/>
                    <a:gd name="T1" fmla="*/ 2147483647 h 384"/>
                    <a:gd name="T2" fmla="*/ 2147483647 w 366"/>
                    <a:gd name="T3" fmla="*/ 2147483647 h 384"/>
                    <a:gd name="T4" fmla="*/ 2147483647 w 366"/>
                    <a:gd name="T5" fmla="*/ 2147483647 h 384"/>
                    <a:gd name="T6" fmla="*/ 2147483647 w 366"/>
                    <a:gd name="T7" fmla="*/ 2147483647 h 384"/>
                    <a:gd name="T8" fmla="*/ 2147483647 w 366"/>
                    <a:gd name="T9" fmla="*/ 2147483647 h 384"/>
                    <a:gd name="T10" fmla="*/ 2147483647 w 366"/>
                    <a:gd name="T11" fmla="*/ 2147483647 h 384"/>
                    <a:gd name="T12" fmla="*/ 2147483647 w 366"/>
                    <a:gd name="T13" fmla="*/ 2147483647 h 384"/>
                    <a:gd name="T14" fmla="*/ 2147483647 w 366"/>
                    <a:gd name="T15" fmla="*/ 2147483647 h 384"/>
                    <a:gd name="T16" fmla="*/ 2147483647 w 366"/>
                    <a:gd name="T17" fmla="*/ 2147483647 h 384"/>
                    <a:gd name="T18" fmla="*/ 2147483647 w 366"/>
                    <a:gd name="T19" fmla="*/ 2147483647 h 384"/>
                    <a:gd name="T20" fmla="*/ 2147483647 w 366"/>
                    <a:gd name="T21" fmla="*/ 2147483647 h 384"/>
                    <a:gd name="T22" fmla="*/ 2147483647 w 366"/>
                    <a:gd name="T23" fmla="*/ 2147483647 h 384"/>
                    <a:gd name="T24" fmla="*/ 2147483647 w 366"/>
                    <a:gd name="T25" fmla="*/ 2147483647 h 384"/>
                    <a:gd name="T26" fmla="*/ 2147483647 w 366"/>
                    <a:gd name="T27" fmla="*/ 2147483647 h 384"/>
                    <a:gd name="T28" fmla="*/ 2147483647 w 366"/>
                    <a:gd name="T29" fmla="*/ 2147483647 h 384"/>
                    <a:gd name="T30" fmla="*/ 2147483647 w 366"/>
                    <a:gd name="T31" fmla="*/ 2147483647 h 384"/>
                    <a:gd name="T32" fmla="*/ 2147483647 w 366"/>
                    <a:gd name="T33" fmla="*/ 2147483647 h 384"/>
                    <a:gd name="T34" fmla="*/ 2147483647 w 366"/>
                    <a:gd name="T35" fmla="*/ 2147483647 h 384"/>
                    <a:gd name="T36" fmla="*/ 2147483647 w 366"/>
                    <a:gd name="T37" fmla="*/ 2147483647 h 384"/>
                    <a:gd name="T38" fmla="*/ 2147483647 w 366"/>
                    <a:gd name="T39" fmla="*/ 2147483647 h 384"/>
                    <a:gd name="T40" fmla="*/ 2147483647 w 366"/>
                    <a:gd name="T41" fmla="*/ 2147483647 h 384"/>
                    <a:gd name="T42" fmla="*/ 2147483647 w 366"/>
                    <a:gd name="T43" fmla="*/ 2147483647 h 384"/>
                    <a:gd name="T44" fmla="*/ 2147483647 w 366"/>
                    <a:gd name="T45" fmla="*/ 0 h 384"/>
                    <a:gd name="T46" fmla="*/ 2147483647 w 366"/>
                    <a:gd name="T47" fmla="*/ 2147483647 h 384"/>
                    <a:gd name="T48" fmla="*/ 2147483647 w 366"/>
                    <a:gd name="T49" fmla="*/ 2147483647 h 384"/>
                    <a:gd name="T50" fmla="*/ 0 w 366"/>
                    <a:gd name="T51" fmla="*/ 2147483647 h 384"/>
                    <a:gd name="T52" fmla="*/ 2147483647 w 366"/>
                    <a:gd name="T53" fmla="*/ 2147483647 h 384"/>
                    <a:gd name="T54" fmla="*/ 2147483647 w 366"/>
                    <a:gd name="T55" fmla="*/ 2147483647 h 384"/>
                    <a:gd name="T56" fmla="*/ 2147483647 w 366"/>
                    <a:gd name="T57" fmla="*/ 2147483647 h 384"/>
                    <a:gd name="T58" fmla="*/ 2147483647 w 366"/>
                    <a:gd name="T59" fmla="*/ 2147483647 h 384"/>
                    <a:gd name="T60" fmla="*/ 2147483647 w 366"/>
                    <a:gd name="T61" fmla="*/ 2147483647 h 384"/>
                    <a:gd name="T62" fmla="*/ 2147483647 w 366"/>
                    <a:gd name="T63" fmla="*/ 2147483647 h 384"/>
                    <a:gd name="T64" fmla="*/ 2147483647 w 366"/>
                    <a:gd name="T65" fmla="*/ 2147483647 h 384"/>
                    <a:gd name="T66" fmla="*/ 2147483647 w 366"/>
                    <a:gd name="T67" fmla="*/ 2147483647 h 384"/>
                    <a:gd name="T68" fmla="*/ 2147483647 w 366"/>
                    <a:gd name="T69" fmla="*/ 2147483647 h 384"/>
                    <a:gd name="T70" fmla="*/ 2147483647 w 366"/>
                    <a:gd name="T71" fmla="*/ 2147483647 h 384"/>
                    <a:gd name="T72" fmla="*/ 2147483647 w 366"/>
                    <a:gd name="T73" fmla="*/ 2147483647 h 384"/>
                    <a:gd name="T74" fmla="*/ 2147483647 w 366"/>
                    <a:gd name="T75" fmla="*/ 2147483647 h 384"/>
                    <a:gd name="T76" fmla="*/ 2147483647 w 366"/>
                    <a:gd name="T77" fmla="*/ 2147483647 h 384"/>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366"/>
                    <a:gd name="T118" fmla="*/ 0 h 384"/>
                    <a:gd name="T119" fmla="*/ 366 w 366"/>
                    <a:gd name="T120" fmla="*/ 384 h 384"/>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366" h="384">
                      <a:moveTo>
                        <a:pt x="138" y="372"/>
                      </a:moveTo>
                      <a:lnTo>
                        <a:pt x="174" y="372"/>
                      </a:lnTo>
                      <a:lnTo>
                        <a:pt x="198" y="378"/>
                      </a:lnTo>
                      <a:lnTo>
                        <a:pt x="228" y="378"/>
                      </a:lnTo>
                      <a:lnTo>
                        <a:pt x="288" y="384"/>
                      </a:lnTo>
                      <a:lnTo>
                        <a:pt x="330" y="366"/>
                      </a:lnTo>
                      <a:lnTo>
                        <a:pt x="342" y="354"/>
                      </a:lnTo>
                      <a:lnTo>
                        <a:pt x="360" y="300"/>
                      </a:lnTo>
                      <a:lnTo>
                        <a:pt x="366" y="294"/>
                      </a:lnTo>
                      <a:lnTo>
                        <a:pt x="348" y="294"/>
                      </a:lnTo>
                      <a:lnTo>
                        <a:pt x="348" y="264"/>
                      </a:lnTo>
                      <a:lnTo>
                        <a:pt x="342" y="264"/>
                      </a:lnTo>
                      <a:lnTo>
                        <a:pt x="342" y="240"/>
                      </a:lnTo>
                      <a:lnTo>
                        <a:pt x="348" y="234"/>
                      </a:lnTo>
                      <a:lnTo>
                        <a:pt x="360" y="210"/>
                      </a:lnTo>
                      <a:lnTo>
                        <a:pt x="360" y="198"/>
                      </a:lnTo>
                      <a:lnTo>
                        <a:pt x="354" y="198"/>
                      </a:lnTo>
                      <a:lnTo>
                        <a:pt x="342" y="192"/>
                      </a:lnTo>
                      <a:lnTo>
                        <a:pt x="336" y="192"/>
                      </a:lnTo>
                      <a:lnTo>
                        <a:pt x="318" y="174"/>
                      </a:lnTo>
                      <a:lnTo>
                        <a:pt x="312" y="162"/>
                      </a:lnTo>
                      <a:lnTo>
                        <a:pt x="306" y="156"/>
                      </a:lnTo>
                      <a:lnTo>
                        <a:pt x="300" y="144"/>
                      </a:lnTo>
                      <a:lnTo>
                        <a:pt x="288" y="144"/>
                      </a:lnTo>
                      <a:lnTo>
                        <a:pt x="270" y="138"/>
                      </a:lnTo>
                      <a:lnTo>
                        <a:pt x="258" y="132"/>
                      </a:lnTo>
                      <a:lnTo>
                        <a:pt x="252" y="126"/>
                      </a:lnTo>
                      <a:lnTo>
                        <a:pt x="252" y="114"/>
                      </a:lnTo>
                      <a:lnTo>
                        <a:pt x="246" y="114"/>
                      </a:lnTo>
                      <a:lnTo>
                        <a:pt x="228" y="96"/>
                      </a:lnTo>
                      <a:lnTo>
                        <a:pt x="210" y="96"/>
                      </a:lnTo>
                      <a:lnTo>
                        <a:pt x="192" y="78"/>
                      </a:lnTo>
                      <a:lnTo>
                        <a:pt x="186" y="66"/>
                      </a:lnTo>
                      <a:lnTo>
                        <a:pt x="174" y="60"/>
                      </a:lnTo>
                      <a:lnTo>
                        <a:pt x="168" y="60"/>
                      </a:lnTo>
                      <a:lnTo>
                        <a:pt x="156" y="72"/>
                      </a:lnTo>
                      <a:lnTo>
                        <a:pt x="156" y="78"/>
                      </a:lnTo>
                      <a:lnTo>
                        <a:pt x="144" y="78"/>
                      </a:lnTo>
                      <a:lnTo>
                        <a:pt x="144" y="66"/>
                      </a:lnTo>
                      <a:lnTo>
                        <a:pt x="132" y="54"/>
                      </a:lnTo>
                      <a:lnTo>
                        <a:pt x="126" y="42"/>
                      </a:lnTo>
                      <a:lnTo>
                        <a:pt x="120" y="36"/>
                      </a:lnTo>
                      <a:lnTo>
                        <a:pt x="108" y="30"/>
                      </a:lnTo>
                      <a:lnTo>
                        <a:pt x="102" y="18"/>
                      </a:lnTo>
                      <a:lnTo>
                        <a:pt x="78" y="6"/>
                      </a:lnTo>
                      <a:lnTo>
                        <a:pt x="72" y="0"/>
                      </a:lnTo>
                      <a:lnTo>
                        <a:pt x="60" y="0"/>
                      </a:lnTo>
                      <a:lnTo>
                        <a:pt x="48" y="6"/>
                      </a:lnTo>
                      <a:lnTo>
                        <a:pt x="42" y="12"/>
                      </a:lnTo>
                      <a:lnTo>
                        <a:pt x="18" y="12"/>
                      </a:lnTo>
                      <a:lnTo>
                        <a:pt x="0" y="30"/>
                      </a:lnTo>
                      <a:lnTo>
                        <a:pt x="0" y="36"/>
                      </a:lnTo>
                      <a:lnTo>
                        <a:pt x="24" y="60"/>
                      </a:lnTo>
                      <a:lnTo>
                        <a:pt x="30" y="60"/>
                      </a:lnTo>
                      <a:lnTo>
                        <a:pt x="6" y="72"/>
                      </a:lnTo>
                      <a:lnTo>
                        <a:pt x="6" y="108"/>
                      </a:lnTo>
                      <a:lnTo>
                        <a:pt x="30" y="126"/>
                      </a:lnTo>
                      <a:lnTo>
                        <a:pt x="12" y="126"/>
                      </a:lnTo>
                      <a:lnTo>
                        <a:pt x="0" y="138"/>
                      </a:lnTo>
                      <a:lnTo>
                        <a:pt x="6" y="144"/>
                      </a:lnTo>
                      <a:lnTo>
                        <a:pt x="12" y="156"/>
                      </a:lnTo>
                      <a:lnTo>
                        <a:pt x="24" y="168"/>
                      </a:lnTo>
                      <a:lnTo>
                        <a:pt x="12" y="186"/>
                      </a:lnTo>
                      <a:lnTo>
                        <a:pt x="18" y="192"/>
                      </a:lnTo>
                      <a:lnTo>
                        <a:pt x="24" y="204"/>
                      </a:lnTo>
                      <a:lnTo>
                        <a:pt x="36" y="210"/>
                      </a:lnTo>
                      <a:lnTo>
                        <a:pt x="42" y="222"/>
                      </a:lnTo>
                      <a:lnTo>
                        <a:pt x="42" y="228"/>
                      </a:lnTo>
                      <a:lnTo>
                        <a:pt x="36" y="228"/>
                      </a:lnTo>
                      <a:lnTo>
                        <a:pt x="30" y="234"/>
                      </a:lnTo>
                      <a:lnTo>
                        <a:pt x="6" y="234"/>
                      </a:lnTo>
                      <a:lnTo>
                        <a:pt x="6" y="282"/>
                      </a:lnTo>
                      <a:lnTo>
                        <a:pt x="36" y="318"/>
                      </a:lnTo>
                      <a:lnTo>
                        <a:pt x="42" y="318"/>
                      </a:lnTo>
                      <a:lnTo>
                        <a:pt x="54" y="324"/>
                      </a:lnTo>
                      <a:lnTo>
                        <a:pt x="78" y="348"/>
                      </a:lnTo>
                      <a:lnTo>
                        <a:pt x="90" y="354"/>
                      </a:lnTo>
                      <a:lnTo>
                        <a:pt x="126" y="354"/>
                      </a:lnTo>
                      <a:lnTo>
                        <a:pt x="138" y="372"/>
                      </a:lnTo>
                      <a:close/>
                    </a:path>
                  </a:pathLst>
                </a:custGeom>
                <a:solidFill>
                  <a:srgbClr val="572772"/>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181" name="United Kingdom" descr="© INSCALE GmbH, 05.05.2010&#10;http://www.presentationload.com/">
                  <a:extLst>
                    <a:ext uri="{FF2B5EF4-FFF2-40B4-BE49-F238E27FC236}">
                      <a16:creationId xmlns:a16="http://schemas.microsoft.com/office/drawing/2014/main" id="{E823499B-FC1B-4DE5-AAEF-31572AC41EA6}"/>
                    </a:ext>
                  </a:extLst>
                </p:cNvPr>
                <p:cNvSpPr>
                  <a:spLocks noEditPoints="1"/>
                </p:cNvSpPr>
                <p:nvPr/>
              </p:nvSpPr>
              <p:spPr bwMode="gray">
                <a:xfrm>
                  <a:off x="5441843" y="1694734"/>
                  <a:ext cx="261435" cy="372724"/>
                </a:xfrm>
                <a:custGeom>
                  <a:avLst/>
                  <a:gdLst>
                    <a:gd name="T0" fmla="*/ 2147483647 w 576"/>
                    <a:gd name="T1" fmla="*/ 2147483647 h 822"/>
                    <a:gd name="T2" fmla="*/ 2147483647 w 576"/>
                    <a:gd name="T3" fmla="*/ 2147483647 h 822"/>
                    <a:gd name="T4" fmla="*/ 2147483647 w 576"/>
                    <a:gd name="T5" fmla="*/ 2147483647 h 822"/>
                    <a:gd name="T6" fmla="*/ 2147483647 w 576"/>
                    <a:gd name="T7" fmla="*/ 2147483647 h 822"/>
                    <a:gd name="T8" fmla="*/ 2147483647 w 576"/>
                    <a:gd name="T9" fmla="*/ 2147483647 h 822"/>
                    <a:gd name="T10" fmla="*/ 2147483647 w 576"/>
                    <a:gd name="T11" fmla="*/ 2147483647 h 822"/>
                    <a:gd name="T12" fmla="*/ 2147483647 w 576"/>
                    <a:gd name="T13" fmla="*/ 2147483647 h 822"/>
                    <a:gd name="T14" fmla="*/ 2147483647 w 576"/>
                    <a:gd name="T15" fmla="*/ 0 h 822"/>
                    <a:gd name="T16" fmla="*/ 2147483647 w 576"/>
                    <a:gd name="T17" fmla="*/ 0 h 822"/>
                    <a:gd name="T18" fmla="*/ 2147483647 w 576"/>
                    <a:gd name="T19" fmla="*/ 2147483647 h 822"/>
                    <a:gd name="T20" fmla="*/ 2147483647 w 576"/>
                    <a:gd name="T21" fmla="*/ 2147483647 h 822"/>
                    <a:gd name="T22" fmla="*/ 2147483647 w 576"/>
                    <a:gd name="T23" fmla="*/ 2147483647 h 822"/>
                    <a:gd name="T24" fmla="*/ 2147483647 w 576"/>
                    <a:gd name="T25" fmla="*/ 2147483647 h 822"/>
                    <a:gd name="T26" fmla="*/ 2147483647 w 576"/>
                    <a:gd name="T27" fmla="*/ 2147483647 h 822"/>
                    <a:gd name="T28" fmla="*/ 2147483647 w 576"/>
                    <a:gd name="T29" fmla="*/ 2147483647 h 822"/>
                    <a:gd name="T30" fmla="*/ 2147483647 w 576"/>
                    <a:gd name="T31" fmla="*/ 2147483647 h 822"/>
                    <a:gd name="T32" fmla="*/ 2147483647 w 576"/>
                    <a:gd name="T33" fmla="*/ 2147483647 h 822"/>
                    <a:gd name="T34" fmla="*/ 2147483647 w 576"/>
                    <a:gd name="T35" fmla="*/ 2147483647 h 822"/>
                    <a:gd name="T36" fmla="*/ 2147483647 w 576"/>
                    <a:gd name="T37" fmla="*/ 2147483647 h 822"/>
                    <a:gd name="T38" fmla="*/ 2147483647 w 576"/>
                    <a:gd name="T39" fmla="*/ 2147483647 h 822"/>
                    <a:gd name="T40" fmla="*/ 2147483647 w 576"/>
                    <a:gd name="T41" fmla="*/ 2147483647 h 822"/>
                    <a:gd name="T42" fmla="*/ 2147483647 w 576"/>
                    <a:gd name="T43" fmla="*/ 2147483647 h 822"/>
                    <a:gd name="T44" fmla="*/ 2147483647 w 576"/>
                    <a:gd name="T45" fmla="*/ 2147483647 h 822"/>
                    <a:gd name="T46" fmla="*/ 2147483647 w 576"/>
                    <a:gd name="T47" fmla="*/ 2147483647 h 822"/>
                    <a:gd name="T48" fmla="*/ 2147483647 w 576"/>
                    <a:gd name="T49" fmla="*/ 2147483647 h 822"/>
                    <a:gd name="T50" fmla="*/ 2147483647 w 576"/>
                    <a:gd name="T51" fmla="*/ 2147483647 h 822"/>
                    <a:gd name="T52" fmla="*/ 2147483647 w 576"/>
                    <a:gd name="T53" fmla="*/ 2147483647 h 822"/>
                    <a:gd name="T54" fmla="*/ 2147483647 w 576"/>
                    <a:gd name="T55" fmla="*/ 2147483647 h 822"/>
                    <a:gd name="T56" fmla="*/ 2147483647 w 576"/>
                    <a:gd name="T57" fmla="*/ 2147483647 h 822"/>
                    <a:gd name="T58" fmla="*/ 2147483647 w 576"/>
                    <a:gd name="T59" fmla="*/ 2147483647 h 822"/>
                    <a:gd name="T60" fmla="*/ 2147483647 w 576"/>
                    <a:gd name="T61" fmla="*/ 2147483647 h 822"/>
                    <a:gd name="T62" fmla="*/ 2147483647 w 576"/>
                    <a:gd name="T63" fmla="*/ 2147483647 h 822"/>
                    <a:gd name="T64" fmla="*/ 2147483647 w 576"/>
                    <a:gd name="T65" fmla="*/ 2147483647 h 822"/>
                    <a:gd name="T66" fmla="*/ 2147483647 w 576"/>
                    <a:gd name="T67" fmla="*/ 2147483647 h 822"/>
                    <a:gd name="T68" fmla="*/ 2147483647 w 576"/>
                    <a:gd name="T69" fmla="*/ 2147483647 h 822"/>
                    <a:gd name="T70" fmla="*/ 2147483647 w 576"/>
                    <a:gd name="T71" fmla="*/ 2147483647 h 822"/>
                    <a:gd name="T72" fmla="*/ 2147483647 w 576"/>
                    <a:gd name="T73" fmla="*/ 2147483647 h 822"/>
                    <a:gd name="T74" fmla="*/ 2147483647 w 576"/>
                    <a:gd name="T75" fmla="*/ 2147483647 h 822"/>
                    <a:gd name="T76" fmla="*/ 2147483647 w 576"/>
                    <a:gd name="T77" fmla="*/ 2147483647 h 822"/>
                    <a:gd name="T78" fmla="*/ 2147483647 w 576"/>
                    <a:gd name="T79" fmla="*/ 2147483647 h 822"/>
                    <a:gd name="T80" fmla="*/ 2147483647 w 576"/>
                    <a:gd name="T81" fmla="*/ 2147483647 h 822"/>
                    <a:gd name="T82" fmla="*/ 2147483647 w 576"/>
                    <a:gd name="T83" fmla="*/ 2147483647 h 822"/>
                    <a:gd name="T84" fmla="*/ 2147483647 w 576"/>
                    <a:gd name="T85" fmla="*/ 2147483647 h 822"/>
                    <a:gd name="T86" fmla="*/ 2147483647 w 576"/>
                    <a:gd name="T87" fmla="*/ 2147483647 h 822"/>
                    <a:gd name="T88" fmla="*/ 2147483647 w 576"/>
                    <a:gd name="T89" fmla="*/ 2147483647 h 822"/>
                    <a:gd name="T90" fmla="*/ 2147483647 w 576"/>
                    <a:gd name="T91" fmla="*/ 2147483647 h 822"/>
                    <a:gd name="T92" fmla="*/ 2147483647 w 576"/>
                    <a:gd name="T93" fmla="*/ 2147483647 h 822"/>
                    <a:gd name="T94" fmla="*/ 2147483647 w 576"/>
                    <a:gd name="T95" fmla="*/ 2147483647 h 822"/>
                    <a:gd name="T96" fmla="*/ 2147483647 w 576"/>
                    <a:gd name="T97" fmla="*/ 2147483647 h 822"/>
                    <a:gd name="T98" fmla="*/ 2147483647 w 576"/>
                    <a:gd name="T99" fmla="*/ 2147483647 h 822"/>
                    <a:gd name="T100" fmla="*/ 2147483647 w 576"/>
                    <a:gd name="T101" fmla="*/ 2147483647 h 822"/>
                    <a:gd name="T102" fmla="*/ 2147483647 w 576"/>
                    <a:gd name="T103" fmla="*/ 2147483647 h 822"/>
                    <a:gd name="T104" fmla="*/ 2147483647 w 576"/>
                    <a:gd name="T105" fmla="*/ 2147483647 h 822"/>
                    <a:gd name="T106" fmla="*/ 2147483647 w 576"/>
                    <a:gd name="T107" fmla="*/ 2147483647 h 822"/>
                    <a:gd name="T108" fmla="*/ 2147483647 w 576"/>
                    <a:gd name="T109" fmla="*/ 2147483647 h 822"/>
                    <a:gd name="T110" fmla="*/ 2147483647 w 576"/>
                    <a:gd name="T111" fmla="*/ 2147483647 h 822"/>
                    <a:gd name="T112" fmla="*/ 2147483647 w 576"/>
                    <a:gd name="T113" fmla="*/ 2147483647 h 822"/>
                    <a:gd name="T114" fmla="*/ 2147483647 w 576"/>
                    <a:gd name="T115" fmla="*/ 2147483647 h 822"/>
                    <a:gd name="T116" fmla="*/ 2147483647 w 576"/>
                    <a:gd name="T117" fmla="*/ 2147483647 h 822"/>
                    <a:gd name="T118" fmla="*/ 2147483647 w 576"/>
                    <a:gd name="T119" fmla="*/ 2147483647 h 822"/>
                    <a:gd name="T120" fmla="*/ 2147483647 w 576"/>
                    <a:gd name="T121" fmla="*/ 2147483647 h 822"/>
                    <a:gd name="T122" fmla="*/ 2147483647 w 576"/>
                    <a:gd name="T123" fmla="*/ 2147483647 h 822"/>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576"/>
                    <a:gd name="T187" fmla="*/ 0 h 822"/>
                    <a:gd name="T188" fmla="*/ 576 w 576"/>
                    <a:gd name="T189" fmla="*/ 822 h 822"/>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576" h="822">
                      <a:moveTo>
                        <a:pt x="162" y="378"/>
                      </a:moveTo>
                      <a:lnTo>
                        <a:pt x="156" y="378"/>
                      </a:lnTo>
                      <a:lnTo>
                        <a:pt x="150" y="384"/>
                      </a:lnTo>
                      <a:lnTo>
                        <a:pt x="150" y="396"/>
                      </a:lnTo>
                      <a:lnTo>
                        <a:pt x="144" y="414"/>
                      </a:lnTo>
                      <a:lnTo>
                        <a:pt x="156" y="402"/>
                      </a:lnTo>
                      <a:lnTo>
                        <a:pt x="162" y="390"/>
                      </a:lnTo>
                      <a:lnTo>
                        <a:pt x="162" y="378"/>
                      </a:lnTo>
                      <a:close/>
                      <a:moveTo>
                        <a:pt x="132" y="312"/>
                      </a:moveTo>
                      <a:lnTo>
                        <a:pt x="126" y="312"/>
                      </a:lnTo>
                      <a:lnTo>
                        <a:pt x="126" y="336"/>
                      </a:lnTo>
                      <a:lnTo>
                        <a:pt x="132" y="336"/>
                      </a:lnTo>
                      <a:lnTo>
                        <a:pt x="138" y="330"/>
                      </a:lnTo>
                      <a:lnTo>
                        <a:pt x="150" y="330"/>
                      </a:lnTo>
                      <a:lnTo>
                        <a:pt x="144" y="318"/>
                      </a:lnTo>
                      <a:lnTo>
                        <a:pt x="138" y="312"/>
                      </a:lnTo>
                      <a:lnTo>
                        <a:pt x="132" y="312"/>
                      </a:lnTo>
                      <a:close/>
                      <a:moveTo>
                        <a:pt x="114" y="390"/>
                      </a:moveTo>
                      <a:lnTo>
                        <a:pt x="126" y="390"/>
                      </a:lnTo>
                      <a:lnTo>
                        <a:pt x="138" y="384"/>
                      </a:lnTo>
                      <a:lnTo>
                        <a:pt x="138" y="372"/>
                      </a:lnTo>
                      <a:lnTo>
                        <a:pt x="132" y="366"/>
                      </a:lnTo>
                      <a:lnTo>
                        <a:pt x="120" y="366"/>
                      </a:lnTo>
                      <a:lnTo>
                        <a:pt x="114" y="372"/>
                      </a:lnTo>
                      <a:lnTo>
                        <a:pt x="108" y="384"/>
                      </a:lnTo>
                      <a:lnTo>
                        <a:pt x="108" y="390"/>
                      </a:lnTo>
                      <a:lnTo>
                        <a:pt x="114" y="390"/>
                      </a:lnTo>
                      <a:close/>
                      <a:moveTo>
                        <a:pt x="330" y="120"/>
                      </a:moveTo>
                      <a:lnTo>
                        <a:pt x="324" y="120"/>
                      </a:lnTo>
                      <a:lnTo>
                        <a:pt x="318" y="126"/>
                      </a:lnTo>
                      <a:lnTo>
                        <a:pt x="318" y="138"/>
                      </a:lnTo>
                      <a:lnTo>
                        <a:pt x="330" y="138"/>
                      </a:lnTo>
                      <a:lnTo>
                        <a:pt x="336" y="126"/>
                      </a:lnTo>
                      <a:lnTo>
                        <a:pt x="330" y="120"/>
                      </a:lnTo>
                      <a:close/>
                      <a:moveTo>
                        <a:pt x="138" y="258"/>
                      </a:moveTo>
                      <a:lnTo>
                        <a:pt x="138" y="234"/>
                      </a:lnTo>
                      <a:lnTo>
                        <a:pt x="126" y="234"/>
                      </a:lnTo>
                      <a:lnTo>
                        <a:pt x="120" y="240"/>
                      </a:lnTo>
                      <a:lnTo>
                        <a:pt x="120" y="246"/>
                      </a:lnTo>
                      <a:lnTo>
                        <a:pt x="126" y="252"/>
                      </a:lnTo>
                      <a:lnTo>
                        <a:pt x="108" y="252"/>
                      </a:lnTo>
                      <a:lnTo>
                        <a:pt x="108" y="258"/>
                      </a:lnTo>
                      <a:lnTo>
                        <a:pt x="114" y="264"/>
                      </a:lnTo>
                      <a:lnTo>
                        <a:pt x="120" y="264"/>
                      </a:lnTo>
                      <a:lnTo>
                        <a:pt x="126" y="270"/>
                      </a:lnTo>
                      <a:lnTo>
                        <a:pt x="150" y="270"/>
                      </a:lnTo>
                      <a:lnTo>
                        <a:pt x="138" y="258"/>
                      </a:lnTo>
                      <a:close/>
                      <a:moveTo>
                        <a:pt x="474" y="0"/>
                      </a:moveTo>
                      <a:lnTo>
                        <a:pt x="468" y="0"/>
                      </a:lnTo>
                      <a:lnTo>
                        <a:pt x="456" y="12"/>
                      </a:lnTo>
                      <a:lnTo>
                        <a:pt x="474" y="12"/>
                      </a:lnTo>
                      <a:lnTo>
                        <a:pt x="474" y="6"/>
                      </a:lnTo>
                      <a:lnTo>
                        <a:pt x="480" y="0"/>
                      </a:lnTo>
                      <a:lnTo>
                        <a:pt x="474" y="0"/>
                      </a:lnTo>
                      <a:close/>
                      <a:moveTo>
                        <a:pt x="432" y="48"/>
                      </a:moveTo>
                      <a:lnTo>
                        <a:pt x="432" y="66"/>
                      </a:lnTo>
                      <a:lnTo>
                        <a:pt x="438" y="66"/>
                      </a:lnTo>
                      <a:lnTo>
                        <a:pt x="444" y="60"/>
                      </a:lnTo>
                      <a:lnTo>
                        <a:pt x="450" y="48"/>
                      </a:lnTo>
                      <a:lnTo>
                        <a:pt x="450" y="24"/>
                      </a:lnTo>
                      <a:lnTo>
                        <a:pt x="438" y="12"/>
                      </a:lnTo>
                      <a:lnTo>
                        <a:pt x="432" y="24"/>
                      </a:lnTo>
                      <a:lnTo>
                        <a:pt x="426" y="30"/>
                      </a:lnTo>
                      <a:lnTo>
                        <a:pt x="420" y="30"/>
                      </a:lnTo>
                      <a:lnTo>
                        <a:pt x="420" y="42"/>
                      </a:lnTo>
                      <a:lnTo>
                        <a:pt x="426" y="42"/>
                      </a:lnTo>
                      <a:lnTo>
                        <a:pt x="432" y="48"/>
                      </a:lnTo>
                      <a:close/>
                      <a:moveTo>
                        <a:pt x="342" y="138"/>
                      </a:moveTo>
                      <a:lnTo>
                        <a:pt x="342" y="150"/>
                      </a:lnTo>
                      <a:lnTo>
                        <a:pt x="354" y="138"/>
                      </a:lnTo>
                      <a:lnTo>
                        <a:pt x="342" y="138"/>
                      </a:lnTo>
                      <a:close/>
                      <a:moveTo>
                        <a:pt x="192" y="402"/>
                      </a:moveTo>
                      <a:lnTo>
                        <a:pt x="192" y="390"/>
                      </a:lnTo>
                      <a:lnTo>
                        <a:pt x="186" y="384"/>
                      </a:lnTo>
                      <a:lnTo>
                        <a:pt x="186" y="378"/>
                      </a:lnTo>
                      <a:lnTo>
                        <a:pt x="174" y="390"/>
                      </a:lnTo>
                      <a:lnTo>
                        <a:pt x="174" y="396"/>
                      </a:lnTo>
                      <a:lnTo>
                        <a:pt x="180" y="402"/>
                      </a:lnTo>
                      <a:lnTo>
                        <a:pt x="192" y="402"/>
                      </a:lnTo>
                      <a:close/>
                      <a:moveTo>
                        <a:pt x="504" y="588"/>
                      </a:moveTo>
                      <a:lnTo>
                        <a:pt x="498" y="594"/>
                      </a:lnTo>
                      <a:lnTo>
                        <a:pt x="498" y="600"/>
                      </a:lnTo>
                      <a:lnTo>
                        <a:pt x="480" y="600"/>
                      </a:lnTo>
                      <a:lnTo>
                        <a:pt x="480" y="588"/>
                      </a:lnTo>
                      <a:lnTo>
                        <a:pt x="486" y="576"/>
                      </a:lnTo>
                      <a:lnTo>
                        <a:pt x="498" y="564"/>
                      </a:lnTo>
                      <a:lnTo>
                        <a:pt x="492" y="558"/>
                      </a:lnTo>
                      <a:lnTo>
                        <a:pt x="456" y="540"/>
                      </a:lnTo>
                      <a:lnTo>
                        <a:pt x="450" y="540"/>
                      </a:lnTo>
                      <a:lnTo>
                        <a:pt x="444" y="534"/>
                      </a:lnTo>
                      <a:lnTo>
                        <a:pt x="450" y="534"/>
                      </a:lnTo>
                      <a:lnTo>
                        <a:pt x="456" y="528"/>
                      </a:lnTo>
                      <a:lnTo>
                        <a:pt x="480" y="528"/>
                      </a:lnTo>
                      <a:lnTo>
                        <a:pt x="468" y="516"/>
                      </a:lnTo>
                      <a:lnTo>
                        <a:pt x="468" y="510"/>
                      </a:lnTo>
                      <a:lnTo>
                        <a:pt x="456" y="498"/>
                      </a:lnTo>
                      <a:lnTo>
                        <a:pt x="450" y="486"/>
                      </a:lnTo>
                      <a:lnTo>
                        <a:pt x="432" y="468"/>
                      </a:lnTo>
                      <a:lnTo>
                        <a:pt x="420" y="468"/>
                      </a:lnTo>
                      <a:lnTo>
                        <a:pt x="414" y="456"/>
                      </a:lnTo>
                      <a:lnTo>
                        <a:pt x="402" y="450"/>
                      </a:lnTo>
                      <a:lnTo>
                        <a:pt x="390" y="438"/>
                      </a:lnTo>
                      <a:lnTo>
                        <a:pt x="390" y="414"/>
                      </a:lnTo>
                      <a:lnTo>
                        <a:pt x="396" y="402"/>
                      </a:lnTo>
                      <a:lnTo>
                        <a:pt x="396" y="390"/>
                      </a:lnTo>
                      <a:lnTo>
                        <a:pt x="384" y="390"/>
                      </a:lnTo>
                      <a:lnTo>
                        <a:pt x="378" y="384"/>
                      </a:lnTo>
                      <a:lnTo>
                        <a:pt x="372" y="372"/>
                      </a:lnTo>
                      <a:lnTo>
                        <a:pt x="360" y="360"/>
                      </a:lnTo>
                      <a:lnTo>
                        <a:pt x="342" y="354"/>
                      </a:lnTo>
                      <a:lnTo>
                        <a:pt x="324" y="354"/>
                      </a:lnTo>
                      <a:lnTo>
                        <a:pt x="306" y="360"/>
                      </a:lnTo>
                      <a:lnTo>
                        <a:pt x="294" y="366"/>
                      </a:lnTo>
                      <a:lnTo>
                        <a:pt x="288" y="366"/>
                      </a:lnTo>
                      <a:lnTo>
                        <a:pt x="270" y="348"/>
                      </a:lnTo>
                      <a:lnTo>
                        <a:pt x="282" y="348"/>
                      </a:lnTo>
                      <a:lnTo>
                        <a:pt x="294" y="354"/>
                      </a:lnTo>
                      <a:lnTo>
                        <a:pt x="306" y="354"/>
                      </a:lnTo>
                      <a:lnTo>
                        <a:pt x="330" y="342"/>
                      </a:lnTo>
                      <a:lnTo>
                        <a:pt x="336" y="336"/>
                      </a:lnTo>
                      <a:lnTo>
                        <a:pt x="330" y="336"/>
                      </a:lnTo>
                      <a:lnTo>
                        <a:pt x="324" y="330"/>
                      </a:lnTo>
                      <a:lnTo>
                        <a:pt x="306" y="330"/>
                      </a:lnTo>
                      <a:lnTo>
                        <a:pt x="330" y="324"/>
                      </a:lnTo>
                      <a:lnTo>
                        <a:pt x="336" y="318"/>
                      </a:lnTo>
                      <a:lnTo>
                        <a:pt x="348" y="312"/>
                      </a:lnTo>
                      <a:lnTo>
                        <a:pt x="360" y="300"/>
                      </a:lnTo>
                      <a:lnTo>
                        <a:pt x="360" y="288"/>
                      </a:lnTo>
                      <a:lnTo>
                        <a:pt x="366" y="276"/>
                      </a:lnTo>
                      <a:lnTo>
                        <a:pt x="372" y="270"/>
                      </a:lnTo>
                      <a:lnTo>
                        <a:pt x="378" y="258"/>
                      </a:lnTo>
                      <a:lnTo>
                        <a:pt x="384" y="252"/>
                      </a:lnTo>
                      <a:lnTo>
                        <a:pt x="396" y="246"/>
                      </a:lnTo>
                      <a:lnTo>
                        <a:pt x="402" y="246"/>
                      </a:lnTo>
                      <a:lnTo>
                        <a:pt x="402" y="240"/>
                      </a:lnTo>
                      <a:lnTo>
                        <a:pt x="396" y="234"/>
                      </a:lnTo>
                      <a:lnTo>
                        <a:pt x="318" y="234"/>
                      </a:lnTo>
                      <a:lnTo>
                        <a:pt x="318" y="228"/>
                      </a:lnTo>
                      <a:lnTo>
                        <a:pt x="288" y="228"/>
                      </a:lnTo>
                      <a:lnTo>
                        <a:pt x="276" y="234"/>
                      </a:lnTo>
                      <a:lnTo>
                        <a:pt x="264" y="234"/>
                      </a:lnTo>
                      <a:lnTo>
                        <a:pt x="258" y="240"/>
                      </a:lnTo>
                      <a:lnTo>
                        <a:pt x="252" y="240"/>
                      </a:lnTo>
                      <a:lnTo>
                        <a:pt x="264" y="228"/>
                      </a:lnTo>
                      <a:lnTo>
                        <a:pt x="252" y="216"/>
                      </a:lnTo>
                      <a:lnTo>
                        <a:pt x="270" y="210"/>
                      </a:lnTo>
                      <a:lnTo>
                        <a:pt x="300" y="192"/>
                      </a:lnTo>
                      <a:lnTo>
                        <a:pt x="312" y="186"/>
                      </a:lnTo>
                      <a:lnTo>
                        <a:pt x="324" y="162"/>
                      </a:lnTo>
                      <a:lnTo>
                        <a:pt x="318" y="156"/>
                      </a:lnTo>
                      <a:lnTo>
                        <a:pt x="288" y="156"/>
                      </a:lnTo>
                      <a:lnTo>
                        <a:pt x="276" y="162"/>
                      </a:lnTo>
                      <a:lnTo>
                        <a:pt x="258" y="168"/>
                      </a:lnTo>
                      <a:lnTo>
                        <a:pt x="240" y="168"/>
                      </a:lnTo>
                      <a:lnTo>
                        <a:pt x="228" y="162"/>
                      </a:lnTo>
                      <a:lnTo>
                        <a:pt x="216" y="162"/>
                      </a:lnTo>
                      <a:lnTo>
                        <a:pt x="210" y="168"/>
                      </a:lnTo>
                      <a:lnTo>
                        <a:pt x="210" y="174"/>
                      </a:lnTo>
                      <a:lnTo>
                        <a:pt x="216" y="180"/>
                      </a:lnTo>
                      <a:lnTo>
                        <a:pt x="204" y="180"/>
                      </a:lnTo>
                      <a:lnTo>
                        <a:pt x="192" y="192"/>
                      </a:lnTo>
                      <a:lnTo>
                        <a:pt x="192" y="210"/>
                      </a:lnTo>
                      <a:lnTo>
                        <a:pt x="198" y="216"/>
                      </a:lnTo>
                      <a:lnTo>
                        <a:pt x="156" y="222"/>
                      </a:lnTo>
                      <a:lnTo>
                        <a:pt x="156" y="234"/>
                      </a:lnTo>
                      <a:lnTo>
                        <a:pt x="168" y="240"/>
                      </a:lnTo>
                      <a:lnTo>
                        <a:pt x="180" y="264"/>
                      </a:lnTo>
                      <a:lnTo>
                        <a:pt x="162" y="282"/>
                      </a:lnTo>
                      <a:lnTo>
                        <a:pt x="162" y="294"/>
                      </a:lnTo>
                      <a:lnTo>
                        <a:pt x="144" y="300"/>
                      </a:lnTo>
                      <a:lnTo>
                        <a:pt x="156" y="312"/>
                      </a:lnTo>
                      <a:lnTo>
                        <a:pt x="168" y="312"/>
                      </a:lnTo>
                      <a:lnTo>
                        <a:pt x="180" y="306"/>
                      </a:lnTo>
                      <a:lnTo>
                        <a:pt x="186" y="300"/>
                      </a:lnTo>
                      <a:lnTo>
                        <a:pt x="186" y="318"/>
                      </a:lnTo>
                      <a:lnTo>
                        <a:pt x="180" y="318"/>
                      </a:lnTo>
                      <a:lnTo>
                        <a:pt x="168" y="330"/>
                      </a:lnTo>
                      <a:lnTo>
                        <a:pt x="156" y="336"/>
                      </a:lnTo>
                      <a:lnTo>
                        <a:pt x="156" y="360"/>
                      </a:lnTo>
                      <a:lnTo>
                        <a:pt x="162" y="372"/>
                      </a:lnTo>
                      <a:lnTo>
                        <a:pt x="168" y="366"/>
                      </a:lnTo>
                      <a:lnTo>
                        <a:pt x="198" y="366"/>
                      </a:lnTo>
                      <a:lnTo>
                        <a:pt x="210" y="360"/>
                      </a:lnTo>
                      <a:lnTo>
                        <a:pt x="216" y="354"/>
                      </a:lnTo>
                      <a:lnTo>
                        <a:pt x="198" y="372"/>
                      </a:lnTo>
                      <a:lnTo>
                        <a:pt x="210" y="402"/>
                      </a:lnTo>
                      <a:lnTo>
                        <a:pt x="204" y="408"/>
                      </a:lnTo>
                      <a:lnTo>
                        <a:pt x="198" y="420"/>
                      </a:lnTo>
                      <a:lnTo>
                        <a:pt x="186" y="426"/>
                      </a:lnTo>
                      <a:lnTo>
                        <a:pt x="180" y="438"/>
                      </a:lnTo>
                      <a:lnTo>
                        <a:pt x="180" y="450"/>
                      </a:lnTo>
                      <a:lnTo>
                        <a:pt x="186" y="456"/>
                      </a:lnTo>
                      <a:lnTo>
                        <a:pt x="204" y="456"/>
                      </a:lnTo>
                      <a:lnTo>
                        <a:pt x="216" y="450"/>
                      </a:lnTo>
                      <a:lnTo>
                        <a:pt x="240" y="450"/>
                      </a:lnTo>
                      <a:lnTo>
                        <a:pt x="252" y="444"/>
                      </a:lnTo>
                      <a:lnTo>
                        <a:pt x="258" y="438"/>
                      </a:lnTo>
                      <a:lnTo>
                        <a:pt x="270" y="432"/>
                      </a:lnTo>
                      <a:lnTo>
                        <a:pt x="300" y="438"/>
                      </a:lnTo>
                      <a:lnTo>
                        <a:pt x="288" y="444"/>
                      </a:lnTo>
                      <a:lnTo>
                        <a:pt x="264" y="468"/>
                      </a:lnTo>
                      <a:lnTo>
                        <a:pt x="264" y="474"/>
                      </a:lnTo>
                      <a:lnTo>
                        <a:pt x="282" y="492"/>
                      </a:lnTo>
                      <a:lnTo>
                        <a:pt x="294" y="492"/>
                      </a:lnTo>
                      <a:lnTo>
                        <a:pt x="300" y="498"/>
                      </a:lnTo>
                      <a:lnTo>
                        <a:pt x="306" y="498"/>
                      </a:lnTo>
                      <a:lnTo>
                        <a:pt x="312" y="516"/>
                      </a:lnTo>
                      <a:lnTo>
                        <a:pt x="294" y="534"/>
                      </a:lnTo>
                      <a:lnTo>
                        <a:pt x="294" y="564"/>
                      </a:lnTo>
                      <a:lnTo>
                        <a:pt x="222" y="564"/>
                      </a:lnTo>
                      <a:lnTo>
                        <a:pt x="216" y="558"/>
                      </a:lnTo>
                      <a:lnTo>
                        <a:pt x="198" y="558"/>
                      </a:lnTo>
                      <a:lnTo>
                        <a:pt x="192" y="564"/>
                      </a:lnTo>
                      <a:lnTo>
                        <a:pt x="210" y="582"/>
                      </a:lnTo>
                      <a:lnTo>
                        <a:pt x="186" y="600"/>
                      </a:lnTo>
                      <a:lnTo>
                        <a:pt x="228" y="594"/>
                      </a:lnTo>
                      <a:lnTo>
                        <a:pt x="228" y="618"/>
                      </a:lnTo>
                      <a:lnTo>
                        <a:pt x="216" y="642"/>
                      </a:lnTo>
                      <a:lnTo>
                        <a:pt x="210" y="648"/>
                      </a:lnTo>
                      <a:lnTo>
                        <a:pt x="198" y="654"/>
                      </a:lnTo>
                      <a:lnTo>
                        <a:pt x="180" y="660"/>
                      </a:lnTo>
                      <a:lnTo>
                        <a:pt x="168" y="666"/>
                      </a:lnTo>
                      <a:lnTo>
                        <a:pt x="162" y="666"/>
                      </a:lnTo>
                      <a:lnTo>
                        <a:pt x="162" y="690"/>
                      </a:lnTo>
                      <a:lnTo>
                        <a:pt x="168" y="696"/>
                      </a:lnTo>
                      <a:lnTo>
                        <a:pt x="174" y="696"/>
                      </a:lnTo>
                      <a:lnTo>
                        <a:pt x="180" y="690"/>
                      </a:lnTo>
                      <a:lnTo>
                        <a:pt x="192" y="684"/>
                      </a:lnTo>
                      <a:lnTo>
                        <a:pt x="198" y="678"/>
                      </a:lnTo>
                      <a:lnTo>
                        <a:pt x="204" y="684"/>
                      </a:lnTo>
                      <a:lnTo>
                        <a:pt x="204" y="690"/>
                      </a:lnTo>
                      <a:lnTo>
                        <a:pt x="210" y="696"/>
                      </a:lnTo>
                      <a:lnTo>
                        <a:pt x="234" y="696"/>
                      </a:lnTo>
                      <a:lnTo>
                        <a:pt x="240" y="702"/>
                      </a:lnTo>
                      <a:lnTo>
                        <a:pt x="252" y="708"/>
                      </a:lnTo>
                      <a:lnTo>
                        <a:pt x="258" y="708"/>
                      </a:lnTo>
                      <a:lnTo>
                        <a:pt x="276" y="702"/>
                      </a:lnTo>
                      <a:lnTo>
                        <a:pt x="288" y="696"/>
                      </a:lnTo>
                      <a:lnTo>
                        <a:pt x="294" y="690"/>
                      </a:lnTo>
                      <a:lnTo>
                        <a:pt x="318" y="690"/>
                      </a:lnTo>
                      <a:lnTo>
                        <a:pt x="312" y="696"/>
                      </a:lnTo>
                      <a:lnTo>
                        <a:pt x="300" y="702"/>
                      </a:lnTo>
                      <a:lnTo>
                        <a:pt x="294" y="714"/>
                      </a:lnTo>
                      <a:lnTo>
                        <a:pt x="282" y="720"/>
                      </a:lnTo>
                      <a:lnTo>
                        <a:pt x="276" y="726"/>
                      </a:lnTo>
                      <a:lnTo>
                        <a:pt x="210" y="726"/>
                      </a:lnTo>
                      <a:lnTo>
                        <a:pt x="210" y="738"/>
                      </a:lnTo>
                      <a:lnTo>
                        <a:pt x="198" y="738"/>
                      </a:lnTo>
                      <a:lnTo>
                        <a:pt x="186" y="744"/>
                      </a:lnTo>
                      <a:lnTo>
                        <a:pt x="180" y="750"/>
                      </a:lnTo>
                      <a:lnTo>
                        <a:pt x="180" y="768"/>
                      </a:lnTo>
                      <a:lnTo>
                        <a:pt x="174" y="774"/>
                      </a:lnTo>
                      <a:lnTo>
                        <a:pt x="144" y="774"/>
                      </a:lnTo>
                      <a:lnTo>
                        <a:pt x="144" y="780"/>
                      </a:lnTo>
                      <a:lnTo>
                        <a:pt x="138" y="786"/>
                      </a:lnTo>
                      <a:lnTo>
                        <a:pt x="138" y="792"/>
                      </a:lnTo>
                      <a:lnTo>
                        <a:pt x="126" y="804"/>
                      </a:lnTo>
                      <a:lnTo>
                        <a:pt x="114" y="810"/>
                      </a:lnTo>
                      <a:lnTo>
                        <a:pt x="108" y="810"/>
                      </a:lnTo>
                      <a:lnTo>
                        <a:pt x="108" y="816"/>
                      </a:lnTo>
                      <a:lnTo>
                        <a:pt x="114" y="816"/>
                      </a:lnTo>
                      <a:lnTo>
                        <a:pt x="120" y="822"/>
                      </a:lnTo>
                      <a:lnTo>
                        <a:pt x="150" y="822"/>
                      </a:lnTo>
                      <a:lnTo>
                        <a:pt x="156" y="810"/>
                      </a:lnTo>
                      <a:lnTo>
                        <a:pt x="174" y="792"/>
                      </a:lnTo>
                      <a:lnTo>
                        <a:pt x="210" y="792"/>
                      </a:lnTo>
                      <a:lnTo>
                        <a:pt x="216" y="798"/>
                      </a:lnTo>
                      <a:lnTo>
                        <a:pt x="228" y="804"/>
                      </a:lnTo>
                      <a:lnTo>
                        <a:pt x="240" y="804"/>
                      </a:lnTo>
                      <a:lnTo>
                        <a:pt x="246" y="792"/>
                      </a:lnTo>
                      <a:lnTo>
                        <a:pt x="252" y="786"/>
                      </a:lnTo>
                      <a:lnTo>
                        <a:pt x="258" y="774"/>
                      </a:lnTo>
                      <a:lnTo>
                        <a:pt x="270" y="762"/>
                      </a:lnTo>
                      <a:lnTo>
                        <a:pt x="288" y="762"/>
                      </a:lnTo>
                      <a:lnTo>
                        <a:pt x="300" y="774"/>
                      </a:lnTo>
                      <a:lnTo>
                        <a:pt x="330" y="774"/>
                      </a:lnTo>
                      <a:lnTo>
                        <a:pt x="354" y="762"/>
                      </a:lnTo>
                      <a:lnTo>
                        <a:pt x="360" y="762"/>
                      </a:lnTo>
                      <a:lnTo>
                        <a:pt x="366" y="768"/>
                      </a:lnTo>
                      <a:lnTo>
                        <a:pt x="378" y="768"/>
                      </a:lnTo>
                      <a:lnTo>
                        <a:pt x="390" y="774"/>
                      </a:lnTo>
                      <a:lnTo>
                        <a:pt x="396" y="774"/>
                      </a:lnTo>
                      <a:lnTo>
                        <a:pt x="396" y="768"/>
                      </a:lnTo>
                      <a:lnTo>
                        <a:pt x="390" y="762"/>
                      </a:lnTo>
                      <a:lnTo>
                        <a:pt x="390" y="750"/>
                      </a:lnTo>
                      <a:lnTo>
                        <a:pt x="396" y="750"/>
                      </a:lnTo>
                      <a:lnTo>
                        <a:pt x="408" y="756"/>
                      </a:lnTo>
                      <a:lnTo>
                        <a:pt x="414" y="762"/>
                      </a:lnTo>
                      <a:lnTo>
                        <a:pt x="426" y="756"/>
                      </a:lnTo>
                      <a:lnTo>
                        <a:pt x="498" y="756"/>
                      </a:lnTo>
                      <a:lnTo>
                        <a:pt x="522" y="750"/>
                      </a:lnTo>
                      <a:lnTo>
                        <a:pt x="534" y="744"/>
                      </a:lnTo>
                      <a:lnTo>
                        <a:pt x="540" y="732"/>
                      </a:lnTo>
                      <a:lnTo>
                        <a:pt x="546" y="726"/>
                      </a:lnTo>
                      <a:lnTo>
                        <a:pt x="552" y="714"/>
                      </a:lnTo>
                      <a:lnTo>
                        <a:pt x="498" y="708"/>
                      </a:lnTo>
                      <a:lnTo>
                        <a:pt x="522" y="702"/>
                      </a:lnTo>
                      <a:lnTo>
                        <a:pt x="516" y="684"/>
                      </a:lnTo>
                      <a:lnTo>
                        <a:pt x="528" y="672"/>
                      </a:lnTo>
                      <a:lnTo>
                        <a:pt x="540" y="666"/>
                      </a:lnTo>
                      <a:lnTo>
                        <a:pt x="546" y="666"/>
                      </a:lnTo>
                      <a:lnTo>
                        <a:pt x="558" y="660"/>
                      </a:lnTo>
                      <a:lnTo>
                        <a:pt x="564" y="654"/>
                      </a:lnTo>
                      <a:lnTo>
                        <a:pt x="576" y="618"/>
                      </a:lnTo>
                      <a:lnTo>
                        <a:pt x="570" y="606"/>
                      </a:lnTo>
                      <a:lnTo>
                        <a:pt x="564" y="600"/>
                      </a:lnTo>
                      <a:lnTo>
                        <a:pt x="552" y="594"/>
                      </a:lnTo>
                      <a:lnTo>
                        <a:pt x="540" y="594"/>
                      </a:lnTo>
                      <a:lnTo>
                        <a:pt x="528" y="588"/>
                      </a:lnTo>
                      <a:lnTo>
                        <a:pt x="504" y="588"/>
                      </a:lnTo>
                      <a:close/>
                      <a:moveTo>
                        <a:pt x="222" y="486"/>
                      </a:moveTo>
                      <a:lnTo>
                        <a:pt x="216" y="480"/>
                      </a:lnTo>
                      <a:lnTo>
                        <a:pt x="204" y="480"/>
                      </a:lnTo>
                      <a:lnTo>
                        <a:pt x="204" y="486"/>
                      </a:lnTo>
                      <a:lnTo>
                        <a:pt x="198" y="498"/>
                      </a:lnTo>
                      <a:lnTo>
                        <a:pt x="192" y="504"/>
                      </a:lnTo>
                      <a:lnTo>
                        <a:pt x="210" y="504"/>
                      </a:lnTo>
                      <a:lnTo>
                        <a:pt x="222" y="492"/>
                      </a:lnTo>
                      <a:lnTo>
                        <a:pt x="222" y="486"/>
                      </a:lnTo>
                      <a:close/>
                      <a:moveTo>
                        <a:pt x="126" y="504"/>
                      </a:moveTo>
                      <a:lnTo>
                        <a:pt x="132" y="498"/>
                      </a:lnTo>
                      <a:lnTo>
                        <a:pt x="132" y="492"/>
                      </a:lnTo>
                      <a:lnTo>
                        <a:pt x="144" y="492"/>
                      </a:lnTo>
                      <a:lnTo>
                        <a:pt x="150" y="480"/>
                      </a:lnTo>
                      <a:lnTo>
                        <a:pt x="156" y="474"/>
                      </a:lnTo>
                      <a:lnTo>
                        <a:pt x="156" y="462"/>
                      </a:lnTo>
                      <a:lnTo>
                        <a:pt x="138" y="444"/>
                      </a:lnTo>
                      <a:lnTo>
                        <a:pt x="138" y="432"/>
                      </a:lnTo>
                      <a:lnTo>
                        <a:pt x="132" y="438"/>
                      </a:lnTo>
                      <a:lnTo>
                        <a:pt x="126" y="426"/>
                      </a:lnTo>
                      <a:lnTo>
                        <a:pt x="120" y="420"/>
                      </a:lnTo>
                      <a:lnTo>
                        <a:pt x="78" y="420"/>
                      </a:lnTo>
                      <a:lnTo>
                        <a:pt x="72" y="426"/>
                      </a:lnTo>
                      <a:lnTo>
                        <a:pt x="30" y="450"/>
                      </a:lnTo>
                      <a:lnTo>
                        <a:pt x="30" y="462"/>
                      </a:lnTo>
                      <a:lnTo>
                        <a:pt x="24" y="462"/>
                      </a:lnTo>
                      <a:lnTo>
                        <a:pt x="18" y="468"/>
                      </a:lnTo>
                      <a:lnTo>
                        <a:pt x="12" y="468"/>
                      </a:lnTo>
                      <a:lnTo>
                        <a:pt x="0" y="480"/>
                      </a:lnTo>
                      <a:lnTo>
                        <a:pt x="6" y="486"/>
                      </a:lnTo>
                      <a:lnTo>
                        <a:pt x="30" y="498"/>
                      </a:lnTo>
                      <a:lnTo>
                        <a:pt x="42" y="498"/>
                      </a:lnTo>
                      <a:lnTo>
                        <a:pt x="66" y="474"/>
                      </a:lnTo>
                      <a:lnTo>
                        <a:pt x="84" y="498"/>
                      </a:lnTo>
                      <a:lnTo>
                        <a:pt x="120" y="504"/>
                      </a:lnTo>
                      <a:lnTo>
                        <a:pt x="126" y="504"/>
                      </a:lnTo>
                      <a:close/>
                      <a:moveTo>
                        <a:pt x="78" y="228"/>
                      </a:moveTo>
                      <a:lnTo>
                        <a:pt x="72" y="228"/>
                      </a:lnTo>
                      <a:lnTo>
                        <a:pt x="66" y="234"/>
                      </a:lnTo>
                      <a:lnTo>
                        <a:pt x="66" y="240"/>
                      </a:lnTo>
                      <a:lnTo>
                        <a:pt x="84" y="240"/>
                      </a:lnTo>
                      <a:lnTo>
                        <a:pt x="84" y="228"/>
                      </a:lnTo>
                      <a:lnTo>
                        <a:pt x="78" y="228"/>
                      </a:lnTo>
                      <a:close/>
                      <a:moveTo>
                        <a:pt x="108" y="210"/>
                      </a:moveTo>
                      <a:lnTo>
                        <a:pt x="126" y="210"/>
                      </a:lnTo>
                      <a:lnTo>
                        <a:pt x="132" y="204"/>
                      </a:lnTo>
                      <a:lnTo>
                        <a:pt x="132" y="198"/>
                      </a:lnTo>
                      <a:lnTo>
                        <a:pt x="138" y="186"/>
                      </a:lnTo>
                      <a:lnTo>
                        <a:pt x="150" y="174"/>
                      </a:lnTo>
                      <a:lnTo>
                        <a:pt x="150" y="168"/>
                      </a:lnTo>
                      <a:lnTo>
                        <a:pt x="138" y="174"/>
                      </a:lnTo>
                      <a:lnTo>
                        <a:pt x="132" y="174"/>
                      </a:lnTo>
                      <a:lnTo>
                        <a:pt x="114" y="192"/>
                      </a:lnTo>
                      <a:lnTo>
                        <a:pt x="108" y="186"/>
                      </a:lnTo>
                      <a:lnTo>
                        <a:pt x="96" y="186"/>
                      </a:lnTo>
                      <a:lnTo>
                        <a:pt x="90" y="192"/>
                      </a:lnTo>
                      <a:lnTo>
                        <a:pt x="90" y="210"/>
                      </a:lnTo>
                      <a:lnTo>
                        <a:pt x="96" y="216"/>
                      </a:lnTo>
                      <a:lnTo>
                        <a:pt x="96" y="228"/>
                      </a:lnTo>
                      <a:lnTo>
                        <a:pt x="108" y="210"/>
                      </a:lnTo>
                      <a:close/>
                      <a:moveTo>
                        <a:pt x="72" y="252"/>
                      </a:moveTo>
                      <a:lnTo>
                        <a:pt x="60" y="282"/>
                      </a:lnTo>
                      <a:lnTo>
                        <a:pt x="78" y="258"/>
                      </a:lnTo>
                      <a:lnTo>
                        <a:pt x="72" y="252"/>
                      </a:lnTo>
                      <a:close/>
                    </a:path>
                  </a:pathLst>
                </a:custGeom>
                <a:solidFill>
                  <a:srgbClr val="D40D8D"/>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182" name="United Arab Emirates" descr="© INSCALE GmbH, 05.05.2010&#10;http://www.presentationload.com/">
                  <a:extLst>
                    <a:ext uri="{FF2B5EF4-FFF2-40B4-BE49-F238E27FC236}">
                      <a16:creationId xmlns:a16="http://schemas.microsoft.com/office/drawing/2014/main" id="{E390F9F7-BBC8-4E44-9305-0EE6180C8A8C}"/>
                    </a:ext>
                  </a:extLst>
                </p:cNvPr>
                <p:cNvSpPr>
                  <a:spLocks/>
                </p:cNvSpPr>
                <p:nvPr/>
              </p:nvSpPr>
              <p:spPr bwMode="gray">
                <a:xfrm>
                  <a:off x="7234791" y="2911827"/>
                  <a:ext cx="151914" cy="144850"/>
                </a:xfrm>
                <a:custGeom>
                  <a:avLst/>
                  <a:gdLst>
                    <a:gd name="T0" fmla="*/ 2147483647 w 336"/>
                    <a:gd name="T1" fmla="*/ 2147483647 h 318"/>
                    <a:gd name="T2" fmla="*/ 2147483647 w 336"/>
                    <a:gd name="T3" fmla="*/ 2147483647 h 318"/>
                    <a:gd name="T4" fmla="*/ 2147483647 w 336"/>
                    <a:gd name="T5" fmla="*/ 2147483647 h 318"/>
                    <a:gd name="T6" fmla="*/ 2147483647 w 336"/>
                    <a:gd name="T7" fmla="*/ 2147483647 h 318"/>
                    <a:gd name="T8" fmla="*/ 2147483647 w 336"/>
                    <a:gd name="T9" fmla="*/ 2147483647 h 318"/>
                    <a:gd name="T10" fmla="*/ 2147483647 w 336"/>
                    <a:gd name="T11" fmla="*/ 0 h 318"/>
                    <a:gd name="T12" fmla="*/ 2147483647 w 336"/>
                    <a:gd name="T13" fmla="*/ 2147483647 h 318"/>
                    <a:gd name="T14" fmla="*/ 2147483647 w 336"/>
                    <a:gd name="T15" fmla="*/ 2147483647 h 318"/>
                    <a:gd name="T16" fmla="*/ 2147483647 w 336"/>
                    <a:gd name="T17" fmla="*/ 2147483647 h 318"/>
                    <a:gd name="T18" fmla="*/ 2147483647 w 336"/>
                    <a:gd name="T19" fmla="*/ 2147483647 h 318"/>
                    <a:gd name="T20" fmla="*/ 2147483647 w 336"/>
                    <a:gd name="T21" fmla="*/ 2147483647 h 318"/>
                    <a:gd name="T22" fmla="*/ 2147483647 w 336"/>
                    <a:gd name="T23" fmla="*/ 2147483647 h 318"/>
                    <a:gd name="T24" fmla="*/ 2147483647 w 336"/>
                    <a:gd name="T25" fmla="*/ 2147483647 h 318"/>
                    <a:gd name="T26" fmla="*/ 2147483647 w 336"/>
                    <a:gd name="T27" fmla="*/ 2147483647 h 318"/>
                    <a:gd name="T28" fmla="*/ 2147483647 w 336"/>
                    <a:gd name="T29" fmla="*/ 2147483647 h 318"/>
                    <a:gd name="T30" fmla="*/ 2147483647 w 336"/>
                    <a:gd name="T31" fmla="*/ 2147483647 h 318"/>
                    <a:gd name="T32" fmla="*/ 2147483647 w 336"/>
                    <a:gd name="T33" fmla="*/ 2147483647 h 318"/>
                    <a:gd name="T34" fmla="*/ 2147483647 w 336"/>
                    <a:gd name="T35" fmla="*/ 2147483647 h 318"/>
                    <a:gd name="T36" fmla="*/ 0 w 336"/>
                    <a:gd name="T37" fmla="*/ 2147483647 h 318"/>
                    <a:gd name="T38" fmla="*/ 2147483647 w 336"/>
                    <a:gd name="T39" fmla="*/ 2147483647 h 318"/>
                    <a:gd name="T40" fmla="*/ 2147483647 w 336"/>
                    <a:gd name="T41" fmla="*/ 2147483647 h 318"/>
                    <a:gd name="T42" fmla="*/ 2147483647 w 336"/>
                    <a:gd name="T43" fmla="*/ 2147483647 h 318"/>
                    <a:gd name="T44" fmla="*/ 2147483647 w 336"/>
                    <a:gd name="T45" fmla="*/ 2147483647 h 318"/>
                    <a:gd name="T46" fmla="*/ 2147483647 w 336"/>
                    <a:gd name="T47" fmla="*/ 2147483647 h 318"/>
                    <a:gd name="T48" fmla="*/ 2147483647 w 336"/>
                    <a:gd name="T49" fmla="*/ 2147483647 h 318"/>
                    <a:gd name="T50" fmla="*/ 2147483647 w 336"/>
                    <a:gd name="T51" fmla="*/ 2147483647 h 318"/>
                    <a:gd name="T52" fmla="*/ 2147483647 w 336"/>
                    <a:gd name="T53" fmla="*/ 2147483647 h 318"/>
                    <a:gd name="T54" fmla="*/ 2147483647 w 336"/>
                    <a:gd name="T55" fmla="*/ 2147483647 h 318"/>
                    <a:gd name="T56" fmla="*/ 2147483647 w 336"/>
                    <a:gd name="T57" fmla="*/ 2147483647 h 318"/>
                    <a:gd name="T58" fmla="*/ 2147483647 w 336"/>
                    <a:gd name="T59" fmla="*/ 2147483647 h 318"/>
                    <a:gd name="T60" fmla="*/ 2147483647 w 336"/>
                    <a:gd name="T61" fmla="*/ 2147483647 h 318"/>
                    <a:gd name="T62" fmla="*/ 2147483647 w 336"/>
                    <a:gd name="T63" fmla="*/ 2147483647 h 318"/>
                    <a:gd name="T64" fmla="*/ 2147483647 w 336"/>
                    <a:gd name="T65" fmla="*/ 2147483647 h 318"/>
                    <a:gd name="T66" fmla="*/ 2147483647 w 336"/>
                    <a:gd name="T67" fmla="*/ 2147483647 h 318"/>
                    <a:gd name="T68" fmla="*/ 2147483647 w 336"/>
                    <a:gd name="T69" fmla="*/ 2147483647 h 31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336"/>
                    <a:gd name="T106" fmla="*/ 0 h 318"/>
                    <a:gd name="T107" fmla="*/ 336 w 336"/>
                    <a:gd name="T108" fmla="*/ 318 h 31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336" h="318">
                      <a:moveTo>
                        <a:pt x="300" y="120"/>
                      </a:moveTo>
                      <a:lnTo>
                        <a:pt x="306" y="120"/>
                      </a:lnTo>
                      <a:lnTo>
                        <a:pt x="306" y="126"/>
                      </a:lnTo>
                      <a:lnTo>
                        <a:pt x="312" y="138"/>
                      </a:lnTo>
                      <a:lnTo>
                        <a:pt x="336" y="132"/>
                      </a:lnTo>
                      <a:lnTo>
                        <a:pt x="330" y="120"/>
                      </a:lnTo>
                      <a:lnTo>
                        <a:pt x="324" y="102"/>
                      </a:lnTo>
                      <a:lnTo>
                        <a:pt x="324" y="60"/>
                      </a:lnTo>
                      <a:lnTo>
                        <a:pt x="330" y="42"/>
                      </a:lnTo>
                      <a:lnTo>
                        <a:pt x="330" y="6"/>
                      </a:lnTo>
                      <a:lnTo>
                        <a:pt x="324" y="0"/>
                      </a:lnTo>
                      <a:lnTo>
                        <a:pt x="318" y="0"/>
                      </a:lnTo>
                      <a:lnTo>
                        <a:pt x="312" y="6"/>
                      </a:lnTo>
                      <a:lnTo>
                        <a:pt x="306" y="18"/>
                      </a:lnTo>
                      <a:lnTo>
                        <a:pt x="300" y="36"/>
                      </a:lnTo>
                      <a:lnTo>
                        <a:pt x="288" y="60"/>
                      </a:lnTo>
                      <a:lnTo>
                        <a:pt x="282" y="66"/>
                      </a:lnTo>
                      <a:lnTo>
                        <a:pt x="282" y="72"/>
                      </a:lnTo>
                      <a:lnTo>
                        <a:pt x="276" y="72"/>
                      </a:lnTo>
                      <a:lnTo>
                        <a:pt x="264" y="78"/>
                      </a:lnTo>
                      <a:lnTo>
                        <a:pt x="234" y="108"/>
                      </a:lnTo>
                      <a:lnTo>
                        <a:pt x="228" y="120"/>
                      </a:lnTo>
                      <a:lnTo>
                        <a:pt x="216" y="132"/>
                      </a:lnTo>
                      <a:lnTo>
                        <a:pt x="204" y="138"/>
                      </a:lnTo>
                      <a:lnTo>
                        <a:pt x="198" y="150"/>
                      </a:lnTo>
                      <a:lnTo>
                        <a:pt x="198" y="168"/>
                      </a:lnTo>
                      <a:lnTo>
                        <a:pt x="192" y="180"/>
                      </a:lnTo>
                      <a:lnTo>
                        <a:pt x="192" y="186"/>
                      </a:lnTo>
                      <a:lnTo>
                        <a:pt x="186" y="192"/>
                      </a:lnTo>
                      <a:lnTo>
                        <a:pt x="150" y="192"/>
                      </a:lnTo>
                      <a:lnTo>
                        <a:pt x="132" y="186"/>
                      </a:lnTo>
                      <a:lnTo>
                        <a:pt x="90" y="186"/>
                      </a:lnTo>
                      <a:lnTo>
                        <a:pt x="72" y="192"/>
                      </a:lnTo>
                      <a:lnTo>
                        <a:pt x="48" y="204"/>
                      </a:lnTo>
                      <a:lnTo>
                        <a:pt x="24" y="204"/>
                      </a:lnTo>
                      <a:lnTo>
                        <a:pt x="12" y="192"/>
                      </a:lnTo>
                      <a:lnTo>
                        <a:pt x="0" y="186"/>
                      </a:lnTo>
                      <a:lnTo>
                        <a:pt x="0" y="198"/>
                      </a:lnTo>
                      <a:lnTo>
                        <a:pt x="18" y="216"/>
                      </a:lnTo>
                      <a:lnTo>
                        <a:pt x="30" y="240"/>
                      </a:lnTo>
                      <a:lnTo>
                        <a:pt x="54" y="264"/>
                      </a:lnTo>
                      <a:lnTo>
                        <a:pt x="60" y="276"/>
                      </a:lnTo>
                      <a:lnTo>
                        <a:pt x="72" y="282"/>
                      </a:lnTo>
                      <a:lnTo>
                        <a:pt x="78" y="294"/>
                      </a:lnTo>
                      <a:lnTo>
                        <a:pt x="96" y="294"/>
                      </a:lnTo>
                      <a:lnTo>
                        <a:pt x="132" y="300"/>
                      </a:lnTo>
                      <a:lnTo>
                        <a:pt x="228" y="312"/>
                      </a:lnTo>
                      <a:lnTo>
                        <a:pt x="270" y="318"/>
                      </a:lnTo>
                      <a:lnTo>
                        <a:pt x="264" y="306"/>
                      </a:lnTo>
                      <a:lnTo>
                        <a:pt x="258" y="300"/>
                      </a:lnTo>
                      <a:lnTo>
                        <a:pt x="252" y="288"/>
                      </a:lnTo>
                      <a:lnTo>
                        <a:pt x="252" y="276"/>
                      </a:lnTo>
                      <a:lnTo>
                        <a:pt x="258" y="270"/>
                      </a:lnTo>
                      <a:lnTo>
                        <a:pt x="264" y="258"/>
                      </a:lnTo>
                      <a:lnTo>
                        <a:pt x="270" y="252"/>
                      </a:lnTo>
                      <a:lnTo>
                        <a:pt x="276" y="240"/>
                      </a:lnTo>
                      <a:lnTo>
                        <a:pt x="276" y="228"/>
                      </a:lnTo>
                      <a:lnTo>
                        <a:pt x="282" y="216"/>
                      </a:lnTo>
                      <a:lnTo>
                        <a:pt x="282" y="204"/>
                      </a:lnTo>
                      <a:lnTo>
                        <a:pt x="288" y="198"/>
                      </a:lnTo>
                      <a:lnTo>
                        <a:pt x="288" y="192"/>
                      </a:lnTo>
                      <a:lnTo>
                        <a:pt x="300" y="192"/>
                      </a:lnTo>
                      <a:lnTo>
                        <a:pt x="300" y="198"/>
                      </a:lnTo>
                      <a:lnTo>
                        <a:pt x="306" y="198"/>
                      </a:lnTo>
                      <a:lnTo>
                        <a:pt x="306" y="192"/>
                      </a:lnTo>
                      <a:lnTo>
                        <a:pt x="288" y="174"/>
                      </a:lnTo>
                      <a:lnTo>
                        <a:pt x="288" y="144"/>
                      </a:lnTo>
                      <a:lnTo>
                        <a:pt x="294" y="132"/>
                      </a:lnTo>
                      <a:lnTo>
                        <a:pt x="294" y="126"/>
                      </a:lnTo>
                      <a:lnTo>
                        <a:pt x="300" y="120"/>
                      </a:lnTo>
                      <a:close/>
                    </a:path>
                  </a:pathLst>
                </a:custGeom>
                <a:solidFill>
                  <a:srgbClr val="572772"/>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183" name="Ukraine" descr="© INSCALE GmbH, 05.05.2010&#10;http://www.presentationload.com/">
                  <a:extLst>
                    <a:ext uri="{FF2B5EF4-FFF2-40B4-BE49-F238E27FC236}">
                      <a16:creationId xmlns:a16="http://schemas.microsoft.com/office/drawing/2014/main" id="{07E1B263-7AF6-4FAD-8826-0AF1CF310EBE}"/>
                    </a:ext>
                  </a:extLst>
                </p:cNvPr>
                <p:cNvSpPr>
                  <a:spLocks/>
                </p:cNvSpPr>
                <p:nvPr/>
              </p:nvSpPr>
              <p:spPr bwMode="gray">
                <a:xfrm>
                  <a:off x="6273842" y="1982670"/>
                  <a:ext cx="505206" cy="282635"/>
                </a:xfrm>
                <a:custGeom>
                  <a:avLst/>
                  <a:gdLst>
                    <a:gd name="T0" fmla="*/ 2147483647 w 1116"/>
                    <a:gd name="T1" fmla="*/ 2147483647 h 624"/>
                    <a:gd name="T2" fmla="*/ 2147483647 w 1116"/>
                    <a:gd name="T3" fmla="*/ 2147483647 h 624"/>
                    <a:gd name="T4" fmla="*/ 2147483647 w 1116"/>
                    <a:gd name="T5" fmla="*/ 2147483647 h 624"/>
                    <a:gd name="T6" fmla="*/ 2147483647 w 1116"/>
                    <a:gd name="T7" fmla="*/ 2147483647 h 624"/>
                    <a:gd name="T8" fmla="*/ 2147483647 w 1116"/>
                    <a:gd name="T9" fmla="*/ 2147483647 h 624"/>
                    <a:gd name="T10" fmla="*/ 2147483647 w 1116"/>
                    <a:gd name="T11" fmla="*/ 2147483647 h 624"/>
                    <a:gd name="T12" fmla="*/ 2147483647 w 1116"/>
                    <a:gd name="T13" fmla="*/ 2147483647 h 624"/>
                    <a:gd name="T14" fmla="*/ 2147483647 w 1116"/>
                    <a:gd name="T15" fmla="*/ 2147483647 h 624"/>
                    <a:gd name="T16" fmla="*/ 2147483647 w 1116"/>
                    <a:gd name="T17" fmla="*/ 2147483647 h 624"/>
                    <a:gd name="T18" fmla="*/ 2147483647 w 1116"/>
                    <a:gd name="T19" fmla="*/ 2147483647 h 624"/>
                    <a:gd name="T20" fmla="*/ 2147483647 w 1116"/>
                    <a:gd name="T21" fmla="*/ 2147483647 h 624"/>
                    <a:gd name="T22" fmla="*/ 2147483647 w 1116"/>
                    <a:gd name="T23" fmla="*/ 2147483647 h 624"/>
                    <a:gd name="T24" fmla="*/ 2147483647 w 1116"/>
                    <a:gd name="T25" fmla="*/ 2147483647 h 624"/>
                    <a:gd name="T26" fmla="*/ 2147483647 w 1116"/>
                    <a:gd name="T27" fmla="*/ 2147483647 h 624"/>
                    <a:gd name="T28" fmla="*/ 2147483647 w 1116"/>
                    <a:gd name="T29" fmla="*/ 2147483647 h 624"/>
                    <a:gd name="T30" fmla="*/ 2147483647 w 1116"/>
                    <a:gd name="T31" fmla="*/ 2147483647 h 624"/>
                    <a:gd name="T32" fmla="*/ 2147483647 w 1116"/>
                    <a:gd name="T33" fmla="*/ 2147483647 h 624"/>
                    <a:gd name="T34" fmla="*/ 2147483647 w 1116"/>
                    <a:gd name="T35" fmla="*/ 2147483647 h 624"/>
                    <a:gd name="T36" fmla="*/ 2147483647 w 1116"/>
                    <a:gd name="T37" fmla="*/ 2147483647 h 624"/>
                    <a:gd name="T38" fmla="*/ 2147483647 w 1116"/>
                    <a:gd name="T39" fmla="*/ 2147483647 h 624"/>
                    <a:gd name="T40" fmla="*/ 2147483647 w 1116"/>
                    <a:gd name="T41" fmla="*/ 2147483647 h 624"/>
                    <a:gd name="T42" fmla="*/ 2147483647 w 1116"/>
                    <a:gd name="T43" fmla="*/ 2147483647 h 624"/>
                    <a:gd name="T44" fmla="*/ 2147483647 w 1116"/>
                    <a:gd name="T45" fmla="*/ 2147483647 h 624"/>
                    <a:gd name="T46" fmla="*/ 2147483647 w 1116"/>
                    <a:gd name="T47" fmla="*/ 2147483647 h 624"/>
                    <a:gd name="T48" fmla="*/ 2147483647 w 1116"/>
                    <a:gd name="T49" fmla="*/ 2147483647 h 624"/>
                    <a:gd name="T50" fmla="*/ 2147483647 w 1116"/>
                    <a:gd name="T51" fmla="*/ 2147483647 h 624"/>
                    <a:gd name="T52" fmla="*/ 2147483647 w 1116"/>
                    <a:gd name="T53" fmla="*/ 2147483647 h 624"/>
                    <a:gd name="T54" fmla="*/ 2147483647 w 1116"/>
                    <a:gd name="T55" fmla="*/ 2147483647 h 624"/>
                    <a:gd name="T56" fmla="*/ 2147483647 w 1116"/>
                    <a:gd name="T57" fmla="*/ 2147483647 h 624"/>
                    <a:gd name="T58" fmla="*/ 2147483647 w 1116"/>
                    <a:gd name="T59" fmla="*/ 2147483647 h 624"/>
                    <a:gd name="T60" fmla="*/ 2147483647 w 1116"/>
                    <a:gd name="T61" fmla="*/ 2147483647 h 624"/>
                    <a:gd name="T62" fmla="*/ 2147483647 w 1116"/>
                    <a:gd name="T63" fmla="*/ 2147483647 h 624"/>
                    <a:gd name="T64" fmla="*/ 2147483647 w 1116"/>
                    <a:gd name="T65" fmla="*/ 2147483647 h 624"/>
                    <a:gd name="T66" fmla="*/ 2147483647 w 1116"/>
                    <a:gd name="T67" fmla="*/ 2147483647 h 624"/>
                    <a:gd name="T68" fmla="*/ 2147483647 w 1116"/>
                    <a:gd name="T69" fmla="*/ 2147483647 h 624"/>
                    <a:gd name="T70" fmla="*/ 2147483647 w 1116"/>
                    <a:gd name="T71" fmla="*/ 2147483647 h 624"/>
                    <a:gd name="T72" fmla="*/ 2147483647 w 1116"/>
                    <a:gd name="T73" fmla="*/ 2147483647 h 624"/>
                    <a:gd name="T74" fmla="*/ 2147483647 w 1116"/>
                    <a:gd name="T75" fmla="*/ 2147483647 h 624"/>
                    <a:gd name="T76" fmla="*/ 2147483647 w 1116"/>
                    <a:gd name="T77" fmla="*/ 2147483647 h 624"/>
                    <a:gd name="T78" fmla="*/ 2147483647 w 1116"/>
                    <a:gd name="T79" fmla="*/ 2147483647 h 624"/>
                    <a:gd name="T80" fmla="*/ 2147483647 w 1116"/>
                    <a:gd name="T81" fmla="*/ 2147483647 h 624"/>
                    <a:gd name="T82" fmla="*/ 2147483647 w 1116"/>
                    <a:gd name="T83" fmla="*/ 2147483647 h 624"/>
                    <a:gd name="T84" fmla="*/ 2147483647 w 1116"/>
                    <a:gd name="T85" fmla="*/ 2147483647 h 624"/>
                    <a:gd name="T86" fmla="*/ 2147483647 w 1116"/>
                    <a:gd name="T87" fmla="*/ 2147483647 h 624"/>
                    <a:gd name="T88" fmla="*/ 2147483647 w 1116"/>
                    <a:gd name="T89" fmla="*/ 0 h 624"/>
                    <a:gd name="T90" fmla="*/ 2147483647 w 1116"/>
                    <a:gd name="T91" fmla="*/ 2147483647 h 624"/>
                    <a:gd name="T92" fmla="*/ 2147483647 w 1116"/>
                    <a:gd name="T93" fmla="*/ 2147483647 h 624"/>
                    <a:gd name="T94" fmla="*/ 2147483647 w 1116"/>
                    <a:gd name="T95" fmla="*/ 2147483647 h 624"/>
                    <a:gd name="T96" fmla="*/ 2147483647 w 1116"/>
                    <a:gd name="T97" fmla="*/ 2147483647 h 624"/>
                    <a:gd name="T98" fmla="*/ 2147483647 w 1116"/>
                    <a:gd name="T99" fmla="*/ 2147483647 h 624"/>
                    <a:gd name="T100" fmla="*/ 2147483647 w 1116"/>
                    <a:gd name="T101" fmla="*/ 2147483647 h 624"/>
                    <a:gd name="T102" fmla="*/ 2147483647 w 1116"/>
                    <a:gd name="T103" fmla="*/ 2147483647 h 624"/>
                    <a:gd name="T104" fmla="*/ 2147483647 w 1116"/>
                    <a:gd name="T105" fmla="*/ 2147483647 h 624"/>
                    <a:gd name="T106" fmla="*/ 2147483647 w 1116"/>
                    <a:gd name="T107" fmla="*/ 2147483647 h 624"/>
                    <a:gd name="T108" fmla="*/ 2147483647 w 1116"/>
                    <a:gd name="T109" fmla="*/ 2147483647 h 624"/>
                    <a:gd name="T110" fmla="*/ 2147483647 w 1116"/>
                    <a:gd name="T111" fmla="*/ 2147483647 h 624"/>
                    <a:gd name="T112" fmla="*/ 2147483647 w 1116"/>
                    <a:gd name="T113" fmla="*/ 2147483647 h 624"/>
                    <a:gd name="T114" fmla="*/ 2147483647 w 1116"/>
                    <a:gd name="T115" fmla="*/ 2147483647 h 624"/>
                    <a:gd name="T116" fmla="*/ 2147483647 w 1116"/>
                    <a:gd name="T117" fmla="*/ 2147483647 h 624"/>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116"/>
                    <a:gd name="T178" fmla="*/ 0 h 624"/>
                    <a:gd name="T179" fmla="*/ 1116 w 1116"/>
                    <a:gd name="T180" fmla="*/ 624 h 624"/>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116" h="624">
                      <a:moveTo>
                        <a:pt x="24" y="324"/>
                      </a:moveTo>
                      <a:lnTo>
                        <a:pt x="30" y="324"/>
                      </a:lnTo>
                      <a:lnTo>
                        <a:pt x="36" y="330"/>
                      </a:lnTo>
                      <a:lnTo>
                        <a:pt x="48" y="330"/>
                      </a:lnTo>
                      <a:lnTo>
                        <a:pt x="54" y="336"/>
                      </a:lnTo>
                      <a:lnTo>
                        <a:pt x="78" y="336"/>
                      </a:lnTo>
                      <a:lnTo>
                        <a:pt x="84" y="342"/>
                      </a:lnTo>
                      <a:lnTo>
                        <a:pt x="108" y="342"/>
                      </a:lnTo>
                      <a:lnTo>
                        <a:pt x="114" y="348"/>
                      </a:lnTo>
                      <a:lnTo>
                        <a:pt x="126" y="342"/>
                      </a:lnTo>
                      <a:lnTo>
                        <a:pt x="132" y="342"/>
                      </a:lnTo>
                      <a:lnTo>
                        <a:pt x="144" y="336"/>
                      </a:lnTo>
                      <a:lnTo>
                        <a:pt x="150" y="336"/>
                      </a:lnTo>
                      <a:lnTo>
                        <a:pt x="174" y="360"/>
                      </a:lnTo>
                      <a:lnTo>
                        <a:pt x="186" y="360"/>
                      </a:lnTo>
                      <a:lnTo>
                        <a:pt x="198" y="348"/>
                      </a:lnTo>
                      <a:lnTo>
                        <a:pt x="198" y="342"/>
                      </a:lnTo>
                      <a:lnTo>
                        <a:pt x="222" y="348"/>
                      </a:lnTo>
                      <a:lnTo>
                        <a:pt x="228" y="336"/>
                      </a:lnTo>
                      <a:lnTo>
                        <a:pt x="234" y="342"/>
                      </a:lnTo>
                      <a:lnTo>
                        <a:pt x="252" y="342"/>
                      </a:lnTo>
                      <a:lnTo>
                        <a:pt x="258" y="336"/>
                      </a:lnTo>
                      <a:lnTo>
                        <a:pt x="258" y="330"/>
                      </a:lnTo>
                      <a:lnTo>
                        <a:pt x="270" y="318"/>
                      </a:lnTo>
                      <a:lnTo>
                        <a:pt x="282" y="318"/>
                      </a:lnTo>
                      <a:lnTo>
                        <a:pt x="288" y="306"/>
                      </a:lnTo>
                      <a:lnTo>
                        <a:pt x="294" y="306"/>
                      </a:lnTo>
                      <a:lnTo>
                        <a:pt x="306" y="312"/>
                      </a:lnTo>
                      <a:lnTo>
                        <a:pt x="318" y="312"/>
                      </a:lnTo>
                      <a:lnTo>
                        <a:pt x="318" y="306"/>
                      </a:lnTo>
                      <a:lnTo>
                        <a:pt x="324" y="306"/>
                      </a:lnTo>
                      <a:lnTo>
                        <a:pt x="336" y="300"/>
                      </a:lnTo>
                      <a:lnTo>
                        <a:pt x="342" y="300"/>
                      </a:lnTo>
                      <a:lnTo>
                        <a:pt x="354" y="312"/>
                      </a:lnTo>
                      <a:lnTo>
                        <a:pt x="360" y="312"/>
                      </a:lnTo>
                      <a:lnTo>
                        <a:pt x="360" y="318"/>
                      </a:lnTo>
                      <a:lnTo>
                        <a:pt x="402" y="318"/>
                      </a:lnTo>
                      <a:lnTo>
                        <a:pt x="408" y="324"/>
                      </a:lnTo>
                      <a:lnTo>
                        <a:pt x="408" y="336"/>
                      </a:lnTo>
                      <a:lnTo>
                        <a:pt x="426" y="336"/>
                      </a:lnTo>
                      <a:lnTo>
                        <a:pt x="438" y="342"/>
                      </a:lnTo>
                      <a:lnTo>
                        <a:pt x="444" y="348"/>
                      </a:lnTo>
                      <a:lnTo>
                        <a:pt x="450" y="360"/>
                      </a:lnTo>
                      <a:lnTo>
                        <a:pt x="444" y="366"/>
                      </a:lnTo>
                      <a:lnTo>
                        <a:pt x="444" y="390"/>
                      </a:lnTo>
                      <a:lnTo>
                        <a:pt x="456" y="384"/>
                      </a:lnTo>
                      <a:lnTo>
                        <a:pt x="462" y="384"/>
                      </a:lnTo>
                      <a:lnTo>
                        <a:pt x="468" y="390"/>
                      </a:lnTo>
                      <a:lnTo>
                        <a:pt x="462" y="396"/>
                      </a:lnTo>
                      <a:lnTo>
                        <a:pt x="462" y="414"/>
                      </a:lnTo>
                      <a:lnTo>
                        <a:pt x="474" y="414"/>
                      </a:lnTo>
                      <a:lnTo>
                        <a:pt x="480" y="420"/>
                      </a:lnTo>
                      <a:lnTo>
                        <a:pt x="492" y="420"/>
                      </a:lnTo>
                      <a:lnTo>
                        <a:pt x="498" y="426"/>
                      </a:lnTo>
                      <a:lnTo>
                        <a:pt x="498" y="456"/>
                      </a:lnTo>
                      <a:lnTo>
                        <a:pt x="492" y="456"/>
                      </a:lnTo>
                      <a:lnTo>
                        <a:pt x="480" y="462"/>
                      </a:lnTo>
                      <a:lnTo>
                        <a:pt x="462" y="462"/>
                      </a:lnTo>
                      <a:lnTo>
                        <a:pt x="456" y="456"/>
                      </a:lnTo>
                      <a:lnTo>
                        <a:pt x="438" y="456"/>
                      </a:lnTo>
                      <a:lnTo>
                        <a:pt x="432" y="462"/>
                      </a:lnTo>
                      <a:lnTo>
                        <a:pt x="432" y="468"/>
                      </a:lnTo>
                      <a:lnTo>
                        <a:pt x="438" y="468"/>
                      </a:lnTo>
                      <a:lnTo>
                        <a:pt x="450" y="474"/>
                      </a:lnTo>
                      <a:lnTo>
                        <a:pt x="456" y="480"/>
                      </a:lnTo>
                      <a:lnTo>
                        <a:pt x="438" y="492"/>
                      </a:lnTo>
                      <a:lnTo>
                        <a:pt x="432" y="498"/>
                      </a:lnTo>
                      <a:lnTo>
                        <a:pt x="420" y="504"/>
                      </a:lnTo>
                      <a:lnTo>
                        <a:pt x="414" y="504"/>
                      </a:lnTo>
                      <a:lnTo>
                        <a:pt x="414" y="516"/>
                      </a:lnTo>
                      <a:lnTo>
                        <a:pt x="420" y="522"/>
                      </a:lnTo>
                      <a:lnTo>
                        <a:pt x="420" y="534"/>
                      </a:lnTo>
                      <a:lnTo>
                        <a:pt x="396" y="540"/>
                      </a:lnTo>
                      <a:lnTo>
                        <a:pt x="390" y="528"/>
                      </a:lnTo>
                      <a:lnTo>
                        <a:pt x="390" y="516"/>
                      </a:lnTo>
                      <a:lnTo>
                        <a:pt x="390" y="528"/>
                      </a:lnTo>
                      <a:lnTo>
                        <a:pt x="396" y="540"/>
                      </a:lnTo>
                      <a:lnTo>
                        <a:pt x="396" y="546"/>
                      </a:lnTo>
                      <a:lnTo>
                        <a:pt x="408" y="552"/>
                      </a:lnTo>
                      <a:lnTo>
                        <a:pt x="438" y="552"/>
                      </a:lnTo>
                      <a:lnTo>
                        <a:pt x="444" y="546"/>
                      </a:lnTo>
                      <a:lnTo>
                        <a:pt x="450" y="546"/>
                      </a:lnTo>
                      <a:lnTo>
                        <a:pt x="456" y="540"/>
                      </a:lnTo>
                      <a:lnTo>
                        <a:pt x="474" y="540"/>
                      </a:lnTo>
                      <a:lnTo>
                        <a:pt x="480" y="534"/>
                      </a:lnTo>
                      <a:lnTo>
                        <a:pt x="486" y="534"/>
                      </a:lnTo>
                      <a:lnTo>
                        <a:pt x="480" y="528"/>
                      </a:lnTo>
                      <a:lnTo>
                        <a:pt x="486" y="528"/>
                      </a:lnTo>
                      <a:lnTo>
                        <a:pt x="492" y="522"/>
                      </a:lnTo>
                      <a:lnTo>
                        <a:pt x="510" y="516"/>
                      </a:lnTo>
                      <a:lnTo>
                        <a:pt x="522" y="510"/>
                      </a:lnTo>
                      <a:lnTo>
                        <a:pt x="528" y="504"/>
                      </a:lnTo>
                      <a:lnTo>
                        <a:pt x="534" y="492"/>
                      </a:lnTo>
                      <a:lnTo>
                        <a:pt x="540" y="486"/>
                      </a:lnTo>
                      <a:lnTo>
                        <a:pt x="546" y="474"/>
                      </a:lnTo>
                      <a:lnTo>
                        <a:pt x="552" y="468"/>
                      </a:lnTo>
                      <a:lnTo>
                        <a:pt x="552" y="462"/>
                      </a:lnTo>
                      <a:lnTo>
                        <a:pt x="582" y="450"/>
                      </a:lnTo>
                      <a:lnTo>
                        <a:pt x="600" y="438"/>
                      </a:lnTo>
                      <a:lnTo>
                        <a:pt x="612" y="444"/>
                      </a:lnTo>
                      <a:lnTo>
                        <a:pt x="624" y="444"/>
                      </a:lnTo>
                      <a:lnTo>
                        <a:pt x="636" y="450"/>
                      </a:lnTo>
                      <a:lnTo>
                        <a:pt x="654" y="450"/>
                      </a:lnTo>
                      <a:lnTo>
                        <a:pt x="666" y="438"/>
                      </a:lnTo>
                      <a:lnTo>
                        <a:pt x="648" y="462"/>
                      </a:lnTo>
                      <a:lnTo>
                        <a:pt x="624" y="462"/>
                      </a:lnTo>
                      <a:lnTo>
                        <a:pt x="630" y="468"/>
                      </a:lnTo>
                      <a:lnTo>
                        <a:pt x="642" y="474"/>
                      </a:lnTo>
                      <a:lnTo>
                        <a:pt x="654" y="486"/>
                      </a:lnTo>
                      <a:lnTo>
                        <a:pt x="726" y="486"/>
                      </a:lnTo>
                      <a:lnTo>
                        <a:pt x="738" y="504"/>
                      </a:lnTo>
                      <a:lnTo>
                        <a:pt x="726" y="510"/>
                      </a:lnTo>
                      <a:lnTo>
                        <a:pt x="720" y="516"/>
                      </a:lnTo>
                      <a:lnTo>
                        <a:pt x="684" y="534"/>
                      </a:lnTo>
                      <a:lnTo>
                        <a:pt x="678" y="540"/>
                      </a:lnTo>
                      <a:lnTo>
                        <a:pt x="678" y="546"/>
                      </a:lnTo>
                      <a:lnTo>
                        <a:pt x="684" y="546"/>
                      </a:lnTo>
                      <a:lnTo>
                        <a:pt x="690" y="552"/>
                      </a:lnTo>
                      <a:lnTo>
                        <a:pt x="720" y="552"/>
                      </a:lnTo>
                      <a:lnTo>
                        <a:pt x="732" y="558"/>
                      </a:lnTo>
                      <a:lnTo>
                        <a:pt x="744" y="570"/>
                      </a:lnTo>
                      <a:lnTo>
                        <a:pt x="744" y="594"/>
                      </a:lnTo>
                      <a:lnTo>
                        <a:pt x="738" y="606"/>
                      </a:lnTo>
                      <a:lnTo>
                        <a:pt x="738" y="618"/>
                      </a:lnTo>
                      <a:lnTo>
                        <a:pt x="756" y="618"/>
                      </a:lnTo>
                      <a:lnTo>
                        <a:pt x="768" y="624"/>
                      </a:lnTo>
                      <a:lnTo>
                        <a:pt x="780" y="624"/>
                      </a:lnTo>
                      <a:lnTo>
                        <a:pt x="780" y="618"/>
                      </a:lnTo>
                      <a:lnTo>
                        <a:pt x="792" y="606"/>
                      </a:lnTo>
                      <a:lnTo>
                        <a:pt x="804" y="600"/>
                      </a:lnTo>
                      <a:lnTo>
                        <a:pt x="810" y="594"/>
                      </a:lnTo>
                      <a:lnTo>
                        <a:pt x="840" y="594"/>
                      </a:lnTo>
                      <a:lnTo>
                        <a:pt x="858" y="576"/>
                      </a:lnTo>
                      <a:lnTo>
                        <a:pt x="858" y="570"/>
                      </a:lnTo>
                      <a:lnTo>
                        <a:pt x="864" y="564"/>
                      </a:lnTo>
                      <a:lnTo>
                        <a:pt x="870" y="564"/>
                      </a:lnTo>
                      <a:lnTo>
                        <a:pt x="882" y="576"/>
                      </a:lnTo>
                      <a:lnTo>
                        <a:pt x="918" y="570"/>
                      </a:lnTo>
                      <a:lnTo>
                        <a:pt x="918" y="552"/>
                      </a:lnTo>
                      <a:lnTo>
                        <a:pt x="930" y="540"/>
                      </a:lnTo>
                      <a:lnTo>
                        <a:pt x="900" y="540"/>
                      </a:lnTo>
                      <a:lnTo>
                        <a:pt x="894" y="546"/>
                      </a:lnTo>
                      <a:lnTo>
                        <a:pt x="882" y="552"/>
                      </a:lnTo>
                      <a:lnTo>
                        <a:pt x="852" y="552"/>
                      </a:lnTo>
                      <a:lnTo>
                        <a:pt x="846" y="546"/>
                      </a:lnTo>
                      <a:lnTo>
                        <a:pt x="834" y="540"/>
                      </a:lnTo>
                      <a:lnTo>
                        <a:pt x="828" y="534"/>
                      </a:lnTo>
                      <a:lnTo>
                        <a:pt x="828" y="522"/>
                      </a:lnTo>
                      <a:lnTo>
                        <a:pt x="822" y="516"/>
                      </a:lnTo>
                      <a:lnTo>
                        <a:pt x="810" y="516"/>
                      </a:lnTo>
                      <a:lnTo>
                        <a:pt x="786" y="498"/>
                      </a:lnTo>
                      <a:lnTo>
                        <a:pt x="750" y="492"/>
                      </a:lnTo>
                      <a:lnTo>
                        <a:pt x="744" y="480"/>
                      </a:lnTo>
                      <a:lnTo>
                        <a:pt x="810" y="480"/>
                      </a:lnTo>
                      <a:lnTo>
                        <a:pt x="822" y="474"/>
                      </a:lnTo>
                      <a:lnTo>
                        <a:pt x="834" y="462"/>
                      </a:lnTo>
                      <a:lnTo>
                        <a:pt x="846" y="468"/>
                      </a:lnTo>
                      <a:lnTo>
                        <a:pt x="852" y="462"/>
                      </a:lnTo>
                      <a:lnTo>
                        <a:pt x="864" y="456"/>
                      </a:lnTo>
                      <a:lnTo>
                        <a:pt x="870" y="450"/>
                      </a:lnTo>
                      <a:lnTo>
                        <a:pt x="882" y="444"/>
                      </a:lnTo>
                      <a:lnTo>
                        <a:pt x="906" y="444"/>
                      </a:lnTo>
                      <a:lnTo>
                        <a:pt x="918" y="438"/>
                      </a:lnTo>
                      <a:lnTo>
                        <a:pt x="930" y="438"/>
                      </a:lnTo>
                      <a:lnTo>
                        <a:pt x="978" y="408"/>
                      </a:lnTo>
                      <a:lnTo>
                        <a:pt x="1014" y="408"/>
                      </a:lnTo>
                      <a:lnTo>
                        <a:pt x="1014" y="372"/>
                      </a:lnTo>
                      <a:lnTo>
                        <a:pt x="1032" y="372"/>
                      </a:lnTo>
                      <a:lnTo>
                        <a:pt x="1038" y="366"/>
                      </a:lnTo>
                      <a:lnTo>
                        <a:pt x="1038" y="360"/>
                      </a:lnTo>
                      <a:lnTo>
                        <a:pt x="1050" y="348"/>
                      </a:lnTo>
                      <a:lnTo>
                        <a:pt x="1080" y="348"/>
                      </a:lnTo>
                      <a:lnTo>
                        <a:pt x="1092" y="342"/>
                      </a:lnTo>
                      <a:lnTo>
                        <a:pt x="1104" y="342"/>
                      </a:lnTo>
                      <a:lnTo>
                        <a:pt x="1116" y="330"/>
                      </a:lnTo>
                      <a:lnTo>
                        <a:pt x="1116" y="324"/>
                      </a:lnTo>
                      <a:lnTo>
                        <a:pt x="1110" y="312"/>
                      </a:lnTo>
                      <a:lnTo>
                        <a:pt x="1110" y="300"/>
                      </a:lnTo>
                      <a:lnTo>
                        <a:pt x="1098" y="294"/>
                      </a:lnTo>
                      <a:lnTo>
                        <a:pt x="1086" y="282"/>
                      </a:lnTo>
                      <a:lnTo>
                        <a:pt x="1092" y="276"/>
                      </a:lnTo>
                      <a:lnTo>
                        <a:pt x="1110" y="276"/>
                      </a:lnTo>
                      <a:lnTo>
                        <a:pt x="1116" y="270"/>
                      </a:lnTo>
                      <a:lnTo>
                        <a:pt x="1110" y="264"/>
                      </a:lnTo>
                      <a:lnTo>
                        <a:pt x="1104" y="264"/>
                      </a:lnTo>
                      <a:lnTo>
                        <a:pt x="1098" y="258"/>
                      </a:lnTo>
                      <a:lnTo>
                        <a:pt x="1092" y="258"/>
                      </a:lnTo>
                      <a:lnTo>
                        <a:pt x="1110" y="246"/>
                      </a:lnTo>
                      <a:lnTo>
                        <a:pt x="1110" y="222"/>
                      </a:lnTo>
                      <a:lnTo>
                        <a:pt x="1104" y="216"/>
                      </a:lnTo>
                      <a:lnTo>
                        <a:pt x="1080" y="216"/>
                      </a:lnTo>
                      <a:lnTo>
                        <a:pt x="1062" y="204"/>
                      </a:lnTo>
                      <a:lnTo>
                        <a:pt x="1056" y="198"/>
                      </a:lnTo>
                      <a:lnTo>
                        <a:pt x="1056" y="192"/>
                      </a:lnTo>
                      <a:lnTo>
                        <a:pt x="1014" y="192"/>
                      </a:lnTo>
                      <a:lnTo>
                        <a:pt x="1002" y="186"/>
                      </a:lnTo>
                      <a:lnTo>
                        <a:pt x="996" y="180"/>
                      </a:lnTo>
                      <a:lnTo>
                        <a:pt x="978" y="180"/>
                      </a:lnTo>
                      <a:lnTo>
                        <a:pt x="966" y="186"/>
                      </a:lnTo>
                      <a:lnTo>
                        <a:pt x="942" y="162"/>
                      </a:lnTo>
                      <a:lnTo>
                        <a:pt x="936" y="150"/>
                      </a:lnTo>
                      <a:lnTo>
                        <a:pt x="924" y="150"/>
                      </a:lnTo>
                      <a:lnTo>
                        <a:pt x="918" y="156"/>
                      </a:lnTo>
                      <a:lnTo>
                        <a:pt x="918" y="162"/>
                      </a:lnTo>
                      <a:lnTo>
                        <a:pt x="912" y="156"/>
                      </a:lnTo>
                      <a:lnTo>
                        <a:pt x="864" y="156"/>
                      </a:lnTo>
                      <a:lnTo>
                        <a:pt x="858" y="150"/>
                      </a:lnTo>
                      <a:lnTo>
                        <a:pt x="846" y="150"/>
                      </a:lnTo>
                      <a:lnTo>
                        <a:pt x="840" y="144"/>
                      </a:lnTo>
                      <a:lnTo>
                        <a:pt x="816" y="150"/>
                      </a:lnTo>
                      <a:lnTo>
                        <a:pt x="810" y="150"/>
                      </a:lnTo>
                      <a:lnTo>
                        <a:pt x="798" y="102"/>
                      </a:lnTo>
                      <a:lnTo>
                        <a:pt x="756" y="84"/>
                      </a:lnTo>
                      <a:lnTo>
                        <a:pt x="720" y="84"/>
                      </a:lnTo>
                      <a:lnTo>
                        <a:pt x="720" y="66"/>
                      </a:lnTo>
                      <a:lnTo>
                        <a:pt x="714" y="48"/>
                      </a:lnTo>
                      <a:lnTo>
                        <a:pt x="720" y="48"/>
                      </a:lnTo>
                      <a:lnTo>
                        <a:pt x="726" y="42"/>
                      </a:lnTo>
                      <a:lnTo>
                        <a:pt x="726" y="30"/>
                      </a:lnTo>
                      <a:lnTo>
                        <a:pt x="720" y="30"/>
                      </a:lnTo>
                      <a:lnTo>
                        <a:pt x="708" y="24"/>
                      </a:lnTo>
                      <a:lnTo>
                        <a:pt x="702" y="18"/>
                      </a:lnTo>
                      <a:lnTo>
                        <a:pt x="696" y="18"/>
                      </a:lnTo>
                      <a:lnTo>
                        <a:pt x="690" y="0"/>
                      </a:lnTo>
                      <a:lnTo>
                        <a:pt x="642" y="0"/>
                      </a:lnTo>
                      <a:lnTo>
                        <a:pt x="630" y="6"/>
                      </a:lnTo>
                      <a:lnTo>
                        <a:pt x="600" y="6"/>
                      </a:lnTo>
                      <a:lnTo>
                        <a:pt x="600" y="18"/>
                      </a:lnTo>
                      <a:lnTo>
                        <a:pt x="594" y="24"/>
                      </a:lnTo>
                      <a:lnTo>
                        <a:pt x="558" y="24"/>
                      </a:lnTo>
                      <a:lnTo>
                        <a:pt x="546" y="18"/>
                      </a:lnTo>
                      <a:lnTo>
                        <a:pt x="516" y="18"/>
                      </a:lnTo>
                      <a:lnTo>
                        <a:pt x="510" y="30"/>
                      </a:lnTo>
                      <a:lnTo>
                        <a:pt x="498" y="36"/>
                      </a:lnTo>
                      <a:lnTo>
                        <a:pt x="492" y="42"/>
                      </a:lnTo>
                      <a:lnTo>
                        <a:pt x="486" y="54"/>
                      </a:lnTo>
                      <a:lnTo>
                        <a:pt x="492" y="60"/>
                      </a:lnTo>
                      <a:lnTo>
                        <a:pt x="492" y="72"/>
                      </a:lnTo>
                      <a:lnTo>
                        <a:pt x="486" y="78"/>
                      </a:lnTo>
                      <a:lnTo>
                        <a:pt x="468" y="78"/>
                      </a:lnTo>
                      <a:lnTo>
                        <a:pt x="462" y="72"/>
                      </a:lnTo>
                      <a:lnTo>
                        <a:pt x="438" y="72"/>
                      </a:lnTo>
                      <a:lnTo>
                        <a:pt x="426" y="78"/>
                      </a:lnTo>
                      <a:lnTo>
                        <a:pt x="420" y="78"/>
                      </a:lnTo>
                      <a:lnTo>
                        <a:pt x="420" y="66"/>
                      </a:lnTo>
                      <a:lnTo>
                        <a:pt x="414" y="60"/>
                      </a:lnTo>
                      <a:lnTo>
                        <a:pt x="396" y="60"/>
                      </a:lnTo>
                      <a:lnTo>
                        <a:pt x="390" y="66"/>
                      </a:lnTo>
                      <a:lnTo>
                        <a:pt x="390" y="72"/>
                      </a:lnTo>
                      <a:lnTo>
                        <a:pt x="378" y="60"/>
                      </a:lnTo>
                      <a:lnTo>
                        <a:pt x="366" y="66"/>
                      </a:lnTo>
                      <a:lnTo>
                        <a:pt x="360" y="60"/>
                      </a:lnTo>
                      <a:lnTo>
                        <a:pt x="342" y="66"/>
                      </a:lnTo>
                      <a:lnTo>
                        <a:pt x="336" y="54"/>
                      </a:lnTo>
                      <a:lnTo>
                        <a:pt x="324" y="66"/>
                      </a:lnTo>
                      <a:lnTo>
                        <a:pt x="306" y="54"/>
                      </a:lnTo>
                      <a:lnTo>
                        <a:pt x="300" y="60"/>
                      </a:lnTo>
                      <a:lnTo>
                        <a:pt x="282" y="48"/>
                      </a:lnTo>
                      <a:lnTo>
                        <a:pt x="258" y="42"/>
                      </a:lnTo>
                      <a:lnTo>
                        <a:pt x="222" y="42"/>
                      </a:lnTo>
                      <a:lnTo>
                        <a:pt x="216" y="36"/>
                      </a:lnTo>
                      <a:lnTo>
                        <a:pt x="216" y="30"/>
                      </a:lnTo>
                      <a:lnTo>
                        <a:pt x="168" y="30"/>
                      </a:lnTo>
                      <a:lnTo>
                        <a:pt x="162" y="36"/>
                      </a:lnTo>
                      <a:lnTo>
                        <a:pt x="150" y="42"/>
                      </a:lnTo>
                      <a:lnTo>
                        <a:pt x="114" y="42"/>
                      </a:lnTo>
                      <a:lnTo>
                        <a:pt x="114" y="48"/>
                      </a:lnTo>
                      <a:lnTo>
                        <a:pt x="96" y="66"/>
                      </a:lnTo>
                      <a:lnTo>
                        <a:pt x="78" y="66"/>
                      </a:lnTo>
                      <a:lnTo>
                        <a:pt x="66" y="60"/>
                      </a:lnTo>
                      <a:lnTo>
                        <a:pt x="72" y="78"/>
                      </a:lnTo>
                      <a:lnTo>
                        <a:pt x="90" y="96"/>
                      </a:lnTo>
                      <a:lnTo>
                        <a:pt x="90" y="102"/>
                      </a:lnTo>
                      <a:lnTo>
                        <a:pt x="102" y="108"/>
                      </a:lnTo>
                      <a:lnTo>
                        <a:pt x="108" y="114"/>
                      </a:lnTo>
                      <a:lnTo>
                        <a:pt x="102" y="126"/>
                      </a:lnTo>
                      <a:lnTo>
                        <a:pt x="108" y="132"/>
                      </a:lnTo>
                      <a:lnTo>
                        <a:pt x="108" y="138"/>
                      </a:lnTo>
                      <a:lnTo>
                        <a:pt x="114" y="144"/>
                      </a:lnTo>
                      <a:lnTo>
                        <a:pt x="108" y="150"/>
                      </a:lnTo>
                      <a:lnTo>
                        <a:pt x="102" y="150"/>
                      </a:lnTo>
                      <a:lnTo>
                        <a:pt x="96" y="156"/>
                      </a:lnTo>
                      <a:lnTo>
                        <a:pt x="84" y="156"/>
                      </a:lnTo>
                      <a:lnTo>
                        <a:pt x="30" y="204"/>
                      </a:lnTo>
                      <a:lnTo>
                        <a:pt x="30" y="246"/>
                      </a:lnTo>
                      <a:lnTo>
                        <a:pt x="42" y="258"/>
                      </a:lnTo>
                      <a:lnTo>
                        <a:pt x="18" y="258"/>
                      </a:lnTo>
                      <a:lnTo>
                        <a:pt x="18" y="270"/>
                      </a:lnTo>
                      <a:lnTo>
                        <a:pt x="12" y="276"/>
                      </a:lnTo>
                      <a:lnTo>
                        <a:pt x="12" y="282"/>
                      </a:lnTo>
                      <a:lnTo>
                        <a:pt x="6" y="288"/>
                      </a:lnTo>
                      <a:lnTo>
                        <a:pt x="0" y="288"/>
                      </a:lnTo>
                      <a:lnTo>
                        <a:pt x="0" y="306"/>
                      </a:lnTo>
                      <a:lnTo>
                        <a:pt x="6" y="306"/>
                      </a:lnTo>
                      <a:lnTo>
                        <a:pt x="24" y="324"/>
                      </a:lnTo>
                      <a:close/>
                    </a:path>
                  </a:pathLst>
                </a:custGeom>
                <a:solidFill>
                  <a:srgbClr val="572772"/>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184" name="Uganda" descr="© INSCALE GmbH, 05.05.2010&#10;http://www.presentationload.com/">
                  <a:extLst>
                    <a:ext uri="{FF2B5EF4-FFF2-40B4-BE49-F238E27FC236}">
                      <a16:creationId xmlns:a16="http://schemas.microsoft.com/office/drawing/2014/main" id="{E1AC8FC2-41C3-46FE-B1B9-EEEB355352F6}"/>
                    </a:ext>
                  </a:extLst>
                </p:cNvPr>
                <p:cNvSpPr>
                  <a:spLocks noEditPoints="1"/>
                </p:cNvSpPr>
                <p:nvPr/>
              </p:nvSpPr>
              <p:spPr bwMode="gray">
                <a:xfrm>
                  <a:off x="6561774" y="3726163"/>
                  <a:ext cx="176643" cy="208441"/>
                </a:xfrm>
                <a:custGeom>
                  <a:avLst/>
                  <a:gdLst>
                    <a:gd name="T0" fmla="*/ 2147483647 w 390"/>
                    <a:gd name="T1" fmla="*/ 2147483647 h 462"/>
                    <a:gd name="T2" fmla="*/ 2147483647 w 390"/>
                    <a:gd name="T3" fmla="*/ 2147483647 h 462"/>
                    <a:gd name="T4" fmla="*/ 2147483647 w 390"/>
                    <a:gd name="T5" fmla="*/ 2147483647 h 462"/>
                    <a:gd name="T6" fmla="*/ 2147483647 w 390"/>
                    <a:gd name="T7" fmla="*/ 2147483647 h 462"/>
                    <a:gd name="T8" fmla="*/ 2147483647 w 390"/>
                    <a:gd name="T9" fmla="*/ 2147483647 h 462"/>
                    <a:gd name="T10" fmla="*/ 2147483647 w 390"/>
                    <a:gd name="T11" fmla="*/ 2147483647 h 462"/>
                    <a:gd name="T12" fmla="*/ 2147483647 w 390"/>
                    <a:gd name="T13" fmla="*/ 2147483647 h 462"/>
                    <a:gd name="T14" fmla="*/ 2147483647 w 390"/>
                    <a:gd name="T15" fmla="*/ 2147483647 h 462"/>
                    <a:gd name="T16" fmla="*/ 2147483647 w 390"/>
                    <a:gd name="T17" fmla="*/ 2147483647 h 462"/>
                    <a:gd name="T18" fmla="*/ 2147483647 w 390"/>
                    <a:gd name="T19" fmla="*/ 2147483647 h 462"/>
                    <a:gd name="T20" fmla="*/ 2147483647 w 390"/>
                    <a:gd name="T21" fmla="*/ 2147483647 h 462"/>
                    <a:gd name="T22" fmla="*/ 2147483647 w 390"/>
                    <a:gd name="T23" fmla="*/ 2147483647 h 462"/>
                    <a:gd name="T24" fmla="*/ 2147483647 w 390"/>
                    <a:gd name="T25" fmla="*/ 0 h 462"/>
                    <a:gd name="T26" fmla="*/ 2147483647 w 390"/>
                    <a:gd name="T27" fmla="*/ 2147483647 h 462"/>
                    <a:gd name="T28" fmla="*/ 2147483647 w 390"/>
                    <a:gd name="T29" fmla="*/ 2147483647 h 462"/>
                    <a:gd name="T30" fmla="*/ 2147483647 w 390"/>
                    <a:gd name="T31" fmla="*/ 2147483647 h 462"/>
                    <a:gd name="T32" fmla="*/ 2147483647 w 390"/>
                    <a:gd name="T33" fmla="*/ 2147483647 h 462"/>
                    <a:gd name="T34" fmla="*/ 2147483647 w 390"/>
                    <a:gd name="T35" fmla="*/ 2147483647 h 462"/>
                    <a:gd name="T36" fmla="*/ 2147483647 w 390"/>
                    <a:gd name="T37" fmla="*/ 2147483647 h 462"/>
                    <a:gd name="T38" fmla="*/ 2147483647 w 390"/>
                    <a:gd name="T39" fmla="*/ 2147483647 h 462"/>
                    <a:gd name="T40" fmla="*/ 2147483647 w 390"/>
                    <a:gd name="T41" fmla="*/ 2147483647 h 462"/>
                    <a:gd name="T42" fmla="*/ 2147483647 w 390"/>
                    <a:gd name="T43" fmla="*/ 2147483647 h 462"/>
                    <a:gd name="T44" fmla="*/ 2147483647 w 390"/>
                    <a:gd name="T45" fmla="*/ 2147483647 h 462"/>
                    <a:gd name="T46" fmla="*/ 2147483647 w 390"/>
                    <a:gd name="T47" fmla="*/ 2147483647 h 462"/>
                    <a:gd name="T48" fmla="*/ 2147483647 w 390"/>
                    <a:gd name="T49" fmla="*/ 2147483647 h 462"/>
                    <a:gd name="T50" fmla="*/ 2147483647 w 390"/>
                    <a:gd name="T51" fmla="*/ 2147483647 h 462"/>
                    <a:gd name="T52" fmla="*/ 2147483647 w 390"/>
                    <a:gd name="T53" fmla="*/ 2147483647 h 462"/>
                    <a:gd name="T54" fmla="*/ 2147483647 w 390"/>
                    <a:gd name="T55" fmla="*/ 2147483647 h 462"/>
                    <a:gd name="T56" fmla="*/ 2147483647 w 390"/>
                    <a:gd name="T57" fmla="*/ 2147483647 h 462"/>
                    <a:gd name="T58" fmla="*/ 2147483647 w 390"/>
                    <a:gd name="T59" fmla="*/ 2147483647 h 462"/>
                    <a:gd name="T60" fmla="*/ 2147483647 w 390"/>
                    <a:gd name="T61" fmla="*/ 2147483647 h 462"/>
                    <a:gd name="T62" fmla="*/ 2147483647 w 390"/>
                    <a:gd name="T63" fmla="*/ 2147483647 h 462"/>
                    <a:gd name="T64" fmla="*/ 2147483647 w 390"/>
                    <a:gd name="T65" fmla="*/ 2147483647 h 462"/>
                    <a:gd name="T66" fmla="*/ 2147483647 w 390"/>
                    <a:gd name="T67" fmla="*/ 2147483647 h 462"/>
                    <a:gd name="T68" fmla="*/ 2147483647 w 390"/>
                    <a:gd name="T69" fmla="*/ 2147483647 h 462"/>
                    <a:gd name="T70" fmla="*/ 2147483647 w 390"/>
                    <a:gd name="T71" fmla="*/ 2147483647 h 462"/>
                    <a:gd name="T72" fmla="*/ 2147483647 w 390"/>
                    <a:gd name="T73" fmla="*/ 2147483647 h 462"/>
                    <a:gd name="T74" fmla="*/ 2147483647 w 390"/>
                    <a:gd name="T75" fmla="*/ 2147483647 h 462"/>
                    <a:gd name="T76" fmla="*/ 2147483647 w 390"/>
                    <a:gd name="T77" fmla="*/ 2147483647 h 462"/>
                    <a:gd name="T78" fmla="*/ 2147483647 w 390"/>
                    <a:gd name="T79" fmla="*/ 2147483647 h 462"/>
                    <a:gd name="T80" fmla="*/ 2147483647 w 390"/>
                    <a:gd name="T81" fmla="*/ 2147483647 h 462"/>
                    <a:gd name="T82" fmla="*/ 2147483647 w 390"/>
                    <a:gd name="T83" fmla="*/ 2147483647 h 462"/>
                    <a:gd name="T84" fmla="*/ 2147483647 w 390"/>
                    <a:gd name="T85" fmla="*/ 2147483647 h 462"/>
                    <a:gd name="T86" fmla="*/ 2147483647 w 390"/>
                    <a:gd name="T87" fmla="*/ 2147483647 h 462"/>
                    <a:gd name="T88" fmla="*/ 2147483647 w 390"/>
                    <a:gd name="T89" fmla="*/ 2147483647 h 462"/>
                    <a:gd name="T90" fmla="*/ 2147483647 w 390"/>
                    <a:gd name="T91" fmla="*/ 2147483647 h 462"/>
                    <a:gd name="T92" fmla="*/ 2147483647 w 390"/>
                    <a:gd name="T93" fmla="*/ 2147483647 h 462"/>
                    <a:gd name="T94" fmla="*/ 2147483647 w 390"/>
                    <a:gd name="T95" fmla="*/ 2147483647 h 462"/>
                    <a:gd name="T96" fmla="*/ 2147483647 w 390"/>
                    <a:gd name="T97" fmla="*/ 2147483647 h 462"/>
                    <a:gd name="T98" fmla="*/ 2147483647 w 390"/>
                    <a:gd name="T99" fmla="*/ 2147483647 h 462"/>
                    <a:gd name="T100" fmla="*/ 2147483647 w 390"/>
                    <a:gd name="T101" fmla="*/ 2147483647 h 462"/>
                    <a:gd name="T102" fmla="*/ 2147483647 w 390"/>
                    <a:gd name="T103" fmla="*/ 2147483647 h 462"/>
                    <a:gd name="T104" fmla="*/ 2147483647 w 390"/>
                    <a:gd name="T105" fmla="*/ 2147483647 h 462"/>
                    <a:gd name="T106" fmla="*/ 2147483647 w 390"/>
                    <a:gd name="T107" fmla="*/ 2147483647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390"/>
                    <a:gd name="T163" fmla="*/ 0 h 462"/>
                    <a:gd name="T164" fmla="*/ 390 w 390"/>
                    <a:gd name="T165" fmla="*/ 462 h 462"/>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390" h="462">
                      <a:moveTo>
                        <a:pt x="306" y="426"/>
                      </a:moveTo>
                      <a:lnTo>
                        <a:pt x="318" y="426"/>
                      </a:lnTo>
                      <a:lnTo>
                        <a:pt x="318" y="420"/>
                      </a:lnTo>
                      <a:lnTo>
                        <a:pt x="306" y="420"/>
                      </a:lnTo>
                      <a:lnTo>
                        <a:pt x="306" y="426"/>
                      </a:lnTo>
                      <a:close/>
                      <a:moveTo>
                        <a:pt x="390" y="192"/>
                      </a:moveTo>
                      <a:lnTo>
                        <a:pt x="384" y="180"/>
                      </a:lnTo>
                      <a:lnTo>
                        <a:pt x="378" y="174"/>
                      </a:lnTo>
                      <a:lnTo>
                        <a:pt x="366" y="150"/>
                      </a:lnTo>
                      <a:lnTo>
                        <a:pt x="366" y="144"/>
                      </a:lnTo>
                      <a:lnTo>
                        <a:pt x="372" y="138"/>
                      </a:lnTo>
                      <a:lnTo>
                        <a:pt x="378" y="138"/>
                      </a:lnTo>
                      <a:lnTo>
                        <a:pt x="384" y="132"/>
                      </a:lnTo>
                      <a:lnTo>
                        <a:pt x="348" y="90"/>
                      </a:lnTo>
                      <a:lnTo>
                        <a:pt x="354" y="84"/>
                      </a:lnTo>
                      <a:lnTo>
                        <a:pt x="336" y="66"/>
                      </a:lnTo>
                      <a:lnTo>
                        <a:pt x="336" y="60"/>
                      </a:lnTo>
                      <a:lnTo>
                        <a:pt x="342" y="54"/>
                      </a:lnTo>
                      <a:lnTo>
                        <a:pt x="342" y="42"/>
                      </a:lnTo>
                      <a:lnTo>
                        <a:pt x="336" y="42"/>
                      </a:lnTo>
                      <a:lnTo>
                        <a:pt x="336" y="48"/>
                      </a:lnTo>
                      <a:lnTo>
                        <a:pt x="330" y="42"/>
                      </a:lnTo>
                      <a:lnTo>
                        <a:pt x="324" y="42"/>
                      </a:lnTo>
                      <a:lnTo>
                        <a:pt x="324" y="18"/>
                      </a:lnTo>
                      <a:lnTo>
                        <a:pt x="318" y="6"/>
                      </a:lnTo>
                      <a:lnTo>
                        <a:pt x="312" y="0"/>
                      </a:lnTo>
                      <a:lnTo>
                        <a:pt x="300" y="0"/>
                      </a:lnTo>
                      <a:lnTo>
                        <a:pt x="300" y="6"/>
                      </a:lnTo>
                      <a:lnTo>
                        <a:pt x="294" y="12"/>
                      </a:lnTo>
                      <a:lnTo>
                        <a:pt x="294" y="18"/>
                      </a:lnTo>
                      <a:lnTo>
                        <a:pt x="276" y="36"/>
                      </a:lnTo>
                      <a:lnTo>
                        <a:pt x="252" y="36"/>
                      </a:lnTo>
                      <a:lnTo>
                        <a:pt x="246" y="30"/>
                      </a:lnTo>
                      <a:lnTo>
                        <a:pt x="246" y="24"/>
                      </a:lnTo>
                      <a:lnTo>
                        <a:pt x="234" y="24"/>
                      </a:lnTo>
                      <a:lnTo>
                        <a:pt x="222" y="36"/>
                      </a:lnTo>
                      <a:lnTo>
                        <a:pt x="198" y="36"/>
                      </a:lnTo>
                      <a:lnTo>
                        <a:pt x="180" y="60"/>
                      </a:lnTo>
                      <a:lnTo>
                        <a:pt x="156" y="30"/>
                      </a:lnTo>
                      <a:lnTo>
                        <a:pt x="150" y="30"/>
                      </a:lnTo>
                      <a:lnTo>
                        <a:pt x="144" y="36"/>
                      </a:lnTo>
                      <a:lnTo>
                        <a:pt x="144" y="42"/>
                      </a:lnTo>
                      <a:lnTo>
                        <a:pt x="132" y="42"/>
                      </a:lnTo>
                      <a:lnTo>
                        <a:pt x="120" y="36"/>
                      </a:lnTo>
                      <a:lnTo>
                        <a:pt x="114" y="30"/>
                      </a:lnTo>
                      <a:lnTo>
                        <a:pt x="102" y="30"/>
                      </a:lnTo>
                      <a:lnTo>
                        <a:pt x="84" y="48"/>
                      </a:lnTo>
                      <a:lnTo>
                        <a:pt x="90" y="72"/>
                      </a:lnTo>
                      <a:lnTo>
                        <a:pt x="72" y="90"/>
                      </a:lnTo>
                      <a:lnTo>
                        <a:pt x="84" y="96"/>
                      </a:lnTo>
                      <a:lnTo>
                        <a:pt x="90" y="102"/>
                      </a:lnTo>
                      <a:lnTo>
                        <a:pt x="90" y="108"/>
                      </a:lnTo>
                      <a:lnTo>
                        <a:pt x="84" y="114"/>
                      </a:lnTo>
                      <a:lnTo>
                        <a:pt x="78" y="126"/>
                      </a:lnTo>
                      <a:lnTo>
                        <a:pt x="78" y="138"/>
                      </a:lnTo>
                      <a:lnTo>
                        <a:pt x="84" y="144"/>
                      </a:lnTo>
                      <a:lnTo>
                        <a:pt x="96" y="144"/>
                      </a:lnTo>
                      <a:lnTo>
                        <a:pt x="108" y="150"/>
                      </a:lnTo>
                      <a:lnTo>
                        <a:pt x="114" y="156"/>
                      </a:lnTo>
                      <a:lnTo>
                        <a:pt x="114" y="168"/>
                      </a:lnTo>
                      <a:lnTo>
                        <a:pt x="108" y="180"/>
                      </a:lnTo>
                      <a:lnTo>
                        <a:pt x="96" y="192"/>
                      </a:lnTo>
                      <a:lnTo>
                        <a:pt x="84" y="216"/>
                      </a:lnTo>
                      <a:lnTo>
                        <a:pt x="72" y="222"/>
                      </a:lnTo>
                      <a:lnTo>
                        <a:pt x="66" y="234"/>
                      </a:lnTo>
                      <a:lnTo>
                        <a:pt x="42" y="246"/>
                      </a:lnTo>
                      <a:lnTo>
                        <a:pt x="42" y="258"/>
                      </a:lnTo>
                      <a:lnTo>
                        <a:pt x="24" y="270"/>
                      </a:lnTo>
                      <a:lnTo>
                        <a:pt x="6" y="342"/>
                      </a:lnTo>
                      <a:lnTo>
                        <a:pt x="6" y="372"/>
                      </a:lnTo>
                      <a:lnTo>
                        <a:pt x="0" y="450"/>
                      </a:lnTo>
                      <a:lnTo>
                        <a:pt x="12" y="450"/>
                      </a:lnTo>
                      <a:lnTo>
                        <a:pt x="24" y="462"/>
                      </a:lnTo>
                      <a:lnTo>
                        <a:pt x="30" y="462"/>
                      </a:lnTo>
                      <a:lnTo>
                        <a:pt x="42" y="438"/>
                      </a:lnTo>
                      <a:lnTo>
                        <a:pt x="48" y="432"/>
                      </a:lnTo>
                      <a:lnTo>
                        <a:pt x="48" y="426"/>
                      </a:lnTo>
                      <a:lnTo>
                        <a:pt x="72" y="420"/>
                      </a:lnTo>
                      <a:lnTo>
                        <a:pt x="162" y="426"/>
                      </a:lnTo>
                      <a:lnTo>
                        <a:pt x="162" y="414"/>
                      </a:lnTo>
                      <a:lnTo>
                        <a:pt x="156" y="408"/>
                      </a:lnTo>
                      <a:lnTo>
                        <a:pt x="150" y="396"/>
                      </a:lnTo>
                      <a:lnTo>
                        <a:pt x="162" y="372"/>
                      </a:lnTo>
                      <a:lnTo>
                        <a:pt x="168" y="366"/>
                      </a:lnTo>
                      <a:lnTo>
                        <a:pt x="168" y="342"/>
                      </a:lnTo>
                      <a:lnTo>
                        <a:pt x="174" y="336"/>
                      </a:lnTo>
                      <a:lnTo>
                        <a:pt x="186" y="330"/>
                      </a:lnTo>
                      <a:lnTo>
                        <a:pt x="204" y="324"/>
                      </a:lnTo>
                      <a:lnTo>
                        <a:pt x="240" y="324"/>
                      </a:lnTo>
                      <a:lnTo>
                        <a:pt x="252" y="312"/>
                      </a:lnTo>
                      <a:lnTo>
                        <a:pt x="258" y="300"/>
                      </a:lnTo>
                      <a:lnTo>
                        <a:pt x="264" y="300"/>
                      </a:lnTo>
                      <a:lnTo>
                        <a:pt x="264" y="306"/>
                      </a:lnTo>
                      <a:lnTo>
                        <a:pt x="270" y="312"/>
                      </a:lnTo>
                      <a:lnTo>
                        <a:pt x="270" y="330"/>
                      </a:lnTo>
                      <a:lnTo>
                        <a:pt x="276" y="324"/>
                      </a:lnTo>
                      <a:lnTo>
                        <a:pt x="312" y="324"/>
                      </a:lnTo>
                      <a:lnTo>
                        <a:pt x="312" y="330"/>
                      </a:lnTo>
                      <a:lnTo>
                        <a:pt x="312" y="318"/>
                      </a:lnTo>
                      <a:lnTo>
                        <a:pt x="318" y="306"/>
                      </a:lnTo>
                      <a:lnTo>
                        <a:pt x="324" y="300"/>
                      </a:lnTo>
                      <a:lnTo>
                        <a:pt x="330" y="282"/>
                      </a:lnTo>
                      <a:lnTo>
                        <a:pt x="348" y="270"/>
                      </a:lnTo>
                      <a:lnTo>
                        <a:pt x="348" y="246"/>
                      </a:lnTo>
                      <a:lnTo>
                        <a:pt x="354" y="240"/>
                      </a:lnTo>
                      <a:lnTo>
                        <a:pt x="372" y="240"/>
                      </a:lnTo>
                      <a:lnTo>
                        <a:pt x="378" y="216"/>
                      </a:lnTo>
                      <a:lnTo>
                        <a:pt x="390" y="204"/>
                      </a:lnTo>
                      <a:lnTo>
                        <a:pt x="390" y="192"/>
                      </a:lnTo>
                      <a:close/>
                    </a:path>
                  </a:pathLst>
                </a:custGeom>
                <a:solidFill>
                  <a:srgbClr val="A29C97"/>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185" name="Turkmenistan" descr="© INSCALE GmbH, 05.05.2010&#10;http://www.presentationload.com/">
                  <a:extLst>
                    <a:ext uri="{FF2B5EF4-FFF2-40B4-BE49-F238E27FC236}">
                      <a16:creationId xmlns:a16="http://schemas.microsoft.com/office/drawing/2014/main" id="{6BE9840A-4EB0-4F2F-B1D9-AE56470D9B67}"/>
                    </a:ext>
                  </a:extLst>
                </p:cNvPr>
                <p:cNvSpPr>
                  <a:spLocks/>
                </p:cNvSpPr>
                <p:nvPr/>
              </p:nvSpPr>
              <p:spPr bwMode="gray">
                <a:xfrm>
                  <a:off x="7176498" y="2321828"/>
                  <a:ext cx="455744" cy="273803"/>
                </a:xfrm>
                <a:custGeom>
                  <a:avLst/>
                  <a:gdLst>
                    <a:gd name="T0" fmla="*/ 2147483647 w 1008"/>
                    <a:gd name="T1" fmla="*/ 2147483647 h 606"/>
                    <a:gd name="T2" fmla="*/ 2147483647 w 1008"/>
                    <a:gd name="T3" fmla="*/ 2147483647 h 606"/>
                    <a:gd name="T4" fmla="*/ 2147483647 w 1008"/>
                    <a:gd name="T5" fmla="*/ 2147483647 h 606"/>
                    <a:gd name="T6" fmla="*/ 2147483647 w 1008"/>
                    <a:gd name="T7" fmla="*/ 2147483647 h 606"/>
                    <a:gd name="T8" fmla="*/ 2147483647 w 1008"/>
                    <a:gd name="T9" fmla="*/ 2147483647 h 606"/>
                    <a:gd name="T10" fmla="*/ 2147483647 w 1008"/>
                    <a:gd name="T11" fmla="*/ 2147483647 h 606"/>
                    <a:gd name="T12" fmla="*/ 2147483647 w 1008"/>
                    <a:gd name="T13" fmla="*/ 2147483647 h 606"/>
                    <a:gd name="T14" fmla="*/ 2147483647 w 1008"/>
                    <a:gd name="T15" fmla="*/ 2147483647 h 606"/>
                    <a:gd name="T16" fmla="*/ 2147483647 w 1008"/>
                    <a:gd name="T17" fmla="*/ 2147483647 h 606"/>
                    <a:gd name="T18" fmla="*/ 2147483647 w 1008"/>
                    <a:gd name="T19" fmla="*/ 2147483647 h 606"/>
                    <a:gd name="T20" fmla="*/ 2147483647 w 1008"/>
                    <a:gd name="T21" fmla="*/ 2147483647 h 606"/>
                    <a:gd name="T22" fmla="*/ 2147483647 w 1008"/>
                    <a:gd name="T23" fmla="*/ 2147483647 h 606"/>
                    <a:gd name="T24" fmla="*/ 2147483647 w 1008"/>
                    <a:gd name="T25" fmla="*/ 2147483647 h 606"/>
                    <a:gd name="T26" fmla="*/ 2147483647 w 1008"/>
                    <a:gd name="T27" fmla="*/ 2147483647 h 606"/>
                    <a:gd name="T28" fmla="*/ 2147483647 w 1008"/>
                    <a:gd name="T29" fmla="*/ 2147483647 h 606"/>
                    <a:gd name="T30" fmla="*/ 2147483647 w 1008"/>
                    <a:gd name="T31" fmla="*/ 2147483647 h 606"/>
                    <a:gd name="T32" fmla="*/ 2147483647 w 1008"/>
                    <a:gd name="T33" fmla="*/ 2147483647 h 606"/>
                    <a:gd name="T34" fmla="*/ 2147483647 w 1008"/>
                    <a:gd name="T35" fmla="*/ 2147483647 h 606"/>
                    <a:gd name="T36" fmla="*/ 2147483647 w 1008"/>
                    <a:gd name="T37" fmla="*/ 2147483647 h 606"/>
                    <a:gd name="T38" fmla="*/ 2147483647 w 1008"/>
                    <a:gd name="T39" fmla="*/ 2147483647 h 606"/>
                    <a:gd name="T40" fmla="*/ 2147483647 w 1008"/>
                    <a:gd name="T41" fmla="*/ 2147483647 h 606"/>
                    <a:gd name="T42" fmla="*/ 2147483647 w 1008"/>
                    <a:gd name="T43" fmla="*/ 2147483647 h 606"/>
                    <a:gd name="T44" fmla="*/ 2147483647 w 1008"/>
                    <a:gd name="T45" fmla="*/ 2147483647 h 606"/>
                    <a:gd name="T46" fmla="*/ 2147483647 w 1008"/>
                    <a:gd name="T47" fmla="*/ 2147483647 h 606"/>
                    <a:gd name="T48" fmla="*/ 2147483647 w 1008"/>
                    <a:gd name="T49" fmla="*/ 2147483647 h 606"/>
                    <a:gd name="T50" fmla="*/ 2147483647 w 1008"/>
                    <a:gd name="T51" fmla="*/ 2147483647 h 606"/>
                    <a:gd name="T52" fmla="*/ 2147483647 w 1008"/>
                    <a:gd name="T53" fmla="*/ 2147483647 h 606"/>
                    <a:gd name="T54" fmla="*/ 2147483647 w 1008"/>
                    <a:gd name="T55" fmla="*/ 2147483647 h 606"/>
                    <a:gd name="T56" fmla="*/ 2147483647 w 1008"/>
                    <a:gd name="T57" fmla="*/ 2147483647 h 606"/>
                    <a:gd name="T58" fmla="*/ 2147483647 w 1008"/>
                    <a:gd name="T59" fmla="*/ 2147483647 h 606"/>
                    <a:gd name="T60" fmla="*/ 2147483647 w 1008"/>
                    <a:gd name="T61" fmla="*/ 2147483647 h 606"/>
                    <a:gd name="T62" fmla="*/ 2147483647 w 1008"/>
                    <a:gd name="T63" fmla="*/ 2147483647 h 606"/>
                    <a:gd name="T64" fmla="*/ 2147483647 w 1008"/>
                    <a:gd name="T65" fmla="*/ 2147483647 h 606"/>
                    <a:gd name="T66" fmla="*/ 2147483647 w 1008"/>
                    <a:gd name="T67" fmla="*/ 2147483647 h 606"/>
                    <a:gd name="T68" fmla="*/ 2147483647 w 1008"/>
                    <a:gd name="T69" fmla="*/ 2147483647 h 606"/>
                    <a:gd name="T70" fmla="*/ 2147483647 w 1008"/>
                    <a:gd name="T71" fmla="*/ 2147483647 h 606"/>
                    <a:gd name="T72" fmla="*/ 2147483647 w 1008"/>
                    <a:gd name="T73" fmla="*/ 2147483647 h 606"/>
                    <a:gd name="T74" fmla="*/ 2147483647 w 1008"/>
                    <a:gd name="T75" fmla="*/ 2147483647 h 606"/>
                    <a:gd name="T76" fmla="*/ 2147483647 w 1008"/>
                    <a:gd name="T77" fmla="*/ 2147483647 h 606"/>
                    <a:gd name="T78" fmla="*/ 2147483647 w 1008"/>
                    <a:gd name="T79" fmla="*/ 2147483647 h 606"/>
                    <a:gd name="T80" fmla="*/ 2147483647 w 1008"/>
                    <a:gd name="T81" fmla="*/ 2147483647 h 606"/>
                    <a:gd name="T82" fmla="*/ 2147483647 w 1008"/>
                    <a:gd name="T83" fmla="*/ 2147483647 h 606"/>
                    <a:gd name="T84" fmla="*/ 2147483647 w 1008"/>
                    <a:gd name="T85" fmla="*/ 2147483647 h 606"/>
                    <a:gd name="T86" fmla="*/ 2147483647 w 1008"/>
                    <a:gd name="T87" fmla="*/ 2147483647 h 606"/>
                    <a:gd name="T88" fmla="*/ 2147483647 w 1008"/>
                    <a:gd name="T89" fmla="*/ 2147483647 h 606"/>
                    <a:gd name="T90" fmla="*/ 2147483647 w 1008"/>
                    <a:gd name="T91" fmla="*/ 2147483647 h 606"/>
                    <a:gd name="T92" fmla="*/ 2147483647 w 1008"/>
                    <a:gd name="T93" fmla="*/ 2147483647 h 606"/>
                    <a:gd name="T94" fmla="*/ 2147483647 w 1008"/>
                    <a:gd name="T95" fmla="*/ 2147483647 h 606"/>
                    <a:gd name="T96" fmla="*/ 2147483647 w 1008"/>
                    <a:gd name="T97" fmla="*/ 2147483647 h 606"/>
                    <a:gd name="T98" fmla="*/ 2147483647 w 1008"/>
                    <a:gd name="T99" fmla="*/ 2147483647 h 606"/>
                    <a:gd name="T100" fmla="*/ 2147483647 w 1008"/>
                    <a:gd name="T101" fmla="*/ 2147483647 h 606"/>
                    <a:gd name="T102" fmla="*/ 2147483647 w 1008"/>
                    <a:gd name="T103" fmla="*/ 2147483647 h 606"/>
                    <a:gd name="T104" fmla="*/ 0 w 1008"/>
                    <a:gd name="T105" fmla="*/ 2147483647 h 606"/>
                    <a:gd name="T106" fmla="*/ 2147483647 w 1008"/>
                    <a:gd name="T107" fmla="*/ 2147483647 h 606"/>
                    <a:gd name="T108" fmla="*/ 2147483647 w 1008"/>
                    <a:gd name="T109" fmla="*/ 2147483647 h 60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008"/>
                    <a:gd name="T166" fmla="*/ 0 h 606"/>
                    <a:gd name="T167" fmla="*/ 1008 w 1008"/>
                    <a:gd name="T168" fmla="*/ 606 h 60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008" h="606">
                      <a:moveTo>
                        <a:pt x="48" y="150"/>
                      </a:moveTo>
                      <a:lnTo>
                        <a:pt x="48" y="156"/>
                      </a:lnTo>
                      <a:lnTo>
                        <a:pt x="42" y="162"/>
                      </a:lnTo>
                      <a:lnTo>
                        <a:pt x="36" y="174"/>
                      </a:lnTo>
                      <a:lnTo>
                        <a:pt x="36" y="186"/>
                      </a:lnTo>
                      <a:lnTo>
                        <a:pt x="42" y="198"/>
                      </a:lnTo>
                      <a:lnTo>
                        <a:pt x="48" y="204"/>
                      </a:lnTo>
                      <a:lnTo>
                        <a:pt x="54" y="216"/>
                      </a:lnTo>
                      <a:lnTo>
                        <a:pt x="60" y="222"/>
                      </a:lnTo>
                      <a:lnTo>
                        <a:pt x="60" y="228"/>
                      </a:lnTo>
                      <a:lnTo>
                        <a:pt x="90" y="222"/>
                      </a:lnTo>
                      <a:lnTo>
                        <a:pt x="90" y="246"/>
                      </a:lnTo>
                      <a:lnTo>
                        <a:pt x="114" y="258"/>
                      </a:lnTo>
                      <a:lnTo>
                        <a:pt x="90" y="258"/>
                      </a:lnTo>
                      <a:lnTo>
                        <a:pt x="78" y="264"/>
                      </a:lnTo>
                      <a:lnTo>
                        <a:pt x="72" y="264"/>
                      </a:lnTo>
                      <a:lnTo>
                        <a:pt x="72" y="270"/>
                      </a:lnTo>
                      <a:lnTo>
                        <a:pt x="78" y="276"/>
                      </a:lnTo>
                      <a:lnTo>
                        <a:pt x="90" y="276"/>
                      </a:lnTo>
                      <a:lnTo>
                        <a:pt x="96" y="282"/>
                      </a:lnTo>
                      <a:lnTo>
                        <a:pt x="114" y="282"/>
                      </a:lnTo>
                      <a:lnTo>
                        <a:pt x="120" y="288"/>
                      </a:lnTo>
                      <a:lnTo>
                        <a:pt x="126" y="300"/>
                      </a:lnTo>
                      <a:lnTo>
                        <a:pt x="132" y="306"/>
                      </a:lnTo>
                      <a:lnTo>
                        <a:pt x="138" y="354"/>
                      </a:lnTo>
                      <a:lnTo>
                        <a:pt x="150" y="360"/>
                      </a:lnTo>
                      <a:lnTo>
                        <a:pt x="150" y="372"/>
                      </a:lnTo>
                      <a:lnTo>
                        <a:pt x="144" y="378"/>
                      </a:lnTo>
                      <a:lnTo>
                        <a:pt x="144" y="402"/>
                      </a:lnTo>
                      <a:lnTo>
                        <a:pt x="150" y="414"/>
                      </a:lnTo>
                      <a:lnTo>
                        <a:pt x="150" y="426"/>
                      </a:lnTo>
                      <a:lnTo>
                        <a:pt x="156" y="432"/>
                      </a:lnTo>
                      <a:lnTo>
                        <a:pt x="156" y="438"/>
                      </a:lnTo>
                      <a:lnTo>
                        <a:pt x="186" y="438"/>
                      </a:lnTo>
                      <a:lnTo>
                        <a:pt x="198" y="426"/>
                      </a:lnTo>
                      <a:lnTo>
                        <a:pt x="210" y="420"/>
                      </a:lnTo>
                      <a:lnTo>
                        <a:pt x="210" y="408"/>
                      </a:lnTo>
                      <a:lnTo>
                        <a:pt x="216" y="402"/>
                      </a:lnTo>
                      <a:lnTo>
                        <a:pt x="228" y="396"/>
                      </a:lnTo>
                      <a:lnTo>
                        <a:pt x="246" y="378"/>
                      </a:lnTo>
                      <a:lnTo>
                        <a:pt x="258" y="372"/>
                      </a:lnTo>
                      <a:lnTo>
                        <a:pt x="294" y="372"/>
                      </a:lnTo>
                      <a:lnTo>
                        <a:pt x="306" y="378"/>
                      </a:lnTo>
                      <a:lnTo>
                        <a:pt x="312" y="372"/>
                      </a:lnTo>
                      <a:lnTo>
                        <a:pt x="312" y="366"/>
                      </a:lnTo>
                      <a:lnTo>
                        <a:pt x="372" y="366"/>
                      </a:lnTo>
                      <a:lnTo>
                        <a:pt x="384" y="378"/>
                      </a:lnTo>
                      <a:lnTo>
                        <a:pt x="384" y="390"/>
                      </a:lnTo>
                      <a:lnTo>
                        <a:pt x="414" y="390"/>
                      </a:lnTo>
                      <a:lnTo>
                        <a:pt x="420" y="396"/>
                      </a:lnTo>
                      <a:lnTo>
                        <a:pt x="432" y="402"/>
                      </a:lnTo>
                      <a:lnTo>
                        <a:pt x="438" y="408"/>
                      </a:lnTo>
                      <a:lnTo>
                        <a:pt x="450" y="414"/>
                      </a:lnTo>
                      <a:lnTo>
                        <a:pt x="450" y="408"/>
                      </a:lnTo>
                      <a:lnTo>
                        <a:pt x="468" y="408"/>
                      </a:lnTo>
                      <a:lnTo>
                        <a:pt x="480" y="414"/>
                      </a:lnTo>
                      <a:lnTo>
                        <a:pt x="498" y="414"/>
                      </a:lnTo>
                      <a:lnTo>
                        <a:pt x="510" y="420"/>
                      </a:lnTo>
                      <a:lnTo>
                        <a:pt x="516" y="420"/>
                      </a:lnTo>
                      <a:lnTo>
                        <a:pt x="522" y="426"/>
                      </a:lnTo>
                      <a:lnTo>
                        <a:pt x="522" y="432"/>
                      </a:lnTo>
                      <a:lnTo>
                        <a:pt x="528" y="444"/>
                      </a:lnTo>
                      <a:lnTo>
                        <a:pt x="534" y="450"/>
                      </a:lnTo>
                      <a:lnTo>
                        <a:pt x="540" y="450"/>
                      </a:lnTo>
                      <a:lnTo>
                        <a:pt x="546" y="456"/>
                      </a:lnTo>
                      <a:lnTo>
                        <a:pt x="558" y="456"/>
                      </a:lnTo>
                      <a:lnTo>
                        <a:pt x="570" y="468"/>
                      </a:lnTo>
                      <a:lnTo>
                        <a:pt x="582" y="474"/>
                      </a:lnTo>
                      <a:lnTo>
                        <a:pt x="588" y="486"/>
                      </a:lnTo>
                      <a:lnTo>
                        <a:pt x="594" y="492"/>
                      </a:lnTo>
                      <a:lnTo>
                        <a:pt x="660" y="486"/>
                      </a:lnTo>
                      <a:lnTo>
                        <a:pt x="660" y="522"/>
                      </a:lnTo>
                      <a:lnTo>
                        <a:pt x="672" y="522"/>
                      </a:lnTo>
                      <a:lnTo>
                        <a:pt x="666" y="546"/>
                      </a:lnTo>
                      <a:lnTo>
                        <a:pt x="678" y="576"/>
                      </a:lnTo>
                      <a:lnTo>
                        <a:pt x="684" y="582"/>
                      </a:lnTo>
                      <a:lnTo>
                        <a:pt x="696" y="582"/>
                      </a:lnTo>
                      <a:lnTo>
                        <a:pt x="702" y="588"/>
                      </a:lnTo>
                      <a:lnTo>
                        <a:pt x="714" y="588"/>
                      </a:lnTo>
                      <a:lnTo>
                        <a:pt x="720" y="582"/>
                      </a:lnTo>
                      <a:lnTo>
                        <a:pt x="726" y="582"/>
                      </a:lnTo>
                      <a:lnTo>
                        <a:pt x="750" y="606"/>
                      </a:lnTo>
                      <a:lnTo>
                        <a:pt x="774" y="606"/>
                      </a:lnTo>
                      <a:lnTo>
                        <a:pt x="786" y="600"/>
                      </a:lnTo>
                      <a:lnTo>
                        <a:pt x="792" y="594"/>
                      </a:lnTo>
                      <a:lnTo>
                        <a:pt x="804" y="570"/>
                      </a:lnTo>
                      <a:lnTo>
                        <a:pt x="804" y="558"/>
                      </a:lnTo>
                      <a:lnTo>
                        <a:pt x="816" y="558"/>
                      </a:lnTo>
                      <a:lnTo>
                        <a:pt x="852" y="540"/>
                      </a:lnTo>
                      <a:lnTo>
                        <a:pt x="858" y="528"/>
                      </a:lnTo>
                      <a:lnTo>
                        <a:pt x="870" y="522"/>
                      </a:lnTo>
                      <a:lnTo>
                        <a:pt x="882" y="522"/>
                      </a:lnTo>
                      <a:lnTo>
                        <a:pt x="882" y="462"/>
                      </a:lnTo>
                      <a:lnTo>
                        <a:pt x="888" y="450"/>
                      </a:lnTo>
                      <a:lnTo>
                        <a:pt x="900" y="444"/>
                      </a:lnTo>
                      <a:lnTo>
                        <a:pt x="936" y="444"/>
                      </a:lnTo>
                      <a:lnTo>
                        <a:pt x="936" y="420"/>
                      </a:lnTo>
                      <a:lnTo>
                        <a:pt x="948" y="420"/>
                      </a:lnTo>
                      <a:lnTo>
                        <a:pt x="960" y="426"/>
                      </a:lnTo>
                      <a:lnTo>
                        <a:pt x="966" y="432"/>
                      </a:lnTo>
                      <a:lnTo>
                        <a:pt x="978" y="438"/>
                      </a:lnTo>
                      <a:lnTo>
                        <a:pt x="1008" y="438"/>
                      </a:lnTo>
                      <a:lnTo>
                        <a:pt x="1008" y="426"/>
                      </a:lnTo>
                      <a:lnTo>
                        <a:pt x="996" y="414"/>
                      </a:lnTo>
                      <a:lnTo>
                        <a:pt x="996" y="396"/>
                      </a:lnTo>
                      <a:lnTo>
                        <a:pt x="1002" y="390"/>
                      </a:lnTo>
                      <a:lnTo>
                        <a:pt x="954" y="360"/>
                      </a:lnTo>
                      <a:lnTo>
                        <a:pt x="930" y="366"/>
                      </a:lnTo>
                      <a:lnTo>
                        <a:pt x="924" y="366"/>
                      </a:lnTo>
                      <a:lnTo>
                        <a:pt x="912" y="354"/>
                      </a:lnTo>
                      <a:lnTo>
                        <a:pt x="900" y="354"/>
                      </a:lnTo>
                      <a:lnTo>
                        <a:pt x="888" y="342"/>
                      </a:lnTo>
                      <a:lnTo>
                        <a:pt x="876" y="336"/>
                      </a:lnTo>
                      <a:lnTo>
                        <a:pt x="870" y="330"/>
                      </a:lnTo>
                      <a:lnTo>
                        <a:pt x="846" y="318"/>
                      </a:lnTo>
                      <a:lnTo>
                        <a:pt x="828" y="306"/>
                      </a:lnTo>
                      <a:lnTo>
                        <a:pt x="804" y="306"/>
                      </a:lnTo>
                      <a:lnTo>
                        <a:pt x="774" y="288"/>
                      </a:lnTo>
                      <a:lnTo>
                        <a:pt x="768" y="282"/>
                      </a:lnTo>
                      <a:lnTo>
                        <a:pt x="762" y="270"/>
                      </a:lnTo>
                      <a:lnTo>
                        <a:pt x="750" y="258"/>
                      </a:lnTo>
                      <a:lnTo>
                        <a:pt x="744" y="258"/>
                      </a:lnTo>
                      <a:lnTo>
                        <a:pt x="732" y="252"/>
                      </a:lnTo>
                      <a:lnTo>
                        <a:pt x="714" y="252"/>
                      </a:lnTo>
                      <a:lnTo>
                        <a:pt x="702" y="246"/>
                      </a:lnTo>
                      <a:lnTo>
                        <a:pt x="690" y="234"/>
                      </a:lnTo>
                      <a:lnTo>
                        <a:pt x="672" y="198"/>
                      </a:lnTo>
                      <a:lnTo>
                        <a:pt x="666" y="192"/>
                      </a:lnTo>
                      <a:lnTo>
                        <a:pt x="666" y="186"/>
                      </a:lnTo>
                      <a:lnTo>
                        <a:pt x="648" y="168"/>
                      </a:lnTo>
                      <a:lnTo>
                        <a:pt x="630" y="138"/>
                      </a:lnTo>
                      <a:lnTo>
                        <a:pt x="594" y="120"/>
                      </a:lnTo>
                      <a:lnTo>
                        <a:pt x="594" y="126"/>
                      </a:lnTo>
                      <a:lnTo>
                        <a:pt x="540" y="120"/>
                      </a:lnTo>
                      <a:lnTo>
                        <a:pt x="510" y="120"/>
                      </a:lnTo>
                      <a:lnTo>
                        <a:pt x="492" y="102"/>
                      </a:lnTo>
                      <a:lnTo>
                        <a:pt x="492" y="90"/>
                      </a:lnTo>
                      <a:lnTo>
                        <a:pt x="504" y="78"/>
                      </a:lnTo>
                      <a:lnTo>
                        <a:pt x="492" y="72"/>
                      </a:lnTo>
                      <a:lnTo>
                        <a:pt x="492" y="60"/>
                      </a:lnTo>
                      <a:lnTo>
                        <a:pt x="486" y="48"/>
                      </a:lnTo>
                      <a:lnTo>
                        <a:pt x="480" y="42"/>
                      </a:lnTo>
                      <a:lnTo>
                        <a:pt x="444" y="42"/>
                      </a:lnTo>
                      <a:lnTo>
                        <a:pt x="432" y="36"/>
                      </a:lnTo>
                      <a:lnTo>
                        <a:pt x="432" y="24"/>
                      </a:lnTo>
                      <a:lnTo>
                        <a:pt x="408" y="24"/>
                      </a:lnTo>
                      <a:lnTo>
                        <a:pt x="390" y="0"/>
                      </a:lnTo>
                      <a:lnTo>
                        <a:pt x="384" y="12"/>
                      </a:lnTo>
                      <a:lnTo>
                        <a:pt x="354" y="6"/>
                      </a:lnTo>
                      <a:lnTo>
                        <a:pt x="384" y="36"/>
                      </a:lnTo>
                      <a:lnTo>
                        <a:pt x="378" y="30"/>
                      </a:lnTo>
                      <a:lnTo>
                        <a:pt x="366" y="30"/>
                      </a:lnTo>
                      <a:lnTo>
                        <a:pt x="360" y="24"/>
                      </a:lnTo>
                      <a:lnTo>
                        <a:pt x="354" y="24"/>
                      </a:lnTo>
                      <a:lnTo>
                        <a:pt x="348" y="30"/>
                      </a:lnTo>
                      <a:lnTo>
                        <a:pt x="348" y="42"/>
                      </a:lnTo>
                      <a:lnTo>
                        <a:pt x="342" y="42"/>
                      </a:lnTo>
                      <a:lnTo>
                        <a:pt x="336" y="48"/>
                      </a:lnTo>
                      <a:lnTo>
                        <a:pt x="324" y="48"/>
                      </a:lnTo>
                      <a:lnTo>
                        <a:pt x="312" y="54"/>
                      </a:lnTo>
                      <a:lnTo>
                        <a:pt x="294" y="72"/>
                      </a:lnTo>
                      <a:lnTo>
                        <a:pt x="294" y="84"/>
                      </a:lnTo>
                      <a:lnTo>
                        <a:pt x="300" y="102"/>
                      </a:lnTo>
                      <a:lnTo>
                        <a:pt x="312" y="108"/>
                      </a:lnTo>
                      <a:lnTo>
                        <a:pt x="318" y="120"/>
                      </a:lnTo>
                      <a:lnTo>
                        <a:pt x="252" y="120"/>
                      </a:lnTo>
                      <a:lnTo>
                        <a:pt x="240" y="108"/>
                      </a:lnTo>
                      <a:lnTo>
                        <a:pt x="228" y="108"/>
                      </a:lnTo>
                      <a:lnTo>
                        <a:pt x="228" y="114"/>
                      </a:lnTo>
                      <a:lnTo>
                        <a:pt x="216" y="126"/>
                      </a:lnTo>
                      <a:lnTo>
                        <a:pt x="210" y="120"/>
                      </a:lnTo>
                      <a:lnTo>
                        <a:pt x="198" y="114"/>
                      </a:lnTo>
                      <a:lnTo>
                        <a:pt x="174" y="90"/>
                      </a:lnTo>
                      <a:lnTo>
                        <a:pt x="168" y="78"/>
                      </a:lnTo>
                      <a:lnTo>
                        <a:pt x="162" y="72"/>
                      </a:lnTo>
                      <a:lnTo>
                        <a:pt x="156" y="60"/>
                      </a:lnTo>
                      <a:lnTo>
                        <a:pt x="144" y="54"/>
                      </a:lnTo>
                      <a:lnTo>
                        <a:pt x="132" y="42"/>
                      </a:lnTo>
                      <a:lnTo>
                        <a:pt x="120" y="42"/>
                      </a:lnTo>
                      <a:lnTo>
                        <a:pt x="96" y="30"/>
                      </a:lnTo>
                      <a:lnTo>
                        <a:pt x="78" y="30"/>
                      </a:lnTo>
                      <a:lnTo>
                        <a:pt x="72" y="36"/>
                      </a:lnTo>
                      <a:lnTo>
                        <a:pt x="72" y="48"/>
                      </a:lnTo>
                      <a:lnTo>
                        <a:pt x="84" y="54"/>
                      </a:lnTo>
                      <a:lnTo>
                        <a:pt x="90" y="54"/>
                      </a:lnTo>
                      <a:lnTo>
                        <a:pt x="90" y="66"/>
                      </a:lnTo>
                      <a:lnTo>
                        <a:pt x="96" y="66"/>
                      </a:lnTo>
                      <a:lnTo>
                        <a:pt x="96" y="72"/>
                      </a:lnTo>
                      <a:lnTo>
                        <a:pt x="102" y="84"/>
                      </a:lnTo>
                      <a:lnTo>
                        <a:pt x="114" y="90"/>
                      </a:lnTo>
                      <a:lnTo>
                        <a:pt x="126" y="102"/>
                      </a:lnTo>
                      <a:lnTo>
                        <a:pt x="138" y="108"/>
                      </a:lnTo>
                      <a:lnTo>
                        <a:pt x="150" y="120"/>
                      </a:lnTo>
                      <a:lnTo>
                        <a:pt x="162" y="126"/>
                      </a:lnTo>
                      <a:lnTo>
                        <a:pt x="162" y="150"/>
                      </a:lnTo>
                      <a:lnTo>
                        <a:pt x="156" y="156"/>
                      </a:lnTo>
                      <a:lnTo>
                        <a:pt x="144" y="156"/>
                      </a:lnTo>
                      <a:lnTo>
                        <a:pt x="132" y="150"/>
                      </a:lnTo>
                      <a:lnTo>
                        <a:pt x="120" y="138"/>
                      </a:lnTo>
                      <a:lnTo>
                        <a:pt x="120" y="162"/>
                      </a:lnTo>
                      <a:lnTo>
                        <a:pt x="78" y="162"/>
                      </a:lnTo>
                      <a:lnTo>
                        <a:pt x="66" y="144"/>
                      </a:lnTo>
                      <a:lnTo>
                        <a:pt x="60" y="150"/>
                      </a:lnTo>
                      <a:lnTo>
                        <a:pt x="48" y="138"/>
                      </a:lnTo>
                      <a:lnTo>
                        <a:pt x="42" y="126"/>
                      </a:lnTo>
                      <a:lnTo>
                        <a:pt x="36" y="120"/>
                      </a:lnTo>
                      <a:lnTo>
                        <a:pt x="36" y="102"/>
                      </a:lnTo>
                      <a:lnTo>
                        <a:pt x="30" y="96"/>
                      </a:lnTo>
                      <a:lnTo>
                        <a:pt x="30" y="84"/>
                      </a:lnTo>
                      <a:lnTo>
                        <a:pt x="24" y="78"/>
                      </a:lnTo>
                      <a:lnTo>
                        <a:pt x="0" y="78"/>
                      </a:lnTo>
                      <a:lnTo>
                        <a:pt x="0" y="84"/>
                      </a:lnTo>
                      <a:lnTo>
                        <a:pt x="6" y="90"/>
                      </a:lnTo>
                      <a:lnTo>
                        <a:pt x="12" y="102"/>
                      </a:lnTo>
                      <a:lnTo>
                        <a:pt x="18" y="108"/>
                      </a:lnTo>
                      <a:lnTo>
                        <a:pt x="24" y="120"/>
                      </a:lnTo>
                      <a:lnTo>
                        <a:pt x="36" y="126"/>
                      </a:lnTo>
                      <a:lnTo>
                        <a:pt x="42" y="138"/>
                      </a:lnTo>
                      <a:lnTo>
                        <a:pt x="48" y="144"/>
                      </a:lnTo>
                      <a:lnTo>
                        <a:pt x="48" y="150"/>
                      </a:lnTo>
                      <a:close/>
                    </a:path>
                  </a:pathLst>
                </a:custGeom>
                <a:solidFill>
                  <a:srgbClr val="A29C97"/>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186" name="Turkey" descr="© INSCALE GmbH, 05.05.2010&#10;http://www.presentationload.com/">
                  <a:extLst>
                    <a:ext uri="{FF2B5EF4-FFF2-40B4-BE49-F238E27FC236}">
                      <a16:creationId xmlns:a16="http://schemas.microsoft.com/office/drawing/2014/main" id="{E9EEDA56-C607-4653-8E43-505254AD2290}"/>
                    </a:ext>
                  </a:extLst>
                </p:cNvPr>
                <p:cNvSpPr>
                  <a:spLocks noEditPoints="1"/>
                </p:cNvSpPr>
                <p:nvPr/>
              </p:nvSpPr>
              <p:spPr bwMode="gray">
                <a:xfrm>
                  <a:off x="6378062" y="2343026"/>
                  <a:ext cx="600594" cy="229640"/>
                </a:xfrm>
                <a:custGeom>
                  <a:avLst/>
                  <a:gdLst>
                    <a:gd name="T0" fmla="*/ 2147483647 w 1332"/>
                    <a:gd name="T1" fmla="*/ 2147483647 h 510"/>
                    <a:gd name="T2" fmla="*/ 2147483647 w 1332"/>
                    <a:gd name="T3" fmla="*/ 2147483647 h 510"/>
                    <a:gd name="T4" fmla="*/ 2147483647 w 1332"/>
                    <a:gd name="T5" fmla="*/ 2147483647 h 510"/>
                    <a:gd name="T6" fmla="*/ 2147483647 w 1332"/>
                    <a:gd name="T7" fmla="*/ 2147483647 h 510"/>
                    <a:gd name="T8" fmla="*/ 2147483647 w 1332"/>
                    <a:gd name="T9" fmla="*/ 2147483647 h 510"/>
                    <a:gd name="T10" fmla="*/ 2147483647 w 1332"/>
                    <a:gd name="T11" fmla="*/ 2147483647 h 510"/>
                    <a:gd name="T12" fmla="*/ 2147483647 w 1332"/>
                    <a:gd name="T13" fmla="*/ 2147483647 h 510"/>
                    <a:gd name="T14" fmla="*/ 2147483647 w 1332"/>
                    <a:gd name="T15" fmla="*/ 2147483647 h 510"/>
                    <a:gd name="T16" fmla="*/ 2147483647 w 1332"/>
                    <a:gd name="T17" fmla="*/ 2147483647 h 510"/>
                    <a:gd name="T18" fmla="*/ 2147483647 w 1332"/>
                    <a:gd name="T19" fmla="*/ 2147483647 h 510"/>
                    <a:gd name="T20" fmla="*/ 2147483647 w 1332"/>
                    <a:gd name="T21" fmla="*/ 2147483647 h 510"/>
                    <a:gd name="T22" fmla="*/ 2147483647 w 1332"/>
                    <a:gd name="T23" fmla="*/ 2147483647 h 510"/>
                    <a:gd name="T24" fmla="*/ 2147483647 w 1332"/>
                    <a:gd name="T25" fmla="*/ 2147483647 h 510"/>
                    <a:gd name="T26" fmla="*/ 2147483647 w 1332"/>
                    <a:gd name="T27" fmla="*/ 2147483647 h 510"/>
                    <a:gd name="T28" fmla="*/ 2147483647 w 1332"/>
                    <a:gd name="T29" fmla="*/ 2147483647 h 510"/>
                    <a:gd name="T30" fmla="*/ 2147483647 w 1332"/>
                    <a:gd name="T31" fmla="*/ 2147483647 h 510"/>
                    <a:gd name="T32" fmla="*/ 2147483647 w 1332"/>
                    <a:gd name="T33" fmla="*/ 2147483647 h 510"/>
                    <a:gd name="T34" fmla="*/ 2147483647 w 1332"/>
                    <a:gd name="T35" fmla="*/ 2147483647 h 510"/>
                    <a:gd name="T36" fmla="*/ 2147483647 w 1332"/>
                    <a:gd name="T37" fmla="*/ 2147483647 h 510"/>
                    <a:gd name="T38" fmla="*/ 2147483647 w 1332"/>
                    <a:gd name="T39" fmla="*/ 2147483647 h 510"/>
                    <a:gd name="T40" fmla="*/ 2147483647 w 1332"/>
                    <a:gd name="T41" fmla="*/ 2147483647 h 510"/>
                    <a:gd name="T42" fmla="*/ 2147483647 w 1332"/>
                    <a:gd name="T43" fmla="*/ 2147483647 h 510"/>
                    <a:gd name="T44" fmla="*/ 2147483647 w 1332"/>
                    <a:gd name="T45" fmla="*/ 2147483647 h 510"/>
                    <a:gd name="T46" fmla="*/ 2147483647 w 1332"/>
                    <a:gd name="T47" fmla="*/ 2147483647 h 510"/>
                    <a:gd name="T48" fmla="*/ 2147483647 w 1332"/>
                    <a:gd name="T49" fmla="*/ 2147483647 h 510"/>
                    <a:gd name="T50" fmla="*/ 2147483647 w 1332"/>
                    <a:gd name="T51" fmla="*/ 2147483647 h 510"/>
                    <a:gd name="T52" fmla="*/ 2147483647 w 1332"/>
                    <a:gd name="T53" fmla="*/ 2147483647 h 510"/>
                    <a:gd name="T54" fmla="*/ 2147483647 w 1332"/>
                    <a:gd name="T55" fmla="*/ 2147483647 h 510"/>
                    <a:gd name="T56" fmla="*/ 2147483647 w 1332"/>
                    <a:gd name="T57" fmla="*/ 2147483647 h 510"/>
                    <a:gd name="T58" fmla="*/ 2147483647 w 1332"/>
                    <a:gd name="T59" fmla="*/ 2147483647 h 510"/>
                    <a:gd name="T60" fmla="*/ 2147483647 w 1332"/>
                    <a:gd name="T61" fmla="*/ 2147483647 h 510"/>
                    <a:gd name="T62" fmla="*/ 2147483647 w 1332"/>
                    <a:gd name="T63" fmla="*/ 2147483647 h 510"/>
                    <a:gd name="T64" fmla="*/ 2147483647 w 1332"/>
                    <a:gd name="T65" fmla="*/ 2147483647 h 510"/>
                    <a:gd name="T66" fmla="*/ 2147483647 w 1332"/>
                    <a:gd name="T67" fmla="*/ 2147483647 h 510"/>
                    <a:gd name="T68" fmla="*/ 2147483647 w 1332"/>
                    <a:gd name="T69" fmla="*/ 2147483647 h 510"/>
                    <a:gd name="T70" fmla="*/ 2147483647 w 1332"/>
                    <a:gd name="T71" fmla="*/ 2147483647 h 510"/>
                    <a:gd name="T72" fmla="*/ 2147483647 w 1332"/>
                    <a:gd name="T73" fmla="*/ 2147483647 h 510"/>
                    <a:gd name="T74" fmla="*/ 2147483647 w 1332"/>
                    <a:gd name="T75" fmla="*/ 2147483647 h 510"/>
                    <a:gd name="T76" fmla="*/ 2147483647 w 1332"/>
                    <a:gd name="T77" fmla="*/ 2147483647 h 510"/>
                    <a:gd name="T78" fmla="*/ 2147483647 w 1332"/>
                    <a:gd name="T79" fmla="*/ 2147483647 h 510"/>
                    <a:gd name="T80" fmla="*/ 2147483647 w 1332"/>
                    <a:gd name="T81" fmla="*/ 2147483647 h 510"/>
                    <a:gd name="T82" fmla="*/ 2147483647 w 1332"/>
                    <a:gd name="T83" fmla="*/ 2147483647 h 510"/>
                    <a:gd name="T84" fmla="*/ 2147483647 w 1332"/>
                    <a:gd name="T85" fmla="*/ 2147483647 h 510"/>
                    <a:gd name="T86" fmla="*/ 2147483647 w 1332"/>
                    <a:gd name="T87" fmla="*/ 2147483647 h 510"/>
                    <a:gd name="T88" fmla="*/ 2147483647 w 1332"/>
                    <a:gd name="T89" fmla="*/ 2147483647 h 510"/>
                    <a:gd name="T90" fmla="*/ 2147483647 w 1332"/>
                    <a:gd name="T91" fmla="*/ 2147483647 h 510"/>
                    <a:gd name="T92" fmla="*/ 2147483647 w 1332"/>
                    <a:gd name="T93" fmla="*/ 2147483647 h 510"/>
                    <a:gd name="T94" fmla="*/ 2147483647 w 1332"/>
                    <a:gd name="T95" fmla="*/ 2147483647 h 510"/>
                    <a:gd name="T96" fmla="*/ 2147483647 w 1332"/>
                    <a:gd name="T97" fmla="*/ 2147483647 h 510"/>
                    <a:gd name="T98" fmla="*/ 2147483647 w 1332"/>
                    <a:gd name="T99" fmla="*/ 2147483647 h 510"/>
                    <a:gd name="T100" fmla="*/ 2147483647 w 1332"/>
                    <a:gd name="T101" fmla="*/ 2147483647 h 510"/>
                    <a:gd name="T102" fmla="*/ 2147483647 w 1332"/>
                    <a:gd name="T103" fmla="*/ 2147483647 h 510"/>
                    <a:gd name="T104" fmla="*/ 2147483647 w 1332"/>
                    <a:gd name="T105" fmla="*/ 2147483647 h 510"/>
                    <a:gd name="T106" fmla="*/ 2147483647 w 1332"/>
                    <a:gd name="T107" fmla="*/ 2147483647 h 510"/>
                    <a:gd name="T108" fmla="*/ 2147483647 w 1332"/>
                    <a:gd name="T109" fmla="*/ 2147483647 h 510"/>
                    <a:gd name="T110" fmla="*/ 2147483647 w 1332"/>
                    <a:gd name="T111" fmla="*/ 2147483647 h 510"/>
                    <a:gd name="T112" fmla="*/ 2147483647 w 1332"/>
                    <a:gd name="T113" fmla="*/ 2147483647 h 510"/>
                    <a:gd name="T114" fmla="*/ 2147483647 w 1332"/>
                    <a:gd name="T115" fmla="*/ 2147483647 h 510"/>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332"/>
                    <a:gd name="T175" fmla="*/ 0 h 510"/>
                    <a:gd name="T176" fmla="*/ 1332 w 1332"/>
                    <a:gd name="T177" fmla="*/ 510 h 510"/>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332" h="510">
                      <a:moveTo>
                        <a:pt x="6" y="192"/>
                      </a:moveTo>
                      <a:lnTo>
                        <a:pt x="24" y="186"/>
                      </a:lnTo>
                      <a:lnTo>
                        <a:pt x="30" y="174"/>
                      </a:lnTo>
                      <a:lnTo>
                        <a:pt x="0" y="174"/>
                      </a:lnTo>
                      <a:lnTo>
                        <a:pt x="6" y="192"/>
                      </a:lnTo>
                      <a:close/>
                      <a:moveTo>
                        <a:pt x="42" y="162"/>
                      </a:moveTo>
                      <a:lnTo>
                        <a:pt x="42" y="168"/>
                      </a:lnTo>
                      <a:lnTo>
                        <a:pt x="48" y="174"/>
                      </a:lnTo>
                      <a:lnTo>
                        <a:pt x="60" y="174"/>
                      </a:lnTo>
                      <a:lnTo>
                        <a:pt x="60" y="162"/>
                      </a:lnTo>
                      <a:lnTo>
                        <a:pt x="54" y="156"/>
                      </a:lnTo>
                      <a:lnTo>
                        <a:pt x="54" y="150"/>
                      </a:lnTo>
                      <a:lnTo>
                        <a:pt x="48" y="150"/>
                      </a:lnTo>
                      <a:lnTo>
                        <a:pt x="48" y="156"/>
                      </a:lnTo>
                      <a:lnTo>
                        <a:pt x="42" y="162"/>
                      </a:lnTo>
                      <a:close/>
                      <a:moveTo>
                        <a:pt x="96" y="138"/>
                      </a:moveTo>
                      <a:lnTo>
                        <a:pt x="66" y="138"/>
                      </a:lnTo>
                      <a:lnTo>
                        <a:pt x="66" y="174"/>
                      </a:lnTo>
                      <a:lnTo>
                        <a:pt x="78" y="150"/>
                      </a:lnTo>
                      <a:lnTo>
                        <a:pt x="96" y="138"/>
                      </a:lnTo>
                      <a:close/>
                      <a:moveTo>
                        <a:pt x="1332" y="402"/>
                      </a:moveTo>
                      <a:lnTo>
                        <a:pt x="1332" y="390"/>
                      </a:lnTo>
                      <a:lnTo>
                        <a:pt x="1308" y="384"/>
                      </a:lnTo>
                      <a:lnTo>
                        <a:pt x="1308" y="354"/>
                      </a:lnTo>
                      <a:lnTo>
                        <a:pt x="1272" y="336"/>
                      </a:lnTo>
                      <a:lnTo>
                        <a:pt x="1278" y="330"/>
                      </a:lnTo>
                      <a:lnTo>
                        <a:pt x="1284" y="318"/>
                      </a:lnTo>
                      <a:lnTo>
                        <a:pt x="1284" y="312"/>
                      </a:lnTo>
                      <a:lnTo>
                        <a:pt x="1290" y="306"/>
                      </a:lnTo>
                      <a:lnTo>
                        <a:pt x="1284" y="306"/>
                      </a:lnTo>
                      <a:lnTo>
                        <a:pt x="1278" y="300"/>
                      </a:lnTo>
                      <a:lnTo>
                        <a:pt x="1278" y="288"/>
                      </a:lnTo>
                      <a:lnTo>
                        <a:pt x="1266" y="276"/>
                      </a:lnTo>
                      <a:lnTo>
                        <a:pt x="1266" y="246"/>
                      </a:lnTo>
                      <a:lnTo>
                        <a:pt x="1248" y="222"/>
                      </a:lnTo>
                      <a:lnTo>
                        <a:pt x="1272" y="222"/>
                      </a:lnTo>
                      <a:lnTo>
                        <a:pt x="1272" y="216"/>
                      </a:lnTo>
                      <a:lnTo>
                        <a:pt x="1278" y="210"/>
                      </a:lnTo>
                      <a:lnTo>
                        <a:pt x="1272" y="198"/>
                      </a:lnTo>
                      <a:lnTo>
                        <a:pt x="1272" y="186"/>
                      </a:lnTo>
                      <a:lnTo>
                        <a:pt x="1266" y="180"/>
                      </a:lnTo>
                      <a:lnTo>
                        <a:pt x="1266" y="174"/>
                      </a:lnTo>
                      <a:lnTo>
                        <a:pt x="1260" y="174"/>
                      </a:lnTo>
                      <a:lnTo>
                        <a:pt x="1248" y="180"/>
                      </a:lnTo>
                      <a:lnTo>
                        <a:pt x="1236" y="180"/>
                      </a:lnTo>
                      <a:lnTo>
                        <a:pt x="1224" y="174"/>
                      </a:lnTo>
                      <a:lnTo>
                        <a:pt x="1218" y="168"/>
                      </a:lnTo>
                      <a:lnTo>
                        <a:pt x="1212" y="156"/>
                      </a:lnTo>
                      <a:lnTo>
                        <a:pt x="1212" y="144"/>
                      </a:lnTo>
                      <a:lnTo>
                        <a:pt x="1200" y="108"/>
                      </a:lnTo>
                      <a:lnTo>
                        <a:pt x="1194" y="96"/>
                      </a:lnTo>
                      <a:lnTo>
                        <a:pt x="1194" y="84"/>
                      </a:lnTo>
                      <a:lnTo>
                        <a:pt x="1188" y="78"/>
                      </a:lnTo>
                      <a:lnTo>
                        <a:pt x="1164" y="78"/>
                      </a:lnTo>
                      <a:lnTo>
                        <a:pt x="1164" y="72"/>
                      </a:lnTo>
                      <a:lnTo>
                        <a:pt x="1158" y="60"/>
                      </a:lnTo>
                      <a:lnTo>
                        <a:pt x="1152" y="54"/>
                      </a:lnTo>
                      <a:lnTo>
                        <a:pt x="1140" y="48"/>
                      </a:lnTo>
                      <a:lnTo>
                        <a:pt x="1128" y="48"/>
                      </a:lnTo>
                      <a:lnTo>
                        <a:pt x="1116" y="54"/>
                      </a:lnTo>
                      <a:lnTo>
                        <a:pt x="1110" y="60"/>
                      </a:lnTo>
                      <a:lnTo>
                        <a:pt x="1074" y="54"/>
                      </a:lnTo>
                      <a:lnTo>
                        <a:pt x="1062" y="66"/>
                      </a:lnTo>
                      <a:lnTo>
                        <a:pt x="1026" y="90"/>
                      </a:lnTo>
                      <a:lnTo>
                        <a:pt x="1014" y="96"/>
                      </a:lnTo>
                      <a:lnTo>
                        <a:pt x="930" y="96"/>
                      </a:lnTo>
                      <a:lnTo>
                        <a:pt x="876" y="108"/>
                      </a:lnTo>
                      <a:lnTo>
                        <a:pt x="810" y="84"/>
                      </a:lnTo>
                      <a:lnTo>
                        <a:pt x="786" y="96"/>
                      </a:lnTo>
                      <a:lnTo>
                        <a:pt x="786" y="90"/>
                      </a:lnTo>
                      <a:lnTo>
                        <a:pt x="780" y="84"/>
                      </a:lnTo>
                      <a:lnTo>
                        <a:pt x="774" y="72"/>
                      </a:lnTo>
                      <a:lnTo>
                        <a:pt x="768" y="66"/>
                      </a:lnTo>
                      <a:lnTo>
                        <a:pt x="756" y="66"/>
                      </a:lnTo>
                      <a:lnTo>
                        <a:pt x="744" y="72"/>
                      </a:lnTo>
                      <a:lnTo>
                        <a:pt x="738" y="78"/>
                      </a:lnTo>
                      <a:lnTo>
                        <a:pt x="708" y="60"/>
                      </a:lnTo>
                      <a:lnTo>
                        <a:pt x="708" y="36"/>
                      </a:lnTo>
                      <a:lnTo>
                        <a:pt x="660" y="48"/>
                      </a:lnTo>
                      <a:lnTo>
                        <a:pt x="636" y="30"/>
                      </a:lnTo>
                      <a:lnTo>
                        <a:pt x="630" y="12"/>
                      </a:lnTo>
                      <a:lnTo>
                        <a:pt x="624" y="12"/>
                      </a:lnTo>
                      <a:lnTo>
                        <a:pt x="618" y="18"/>
                      </a:lnTo>
                      <a:lnTo>
                        <a:pt x="600" y="18"/>
                      </a:lnTo>
                      <a:lnTo>
                        <a:pt x="588" y="24"/>
                      </a:lnTo>
                      <a:lnTo>
                        <a:pt x="558" y="24"/>
                      </a:lnTo>
                      <a:lnTo>
                        <a:pt x="534" y="18"/>
                      </a:lnTo>
                      <a:lnTo>
                        <a:pt x="504" y="18"/>
                      </a:lnTo>
                      <a:lnTo>
                        <a:pt x="492" y="24"/>
                      </a:lnTo>
                      <a:lnTo>
                        <a:pt x="456" y="36"/>
                      </a:lnTo>
                      <a:lnTo>
                        <a:pt x="444" y="42"/>
                      </a:lnTo>
                      <a:lnTo>
                        <a:pt x="438" y="48"/>
                      </a:lnTo>
                      <a:lnTo>
                        <a:pt x="426" y="54"/>
                      </a:lnTo>
                      <a:lnTo>
                        <a:pt x="414" y="66"/>
                      </a:lnTo>
                      <a:lnTo>
                        <a:pt x="408" y="66"/>
                      </a:lnTo>
                      <a:lnTo>
                        <a:pt x="396" y="90"/>
                      </a:lnTo>
                      <a:lnTo>
                        <a:pt x="378" y="90"/>
                      </a:lnTo>
                      <a:lnTo>
                        <a:pt x="354" y="84"/>
                      </a:lnTo>
                      <a:lnTo>
                        <a:pt x="294" y="84"/>
                      </a:lnTo>
                      <a:lnTo>
                        <a:pt x="282" y="78"/>
                      </a:lnTo>
                      <a:lnTo>
                        <a:pt x="264" y="78"/>
                      </a:lnTo>
                      <a:lnTo>
                        <a:pt x="252" y="72"/>
                      </a:lnTo>
                      <a:lnTo>
                        <a:pt x="240" y="72"/>
                      </a:lnTo>
                      <a:lnTo>
                        <a:pt x="234" y="66"/>
                      </a:lnTo>
                      <a:lnTo>
                        <a:pt x="198" y="66"/>
                      </a:lnTo>
                      <a:lnTo>
                        <a:pt x="186" y="54"/>
                      </a:lnTo>
                      <a:lnTo>
                        <a:pt x="180" y="36"/>
                      </a:lnTo>
                      <a:lnTo>
                        <a:pt x="180" y="24"/>
                      </a:lnTo>
                      <a:lnTo>
                        <a:pt x="168" y="24"/>
                      </a:lnTo>
                      <a:lnTo>
                        <a:pt x="156" y="18"/>
                      </a:lnTo>
                      <a:lnTo>
                        <a:pt x="144" y="18"/>
                      </a:lnTo>
                      <a:lnTo>
                        <a:pt x="132" y="0"/>
                      </a:lnTo>
                      <a:lnTo>
                        <a:pt x="120" y="18"/>
                      </a:lnTo>
                      <a:lnTo>
                        <a:pt x="90" y="12"/>
                      </a:lnTo>
                      <a:lnTo>
                        <a:pt x="72" y="36"/>
                      </a:lnTo>
                      <a:lnTo>
                        <a:pt x="78" y="42"/>
                      </a:lnTo>
                      <a:lnTo>
                        <a:pt x="90" y="42"/>
                      </a:lnTo>
                      <a:lnTo>
                        <a:pt x="90" y="48"/>
                      </a:lnTo>
                      <a:lnTo>
                        <a:pt x="96" y="54"/>
                      </a:lnTo>
                      <a:lnTo>
                        <a:pt x="96" y="66"/>
                      </a:lnTo>
                      <a:lnTo>
                        <a:pt x="78" y="66"/>
                      </a:lnTo>
                      <a:lnTo>
                        <a:pt x="72" y="72"/>
                      </a:lnTo>
                      <a:lnTo>
                        <a:pt x="72" y="78"/>
                      </a:lnTo>
                      <a:lnTo>
                        <a:pt x="78" y="84"/>
                      </a:lnTo>
                      <a:lnTo>
                        <a:pt x="78" y="96"/>
                      </a:lnTo>
                      <a:lnTo>
                        <a:pt x="72" y="108"/>
                      </a:lnTo>
                      <a:lnTo>
                        <a:pt x="72" y="114"/>
                      </a:lnTo>
                      <a:lnTo>
                        <a:pt x="66" y="120"/>
                      </a:lnTo>
                      <a:lnTo>
                        <a:pt x="66" y="132"/>
                      </a:lnTo>
                      <a:lnTo>
                        <a:pt x="72" y="132"/>
                      </a:lnTo>
                      <a:lnTo>
                        <a:pt x="90" y="126"/>
                      </a:lnTo>
                      <a:lnTo>
                        <a:pt x="102" y="126"/>
                      </a:lnTo>
                      <a:lnTo>
                        <a:pt x="108" y="120"/>
                      </a:lnTo>
                      <a:lnTo>
                        <a:pt x="114" y="120"/>
                      </a:lnTo>
                      <a:lnTo>
                        <a:pt x="114" y="132"/>
                      </a:lnTo>
                      <a:lnTo>
                        <a:pt x="120" y="132"/>
                      </a:lnTo>
                      <a:lnTo>
                        <a:pt x="126" y="126"/>
                      </a:lnTo>
                      <a:lnTo>
                        <a:pt x="138" y="120"/>
                      </a:lnTo>
                      <a:lnTo>
                        <a:pt x="162" y="96"/>
                      </a:lnTo>
                      <a:lnTo>
                        <a:pt x="168" y="96"/>
                      </a:lnTo>
                      <a:lnTo>
                        <a:pt x="174" y="90"/>
                      </a:lnTo>
                      <a:lnTo>
                        <a:pt x="186" y="90"/>
                      </a:lnTo>
                      <a:lnTo>
                        <a:pt x="204" y="84"/>
                      </a:lnTo>
                      <a:lnTo>
                        <a:pt x="216" y="84"/>
                      </a:lnTo>
                      <a:lnTo>
                        <a:pt x="252" y="102"/>
                      </a:lnTo>
                      <a:lnTo>
                        <a:pt x="270" y="108"/>
                      </a:lnTo>
                      <a:lnTo>
                        <a:pt x="282" y="108"/>
                      </a:lnTo>
                      <a:lnTo>
                        <a:pt x="288" y="114"/>
                      </a:lnTo>
                      <a:lnTo>
                        <a:pt x="294" y="114"/>
                      </a:lnTo>
                      <a:lnTo>
                        <a:pt x="270" y="114"/>
                      </a:lnTo>
                      <a:lnTo>
                        <a:pt x="258" y="120"/>
                      </a:lnTo>
                      <a:lnTo>
                        <a:pt x="246" y="120"/>
                      </a:lnTo>
                      <a:lnTo>
                        <a:pt x="246" y="132"/>
                      </a:lnTo>
                      <a:lnTo>
                        <a:pt x="240" y="138"/>
                      </a:lnTo>
                      <a:lnTo>
                        <a:pt x="186" y="144"/>
                      </a:lnTo>
                      <a:lnTo>
                        <a:pt x="138" y="138"/>
                      </a:lnTo>
                      <a:lnTo>
                        <a:pt x="120" y="138"/>
                      </a:lnTo>
                      <a:lnTo>
                        <a:pt x="96" y="150"/>
                      </a:lnTo>
                      <a:lnTo>
                        <a:pt x="84" y="162"/>
                      </a:lnTo>
                      <a:lnTo>
                        <a:pt x="84" y="174"/>
                      </a:lnTo>
                      <a:lnTo>
                        <a:pt x="78" y="192"/>
                      </a:lnTo>
                      <a:lnTo>
                        <a:pt x="78" y="204"/>
                      </a:lnTo>
                      <a:lnTo>
                        <a:pt x="72" y="210"/>
                      </a:lnTo>
                      <a:lnTo>
                        <a:pt x="72" y="216"/>
                      </a:lnTo>
                      <a:lnTo>
                        <a:pt x="114" y="216"/>
                      </a:lnTo>
                      <a:lnTo>
                        <a:pt x="114" y="240"/>
                      </a:lnTo>
                      <a:lnTo>
                        <a:pt x="120" y="246"/>
                      </a:lnTo>
                      <a:lnTo>
                        <a:pt x="126" y="258"/>
                      </a:lnTo>
                      <a:lnTo>
                        <a:pt x="132" y="264"/>
                      </a:lnTo>
                      <a:lnTo>
                        <a:pt x="126" y="282"/>
                      </a:lnTo>
                      <a:lnTo>
                        <a:pt x="138" y="300"/>
                      </a:lnTo>
                      <a:lnTo>
                        <a:pt x="126" y="318"/>
                      </a:lnTo>
                      <a:lnTo>
                        <a:pt x="162" y="354"/>
                      </a:lnTo>
                      <a:lnTo>
                        <a:pt x="156" y="390"/>
                      </a:lnTo>
                      <a:lnTo>
                        <a:pt x="210" y="414"/>
                      </a:lnTo>
                      <a:lnTo>
                        <a:pt x="216" y="444"/>
                      </a:lnTo>
                      <a:lnTo>
                        <a:pt x="216" y="438"/>
                      </a:lnTo>
                      <a:lnTo>
                        <a:pt x="222" y="438"/>
                      </a:lnTo>
                      <a:lnTo>
                        <a:pt x="222" y="432"/>
                      </a:lnTo>
                      <a:lnTo>
                        <a:pt x="228" y="432"/>
                      </a:lnTo>
                      <a:lnTo>
                        <a:pt x="252" y="444"/>
                      </a:lnTo>
                      <a:lnTo>
                        <a:pt x="258" y="444"/>
                      </a:lnTo>
                      <a:lnTo>
                        <a:pt x="264" y="450"/>
                      </a:lnTo>
                      <a:lnTo>
                        <a:pt x="270" y="462"/>
                      </a:lnTo>
                      <a:lnTo>
                        <a:pt x="282" y="468"/>
                      </a:lnTo>
                      <a:lnTo>
                        <a:pt x="294" y="468"/>
                      </a:lnTo>
                      <a:lnTo>
                        <a:pt x="312" y="474"/>
                      </a:lnTo>
                      <a:lnTo>
                        <a:pt x="372" y="474"/>
                      </a:lnTo>
                      <a:lnTo>
                        <a:pt x="372" y="450"/>
                      </a:lnTo>
                      <a:lnTo>
                        <a:pt x="378" y="438"/>
                      </a:lnTo>
                      <a:lnTo>
                        <a:pt x="390" y="426"/>
                      </a:lnTo>
                      <a:lnTo>
                        <a:pt x="408" y="426"/>
                      </a:lnTo>
                      <a:lnTo>
                        <a:pt x="432" y="432"/>
                      </a:lnTo>
                      <a:lnTo>
                        <a:pt x="468" y="444"/>
                      </a:lnTo>
                      <a:lnTo>
                        <a:pt x="474" y="450"/>
                      </a:lnTo>
                      <a:lnTo>
                        <a:pt x="480" y="450"/>
                      </a:lnTo>
                      <a:lnTo>
                        <a:pt x="480" y="456"/>
                      </a:lnTo>
                      <a:lnTo>
                        <a:pt x="486" y="468"/>
                      </a:lnTo>
                      <a:lnTo>
                        <a:pt x="486" y="474"/>
                      </a:lnTo>
                      <a:lnTo>
                        <a:pt x="492" y="480"/>
                      </a:lnTo>
                      <a:lnTo>
                        <a:pt x="504" y="486"/>
                      </a:lnTo>
                      <a:lnTo>
                        <a:pt x="564" y="486"/>
                      </a:lnTo>
                      <a:lnTo>
                        <a:pt x="576" y="480"/>
                      </a:lnTo>
                      <a:lnTo>
                        <a:pt x="594" y="474"/>
                      </a:lnTo>
                      <a:lnTo>
                        <a:pt x="606" y="462"/>
                      </a:lnTo>
                      <a:lnTo>
                        <a:pt x="618" y="456"/>
                      </a:lnTo>
                      <a:lnTo>
                        <a:pt x="630" y="444"/>
                      </a:lnTo>
                      <a:lnTo>
                        <a:pt x="648" y="438"/>
                      </a:lnTo>
                      <a:lnTo>
                        <a:pt x="660" y="432"/>
                      </a:lnTo>
                      <a:lnTo>
                        <a:pt x="672" y="432"/>
                      </a:lnTo>
                      <a:lnTo>
                        <a:pt x="684" y="438"/>
                      </a:lnTo>
                      <a:lnTo>
                        <a:pt x="690" y="444"/>
                      </a:lnTo>
                      <a:lnTo>
                        <a:pt x="696" y="444"/>
                      </a:lnTo>
                      <a:lnTo>
                        <a:pt x="702" y="450"/>
                      </a:lnTo>
                      <a:lnTo>
                        <a:pt x="714" y="450"/>
                      </a:lnTo>
                      <a:lnTo>
                        <a:pt x="726" y="444"/>
                      </a:lnTo>
                      <a:lnTo>
                        <a:pt x="732" y="432"/>
                      </a:lnTo>
                      <a:lnTo>
                        <a:pt x="744" y="420"/>
                      </a:lnTo>
                      <a:lnTo>
                        <a:pt x="756" y="432"/>
                      </a:lnTo>
                      <a:lnTo>
                        <a:pt x="756" y="444"/>
                      </a:lnTo>
                      <a:lnTo>
                        <a:pt x="750" y="450"/>
                      </a:lnTo>
                      <a:lnTo>
                        <a:pt x="744" y="462"/>
                      </a:lnTo>
                      <a:lnTo>
                        <a:pt x="744" y="468"/>
                      </a:lnTo>
                      <a:lnTo>
                        <a:pt x="738" y="474"/>
                      </a:lnTo>
                      <a:lnTo>
                        <a:pt x="738" y="486"/>
                      </a:lnTo>
                      <a:lnTo>
                        <a:pt x="744" y="492"/>
                      </a:lnTo>
                      <a:lnTo>
                        <a:pt x="744" y="498"/>
                      </a:lnTo>
                      <a:lnTo>
                        <a:pt x="756" y="510"/>
                      </a:lnTo>
                      <a:lnTo>
                        <a:pt x="768" y="510"/>
                      </a:lnTo>
                      <a:lnTo>
                        <a:pt x="768" y="504"/>
                      </a:lnTo>
                      <a:lnTo>
                        <a:pt x="774" y="498"/>
                      </a:lnTo>
                      <a:lnTo>
                        <a:pt x="774" y="480"/>
                      </a:lnTo>
                      <a:lnTo>
                        <a:pt x="780" y="486"/>
                      </a:lnTo>
                      <a:lnTo>
                        <a:pt x="792" y="486"/>
                      </a:lnTo>
                      <a:lnTo>
                        <a:pt x="792" y="462"/>
                      </a:lnTo>
                      <a:lnTo>
                        <a:pt x="786" y="462"/>
                      </a:lnTo>
                      <a:lnTo>
                        <a:pt x="786" y="432"/>
                      </a:lnTo>
                      <a:lnTo>
                        <a:pt x="810" y="432"/>
                      </a:lnTo>
                      <a:lnTo>
                        <a:pt x="804" y="438"/>
                      </a:lnTo>
                      <a:lnTo>
                        <a:pt x="804" y="444"/>
                      </a:lnTo>
                      <a:lnTo>
                        <a:pt x="840" y="444"/>
                      </a:lnTo>
                      <a:lnTo>
                        <a:pt x="858" y="438"/>
                      </a:lnTo>
                      <a:lnTo>
                        <a:pt x="864" y="432"/>
                      </a:lnTo>
                      <a:lnTo>
                        <a:pt x="870" y="432"/>
                      </a:lnTo>
                      <a:lnTo>
                        <a:pt x="888" y="414"/>
                      </a:lnTo>
                      <a:lnTo>
                        <a:pt x="894" y="414"/>
                      </a:lnTo>
                      <a:lnTo>
                        <a:pt x="900" y="420"/>
                      </a:lnTo>
                      <a:lnTo>
                        <a:pt x="912" y="426"/>
                      </a:lnTo>
                      <a:lnTo>
                        <a:pt x="924" y="438"/>
                      </a:lnTo>
                      <a:lnTo>
                        <a:pt x="942" y="438"/>
                      </a:lnTo>
                      <a:lnTo>
                        <a:pt x="954" y="444"/>
                      </a:lnTo>
                      <a:lnTo>
                        <a:pt x="966" y="444"/>
                      </a:lnTo>
                      <a:lnTo>
                        <a:pt x="978" y="438"/>
                      </a:lnTo>
                      <a:lnTo>
                        <a:pt x="996" y="438"/>
                      </a:lnTo>
                      <a:lnTo>
                        <a:pt x="1002" y="432"/>
                      </a:lnTo>
                      <a:lnTo>
                        <a:pt x="1014" y="426"/>
                      </a:lnTo>
                      <a:lnTo>
                        <a:pt x="1026" y="414"/>
                      </a:lnTo>
                      <a:lnTo>
                        <a:pt x="1038" y="408"/>
                      </a:lnTo>
                      <a:lnTo>
                        <a:pt x="1086" y="408"/>
                      </a:lnTo>
                      <a:lnTo>
                        <a:pt x="1092" y="414"/>
                      </a:lnTo>
                      <a:lnTo>
                        <a:pt x="1110" y="414"/>
                      </a:lnTo>
                      <a:lnTo>
                        <a:pt x="1122" y="402"/>
                      </a:lnTo>
                      <a:lnTo>
                        <a:pt x="1146" y="402"/>
                      </a:lnTo>
                      <a:lnTo>
                        <a:pt x="1152" y="390"/>
                      </a:lnTo>
                      <a:lnTo>
                        <a:pt x="1152" y="384"/>
                      </a:lnTo>
                      <a:lnTo>
                        <a:pt x="1158" y="384"/>
                      </a:lnTo>
                      <a:lnTo>
                        <a:pt x="1158" y="408"/>
                      </a:lnTo>
                      <a:lnTo>
                        <a:pt x="1164" y="414"/>
                      </a:lnTo>
                      <a:lnTo>
                        <a:pt x="1170" y="414"/>
                      </a:lnTo>
                      <a:lnTo>
                        <a:pt x="1182" y="408"/>
                      </a:lnTo>
                      <a:lnTo>
                        <a:pt x="1188" y="402"/>
                      </a:lnTo>
                      <a:lnTo>
                        <a:pt x="1188" y="390"/>
                      </a:lnTo>
                      <a:lnTo>
                        <a:pt x="1230" y="390"/>
                      </a:lnTo>
                      <a:lnTo>
                        <a:pt x="1242" y="402"/>
                      </a:lnTo>
                      <a:lnTo>
                        <a:pt x="1254" y="402"/>
                      </a:lnTo>
                      <a:lnTo>
                        <a:pt x="1260" y="396"/>
                      </a:lnTo>
                      <a:lnTo>
                        <a:pt x="1260" y="390"/>
                      </a:lnTo>
                      <a:lnTo>
                        <a:pt x="1284" y="390"/>
                      </a:lnTo>
                      <a:lnTo>
                        <a:pt x="1290" y="396"/>
                      </a:lnTo>
                      <a:lnTo>
                        <a:pt x="1290" y="414"/>
                      </a:lnTo>
                      <a:lnTo>
                        <a:pt x="1332" y="402"/>
                      </a:lnTo>
                      <a:close/>
                      <a:moveTo>
                        <a:pt x="102" y="282"/>
                      </a:moveTo>
                      <a:lnTo>
                        <a:pt x="96" y="282"/>
                      </a:lnTo>
                      <a:lnTo>
                        <a:pt x="96" y="312"/>
                      </a:lnTo>
                      <a:lnTo>
                        <a:pt x="102" y="324"/>
                      </a:lnTo>
                      <a:lnTo>
                        <a:pt x="108" y="330"/>
                      </a:lnTo>
                      <a:lnTo>
                        <a:pt x="114" y="324"/>
                      </a:lnTo>
                      <a:lnTo>
                        <a:pt x="114" y="318"/>
                      </a:lnTo>
                      <a:lnTo>
                        <a:pt x="120" y="312"/>
                      </a:lnTo>
                      <a:lnTo>
                        <a:pt x="120" y="300"/>
                      </a:lnTo>
                      <a:lnTo>
                        <a:pt x="102" y="282"/>
                      </a:lnTo>
                      <a:close/>
                    </a:path>
                  </a:pathLst>
                </a:custGeom>
                <a:solidFill>
                  <a:srgbClr val="572772"/>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187" name="Tunisia" descr="© INSCALE GmbH, 05.05.2010&#10;http://www.presentationload.com/">
                  <a:extLst>
                    <a:ext uri="{FF2B5EF4-FFF2-40B4-BE49-F238E27FC236}">
                      <a16:creationId xmlns:a16="http://schemas.microsoft.com/office/drawing/2014/main" id="{1CBF5122-9057-4769-8389-836F575630FA}"/>
                    </a:ext>
                  </a:extLst>
                </p:cNvPr>
                <p:cNvSpPr>
                  <a:spLocks/>
                </p:cNvSpPr>
                <p:nvPr/>
              </p:nvSpPr>
              <p:spPr bwMode="gray">
                <a:xfrm>
                  <a:off x="5855193" y="2519672"/>
                  <a:ext cx="123653" cy="257903"/>
                </a:xfrm>
                <a:custGeom>
                  <a:avLst/>
                  <a:gdLst>
                    <a:gd name="T0" fmla="*/ 2147483647 w 276"/>
                    <a:gd name="T1" fmla="*/ 2147483647 h 570"/>
                    <a:gd name="T2" fmla="*/ 2147483647 w 276"/>
                    <a:gd name="T3" fmla="*/ 2147483647 h 570"/>
                    <a:gd name="T4" fmla="*/ 2147483647 w 276"/>
                    <a:gd name="T5" fmla="*/ 2147483647 h 570"/>
                    <a:gd name="T6" fmla="*/ 2147483647 w 276"/>
                    <a:gd name="T7" fmla="*/ 2147483647 h 570"/>
                    <a:gd name="T8" fmla="*/ 2147483647 w 276"/>
                    <a:gd name="T9" fmla="*/ 2147483647 h 570"/>
                    <a:gd name="T10" fmla="*/ 2147483647 w 276"/>
                    <a:gd name="T11" fmla="*/ 2147483647 h 570"/>
                    <a:gd name="T12" fmla="*/ 0 w 276"/>
                    <a:gd name="T13" fmla="*/ 2147483647 h 570"/>
                    <a:gd name="T14" fmla="*/ 2147483647 w 276"/>
                    <a:gd name="T15" fmla="*/ 2147483647 h 570"/>
                    <a:gd name="T16" fmla="*/ 2147483647 w 276"/>
                    <a:gd name="T17" fmla="*/ 2147483647 h 570"/>
                    <a:gd name="T18" fmla="*/ 2147483647 w 276"/>
                    <a:gd name="T19" fmla="*/ 2147483647 h 570"/>
                    <a:gd name="T20" fmla="*/ 2147483647 w 276"/>
                    <a:gd name="T21" fmla="*/ 2147483647 h 570"/>
                    <a:gd name="T22" fmla="*/ 2147483647 w 276"/>
                    <a:gd name="T23" fmla="*/ 2147483647 h 570"/>
                    <a:gd name="T24" fmla="*/ 2147483647 w 276"/>
                    <a:gd name="T25" fmla="*/ 2147483647 h 570"/>
                    <a:gd name="T26" fmla="*/ 2147483647 w 276"/>
                    <a:gd name="T27" fmla="*/ 2147483647 h 570"/>
                    <a:gd name="T28" fmla="*/ 2147483647 w 276"/>
                    <a:gd name="T29" fmla="*/ 2147483647 h 570"/>
                    <a:gd name="T30" fmla="*/ 2147483647 w 276"/>
                    <a:gd name="T31" fmla="*/ 2147483647 h 570"/>
                    <a:gd name="T32" fmla="*/ 2147483647 w 276"/>
                    <a:gd name="T33" fmla="*/ 2147483647 h 570"/>
                    <a:gd name="T34" fmla="*/ 2147483647 w 276"/>
                    <a:gd name="T35" fmla="*/ 2147483647 h 570"/>
                    <a:gd name="T36" fmla="*/ 2147483647 w 276"/>
                    <a:gd name="T37" fmla="*/ 2147483647 h 570"/>
                    <a:gd name="T38" fmla="*/ 2147483647 w 276"/>
                    <a:gd name="T39" fmla="*/ 2147483647 h 570"/>
                    <a:gd name="T40" fmla="*/ 2147483647 w 276"/>
                    <a:gd name="T41" fmla="*/ 2147483647 h 570"/>
                    <a:gd name="T42" fmla="*/ 2147483647 w 276"/>
                    <a:gd name="T43" fmla="*/ 2147483647 h 570"/>
                    <a:gd name="T44" fmla="*/ 2147483647 w 276"/>
                    <a:gd name="T45" fmla="*/ 2147483647 h 570"/>
                    <a:gd name="T46" fmla="*/ 2147483647 w 276"/>
                    <a:gd name="T47" fmla="*/ 2147483647 h 570"/>
                    <a:gd name="T48" fmla="*/ 2147483647 w 276"/>
                    <a:gd name="T49" fmla="*/ 2147483647 h 570"/>
                    <a:gd name="T50" fmla="*/ 2147483647 w 276"/>
                    <a:gd name="T51" fmla="*/ 2147483647 h 570"/>
                    <a:gd name="T52" fmla="*/ 2147483647 w 276"/>
                    <a:gd name="T53" fmla="*/ 2147483647 h 570"/>
                    <a:gd name="T54" fmla="*/ 2147483647 w 276"/>
                    <a:gd name="T55" fmla="*/ 2147483647 h 570"/>
                    <a:gd name="T56" fmla="*/ 2147483647 w 276"/>
                    <a:gd name="T57" fmla="*/ 2147483647 h 570"/>
                    <a:gd name="T58" fmla="*/ 2147483647 w 276"/>
                    <a:gd name="T59" fmla="*/ 2147483647 h 570"/>
                    <a:gd name="T60" fmla="*/ 2147483647 w 276"/>
                    <a:gd name="T61" fmla="*/ 2147483647 h 570"/>
                    <a:gd name="T62" fmla="*/ 2147483647 w 276"/>
                    <a:gd name="T63" fmla="*/ 2147483647 h 570"/>
                    <a:gd name="T64" fmla="*/ 2147483647 w 276"/>
                    <a:gd name="T65" fmla="*/ 2147483647 h 570"/>
                    <a:gd name="T66" fmla="*/ 2147483647 w 276"/>
                    <a:gd name="T67" fmla="*/ 2147483647 h 570"/>
                    <a:gd name="T68" fmla="*/ 2147483647 w 276"/>
                    <a:gd name="T69" fmla="*/ 2147483647 h 570"/>
                    <a:gd name="T70" fmla="*/ 2147483647 w 276"/>
                    <a:gd name="T71" fmla="*/ 2147483647 h 570"/>
                    <a:gd name="T72" fmla="*/ 2147483647 w 276"/>
                    <a:gd name="T73" fmla="*/ 2147483647 h 570"/>
                    <a:gd name="T74" fmla="*/ 2147483647 w 276"/>
                    <a:gd name="T75" fmla="*/ 2147483647 h 570"/>
                    <a:gd name="T76" fmla="*/ 2147483647 w 276"/>
                    <a:gd name="T77" fmla="*/ 2147483647 h 570"/>
                    <a:gd name="T78" fmla="*/ 2147483647 w 276"/>
                    <a:gd name="T79" fmla="*/ 2147483647 h 570"/>
                    <a:gd name="T80" fmla="*/ 2147483647 w 276"/>
                    <a:gd name="T81" fmla="*/ 2147483647 h 570"/>
                    <a:gd name="T82" fmla="*/ 2147483647 w 276"/>
                    <a:gd name="T83" fmla="*/ 2147483647 h 570"/>
                    <a:gd name="T84" fmla="*/ 2147483647 w 276"/>
                    <a:gd name="T85" fmla="*/ 2147483647 h 570"/>
                    <a:gd name="T86" fmla="*/ 2147483647 w 276"/>
                    <a:gd name="T87" fmla="*/ 2147483647 h 570"/>
                    <a:gd name="T88" fmla="*/ 2147483647 w 276"/>
                    <a:gd name="T89" fmla="*/ 0 h 570"/>
                    <a:gd name="T90" fmla="*/ 2147483647 w 276"/>
                    <a:gd name="T91" fmla="*/ 2147483647 h 570"/>
                    <a:gd name="T92" fmla="*/ 2147483647 w 276"/>
                    <a:gd name="T93" fmla="*/ 2147483647 h 570"/>
                    <a:gd name="T94" fmla="*/ 2147483647 w 276"/>
                    <a:gd name="T95" fmla="*/ 2147483647 h 57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76"/>
                    <a:gd name="T145" fmla="*/ 0 h 570"/>
                    <a:gd name="T146" fmla="*/ 276 w 276"/>
                    <a:gd name="T147" fmla="*/ 570 h 57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76" h="570">
                      <a:moveTo>
                        <a:pt x="42" y="60"/>
                      </a:moveTo>
                      <a:lnTo>
                        <a:pt x="60" y="66"/>
                      </a:lnTo>
                      <a:lnTo>
                        <a:pt x="60" y="78"/>
                      </a:lnTo>
                      <a:lnTo>
                        <a:pt x="54" y="90"/>
                      </a:lnTo>
                      <a:lnTo>
                        <a:pt x="54" y="126"/>
                      </a:lnTo>
                      <a:lnTo>
                        <a:pt x="60" y="138"/>
                      </a:lnTo>
                      <a:lnTo>
                        <a:pt x="60" y="180"/>
                      </a:lnTo>
                      <a:lnTo>
                        <a:pt x="54" y="192"/>
                      </a:lnTo>
                      <a:lnTo>
                        <a:pt x="54" y="204"/>
                      </a:lnTo>
                      <a:lnTo>
                        <a:pt x="48" y="210"/>
                      </a:lnTo>
                      <a:lnTo>
                        <a:pt x="48" y="216"/>
                      </a:lnTo>
                      <a:lnTo>
                        <a:pt x="24" y="234"/>
                      </a:lnTo>
                      <a:lnTo>
                        <a:pt x="0" y="258"/>
                      </a:lnTo>
                      <a:lnTo>
                        <a:pt x="0" y="300"/>
                      </a:lnTo>
                      <a:lnTo>
                        <a:pt x="12" y="300"/>
                      </a:lnTo>
                      <a:lnTo>
                        <a:pt x="12" y="330"/>
                      </a:lnTo>
                      <a:lnTo>
                        <a:pt x="24" y="330"/>
                      </a:lnTo>
                      <a:lnTo>
                        <a:pt x="42" y="336"/>
                      </a:lnTo>
                      <a:lnTo>
                        <a:pt x="54" y="348"/>
                      </a:lnTo>
                      <a:lnTo>
                        <a:pt x="54" y="390"/>
                      </a:lnTo>
                      <a:lnTo>
                        <a:pt x="60" y="390"/>
                      </a:lnTo>
                      <a:lnTo>
                        <a:pt x="66" y="396"/>
                      </a:lnTo>
                      <a:lnTo>
                        <a:pt x="90" y="408"/>
                      </a:lnTo>
                      <a:lnTo>
                        <a:pt x="96" y="420"/>
                      </a:lnTo>
                      <a:lnTo>
                        <a:pt x="102" y="426"/>
                      </a:lnTo>
                      <a:lnTo>
                        <a:pt x="108" y="450"/>
                      </a:lnTo>
                      <a:lnTo>
                        <a:pt x="114" y="492"/>
                      </a:lnTo>
                      <a:lnTo>
                        <a:pt x="126" y="540"/>
                      </a:lnTo>
                      <a:lnTo>
                        <a:pt x="138" y="570"/>
                      </a:lnTo>
                      <a:lnTo>
                        <a:pt x="144" y="564"/>
                      </a:lnTo>
                      <a:lnTo>
                        <a:pt x="156" y="564"/>
                      </a:lnTo>
                      <a:lnTo>
                        <a:pt x="186" y="534"/>
                      </a:lnTo>
                      <a:lnTo>
                        <a:pt x="186" y="510"/>
                      </a:lnTo>
                      <a:lnTo>
                        <a:pt x="174" y="486"/>
                      </a:lnTo>
                      <a:lnTo>
                        <a:pt x="174" y="468"/>
                      </a:lnTo>
                      <a:lnTo>
                        <a:pt x="192" y="450"/>
                      </a:lnTo>
                      <a:lnTo>
                        <a:pt x="198" y="450"/>
                      </a:lnTo>
                      <a:lnTo>
                        <a:pt x="204" y="438"/>
                      </a:lnTo>
                      <a:lnTo>
                        <a:pt x="210" y="432"/>
                      </a:lnTo>
                      <a:lnTo>
                        <a:pt x="216" y="420"/>
                      </a:lnTo>
                      <a:lnTo>
                        <a:pt x="222" y="414"/>
                      </a:lnTo>
                      <a:lnTo>
                        <a:pt x="234" y="408"/>
                      </a:lnTo>
                      <a:lnTo>
                        <a:pt x="246" y="408"/>
                      </a:lnTo>
                      <a:lnTo>
                        <a:pt x="270" y="396"/>
                      </a:lnTo>
                      <a:lnTo>
                        <a:pt x="276" y="390"/>
                      </a:lnTo>
                      <a:lnTo>
                        <a:pt x="276" y="384"/>
                      </a:lnTo>
                      <a:lnTo>
                        <a:pt x="264" y="372"/>
                      </a:lnTo>
                      <a:lnTo>
                        <a:pt x="258" y="372"/>
                      </a:lnTo>
                      <a:lnTo>
                        <a:pt x="264" y="330"/>
                      </a:lnTo>
                      <a:lnTo>
                        <a:pt x="252" y="330"/>
                      </a:lnTo>
                      <a:lnTo>
                        <a:pt x="240" y="300"/>
                      </a:lnTo>
                      <a:lnTo>
                        <a:pt x="228" y="294"/>
                      </a:lnTo>
                      <a:lnTo>
                        <a:pt x="222" y="306"/>
                      </a:lnTo>
                      <a:lnTo>
                        <a:pt x="216" y="294"/>
                      </a:lnTo>
                      <a:lnTo>
                        <a:pt x="198" y="294"/>
                      </a:lnTo>
                      <a:lnTo>
                        <a:pt x="186" y="288"/>
                      </a:lnTo>
                      <a:lnTo>
                        <a:pt x="180" y="282"/>
                      </a:lnTo>
                      <a:lnTo>
                        <a:pt x="168" y="276"/>
                      </a:lnTo>
                      <a:lnTo>
                        <a:pt x="168" y="246"/>
                      </a:lnTo>
                      <a:lnTo>
                        <a:pt x="174" y="240"/>
                      </a:lnTo>
                      <a:lnTo>
                        <a:pt x="180" y="240"/>
                      </a:lnTo>
                      <a:lnTo>
                        <a:pt x="234" y="186"/>
                      </a:lnTo>
                      <a:lnTo>
                        <a:pt x="240" y="174"/>
                      </a:lnTo>
                      <a:lnTo>
                        <a:pt x="240" y="156"/>
                      </a:lnTo>
                      <a:lnTo>
                        <a:pt x="234" y="144"/>
                      </a:lnTo>
                      <a:lnTo>
                        <a:pt x="216" y="126"/>
                      </a:lnTo>
                      <a:lnTo>
                        <a:pt x="204" y="120"/>
                      </a:lnTo>
                      <a:lnTo>
                        <a:pt x="198" y="120"/>
                      </a:lnTo>
                      <a:lnTo>
                        <a:pt x="198" y="102"/>
                      </a:lnTo>
                      <a:lnTo>
                        <a:pt x="204" y="90"/>
                      </a:lnTo>
                      <a:lnTo>
                        <a:pt x="204" y="78"/>
                      </a:lnTo>
                      <a:lnTo>
                        <a:pt x="210" y="72"/>
                      </a:lnTo>
                      <a:lnTo>
                        <a:pt x="222" y="66"/>
                      </a:lnTo>
                      <a:lnTo>
                        <a:pt x="228" y="60"/>
                      </a:lnTo>
                      <a:lnTo>
                        <a:pt x="234" y="48"/>
                      </a:lnTo>
                      <a:lnTo>
                        <a:pt x="234" y="36"/>
                      </a:lnTo>
                      <a:lnTo>
                        <a:pt x="240" y="30"/>
                      </a:lnTo>
                      <a:lnTo>
                        <a:pt x="240" y="18"/>
                      </a:lnTo>
                      <a:lnTo>
                        <a:pt x="228" y="18"/>
                      </a:lnTo>
                      <a:lnTo>
                        <a:pt x="222" y="30"/>
                      </a:lnTo>
                      <a:lnTo>
                        <a:pt x="210" y="36"/>
                      </a:lnTo>
                      <a:lnTo>
                        <a:pt x="204" y="48"/>
                      </a:lnTo>
                      <a:lnTo>
                        <a:pt x="192" y="60"/>
                      </a:lnTo>
                      <a:lnTo>
                        <a:pt x="186" y="60"/>
                      </a:lnTo>
                      <a:lnTo>
                        <a:pt x="174" y="54"/>
                      </a:lnTo>
                      <a:lnTo>
                        <a:pt x="162" y="42"/>
                      </a:lnTo>
                      <a:lnTo>
                        <a:pt x="174" y="30"/>
                      </a:lnTo>
                      <a:lnTo>
                        <a:pt x="174" y="24"/>
                      </a:lnTo>
                      <a:lnTo>
                        <a:pt x="180" y="12"/>
                      </a:lnTo>
                      <a:lnTo>
                        <a:pt x="168" y="0"/>
                      </a:lnTo>
                      <a:lnTo>
                        <a:pt x="138" y="0"/>
                      </a:lnTo>
                      <a:lnTo>
                        <a:pt x="126" y="6"/>
                      </a:lnTo>
                      <a:lnTo>
                        <a:pt x="108" y="12"/>
                      </a:lnTo>
                      <a:lnTo>
                        <a:pt x="96" y="18"/>
                      </a:lnTo>
                      <a:lnTo>
                        <a:pt x="84" y="30"/>
                      </a:lnTo>
                      <a:lnTo>
                        <a:pt x="84" y="42"/>
                      </a:lnTo>
                      <a:lnTo>
                        <a:pt x="42" y="60"/>
                      </a:lnTo>
                      <a:close/>
                    </a:path>
                  </a:pathLst>
                </a:custGeom>
                <a:solidFill>
                  <a:srgbClr val="A29C97"/>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188" name="Togo" descr="© INSCALE GmbH, 05.05.2010&#10;http://www.presentationload.com/">
                  <a:extLst>
                    <a:ext uri="{FF2B5EF4-FFF2-40B4-BE49-F238E27FC236}">
                      <a16:creationId xmlns:a16="http://schemas.microsoft.com/office/drawing/2014/main" id="{0B7F21E9-1B95-4EA8-BB7F-27BF129976E5}"/>
                    </a:ext>
                  </a:extLst>
                </p:cNvPr>
                <p:cNvSpPr>
                  <a:spLocks/>
                </p:cNvSpPr>
                <p:nvPr/>
              </p:nvSpPr>
              <p:spPr bwMode="gray">
                <a:xfrm>
                  <a:off x="5604356" y="3475328"/>
                  <a:ext cx="63592" cy="181947"/>
                </a:xfrm>
                <a:custGeom>
                  <a:avLst/>
                  <a:gdLst>
                    <a:gd name="T0" fmla="*/ 2147483647 w 138"/>
                    <a:gd name="T1" fmla="*/ 2147483647 h 402"/>
                    <a:gd name="T2" fmla="*/ 2147483647 w 138"/>
                    <a:gd name="T3" fmla="*/ 2147483647 h 402"/>
                    <a:gd name="T4" fmla="*/ 2147483647 w 138"/>
                    <a:gd name="T5" fmla="*/ 2147483647 h 402"/>
                    <a:gd name="T6" fmla="*/ 2147483647 w 138"/>
                    <a:gd name="T7" fmla="*/ 2147483647 h 402"/>
                    <a:gd name="T8" fmla="*/ 2147483647 w 138"/>
                    <a:gd name="T9" fmla="*/ 2147483647 h 402"/>
                    <a:gd name="T10" fmla="*/ 2147483647 w 138"/>
                    <a:gd name="T11" fmla="*/ 2147483647 h 402"/>
                    <a:gd name="T12" fmla="*/ 2147483647 w 138"/>
                    <a:gd name="T13" fmla="*/ 2147483647 h 402"/>
                    <a:gd name="T14" fmla="*/ 2147483647 w 138"/>
                    <a:gd name="T15" fmla="*/ 2147483647 h 402"/>
                    <a:gd name="T16" fmla="*/ 2147483647 w 138"/>
                    <a:gd name="T17" fmla="*/ 2147483647 h 402"/>
                    <a:gd name="T18" fmla="*/ 2147483647 w 138"/>
                    <a:gd name="T19" fmla="*/ 2147483647 h 402"/>
                    <a:gd name="T20" fmla="*/ 2147483647 w 138"/>
                    <a:gd name="T21" fmla="*/ 2147483647 h 402"/>
                    <a:gd name="T22" fmla="*/ 2147483647 w 138"/>
                    <a:gd name="T23" fmla="*/ 2147483647 h 402"/>
                    <a:gd name="T24" fmla="*/ 2147483647 w 138"/>
                    <a:gd name="T25" fmla="*/ 2147483647 h 402"/>
                    <a:gd name="T26" fmla="*/ 2147483647 w 138"/>
                    <a:gd name="T27" fmla="*/ 2147483647 h 402"/>
                    <a:gd name="T28" fmla="*/ 2147483647 w 138"/>
                    <a:gd name="T29" fmla="*/ 2147483647 h 402"/>
                    <a:gd name="T30" fmla="*/ 2147483647 w 138"/>
                    <a:gd name="T31" fmla="*/ 2147483647 h 402"/>
                    <a:gd name="T32" fmla="*/ 2147483647 w 138"/>
                    <a:gd name="T33" fmla="*/ 0 h 402"/>
                    <a:gd name="T34" fmla="*/ 2147483647 w 138"/>
                    <a:gd name="T35" fmla="*/ 0 h 402"/>
                    <a:gd name="T36" fmla="*/ 2147483647 w 138"/>
                    <a:gd name="T37" fmla="*/ 2147483647 h 402"/>
                    <a:gd name="T38" fmla="*/ 0 w 138"/>
                    <a:gd name="T39" fmla="*/ 2147483647 h 402"/>
                    <a:gd name="T40" fmla="*/ 2147483647 w 138"/>
                    <a:gd name="T41" fmla="*/ 2147483647 h 402"/>
                    <a:gd name="T42" fmla="*/ 2147483647 w 138"/>
                    <a:gd name="T43" fmla="*/ 2147483647 h 402"/>
                    <a:gd name="T44" fmla="*/ 2147483647 w 138"/>
                    <a:gd name="T45" fmla="*/ 2147483647 h 402"/>
                    <a:gd name="T46" fmla="*/ 2147483647 w 138"/>
                    <a:gd name="T47" fmla="*/ 2147483647 h 402"/>
                    <a:gd name="T48" fmla="*/ 2147483647 w 138"/>
                    <a:gd name="T49" fmla="*/ 2147483647 h 402"/>
                    <a:gd name="T50" fmla="*/ 2147483647 w 138"/>
                    <a:gd name="T51" fmla="*/ 2147483647 h 402"/>
                    <a:gd name="T52" fmla="*/ 2147483647 w 138"/>
                    <a:gd name="T53" fmla="*/ 2147483647 h 402"/>
                    <a:gd name="T54" fmla="*/ 2147483647 w 138"/>
                    <a:gd name="T55" fmla="*/ 2147483647 h 402"/>
                    <a:gd name="T56" fmla="*/ 2147483647 w 138"/>
                    <a:gd name="T57" fmla="*/ 2147483647 h 402"/>
                    <a:gd name="T58" fmla="*/ 2147483647 w 138"/>
                    <a:gd name="T59" fmla="*/ 2147483647 h 402"/>
                    <a:gd name="T60" fmla="*/ 2147483647 w 138"/>
                    <a:gd name="T61" fmla="*/ 2147483647 h 402"/>
                    <a:gd name="T62" fmla="*/ 2147483647 w 138"/>
                    <a:gd name="T63" fmla="*/ 2147483647 h 402"/>
                    <a:gd name="T64" fmla="*/ 2147483647 w 138"/>
                    <a:gd name="T65" fmla="*/ 2147483647 h 402"/>
                    <a:gd name="T66" fmla="*/ 2147483647 w 138"/>
                    <a:gd name="T67" fmla="*/ 2147483647 h 402"/>
                    <a:gd name="T68" fmla="*/ 2147483647 w 138"/>
                    <a:gd name="T69" fmla="*/ 2147483647 h 402"/>
                    <a:gd name="T70" fmla="*/ 2147483647 w 138"/>
                    <a:gd name="T71" fmla="*/ 2147483647 h 402"/>
                    <a:gd name="T72" fmla="*/ 2147483647 w 138"/>
                    <a:gd name="T73" fmla="*/ 2147483647 h 402"/>
                    <a:gd name="T74" fmla="*/ 2147483647 w 138"/>
                    <a:gd name="T75" fmla="*/ 2147483647 h 402"/>
                    <a:gd name="T76" fmla="*/ 2147483647 w 138"/>
                    <a:gd name="T77" fmla="*/ 2147483647 h 402"/>
                    <a:gd name="T78" fmla="*/ 2147483647 w 138"/>
                    <a:gd name="T79" fmla="*/ 2147483647 h 402"/>
                    <a:gd name="T80" fmla="*/ 2147483647 w 138"/>
                    <a:gd name="T81" fmla="*/ 2147483647 h 402"/>
                    <a:gd name="T82" fmla="*/ 2147483647 w 138"/>
                    <a:gd name="T83" fmla="*/ 2147483647 h 402"/>
                    <a:gd name="T84" fmla="*/ 2147483647 w 138"/>
                    <a:gd name="T85" fmla="*/ 2147483647 h 402"/>
                    <a:gd name="T86" fmla="*/ 2147483647 w 138"/>
                    <a:gd name="T87" fmla="*/ 2147483647 h 402"/>
                    <a:gd name="T88" fmla="*/ 2147483647 w 138"/>
                    <a:gd name="T89" fmla="*/ 2147483647 h 402"/>
                    <a:gd name="T90" fmla="*/ 2147483647 w 138"/>
                    <a:gd name="T91" fmla="*/ 2147483647 h 402"/>
                    <a:gd name="T92" fmla="*/ 2147483647 w 138"/>
                    <a:gd name="T93" fmla="*/ 2147483647 h 402"/>
                    <a:gd name="T94" fmla="*/ 2147483647 w 138"/>
                    <a:gd name="T95" fmla="*/ 2147483647 h 402"/>
                    <a:gd name="T96" fmla="*/ 2147483647 w 138"/>
                    <a:gd name="T97" fmla="*/ 2147483647 h 402"/>
                    <a:gd name="T98" fmla="*/ 2147483647 w 138"/>
                    <a:gd name="T99" fmla="*/ 2147483647 h 402"/>
                    <a:gd name="T100" fmla="*/ 2147483647 w 138"/>
                    <a:gd name="T101" fmla="*/ 2147483647 h 402"/>
                    <a:gd name="T102" fmla="*/ 2147483647 w 138"/>
                    <a:gd name="T103" fmla="*/ 2147483647 h 402"/>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38"/>
                    <a:gd name="T157" fmla="*/ 0 h 402"/>
                    <a:gd name="T158" fmla="*/ 138 w 138"/>
                    <a:gd name="T159" fmla="*/ 402 h 402"/>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38" h="402">
                      <a:moveTo>
                        <a:pt x="126" y="354"/>
                      </a:moveTo>
                      <a:lnTo>
                        <a:pt x="120" y="288"/>
                      </a:lnTo>
                      <a:lnTo>
                        <a:pt x="132" y="282"/>
                      </a:lnTo>
                      <a:lnTo>
                        <a:pt x="120" y="270"/>
                      </a:lnTo>
                      <a:lnTo>
                        <a:pt x="120" y="210"/>
                      </a:lnTo>
                      <a:lnTo>
                        <a:pt x="132" y="198"/>
                      </a:lnTo>
                      <a:lnTo>
                        <a:pt x="126" y="186"/>
                      </a:lnTo>
                      <a:lnTo>
                        <a:pt x="126" y="156"/>
                      </a:lnTo>
                      <a:lnTo>
                        <a:pt x="120" y="144"/>
                      </a:lnTo>
                      <a:lnTo>
                        <a:pt x="108" y="132"/>
                      </a:lnTo>
                      <a:lnTo>
                        <a:pt x="108" y="90"/>
                      </a:lnTo>
                      <a:lnTo>
                        <a:pt x="78" y="60"/>
                      </a:lnTo>
                      <a:lnTo>
                        <a:pt x="66" y="54"/>
                      </a:lnTo>
                      <a:lnTo>
                        <a:pt x="66" y="24"/>
                      </a:lnTo>
                      <a:lnTo>
                        <a:pt x="72" y="6"/>
                      </a:lnTo>
                      <a:lnTo>
                        <a:pt x="54" y="6"/>
                      </a:lnTo>
                      <a:lnTo>
                        <a:pt x="30" y="0"/>
                      </a:lnTo>
                      <a:lnTo>
                        <a:pt x="12" y="0"/>
                      </a:lnTo>
                      <a:lnTo>
                        <a:pt x="12" y="18"/>
                      </a:lnTo>
                      <a:lnTo>
                        <a:pt x="0" y="30"/>
                      </a:lnTo>
                      <a:lnTo>
                        <a:pt x="36" y="54"/>
                      </a:lnTo>
                      <a:lnTo>
                        <a:pt x="24" y="132"/>
                      </a:lnTo>
                      <a:lnTo>
                        <a:pt x="36" y="120"/>
                      </a:lnTo>
                      <a:lnTo>
                        <a:pt x="42" y="120"/>
                      </a:lnTo>
                      <a:lnTo>
                        <a:pt x="48" y="126"/>
                      </a:lnTo>
                      <a:lnTo>
                        <a:pt x="48" y="150"/>
                      </a:lnTo>
                      <a:lnTo>
                        <a:pt x="42" y="162"/>
                      </a:lnTo>
                      <a:lnTo>
                        <a:pt x="54" y="174"/>
                      </a:lnTo>
                      <a:lnTo>
                        <a:pt x="54" y="180"/>
                      </a:lnTo>
                      <a:lnTo>
                        <a:pt x="48" y="180"/>
                      </a:lnTo>
                      <a:lnTo>
                        <a:pt x="36" y="192"/>
                      </a:lnTo>
                      <a:lnTo>
                        <a:pt x="42" y="198"/>
                      </a:lnTo>
                      <a:lnTo>
                        <a:pt x="54" y="204"/>
                      </a:lnTo>
                      <a:lnTo>
                        <a:pt x="60" y="210"/>
                      </a:lnTo>
                      <a:lnTo>
                        <a:pt x="60" y="222"/>
                      </a:lnTo>
                      <a:lnTo>
                        <a:pt x="54" y="228"/>
                      </a:lnTo>
                      <a:lnTo>
                        <a:pt x="54" y="270"/>
                      </a:lnTo>
                      <a:lnTo>
                        <a:pt x="48" y="276"/>
                      </a:lnTo>
                      <a:lnTo>
                        <a:pt x="48" y="294"/>
                      </a:lnTo>
                      <a:lnTo>
                        <a:pt x="54" y="294"/>
                      </a:lnTo>
                      <a:lnTo>
                        <a:pt x="60" y="300"/>
                      </a:lnTo>
                      <a:lnTo>
                        <a:pt x="60" y="312"/>
                      </a:lnTo>
                      <a:lnTo>
                        <a:pt x="54" y="324"/>
                      </a:lnTo>
                      <a:lnTo>
                        <a:pt x="54" y="336"/>
                      </a:lnTo>
                      <a:lnTo>
                        <a:pt x="66" y="378"/>
                      </a:lnTo>
                      <a:lnTo>
                        <a:pt x="96" y="402"/>
                      </a:lnTo>
                      <a:lnTo>
                        <a:pt x="108" y="396"/>
                      </a:lnTo>
                      <a:lnTo>
                        <a:pt x="120" y="384"/>
                      </a:lnTo>
                      <a:lnTo>
                        <a:pt x="138" y="384"/>
                      </a:lnTo>
                      <a:lnTo>
                        <a:pt x="138" y="372"/>
                      </a:lnTo>
                      <a:lnTo>
                        <a:pt x="126" y="360"/>
                      </a:lnTo>
                      <a:lnTo>
                        <a:pt x="126" y="354"/>
                      </a:lnTo>
                      <a:close/>
                    </a:path>
                  </a:pathLst>
                </a:custGeom>
                <a:solidFill>
                  <a:srgbClr val="A29C97"/>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189" name="Thailand" descr="© INSCALE GmbH, 05.05.2010&#10;http://www.presentationload.com/">
                  <a:extLst>
                    <a:ext uri="{FF2B5EF4-FFF2-40B4-BE49-F238E27FC236}">
                      <a16:creationId xmlns:a16="http://schemas.microsoft.com/office/drawing/2014/main" id="{953C38CF-CBE2-4FF5-9BEE-802EA2DEF7AB}"/>
                    </a:ext>
                  </a:extLst>
                </p:cNvPr>
                <p:cNvSpPr>
                  <a:spLocks/>
                </p:cNvSpPr>
                <p:nvPr/>
              </p:nvSpPr>
              <p:spPr bwMode="gray">
                <a:xfrm>
                  <a:off x="8700945" y="3134399"/>
                  <a:ext cx="279100" cy="537004"/>
                </a:xfrm>
                <a:custGeom>
                  <a:avLst/>
                  <a:gdLst>
                    <a:gd name="T0" fmla="*/ 2147483647 w 618"/>
                    <a:gd name="T1" fmla="*/ 2147483647 h 1188"/>
                    <a:gd name="T2" fmla="*/ 2147483647 w 618"/>
                    <a:gd name="T3" fmla="*/ 2147483647 h 1188"/>
                    <a:gd name="T4" fmla="*/ 2147483647 w 618"/>
                    <a:gd name="T5" fmla="*/ 2147483647 h 1188"/>
                    <a:gd name="T6" fmla="*/ 2147483647 w 618"/>
                    <a:gd name="T7" fmla="*/ 2147483647 h 1188"/>
                    <a:gd name="T8" fmla="*/ 2147483647 w 618"/>
                    <a:gd name="T9" fmla="*/ 2147483647 h 1188"/>
                    <a:gd name="T10" fmla="*/ 2147483647 w 618"/>
                    <a:gd name="T11" fmla="*/ 2147483647 h 1188"/>
                    <a:gd name="T12" fmla="*/ 2147483647 w 618"/>
                    <a:gd name="T13" fmla="*/ 2147483647 h 1188"/>
                    <a:gd name="T14" fmla="*/ 2147483647 w 618"/>
                    <a:gd name="T15" fmla="*/ 2147483647 h 1188"/>
                    <a:gd name="T16" fmla="*/ 2147483647 w 618"/>
                    <a:gd name="T17" fmla="*/ 2147483647 h 1188"/>
                    <a:gd name="T18" fmla="*/ 2147483647 w 618"/>
                    <a:gd name="T19" fmla="*/ 2147483647 h 1188"/>
                    <a:gd name="T20" fmla="*/ 2147483647 w 618"/>
                    <a:gd name="T21" fmla="*/ 2147483647 h 1188"/>
                    <a:gd name="T22" fmla="*/ 2147483647 w 618"/>
                    <a:gd name="T23" fmla="*/ 2147483647 h 1188"/>
                    <a:gd name="T24" fmla="*/ 2147483647 w 618"/>
                    <a:gd name="T25" fmla="*/ 0 h 1188"/>
                    <a:gd name="T26" fmla="*/ 2147483647 w 618"/>
                    <a:gd name="T27" fmla="*/ 2147483647 h 1188"/>
                    <a:gd name="T28" fmla="*/ 2147483647 w 618"/>
                    <a:gd name="T29" fmla="*/ 2147483647 h 1188"/>
                    <a:gd name="T30" fmla="*/ 2147483647 w 618"/>
                    <a:gd name="T31" fmla="*/ 2147483647 h 1188"/>
                    <a:gd name="T32" fmla="*/ 0 w 618"/>
                    <a:gd name="T33" fmla="*/ 2147483647 h 1188"/>
                    <a:gd name="T34" fmla="*/ 2147483647 w 618"/>
                    <a:gd name="T35" fmla="*/ 2147483647 h 1188"/>
                    <a:gd name="T36" fmla="*/ 2147483647 w 618"/>
                    <a:gd name="T37" fmla="*/ 2147483647 h 1188"/>
                    <a:gd name="T38" fmla="*/ 2147483647 w 618"/>
                    <a:gd name="T39" fmla="*/ 2147483647 h 1188"/>
                    <a:gd name="T40" fmla="*/ 2147483647 w 618"/>
                    <a:gd name="T41" fmla="*/ 2147483647 h 1188"/>
                    <a:gd name="T42" fmla="*/ 2147483647 w 618"/>
                    <a:gd name="T43" fmla="*/ 2147483647 h 1188"/>
                    <a:gd name="T44" fmla="*/ 2147483647 w 618"/>
                    <a:gd name="T45" fmla="*/ 2147483647 h 1188"/>
                    <a:gd name="T46" fmla="*/ 2147483647 w 618"/>
                    <a:gd name="T47" fmla="*/ 2147483647 h 1188"/>
                    <a:gd name="T48" fmla="*/ 2147483647 w 618"/>
                    <a:gd name="T49" fmla="*/ 2147483647 h 1188"/>
                    <a:gd name="T50" fmla="*/ 2147483647 w 618"/>
                    <a:gd name="T51" fmla="*/ 2147483647 h 1188"/>
                    <a:gd name="T52" fmla="*/ 2147483647 w 618"/>
                    <a:gd name="T53" fmla="*/ 2147483647 h 1188"/>
                    <a:gd name="T54" fmla="*/ 2147483647 w 618"/>
                    <a:gd name="T55" fmla="*/ 2147483647 h 1188"/>
                    <a:gd name="T56" fmla="*/ 2147483647 w 618"/>
                    <a:gd name="T57" fmla="*/ 2147483647 h 1188"/>
                    <a:gd name="T58" fmla="*/ 2147483647 w 618"/>
                    <a:gd name="T59" fmla="*/ 2147483647 h 1188"/>
                    <a:gd name="T60" fmla="*/ 2147483647 w 618"/>
                    <a:gd name="T61" fmla="*/ 2147483647 h 1188"/>
                    <a:gd name="T62" fmla="*/ 2147483647 w 618"/>
                    <a:gd name="T63" fmla="*/ 2147483647 h 1188"/>
                    <a:gd name="T64" fmla="*/ 2147483647 w 618"/>
                    <a:gd name="T65" fmla="*/ 2147483647 h 1188"/>
                    <a:gd name="T66" fmla="*/ 2147483647 w 618"/>
                    <a:gd name="T67" fmla="*/ 2147483647 h 1188"/>
                    <a:gd name="T68" fmla="*/ 2147483647 w 618"/>
                    <a:gd name="T69" fmla="*/ 2147483647 h 1188"/>
                    <a:gd name="T70" fmla="*/ 2147483647 w 618"/>
                    <a:gd name="T71" fmla="*/ 2147483647 h 1188"/>
                    <a:gd name="T72" fmla="*/ 2147483647 w 618"/>
                    <a:gd name="T73" fmla="*/ 2147483647 h 1188"/>
                    <a:gd name="T74" fmla="*/ 2147483647 w 618"/>
                    <a:gd name="T75" fmla="*/ 2147483647 h 1188"/>
                    <a:gd name="T76" fmla="*/ 2147483647 w 618"/>
                    <a:gd name="T77" fmla="*/ 2147483647 h 1188"/>
                    <a:gd name="T78" fmla="*/ 2147483647 w 618"/>
                    <a:gd name="T79" fmla="*/ 2147483647 h 1188"/>
                    <a:gd name="T80" fmla="*/ 2147483647 w 618"/>
                    <a:gd name="T81" fmla="*/ 2147483647 h 1188"/>
                    <a:gd name="T82" fmla="*/ 2147483647 w 618"/>
                    <a:gd name="T83" fmla="*/ 2147483647 h 1188"/>
                    <a:gd name="T84" fmla="*/ 2147483647 w 618"/>
                    <a:gd name="T85" fmla="*/ 2147483647 h 1188"/>
                    <a:gd name="T86" fmla="*/ 2147483647 w 618"/>
                    <a:gd name="T87" fmla="*/ 2147483647 h 1188"/>
                    <a:gd name="T88" fmla="*/ 2147483647 w 618"/>
                    <a:gd name="T89" fmla="*/ 2147483647 h 1188"/>
                    <a:gd name="T90" fmla="*/ 2147483647 w 618"/>
                    <a:gd name="T91" fmla="*/ 2147483647 h 1188"/>
                    <a:gd name="T92" fmla="*/ 2147483647 w 618"/>
                    <a:gd name="T93" fmla="*/ 2147483647 h 1188"/>
                    <a:gd name="T94" fmla="*/ 2147483647 w 618"/>
                    <a:gd name="T95" fmla="*/ 2147483647 h 1188"/>
                    <a:gd name="T96" fmla="*/ 2147483647 w 618"/>
                    <a:gd name="T97" fmla="*/ 2147483647 h 1188"/>
                    <a:gd name="T98" fmla="*/ 2147483647 w 618"/>
                    <a:gd name="T99" fmla="*/ 2147483647 h 1188"/>
                    <a:gd name="T100" fmla="*/ 2147483647 w 618"/>
                    <a:gd name="T101" fmla="*/ 2147483647 h 1188"/>
                    <a:gd name="T102" fmla="*/ 2147483647 w 618"/>
                    <a:gd name="T103" fmla="*/ 2147483647 h 1188"/>
                    <a:gd name="T104" fmla="*/ 2147483647 w 618"/>
                    <a:gd name="T105" fmla="*/ 2147483647 h 1188"/>
                    <a:gd name="T106" fmla="*/ 2147483647 w 618"/>
                    <a:gd name="T107" fmla="*/ 2147483647 h 1188"/>
                    <a:gd name="T108" fmla="*/ 2147483647 w 618"/>
                    <a:gd name="T109" fmla="*/ 2147483647 h 1188"/>
                    <a:gd name="T110" fmla="*/ 2147483647 w 618"/>
                    <a:gd name="T111" fmla="*/ 2147483647 h 1188"/>
                    <a:gd name="T112" fmla="*/ 2147483647 w 618"/>
                    <a:gd name="T113" fmla="*/ 2147483647 h 1188"/>
                    <a:gd name="T114" fmla="*/ 2147483647 w 618"/>
                    <a:gd name="T115" fmla="*/ 2147483647 h 1188"/>
                    <a:gd name="T116" fmla="*/ 2147483647 w 618"/>
                    <a:gd name="T117" fmla="*/ 2147483647 h 1188"/>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618"/>
                    <a:gd name="T178" fmla="*/ 0 h 1188"/>
                    <a:gd name="T179" fmla="*/ 618 w 618"/>
                    <a:gd name="T180" fmla="*/ 1188 h 1188"/>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618" h="1188">
                      <a:moveTo>
                        <a:pt x="588" y="426"/>
                      </a:moveTo>
                      <a:lnTo>
                        <a:pt x="588" y="420"/>
                      </a:lnTo>
                      <a:lnTo>
                        <a:pt x="594" y="414"/>
                      </a:lnTo>
                      <a:lnTo>
                        <a:pt x="606" y="390"/>
                      </a:lnTo>
                      <a:lnTo>
                        <a:pt x="594" y="378"/>
                      </a:lnTo>
                      <a:lnTo>
                        <a:pt x="594" y="372"/>
                      </a:lnTo>
                      <a:lnTo>
                        <a:pt x="588" y="378"/>
                      </a:lnTo>
                      <a:lnTo>
                        <a:pt x="588" y="366"/>
                      </a:lnTo>
                      <a:lnTo>
                        <a:pt x="582" y="360"/>
                      </a:lnTo>
                      <a:lnTo>
                        <a:pt x="582" y="354"/>
                      </a:lnTo>
                      <a:lnTo>
                        <a:pt x="546" y="318"/>
                      </a:lnTo>
                      <a:lnTo>
                        <a:pt x="534" y="294"/>
                      </a:lnTo>
                      <a:lnTo>
                        <a:pt x="534" y="282"/>
                      </a:lnTo>
                      <a:lnTo>
                        <a:pt x="528" y="240"/>
                      </a:lnTo>
                      <a:lnTo>
                        <a:pt x="510" y="222"/>
                      </a:lnTo>
                      <a:lnTo>
                        <a:pt x="498" y="216"/>
                      </a:lnTo>
                      <a:lnTo>
                        <a:pt x="480" y="204"/>
                      </a:lnTo>
                      <a:lnTo>
                        <a:pt x="468" y="192"/>
                      </a:lnTo>
                      <a:lnTo>
                        <a:pt x="468" y="180"/>
                      </a:lnTo>
                      <a:lnTo>
                        <a:pt x="462" y="174"/>
                      </a:lnTo>
                      <a:lnTo>
                        <a:pt x="438" y="174"/>
                      </a:lnTo>
                      <a:lnTo>
                        <a:pt x="426" y="168"/>
                      </a:lnTo>
                      <a:lnTo>
                        <a:pt x="420" y="162"/>
                      </a:lnTo>
                      <a:lnTo>
                        <a:pt x="402" y="162"/>
                      </a:lnTo>
                      <a:lnTo>
                        <a:pt x="396" y="168"/>
                      </a:lnTo>
                      <a:lnTo>
                        <a:pt x="396" y="180"/>
                      </a:lnTo>
                      <a:lnTo>
                        <a:pt x="378" y="198"/>
                      </a:lnTo>
                      <a:lnTo>
                        <a:pt x="360" y="198"/>
                      </a:lnTo>
                      <a:lnTo>
                        <a:pt x="336" y="186"/>
                      </a:lnTo>
                      <a:lnTo>
                        <a:pt x="330" y="180"/>
                      </a:lnTo>
                      <a:lnTo>
                        <a:pt x="318" y="180"/>
                      </a:lnTo>
                      <a:lnTo>
                        <a:pt x="312" y="186"/>
                      </a:lnTo>
                      <a:lnTo>
                        <a:pt x="306" y="198"/>
                      </a:lnTo>
                      <a:lnTo>
                        <a:pt x="294" y="210"/>
                      </a:lnTo>
                      <a:lnTo>
                        <a:pt x="294" y="216"/>
                      </a:lnTo>
                      <a:lnTo>
                        <a:pt x="288" y="222"/>
                      </a:lnTo>
                      <a:lnTo>
                        <a:pt x="264" y="234"/>
                      </a:lnTo>
                      <a:lnTo>
                        <a:pt x="246" y="234"/>
                      </a:lnTo>
                      <a:lnTo>
                        <a:pt x="246" y="222"/>
                      </a:lnTo>
                      <a:lnTo>
                        <a:pt x="270" y="174"/>
                      </a:lnTo>
                      <a:lnTo>
                        <a:pt x="270" y="162"/>
                      </a:lnTo>
                      <a:lnTo>
                        <a:pt x="264" y="156"/>
                      </a:lnTo>
                      <a:lnTo>
                        <a:pt x="252" y="156"/>
                      </a:lnTo>
                      <a:lnTo>
                        <a:pt x="264" y="144"/>
                      </a:lnTo>
                      <a:lnTo>
                        <a:pt x="270" y="132"/>
                      </a:lnTo>
                      <a:lnTo>
                        <a:pt x="270" y="120"/>
                      </a:lnTo>
                      <a:lnTo>
                        <a:pt x="264" y="108"/>
                      </a:lnTo>
                      <a:lnTo>
                        <a:pt x="258" y="102"/>
                      </a:lnTo>
                      <a:lnTo>
                        <a:pt x="264" y="96"/>
                      </a:lnTo>
                      <a:lnTo>
                        <a:pt x="264" y="66"/>
                      </a:lnTo>
                      <a:lnTo>
                        <a:pt x="252" y="60"/>
                      </a:lnTo>
                      <a:lnTo>
                        <a:pt x="246" y="60"/>
                      </a:lnTo>
                      <a:lnTo>
                        <a:pt x="240" y="66"/>
                      </a:lnTo>
                      <a:lnTo>
                        <a:pt x="228" y="66"/>
                      </a:lnTo>
                      <a:lnTo>
                        <a:pt x="228" y="78"/>
                      </a:lnTo>
                      <a:lnTo>
                        <a:pt x="210" y="78"/>
                      </a:lnTo>
                      <a:lnTo>
                        <a:pt x="204" y="72"/>
                      </a:lnTo>
                      <a:lnTo>
                        <a:pt x="198" y="60"/>
                      </a:lnTo>
                      <a:lnTo>
                        <a:pt x="198" y="36"/>
                      </a:lnTo>
                      <a:lnTo>
                        <a:pt x="204" y="30"/>
                      </a:lnTo>
                      <a:lnTo>
                        <a:pt x="204" y="18"/>
                      </a:lnTo>
                      <a:lnTo>
                        <a:pt x="198" y="12"/>
                      </a:lnTo>
                      <a:lnTo>
                        <a:pt x="186" y="12"/>
                      </a:lnTo>
                      <a:lnTo>
                        <a:pt x="174" y="6"/>
                      </a:lnTo>
                      <a:lnTo>
                        <a:pt x="168" y="0"/>
                      </a:lnTo>
                      <a:lnTo>
                        <a:pt x="138" y="0"/>
                      </a:lnTo>
                      <a:lnTo>
                        <a:pt x="132" y="6"/>
                      </a:lnTo>
                      <a:lnTo>
                        <a:pt x="126" y="6"/>
                      </a:lnTo>
                      <a:lnTo>
                        <a:pt x="120" y="30"/>
                      </a:lnTo>
                      <a:lnTo>
                        <a:pt x="96" y="30"/>
                      </a:lnTo>
                      <a:lnTo>
                        <a:pt x="96" y="36"/>
                      </a:lnTo>
                      <a:lnTo>
                        <a:pt x="90" y="42"/>
                      </a:lnTo>
                      <a:lnTo>
                        <a:pt x="84" y="54"/>
                      </a:lnTo>
                      <a:lnTo>
                        <a:pt x="78" y="60"/>
                      </a:lnTo>
                      <a:lnTo>
                        <a:pt x="66" y="60"/>
                      </a:lnTo>
                      <a:lnTo>
                        <a:pt x="54" y="54"/>
                      </a:lnTo>
                      <a:lnTo>
                        <a:pt x="24" y="54"/>
                      </a:lnTo>
                      <a:lnTo>
                        <a:pt x="24" y="102"/>
                      </a:lnTo>
                      <a:lnTo>
                        <a:pt x="18" y="108"/>
                      </a:lnTo>
                      <a:lnTo>
                        <a:pt x="12" y="108"/>
                      </a:lnTo>
                      <a:lnTo>
                        <a:pt x="6" y="114"/>
                      </a:lnTo>
                      <a:lnTo>
                        <a:pt x="6" y="120"/>
                      </a:lnTo>
                      <a:lnTo>
                        <a:pt x="24" y="138"/>
                      </a:lnTo>
                      <a:lnTo>
                        <a:pt x="24" y="156"/>
                      </a:lnTo>
                      <a:lnTo>
                        <a:pt x="0" y="156"/>
                      </a:lnTo>
                      <a:lnTo>
                        <a:pt x="0" y="162"/>
                      </a:lnTo>
                      <a:lnTo>
                        <a:pt x="24" y="186"/>
                      </a:lnTo>
                      <a:lnTo>
                        <a:pt x="36" y="192"/>
                      </a:lnTo>
                      <a:lnTo>
                        <a:pt x="30" y="216"/>
                      </a:lnTo>
                      <a:lnTo>
                        <a:pt x="36" y="216"/>
                      </a:lnTo>
                      <a:lnTo>
                        <a:pt x="36" y="222"/>
                      </a:lnTo>
                      <a:lnTo>
                        <a:pt x="42" y="234"/>
                      </a:lnTo>
                      <a:lnTo>
                        <a:pt x="60" y="252"/>
                      </a:lnTo>
                      <a:lnTo>
                        <a:pt x="72" y="258"/>
                      </a:lnTo>
                      <a:lnTo>
                        <a:pt x="84" y="270"/>
                      </a:lnTo>
                      <a:lnTo>
                        <a:pt x="96" y="276"/>
                      </a:lnTo>
                      <a:lnTo>
                        <a:pt x="102" y="282"/>
                      </a:lnTo>
                      <a:lnTo>
                        <a:pt x="102" y="288"/>
                      </a:lnTo>
                      <a:lnTo>
                        <a:pt x="96" y="288"/>
                      </a:lnTo>
                      <a:lnTo>
                        <a:pt x="96" y="306"/>
                      </a:lnTo>
                      <a:lnTo>
                        <a:pt x="102" y="318"/>
                      </a:lnTo>
                      <a:lnTo>
                        <a:pt x="108" y="324"/>
                      </a:lnTo>
                      <a:lnTo>
                        <a:pt x="114" y="324"/>
                      </a:lnTo>
                      <a:lnTo>
                        <a:pt x="120" y="318"/>
                      </a:lnTo>
                      <a:lnTo>
                        <a:pt x="126" y="324"/>
                      </a:lnTo>
                      <a:lnTo>
                        <a:pt x="126" y="342"/>
                      </a:lnTo>
                      <a:lnTo>
                        <a:pt x="120" y="348"/>
                      </a:lnTo>
                      <a:lnTo>
                        <a:pt x="108" y="348"/>
                      </a:lnTo>
                      <a:lnTo>
                        <a:pt x="114" y="360"/>
                      </a:lnTo>
                      <a:lnTo>
                        <a:pt x="114" y="384"/>
                      </a:lnTo>
                      <a:lnTo>
                        <a:pt x="108" y="396"/>
                      </a:lnTo>
                      <a:lnTo>
                        <a:pt x="102" y="402"/>
                      </a:lnTo>
                      <a:lnTo>
                        <a:pt x="84" y="438"/>
                      </a:lnTo>
                      <a:lnTo>
                        <a:pt x="90" y="444"/>
                      </a:lnTo>
                      <a:lnTo>
                        <a:pt x="90" y="450"/>
                      </a:lnTo>
                      <a:lnTo>
                        <a:pt x="96" y="456"/>
                      </a:lnTo>
                      <a:lnTo>
                        <a:pt x="102" y="468"/>
                      </a:lnTo>
                      <a:lnTo>
                        <a:pt x="108" y="474"/>
                      </a:lnTo>
                      <a:lnTo>
                        <a:pt x="114" y="486"/>
                      </a:lnTo>
                      <a:lnTo>
                        <a:pt x="156" y="528"/>
                      </a:lnTo>
                      <a:lnTo>
                        <a:pt x="162" y="540"/>
                      </a:lnTo>
                      <a:lnTo>
                        <a:pt x="162" y="570"/>
                      </a:lnTo>
                      <a:lnTo>
                        <a:pt x="168" y="588"/>
                      </a:lnTo>
                      <a:lnTo>
                        <a:pt x="168" y="612"/>
                      </a:lnTo>
                      <a:lnTo>
                        <a:pt x="192" y="636"/>
                      </a:lnTo>
                      <a:lnTo>
                        <a:pt x="192" y="660"/>
                      </a:lnTo>
                      <a:lnTo>
                        <a:pt x="198" y="672"/>
                      </a:lnTo>
                      <a:lnTo>
                        <a:pt x="198" y="702"/>
                      </a:lnTo>
                      <a:lnTo>
                        <a:pt x="192" y="714"/>
                      </a:lnTo>
                      <a:lnTo>
                        <a:pt x="192" y="732"/>
                      </a:lnTo>
                      <a:lnTo>
                        <a:pt x="174" y="768"/>
                      </a:lnTo>
                      <a:lnTo>
                        <a:pt x="156" y="786"/>
                      </a:lnTo>
                      <a:lnTo>
                        <a:pt x="156" y="798"/>
                      </a:lnTo>
                      <a:lnTo>
                        <a:pt x="162" y="804"/>
                      </a:lnTo>
                      <a:lnTo>
                        <a:pt x="162" y="816"/>
                      </a:lnTo>
                      <a:lnTo>
                        <a:pt x="156" y="828"/>
                      </a:lnTo>
                      <a:lnTo>
                        <a:pt x="150" y="834"/>
                      </a:lnTo>
                      <a:lnTo>
                        <a:pt x="144" y="846"/>
                      </a:lnTo>
                      <a:lnTo>
                        <a:pt x="144" y="852"/>
                      </a:lnTo>
                      <a:lnTo>
                        <a:pt x="138" y="858"/>
                      </a:lnTo>
                      <a:lnTo>
                        <a:pt x="132" y="876"/>
                      </a:lnTo>
                      <a:lnTo>
                        <a:pt x="126" y="888"/>
                      </a:lnTo>
                      <a:lnTo>
                        <a:pt x="126" y="906"/>
                      </a:lnTo>
                      <a:lnTo>
                        <a:pt x="120" y="918"/>
                      </a:lnTo>
                      <a:lnTo>
                        <a:pt x="120" y="966"/>
                      </a:lnTo>
                      <a:lnTo>
                        <a:pt x="126" y="978"/>
                      </a:lnTo>
                      <a:lnTo>
                        <a:pt x="126" y="1008"/>
                      </a:lnTo>
                      <a:lnTo>
                        <a:pt x="132" y="1014"/>
                      </a:lnTo>
                      <a:lnTo>
                        <a:pt x="132" y="1020"/>
                      </a:lnTo>
                      <a:lnTo>
                        <a:pt x="138" y="1020"/>
                      </a:lnTo>
                      <a:lnTo>
                        <a:pt x="138" y="1002"/>
                      </a:lnTo>
                      <a:lnTo>
                        <a:pt x="144" y="990"/>
                      </a:lnTo>
                      <a:lnTo>
                        <a:pt x="144" y="978"/>
                      </a:lnTo>
                      <a:lnTo>
                        <a:pt x="150" y="972"/>
                      </a:lnTo>
                      <a:lnTo>
                        <a:pt x="150" y="996"/>
                      </a:lnTo>
                      <a:lnTo>
                        <a:pt x="162" y="996"/>
                      </a:lnTo>
                      <a:lnTo>
                        <a:pt x="186" y="1020"/>
                      </a:lnTo>
                      <a:lnTo>
                        <a:pt x="192" y="1032"/>
                      </a:lnTo>
                      <a:lnTo>
                        <a:pt x="198" y="1038"/>
                      </a:lnTo>
                      <a:lnTo>
                        <a:pt x="198" y="1044"/>
                      </a:lnTo>
                      <a:lnTo>
                        <a:pt x="228" y="1074"/>
                      </a:lnTo>
                      <a:lnTo>
                        <a:pt x="228" y="1098"/>
                      </a:lnTo>
                      <a:lnTo>
                        <a:pt x="234" y="1110"/>
                      </a:lnTo>
                      <a:lnTo>
                        <a:pt x="246" y="1128"/>
                      </a:lnTo>
                      <a:lnTo>
                        <a:pt x="264" y="1146"/>
                      </a:lnTo>
                      <a:lnTo>
                        <a:pt x="270" y="1140"/>
                      </a:lnTo>
                      <a:lnTo>
                        <a:pt x="276" y="1128"/>
                      </a:lnTo>
                      <a:lnTo>
                        <a:pt x="270" y="1122"/>
                      </a:lnTo>
                      <a:lnTo>
                        <a:pt x="270" y="1110"/>
                      </a:lnTo>
                      <a:lnTo>
                        <a:pt x="276" y="1104"/>
                      </a:lnTo>
                      <a:lnTo>
                        <a:pt x="288" y="1104"/>
                      </a:lnTo>
                      <a:lnTo>
                        <a:pt x="294" y="1116"/>
                      </a:lnTo>
                      <a:lnTo>
                        <a:pt x="294" y="1122"/>
                      </a:lnTo>
                      <a:lnTo>
                        <a:pt x="312" y="1122"/>
                      </a:lnTo>
                      <a:lnTo>
                        <a:pt x="324" y="1128"/>
                      </a:lnTo>
                      <a:lnTo>
                        <a:pt x="330" y="1134"/>
                      </a:lnTo>
                      <a:lnTo>
                        <a:pt x="330" y="1146"/>
                      </a:lnTo>
                      <a:lnTo>
                        <a:pt x="342" y="1146"/>
                      </a:lnTo>
                      <a:lnTo>
                        <a:pt x="342" y="1158"/>
                      </a:lnTo>
                      <a:lnTo>
                        <a:pt x="330" y="1170"/>
                      </a:lnTo>
                      <a:lnTo>
                        <a:pt x="330" y="1176"/>
                      </a:lnTo>
                      <a:lnTo>
                        <a:pt x="336" y="1182"/>
                      </a:lnTo>
                      <a:lnTo>
                        <a:pt x="354" y="1182"/>
                      </a:lnTo>
                      <a:lnTo>
                        <a:pt x="354" y="1176"/>
                      </a:lnTo>
                      <a:lnTo>
                        <a:pt x="366" y="1176"/>
                      </a:lnTo>
                      <a:lnTo>
                        <a:pt x="372" y="1170"/>
                      </a:lnTo>
                      <a:lnTo>
                        <a:pt x="378" y="1170"/>
                      </a:lnTo>
                      <a:lnTo>
                        <a:pt x="396" y="1188"/>
                      </a:lnTo>
                      <a:lnTo>
                        <a:pt x="402" y="1182"/>
                      </a:lnTo>
                      <a:lnTo>
                        <a:pt x="402" y="1176"/>
                      </a:lnTo>
                      <a:lnTo>
                        <a:pt x="408" y="1164"/>
                      </a:lnTo>
                      <a:lnTo>
                        <a:pt x="414" y="1158"/>
                      </a:lnTo>
                      <a:lnTo>
                        <a:pt x="420" y="1146"/>
                      </a:lnTo>
                      <a:lnTo>
                        <a:pt x="396" y="1134"/>
                      </a:lnTo>
                      <a:lnTo>
                        <a:pt x="390" y="1128"/>
                      </a:lnTo>
                      <a:lnTo>
                        <a:pt x="390" y="1116"/>
                      </a:lnTo>
                      <a:lnTo>
                        <a:pt x="384" y="1104"/>
                      </a:lnTo>
                      <a:lnTo>
                        <a:pt x="384" y="1092"/>
                      </a:lnTo>
                      <a:lnTo>
                        <a:pt x="378" y="1080"/>
                      </a:lnTo>
                      <a:lnTo>
                        <a:pt x="372" y="1074"/>
                      </a:lnTo>
                      <a:lnTo>
                        <a:pt x="354" y="1074"/>
                      </a:lnTo>
                      <a:lnTo>
                        <a:pt x="342" y="1080"/>
                      </a:lnTo>
                      <a:lnTo>
                        <a:pt x="336" y="1086"/>
                      </a:lnTo>
                      <a:lnTo>
                        <a:pt x="318" y="1086"/>
                      </a:lnTo>
                      <a:lnTo>
                        <a:pt x="312" y="1080"/>
                      </a:lnTo>
                      <a:lnTo>
                        <a:pt x="306" y="1068"/>
                      </a:lnTo>
                      <a:lnTo>
                        <a:pt x="306" y="1056"/>
                      </a:lnTo>
                      <a:lnTo>
                        <a:pt x="294" y="1032"/>
                      </a:lnTo>
                      <a:lnTo>
                        <a:pt x="288" y="1032"/>
                      </a:lnTo>
                      <a:lnTo>
                        <a:pt x="288" y="1050"/>
                      </a:lnTo>
                      <a:lnTo>
                        <a:pt x="282" y="1056"/>
                      </a:lnTo>
                      <a:lnTo>
                        <a:pt x="276" y="1056"/>
                      </a:lnTo>
                      <a:lnTo>
                        <a:pt x="270" y="1044"/>
                      </a:lnTo>
                      <a:lnTo>
                        <a:pt x="264" y="1038"/>
                      </a:lnTo>
                      <a:lnTo>
                        <a:pt x="258" y="1026"/>
                      </a:lnTo>
                      <a:lnTo>
                        <a:pt x="258" y="1014"/>
                      </a:lnTo>
                      <a:lnTo>
                        <a:pt x="270" y="1002"/>
                      </a:lnTo>
                      <a:lnTo>
                        <a:pt x="270" y="1008"/>
                      </a:lnTo>
                      <a:lnTo>
                        <a:pt x="276" y="1008"/>
                      </a:lnTo>
                      <a:lnTo>
                        <a:pt x="276" y="1014"/>
                      </a:lnTo>
                      <a:lnTo>
                        <a:pt x="282" y="1014"/>
                      </a:lnTo>
                      <a:lnTo>
                        <a:pt x="288" y="1008"/>
                      </a:lnTo>
                      <a:lnTo>
                        <a:pt x="282" y="1002"/>
                      </a:lnTo>
                      <a:lnTo>
                        <a:pt x="282" y="990"/>
                      </a:lnTo>
                      <a:lnTo>
                        <a:pt x="276" y="978"/>
                      </a:lnTo>
                      <a:lnTo>
                        <a:pt x="270" y="972"/>
                      </a:lnTo>
                      <a:lnTo>
                        <a:pt x="270" y="960"/>
                      </a:lnTo>
                      <a:lnTo>
                        <a:pt x="258" y="948"/>
                      </a:lnTo>
                      <a:lnTo>
                        <a:pt x="246" y="948"/>
                      </a:lnTo>
                      <a:lnTo>
                        <a:pt x="246" y="894"/>
                      </a:lnTo>
                      <a:lnTo>
                        <a:pt x="192" y="906"/>
                      </a:lnTo>
                      <a:lnTo>
                        <a:pt x="192" y="864"/>
                      </a:lnTo>
                      <a:lnTo>
                        <a:pt x="186" y="828"/>
                      </a:lnTo>
                      <a:lnTo>
                        <a:pt x="186" y="804"/>
                      </a:lnTo>
                      <a:lnTo>
                        <a:pt x="180" y="792"/>
                      </a:lnTo>
                      <a:lnTo>
                        <a:pt x="174" y="786"/>
                      </a:lnTo>
                      <a:lnTo>
                        <a:pt x="180" y="786"/>
                      </a:lnTo>
                      <a:lnTo>
                        <a:pt x="192" y="774"/>
                      </a:lnTo>
                      <a:lnTo>
                        <a:pt x="198" y="762"/>
                      </a:lnTo>
                      <a:lnTo>
                        <a:pt x="204" y="744"/>
                      </a:lnTo>
                      <a:lnTo>
                        <a:pt x="204" y="678"/>
                      </a:lnTo>
                      <a:lnTo>
                        <a:pt x="210" y="678"/>
                      </a:lnTo>
                      <a:lnTo>
                        <a:pt x="216" y="672"/>
                      </a:lnTo>
                      <a:lnTo>
                        <a:pt x="222" y="660"/>
                      </a:lnTo>
                      <a:lnTo>
                        <a:pt x="228" y="654"/>
                      </a:lnTo>
                      <a:lnTo>
                        <a:pt x="228" y="612"/>
                      </a:lnTo>
                      <a:lnTo>
                        <a:pt x="222" y="600"/>
                      </a:lnTo>
                      <a:lnTo>
                        <a:pt x="222" y="594"/>
                      </a:lnTo>
                      <a:lnTo>
                        <a:pt x="216" y="588"/>
                      </a:lnTo>
                      <a:lnTo>
                        <a:pt x="222" y="558"/>
                      </a:lnTo>
                      <a:lnTo>
                        <a:pt x="234" y="558"/>
                      </a:lnTo>
                      <a:lnTo>
                        <a:pt x="234" y="552"/>
                      </a:lnTo>
                      <a:lnTo>
                        <a:pt x="240" y="546"/>
                      </a:lnTo>
                      <a:lnTo>
                        <a:pt x="264" y="546"/>
                      </a:lnTo>
                      <a:lnTo>
                        <a:pt x="270" y="552"/>
                      </a:lnTo>
                      <a:lnTo>
                        <a:pt x="294" y="564"/>
                      </a:lnTo>
                      <a:lnTo>
                        <a:pt x="300" y="570"/>
                      </a:lnTo>
                      <a:lnTo>
                        <a:pt x="288" y="576"/>
                      </a:lnTo>
                      <a:lnTo>
                        <a:pt x="288" y="588"/>
                      </a:lnTo>
                      <a:lnTo>
                        <a:pt x="282" y="594"/>
                      </a:lnTo>
                      <a:lnTo>
                        <a:pt x="282" y="612"/>
                      </a:lnTo>
                      <a:lnTo>
                        <a:pt x="288" y="624"/>
                      </a:lnTo>
                      <a:lnTo>
                        <a:pt x="306" y="624"/>
                      </a:lnTo>
                      <a:lnTo>
                        <a:pt x="330" y="612"/>
                      </a:lnTo>
                      <a:lnTo>
                        <a:pt x="342" y="612"/>
                      </a:lnTo>
                      <a:lnTo>
                        <a:pt x="354" y="606"/>
                      </a:lnTo>
                      <a:lnTo>
                        <a:pt x="360" y="600"/>
                      </a:lnTo>
                      <a:lnTo>
                        <a:pt x="366" y="600"/>
                      </a:lnTo>
                      <a:lnTo>
                        <a:pt x="396" y="684"/>
                      </a:lnTo>
                      <a:lnTo>
                        <a:pt x="402" y="678"/>
                      </a:lnTo>
                      <a:lnTo>
                        <a:pt x="414" y="672"/>
                      </a:lnTo>
                      <a:lnTo>
                        <a:pt x="426" y="672"/>
                      </a:lnTo>
                      <a:lnTo>
                        <a:pt x="426" y="642"/>
                      </a:lnTo>
                      <a:lnTo>
                        <a:pt x="414" y="630"/>
                      </a:lnTo>
                      <a:lnTo>
                        <a:pt x="414" y="600"/>
                      </a:lnTo>
                      <a:lnTo>
                        <a:pt x="402" y="588"/>
                      </a:lnTo>
                      <a:lnTo>
                        <a:pt x="396" y="552"/>
                      </a:lnTo>
                      <a:lnTo>
                        <a:pt x="426" y="522"/>
                      </a:lnTo>
                      <a:lnTo>
                        <a:pt x="426" y="516"/>
                      </a:lnTo>
                      <a:lnTo>
                        <a:pt x="432" y="504"/>
                      </a:lnTo>
                      <a:lnTo>
                        <a:pt x="438" y="498"/>
                      </a:lnTo>
                      <a:lnTo>
                        <a:pt x="450" y="492"/>
                      </a:lnTo>
                      <a:lnTo>
                        <a:pt x="468" y="486"/>
                      </a:lnTo>
                      <a:lnTo>
                        <a:pt x="504" y="486"/>
                      </a:lnTo>
                      <a:lnTo>
                        <a:pt x="510" y="492"/>
                      </a:lnTo>
                      <a:lnTo>
                        <a:pt x="522" y="492"/>
                      </a:lnTo>
                      <a:lnTo>
                        <a:pt x="534" y="486"/>
                      </a:lnTo>
                      <a:lnTo>
                        <a:pt x="564" y="486"/>
                      </a:lnTo>
                      <a:lnTo>
                        <a:pt x="576" y="492"/>
                      </a:lnTo>
                      <a:lnTo>
                        <a:pt x="582" y="498"/>
                      </a:lnTo>
                      <a:lnTo>
                        <a:pt x="588" y="498"/>
                      </a:lnTo>
                      <a:lnTo>
                        <a:pt x="594" y="492"/>
                      </a:lnTo>
                      <a:lnTo>
                        <a:pt x="600" y="480"/>
                      </a:lnTo>
                      <a:lnTo>
                        <a:pt x="618" y="462"/>
                      </a:lnTo>
                      <a:lnTo>
                        <a:pt x="618" y="450"/>
                      </a:lnTo>
                      <a:lnTo>
                        <a:pt x="612" y="444"/>
                      </a:lnTo>
                      <a:lnTo>
                        <a:pt x="600" y="438"/>
                      </a:lnTo>
                      <a:lnTo>
                        <a:pt x="588" y="426"/>
                      </a:lnTo>
                      <a:close/>
                    </a:path>
                  </a:pathLst>
                </a:custGeom>
                <a:solidFill>
                  <a:srgbClr val="572772"/>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190" name="Tanzania" descr="© INSCALE GmbH, 05.05.2010&#10;http://www.presentationload.com/">
                  <a:extLst>
                    <a:ext uri="{FF2B5EF4-FFF2-40B4-BE49-F238E27FC236}">
                      <a16:creationId xmlns:a16="http://schemas.microsoft.com/office/drawing/2014/main" id="{B5A69FF9-1F7A-4573-B520-A006A607D8EB}"/>
                    </a:ext>
                  </a:extLst>
                </p:cNvPr>
                <p:cNvSpPr>
                  <a:spLocks noEditPoints="1"/>
                </p:cNvSpPr>
                <p:nvPr/>
              </p:nvSpPr>
              <p:spPr bwMode="gray">
                <a:xfrm>
                  <a:off x="6560006" y="3915176"/>
                  <a:ext cx="346225" cy="392154"/>
                </a:xfrm>
                <a:custGeom>
                  <a:avLst/>
                  <a:gdLst>
                    <a:gd name="T0" fmla="*/ 2147483647 w 768"/>
                    <a:gd name="T1" fmla="*/ 2147483647 h 870"/>
                    <a:gd name="T2" fmla="*/ 2147483647 w 768"/>
                    <a:gd name="T3" fmla="*/ 2147483647 h 870"/>
                    <a:gd name="T4" fmla="*/ 2147483647 w 768"/>
                    <a:gd name="T5" fmla="*/ 2147483647 h 870"/>
                    <a:gd name="T6" fmla="*/ 2147483647 w 768"/>
                    <a:gd name="T7" fmla="*/ 2147483647 h 870"/>
                    <a:gd name="T8" fmla="*/ 2147483647 w 768"/>
                    <a:gd name="T9" fmla="*/ 2147483647 h 870"/>
                    <a:gd name="T10" fmla="*/ 2147483647 w 768"/>
                    <a:gd name="T11" fmla="*/ 2147483647 h 870"/>
                    <a:gd name="T12" fmla="*/ 2147483647 w 768"/>
                    <a:gd name="T13" fmla="*/ 2147483647 h 870"/>
                    <a:gd name="T14" fmla="*/ 2147483647 w 768"/>
                    <a:gd name="T15" fmla="*/ 2147483647 h 870"/>
                    <a:gd name="T16" fmla="*/ 2147483647 w 768"/>
                    <a:gd name="T17" fmla="*/ 2147483647 h 870"/>
                    <a:gd name="T18" fmla="*/ 2147483647 w 768"/>
                    <a:gd name="T19" fmla="*/ 2147483647 h 870"/>
                    <a:gd name="T20" fmla="*/ 2147483647 w 768"/>
                    <a:gd name="T21" fmla="*/ 2147483647 h 870"/>
                    <a:gd name="T22" fmla="*/ 2147483647 w 768"/>
                    <a:gd name="T23" fmla="*/ 2147483647 h 870"/>
                    <a:gd name="T24" fmla="*/ 2147483647 w 768"/>
                    <a:gd name="T25" fmla="*/ 2147483647 h 870"/>
                    <a:gd name="T26" fmla="*/ 2147483647 w 768"/>
                    <a:gd name="T27" fmla="*/ 2147483647 h 870"/>
                    <a:gd name="T28" fmla="*/ 2147483647 w 768"/>
                    <a:gd name="T29" fmla="*/ 2147483647 h 870"/>
                    <a:gd name="T30" fmla="*/ 2147483647 w 768"/>
                    <a:gd name="T31" fmla="*/ 2147483647 h 870"/>
                    <a:gd name="T32" fmla="*/ 2147483647 w 768"/>
                    <a:gd name="T33" fmla="*/ 2147483647 h 870"/>
                    <a:gd name="T34" fmla="*/ 2147483647 w 768"/>
                    <a:gd name="T35" fmla="*/ 2147483647 h 870"/>
                    <a:gd name="T36" fmla="*/ 2147483647 w 768"/>
                    <a:gd name="T37" fmla="*/ 2147483647 h 870"/>
                    <a:gd name="T38" fmla="*/ 2147483647 w 768"/>
                    <a:gd name="T39" fmla="*/ 2147483647 h 870"/>
                    <a:gd name="T40" fmla="*/ 2147483647 w 768"/>
                    <a:gd name="T41" fmla="*/ 2147483647 h 870"/>
                    <a:gd name="T42" fmla="*/ 2147483647 w 768"/>
                    <a:gd name="T43" fmla="*/ 2147483647 h 870"/>
                    <a:gd name="T44" fmla="*/ 2147483647 w 768"/>
                    <a:gd name="T45" fmla="*/ 2147483647 h 870"/>
                    <a:gd name="T46" fmla="*/ 2147483647 w 768"/>
                    <a:gd name="T47" fmla="*/ 2147483647 h 870"/>
                    <a:gd name="T48" fmla="*/ 2147483647 w 768"/>
                    <a:gd name="T49" fmla="*/ 2147483647 h 870"/>
                    <a:gd name="T50" fmla="*/ 2147483647 w 768"/>
                    <a:gd name="T51" fmla="*/ 2147483647 h 870"/>
                    <a:gd name="T52" fmla="*/ 2147483647 w 768"/>
                    <a:gd name="T53" fmla="*/ 2147483647 h 870"/>
                    <a:gd name="T54" fmla="*/ 2147483647 w 768"/>
                    <a:gd name="T55" fmla="*/ 2147483647 h 870"/>
                    <a:gd name="T56" fmla="*/ 2147483647 w 768"/>
                    <a:gd name="T57" fmla="*/ 2147483647 h 870"/>
                    <a:gd name="T58" fmla="*/ 2147483647 w 768"/>
                    <a:gd name="T59" fmla="*/ 2147483647 h 870"/>
                    <a:gd name="T60" fmla="*/ 2147483647 w 768"/>
                    <a:gd name="T61" fmla="*/ 2147483647 h 870"/>
                    <a:gd name="T62" fmla="*/ 2147483647 w 768"/>
                    <a:gd name="T63" fmla="*/ 2147483647 h 870"/>
                    <a:gd name="T64" fmla="*/ 2147483647 w 768"/>
                    <a:gd name="T65" fmla="*/ 2147483647 h 870"/>
                    <a:gd name="T66" fmla="*/ 2147483647 w 768"/>
                    <a:gd name="T67" fmla="*/ 2147483647 h 870"/>
                    <a:gd name="T68" fmla="*/ 2147483647 w 768"/>
                    <a:gd name="T69" fmla="*/ 2147483647 h 870"/>
                    <a:gd name="T70" fmla="*/ 2147483647 w 768"/>
                    <a:gd name="T71" fmla="*/ 2147483647 h 870"/>
                    <a:gd name="T72" fmla="*/ 2147483647 w 768"/>
                    <a:gd name="T73" fmla="*/ 2147483647 h 870"/>
                    <a:gd name="T74" fmla="*/ 2147483647 w 768"/>
                    <a:gd name="T75" fmla="*/ 2147483647 h 870"/>
                    <a:gd name="T76" fmla="*/ 2147483647 w 768"/>
                    <a:gd name="T77" fmla="*/ 2147483647 h 870"/>
                    <a:gd name="T78" fmla="*/ 2147483647 w 768"/>
                    <a:gd name="T79" fmla="*/ 2147483647 h 870"/>
                    <a:gd name="T80" fmla="*/ 2147483647 w 768"/>
                    <a:gd name="T81" fmla="*/ 2147483647 h 870"/>
                    <a:gd name="T82" fmla="*/ 2147483647 w 768"/>
                    <a:gd name="T83" fmla="*/ 2147483647 h 870"/>
                    <a:gd name="T84" fmla="*/ 2147483647 w 768"/>
                    <a:gd name="T85" fmla="*/ 2147483647 h 870"/>
                    <a:gd name="T86" fmla="*/ 2147483647 w 768"/>
                    <a:gd name="T87" fmla="*/ 2147483647 h 870"/>
                    <a:gd name="T88" fmla="*/ 2147483647 w 768"/>
                    <a:gd name="T89" fmla="*/ 2147483647 h 870"/>
                    <a:gd name="T90" fmla="*/ 2147483647 w 768"/>
                    <a:gd name="T91" fmla="*/ 2147483647 h 870"/>
                    <a:gd name="T92" fmla="*/ 2147483647 w 768"/>
                    <a:gd name="T93" fmla="*/ 2147483647 h 870"/>
                    <a:gd name="T94" fmla="*/ 2147483647 w 768"/>
                    <a:gd name="T95" fmla="*/ 2147483647 h 870"/>
                    <a:gd name="T96" fmla="*/ 2147483647 w 768"/>
                    <a:gd name="T97" fmla="*/ 2147483647 h 870"/>
                    <a:gd name="T98" fmla="*/ 2147483647 w 768"/>
                    <a:gd name="T99" fmla="*/ 2147483647 h 870"/>
                    <a:gd name="T100" fmla="*/ 2147483647 w 768"/>
                    <a:gd name="T101" fmla="*/ 2147483647 h 870"/>
                    <a:gd name="T102" fmla="*/ 2147483647 w 768"/>
                    <a:gd name="T103" fmla="*/ 2147483647 h 870"/>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768"/>
                    <a:gd name="T157" fmla="*/ 0 h 870"/>
                    <a:gd name="T158" fmla="*/ 768 w 768"/>
                    <a:gd name="T159" fmla="*/ 870 h 870"/>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768" h="870">
                      <a:moveTo>
                        <a:pt x="762" y="744"/>
                      </a:moveTo>
                      <a:lnTo>
                        <a:pt x="750" y="744"/>
                      </a:lnTo>
                      <a:lnTo>
                        <a:pt x="744" y="738"/>
                      </a:lnTo>
                      <a:lnTo>
                        <a:pt x="732" y="732"/>
                      </a:lnTo>
                      <a:lnTo>
                        <a:pt x="720" y="720"/>
                      </a:lnTo>
                      <a:lnTo>
                        <a:pt x="720" y="708"/>
                      </a:lnTo>
                      <a:lnTo>
                        <a:pt x="714" y="690"/>
                      </a:lnTo>
                      <a:lnTo>
                        <a:pt x="714" y="654"/>
                      </a:lnTo>
                      <a:lnTo>
                        <a:pt x="690" y="612"/>
                      </a:lnTo>
                      <a:lnTo>
                        <a:pt x="702" y="564"/>
                      </a:lnTo>
                      <a:lnTo>
                        <a:pt x="684" y="540"/>
                      </a:lnTo>
                      <a:lnTo>
                        <a:pt x="690" y="528"/>
                      </a:lnTo>
                      <a:lnTo>
                        <a:pt x="696" y="522"/>
                      </a:lnTo>
                      <a:lnTo>
                        <a:pt x="708" y="498"/>
                      </a:lnTo>
                      <a:lnTo>
                        <a:pt x="708" y="480"/>
                      </a:lnTo>
                      <a:lnTo>
                        <a:pt x="702" y="474"/>
                      </a:lnTo>
                      <a:lnTo>
                        <a:pt x="690" y="468"/>
                      </a:lnTo>
                      <a:lnTo>
                        <a:pt x="672" y="456"/>
                      </a:lnTo>
                      <a:lnTo>
                        <a:pt x="660" y="450"/>
                      </a:lnTo>
                      <a:lnTo>
                        <a:pt x="654" y="438"/>
                      </a:lnTo>
                      <a:lnTo>
                        <a:pt x="654" y="426"/>
                      </a:lnTo>
                      <a:lnTo>
                        <a:pt x="660" y="414"/>
                      </a:lnTo>
                      <a:lnTo>
                        <a:pt x="666" y="396"/>
                      </a:lnTo>
                      <a:lnTo>
                        <a:pt x="666" y="384"/>
                      </a:lnTo>
                      <a:lnTo>
                        <a:pt x="672" y="366"/>
                      </a:lnTo>
                      <a:lnTo>
                        <a:pt x="678" y="354"/>
                      </a:lnTo>
                      <a:lnTo>
                        <a:pt x="678" y="330"/>
                      </a:lnTo>
                      <a:lnTo>
                        <a:pt x="684" y="318"/>
                      </a:lnTo>
                      <a:lnTo>
                        <a:pt x="684" y="300"/>
                      </a:lnTo>
                      <a:lnTo>
                        <a:pt x="570" y="192"/>
                      </a:lnTo>
                      <a:lnTo>
                        <a:pt x="576" y="186"/>
                      </a:lnTo>
                      <a:lnTo>
                        <a:pt x="582" y="186"/>
                      </a:lnTo>
                      <a:lnTo>
                        <a:pt x="588" y="180"/>
                      </a:lnTo>
                      <a:lnTo>
                        <a:pt x="588" y="174"/>
                      </a:lnTo>
                      <a:lnTo>
                        <a:pt x="576" y="162"/>
                      </a:lnTo>
                      <a:lnTo>
                        <a:pt x="324" y="6"/>
                      </a:lnTo>
                      <a:lnTo>
                        <a:pt x="312" y="6"/>
                      </a:lnTo>
                      <a:lnTo>
                        <a:pt x="312" y="18"/>
                      </a:lnTo>
                      <a:lnTo>
                        <a:pt x="318" y="24"/>
                      </a:lnTo>
                      <a:lnTo>
                        <a:pt x="318" y="36"/>
                      </a:lnTo>
                      <a:lnTo>
                        <a:pt x="294" y="48"/>
                      </a:lnTo>
                      <a:lnTo>
                        <a:pt x="276" y="66"/>
                      </a:lnTo>
                      <a:lnTo>
                        <a:pt x="264" y="84"/>
                      </a:lnTo>
                      <a:lnTo>
                        <a:pt x="264" y="90"/>
                      </a:lnTo>
                      <a:lnTo>
                        <a:pt x="270" y="96"/>
                      </a:lnTo>
                      <a:lnTo>
                        <a:pt x="294" y="96"/>
                      </a:lnTo>
                      <a:lnTo>
                        <a:pt x="306" y="90"/>
                      </a:lnTo>
                      <a:lnTo>
                        <a:pt x="312" y="90"/>
                      </a:lnTo>
                      <a:lnTo>
                        <a:pt x="306" y="96"/>
                      </a:lnTo>
                      <a:lnTo>
                        <a:pt x="294" y="102"/>
                      </a:lnTo>
                      <a:lnTo>
                        <a:pt x="276" y="120"/>
                      </a:lnTo>
                      <a:lnTo>
                        <a:pt x="270" y="120"/>
                      </a:lnTo>
                      <a:lnTo>
                        <a:pt x="264" y="114"/>
                      </a:lnTo>
                      <a:lnTo>
                        <a:pt x="252" y="108"/>
                      </a:lnTo>
                      <a:lnTo>
                        <a:pt x="246" y="108"/>
                      </a:lnTo>
                      <a:lnTo>
                        <a:pt x="234" y="120"/>
                      </a:lnTo>
                      <a:lnTo>
                        <a:pt x="234" y="138"/>
                      </a:lnTo>
                      <a:lnTo>
                        <a:pt x="246" y="150"/>
                      </a:lnTo>
                      <a:lnTo>
                        <a:pt x="216" y="150"/>
                      </a:lnTo>
                      <a:lnTo>
                        <a:pt x="216" y="138"/>
                      </a:lnTo>
                      <a:lnTo>
                        <a:pt x="222" y="132"/>
                      </a:lnTo>
                      <a:lnTo>
                        <a:pt x="222" y="126"/>
                      </a:lnTo>
                      <a:lnTo>
                        <a:pt x="228" y="114"/>
                      </a:lnTo>
                      <a:lnTo>
                        <a:pt x="210" y="120"/>
                      </a:lnTo>
                      <a:lnTo>
                        <a:pt x="192" y="102"/>
                      </a:lnTo>
                      <a:lnTo>
                        <a:pt x="186" y="102"/>
                      </a:lnTo>
                      <a:lnTo>
                        <a:pt x="174" y="114"/>
                      </a:lnTo>
                      <a:lnTo>
                        <a:pt x="174" y="132"/>
                      </a:lnTo>
                      <a:lnTo>
                        <a:pt x="168" y="138"/>
                      </a:lnTo>
                      <a:lnTo>
                        <a:pt x="162" y="138"/>
                      </a:lnTo>
                      <a:lnTo>
                        <a:pt x="156" y="132"/>
                      </a:lnTo>
                      <a:lnTo>
                        <a:pt x="156" y="48"/>
                      </a:lnTo>
                      <a:lnTo>
                        <a:pt x="162" y="36"/>
                      </a:lnTo>
                      <a:lnTo>
                        <a:pt x="162" y="24"/>
                      </a:lnTo>
                      <a:lnTo>
                        <a:pt x="168" y="12"/>
                      </a:lnTo>
                      <a:lnTo>
                        <a:pt x="168" y="6"/>
                      </a:lnTo>
                      <a:lnTo>
                        <a:pt x="78" y="0"/>
                      </a:lnTo>
                      <a:lnTo>
                        <a:pt x="72" y="24"/>
                      </a:lnTo>
                      <a:lnTo>
                        <a:pt x="78" y="30"/>
                      </a:lnTo>
                      <a:lnTo>
                        <a:pt x="84" y="42"/>
                      </a:lnTo>
                      <a:lnTo>
                        <a:pt x="90" y="48"/>
                      </a:lnTo>
                      <a:lnTo>
                        <a:pt x="90" y="66"/>
                      </a:lnTo>
                      <a:lnTo>
                        <a:pt x="96" y="72"/>
                      </a:lnTo>
                      <a:lnTo>
                        <a:pt x="96" y="96"/>
                      </a:lnTo>
                      <a:lnTo>
                        <a:pt x="78" y="114"/>
                      </a:lnTo>
                      <a:lnTo>
                        <a:pt x="66" y="114"/>
                      </a:lnTo>
                      <a:lnTo>
                        <a:pt x="66" y="126"/>
                      </a:lnTo>
                      <a:lnTo>
                        <a:pt x="60" y="138"/>
                      </a:lnTo>
                      <a:lnTo>
                        <a:pt x="60" y="156"/>
                      </a:lnTo>
                      <a:lnTo>
                        <a:pt x="66" y="156"/>
                      </a:lnTo>
                      <a:lnTo>
                        <a:pt x="72" y="162"/>
                      </a:lnTo>
                      <a:lnTo>
                        <a:pt x="90" y="162"/>
                      </a:lnTo>
                      <a:lnTo>
                        <a:pt x="90" y="180"/>
                      </a:lnTo>
                      <a:lnTo>
                        <a:pt x="78" y="186"/>
                      </a:lnTo>
                      <a:lnTo>
                        <a:pt x="84" y="198"/>
                      </a:lnTo>
                      <a:lnTo>
                        <a:pt x="72" y="198"/>
                      </a:lnTo>
                      <a:lnTo>
                        <a:pt x="54" y="216"/>
                      </a:lnTo>
                      <a:lnTo>
                        <a:pt x="48" y="228"/>
                      </a:lnTo>
                      <a:lnTo>
                        <a:pt x="48" y="246"/>
                      </a:lnTo>
                      <a:lnTo>
                        <a:pt x="42" y="258"/>
                      </a:lnTo>
                      <a:lnTo>
                        <a:pt x="30" y="270"/>
                      </a:lnTo>
                      <a:lnTo>
                        <a:pt x="6" y="282"/>
                      </a:lnTo>
                      <a:lnTo>
                        <a:pt x="0" y="294"/>
                      </a:lnTo>
                      <a:lnTo>
                        <a:pt x="6" y="306"/>
                      </a:lnTo>
                      <a:lnTo>
                        <a:pt x="18" y="318"/>
                      </a:lnTo>
                      <a:lnTo>
                        <a:pt x="18" y="330"/>
                      </a:lnTo>
                      <a:lnTo>
                        <a:pt x="12" y="342"/>
                      </a:lnTo>
                      <a:lnTo>
                        <a:pt x="12" y="348"/>
                      </a:lnTo>
                      <a:lnTo>
                        <a:pt x="18" y="354"/>
                      </a:lnTo>
                      <a:lnTo>
                        <a:pt x="18" y="366"/>
                      </a:lnTo>
                      <a:lnTo>
                        <a:pt x="24" y="378"/>
                      </a:lnTo>
                      <a:lnTo>
                        <a:pt x="24" y="396"/>
                      </a:lnTo>
                      <a:lnTo>
                        <a:pt x="18" y="402"/>
                      </a:lnTo>
                      <a:lnTo>
                        <a:pt x="18" y="432"/>
                      </a:lnTo>
                      <a:lnTo>
                        <a:pt x="30" y="444"/>
                      </a:lnTo>
                      <a:lnTo>
                        <a:pt x="36" y="444"/>
                      </a:lnTo>
                      <a:lnTo>
                        <a:pt x="48" y="450"/>
                      </a:lnTo>
                      <a:lnTo>
                        <a:pt x="72" y="474"/>
                      </a:lnTo>
                      <a:lnTo>
                        <a:pt x="78" y="486"/>
                      </a:lnTo>
                      <a:lnTo>
                        <a:pt x="78" y="546"/>
                      </a:lnTo>
                      <a:lnTo>
                        <a:pt x="84" y="558"/>
                      </a:lnTo>
                      <a:lnTo>
                        <a:pt x="114" y="594"/>
                      </a:lnTo>
                      <a:lnTo>
                        <a:pt x="114" y="600"/>
                      </a:lnTo>
                      <a:lnTo>
                        <a:pt x="108" y="612"/>
                      </a:lnTo>
                      <a:lnTo>
                        <a:pt x="108" y="618"/>
                      </a:lnTo>
                      <a:lnTo>
                        <a:pt x="126" y="618"/>
                      </a:lnTo>
                      <a:lnTo>
                        <a:pt x="138" y="612"/>
                      </a:lnTo>
                      <a:lnTo>
                        <a:pt x="138" y="630"/>
                      </a:lnTo>
                      <a:lnTo>
                        <a:pt x="144" y="636"/>
                      </a:lnTo>
                      <a:lnTo>
                        <a:pt x="162" y="636"/>
                      </a:lnTo>
                      <a:lnTo>
                        <a:pt x="180" y="654"/>
                      </a:lnTo>
                      <a:lnTo>
                        <a:pt x="192" y="654"/>
                      </a:lnTo>
                      <a:lnTo>
                        <a:pt x="204" y="648"/>
                      </a:lnTo>
                      <a:lnTo>
                        <a:pt x="204" y="666"/>
                      </a:lnTo>
                      <a:lnTo>
                        <a:pt x="222" y="666"/>
                      </a:lnTo>
                      <a:lnTo>
                        <a:pt x="240" y="678"/>
                      </a:lnTo>
                      <a:lnTo>
                        <a:pt x="264" y="678"/>
                      </a:lnTo>
                      <a:lnTo>
                        <a:pt x="270" y="696"/>
                      </a:lnTo>
                      <a:lnTo>
                        <a:pt x="300" y="696"/>
                      </a:lnTo>
                      <a:lnTo>
                        <a:pt x="300" y="690"/>
                      </a:lnTo>
                      <a:lnTo>
                        <a:pt x="312" y="678"/>
                      </a:lnTo>
                      <a:lnTo>
                        <a:pt x="318" y="684"/>
                      </a:lnTo>
                      <a:lnTo>
                        <a:pt x="330" y="690"/>
                      </a:lnTo>
                      <a:lnTo>
                        <a:pt x="336" y="702"/>
                      </a:lnTo>
                      <a:lnTo>
                        <a:pt x="348" y="714"/>
                      </a:lnTo>
                      <a:lnTo>
                        <a:pt x="348" y="774"/>
                      </a:lnTo>
                      <a:lnTo>
                        <a:pt x="354" y="774"/>
                      </a:lnTo>
                      <a:lnTo>
                        <a:pt x="360" y="780"/>
                      </a:lnTo>
                      <a:lnTo>
                        <a:pt x="360" y="792"/>
                      </a:lnTo>
                      <a:lnTo>
                        <a:pt x="354" y="798"/>
                      </a:lnTo>
                      <a:lnTo>
                        <a:pt x="354" y="804"/>
                      </a:lnTo>
                      <a:lnTo>
                        <a:pt x="348" y="810"/>
                      </a:lnTo>
                      <a:lnTo>
                        <a:pt x="348" y="816"/>
                      </a:lnTo>
                      <a:lnTo>
                        <a:pt x="366" y="834"/>
                      </a:lnTo>
                      <a:lnTo>
                        <a:pt x="378" y="840"/>
                      </a:lnTo>
                      <a:lnTo>
                        <a:pt x="372" y="858"/>
                      </a:lnTo>
                      <a:lnTo>
                        <a:pt x="408" y="858"/>
                      </a:lnTo>
                      <a:lnTo>
                        <a:pt x="414" y="852"/>
                      </a:lnTo>
                      <a:lnTo>
                        <a:pt x="420" y="852"/>
                      </a:lnTo>
                      <a:lnTo>
                        <a:pt x="432" y="840"/>
                      </a:lnTo>
                      <a:lnTo>
                        <a:pt x="444" y="840"/>
                      </a:lnTo>
                      <a:lnTo>
                        <a:pt x="456" y="846"/>
                      </a:lnTo>
                      <a:lnTo>
                        <a:pt x="462" y="858"/>
                      </a:lnTo>
                      <a:lnTo>
                        <a:pt x="474" y="864"/>
                      </a:lnTo>
                      <a:lnTo>
                        <a:pt x="480" y="870"/>
                      </a:lnTo>
                      <a:lnTo>
                        <a:pt x="492" y="870"/>
                      </a:lnTo>
                      <a:lnTo>
                        <a:pt x="510" y="852"/>
                      </a:lnTo>
                      <a:lnTo>
                        <a:pt x="516" y="852"/>
                      </a:lnTo>
                      <a:lnTo>
                        <a:pt x="522" y="858"/>
                      </a:lnTo>
                      <a:lnTo>
                        <a:pt x="534" y="864"/>
                      </a:lnTo>
                      <a:lnTo>
                        <a:pt x="552" y="864"/>
                      </a:lnTo>
                      <a:lnTo>
                        <a:pt x="564" y="852"/>
                      </a:lnTo>
                      <a:lnTo>
                        <a:pt x="576" y="846"/>
                      </a:lnTo>
                      <a:lnTo>
                        <a:pt x="582" y="834"/>
                      </a:lnTo>
                      <a:lnTo>
                        <a:pt x="588" y="828"/>
                      </a:lnTo>
                      <a:lnTo>
                        <a:pt x="612" y="828"/>
                      </a:lnTo>
                      <a:lnTo>
                        <a:pt x="618" y="834"/>
                      </a:lnTo>
                      <a:lnTo>
                        <a:pt x="618" y="840"/>
                      </a:lnTo>
                      <a:lnTo>
                        <a:pt x="630" y="840"/>
                      </a:lnTo>
                      <a:lnTo>
                        <a:pt x="642" y="834"/>
                      </a:lnTo>
                      <a:lnTo>
                        <a:pt x="654" y="822"/>
                      </a:lnTo>
                      <a:lnTo>
                        <a:pt x="660" y="822"/>
                      </a:lnTo>
                      <a:lnTo>
                        <a:pt x="690" y="816"/>
                      </a:lnTo>
                      <a:lnTo>
                        <a:pt x="768" y="762"/>
                      </a:lnTo>
                      <a:lnTo>
                        <a:pt x="762" y="744"/>
                      </a:lnTo>
                      <a:close/>
                      <a:moveTo>
                        <a:pt x="726" y="360"/>
                      </a:moveTo>
                      <a:lnTo>
                        <a:pt x="732" y="354"/>
                      </a:lnTo>
                      <a:lnTo>
                        <a:pt x="732" y="324"/>
                      </a:lnTo>
                      <a:lnTo>
                        <a:pt x="720" y="312"/>
                      </a:lnTo>
                      <a:lnTo>
                        <a:pt x="714" y="312"/>
                      </a:lnTo>
                      <a:lnTo>
                        <a:pt x="708" y="318"/>
                      </a:lnTo>
                      <a:lnTo>
                        <a:pt x="708" y="348"/>
                      </a:lnTo>
                      <a:lnTo>
                        <a:pt x="714" y="354"/>
                      </a:lnTo>
                      <a:lnTo>
                        <a:pt x="726" y="360"/>
                      </a:lnTo>
                      <a:close/>
                      <a:moveTo>
                        <a:pt x="678" y="420"/>
                      </a:moveTo>
                      <a:lnTo>
                        <a:pt x="690" y="426"/>
                      </a:lnTo>
                      <a:lnTo>
                        <a:pt x="696" y="438"/>
                      </a:lnTo>
                      <a:lnTo>
                        <a:pt x="708" y="444"/>
                      </a:lnTo>
                      <a:lnTo>
                        <a:pt x="720" y="444"/>
                      </a:lnTo>
                      <a:lnTo>
                        <a:pt x="726" y="438"/>
                      </a:lnTo>
                      <a:lnTo>
                        <a:pt x="720" y="432"/>
                      </a:lnTo>
                      <a:lnTo>
                        <a:pt x="720" y="426"/>
                      </a:lnTo>
                      <a:lnTo>
                        <a:pt x="708" y="414"/>
                      </a:lnTo>
                      <a:lnTo>
                        <a:pt x="708" y="390"/>
                      </a:lnTo>
                      <a:lnTo>
                        <a:pt x="702" y="378"/>
                      </a:lnTo>
                      <a:lnTo>
                        <a:pt x="684" y="378"/>
                      </a:lnTo>
                      <a:lnTo>
                        <a:pt x="678" y="384"/>
                      </a:lnTo>
                      <a:lnTo>
                        <a:pt x="678" y="420"/>
                      </a:lnTo>
                      <a:close/>
                    </a:path>
                  </a:pathLst>
                </a:custGeom>
                <a:solidFill>
                  <a:srgbClr val="9C968E"/>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191" name="Tajikistan" descr="© INSCALE GmbH, 05.05.2010&#10;http://www.presentationload.com/">
                  <a:extLst>
                    <a:ext uri="{FF2B5EF4-FFF2-40B4-BE49-F238E27FC236}">
                      <a16:creationId xmlns:a16="http://schemas.microsoft.com/office/drawing/2014/main" id="{7EE7AD95-30C1-43A5-BCF6-647F8863D3F3}"/>
                    </a:ext>
                  </a:extLst>
                </p:cNvPr>
                <p:cNvSpPr>
                  <a:spLocks/>
                </p:cNvSpPr>
                <p:nvPr/>
              </p:nvSpPr>
              <p:spPr bwMode="gray">
                <a:xfrm>
                  <a:off x="7637542" y="2387186"/>
                  <a:ext cx="249070" cy="157215"/>
                </a:xfrm>
                <a:custGeom>
                  <a:avLst/>
                  <a:gdLst>
                    <a:gd name="T0" fmla="*/ 2147483647 w 552"/>
                    <a:gd name="T1" fmla="*/ 2147483647 h 348"/>
                    <a:gd name="T2" fmla="*/ 2147483647 w 552"/>
                    <a:gd name="T3" fmla="*/ 2147483647 h 348"/>
                    <a:gd name="T4" fmla="*/ 2147483647 w 552"/>
                    <a:gd name="T5" fmla="*/ 2147483647 h 348"/>
                    <a:gd name="T6" fmla="*/ 2147483647 w 552"/>
                    <a:gd name="T7" fmla="*/ 2147483647 h 348"/>
                    <a:gd name="T8" fmla="*/ 2147483647 w 552"/>
                    <a:gd name="T9" fmla="*/ 2147483647 h 348"/>
                    <a:gd name="T10" fmla="*/ 2147483647 w 552"/>
                    <a:gd name="T11" fmla="*/ 2147483647 h 348"/>
                    <a:gd name="T12" fmla="*/ 2147483647 w 552"/>
                    <a:gd name="T13" fmla="*/ 2147483647 h 348"/>
                    <a:gd name="T14" fmla="*/ 2147483647 w 552"/>
                    <a:gd name="T15" fmla="*/ 2147483647 h 348"/>
                    <a:gd name="T16" fmla="*/ 2147483647 w 552"/>
                    <a:gd name="T17" fmla="*/ 2147483647 h 348"/>
                    <a:gd name="T18" fmla="*/ 2147483647 w 552"/>
                    <a:gd name="T19" fmla="*/ 2147483647 h 348"/>
                    <a:gd name="T20" fmla="*/ 2147483647 w 552"/>
                    <a:gd name="T21" fmla="*/ 2147483647 h 348"/>
                    <a:gd name="T22" fmla="*/ 2147483647 w 552"/>
                    <a:gd name="T23" fmla="*/ 2147483647 h 348"/>
                    <a:gd name="T24" fmla="*/ 2147483647 w 552"/>
                    <a:gd name="T25" fmla="*/ 2147483647 h 348"/>
                    <a:gd name="T26" fmla="*/ 2147483647 w 552"/>
                    <a:gd name="T27" fmla="*/ 2147483647 h 348"/>
                    <a:gd name="T28" fmla="*/ 2147483647 w 552"/>
                    <a:gd name="T29" fmla="*/ 2147483647 h 348"/>
                    <a:gd name="T30" fmla="*/ 2147483647 w 552"/>
                    <a:gd name="T31" fmla="*/ 2147483647 h 348"/>
                    <a:gd name="T32" fmla="*/ 2147483647 w 552"/>
                    <a:gd name="T33" fmla="*/ 2147483647 h 348"/>
                    <a:gd name="T34" fmla="*/ 2147483647 w 552"/>
                    <a:gd name="T35" fmla="*/ 2147483647 h 348"/>
                    <a:gd name="T36" fmla="*/ 2147483647 w 552"/>
                    <a:gd name="T37" fmla="*/ 2147483647 h 348"/>
                    <a:gd name="T38" fmla="*/ 2147483647 w 552"/>
                    <a:gd name="T39" fmla="*/ 0 h 348"/>
                    <a:gd name="T40" fmla="*/ 2147483647 w 552"/>
                    <a:gd name="T41" fmla="*/ 2147483647 h 348"/>
                    <a:gd name="T42" fmla="*/ 2147483647 w 552"/>
                    <a:gd name="T43" fmla="*/ 2147483647 h 348"/>
                    <a:gd name="T44" fmla="*/ 2147483647 w 552"/>
                    <a:gd name="T45" fmla="*/ 2147483647 h 348"/>
                    <a:gd name="T46" fmla="*/ 2147483647 w 552"/>
                    <a:gd name="T47" fmla="*/ 2147483647 h 348"/>
                    <a:gd name="T48" fmla="*/ 2147483647 w 552"/>
                    <a:gd name="T49" fmla="*/ 2147483647 h 348"/>
                    <a:gd name="T50" fmla="*/ 2147483647 w 552"/>
                    <a:gd name="T51" fmla="*/ 2147483647 h 348"/>
                    <a:gd name="T52" fmla="*/ 2147483647 w 552"/>
                    <a:gd name="T53" fmla="*/ 2147483647 h 348"/>
                    <a:gd name="T54" fmla="*/ 2147483647 w 552"/>
                    <a:gd name="T55" fmla="*/ 2147483647 h 348"/>
                    <a:gd name="T56" fmla="*/ 2147483647 w 552"/>
                    <a:gd name="T57" fmla="*/ 2147483647 h 348"/>
                    <a:gd name="T58" fmla="*/ 2147483647 w 552"/>
                    <a:gd name="T59" fmla="*/ 2147483647 h 348"/>
                    <a:gd name="T60" fmla="*/ 2147483647 w 552"/>
                    <a:gd name="T61" fmla="*/ 2147483647 h 348"/>
                    <a:gd name="T62" fmla="*/ 2147483647 w 552"/>
                    <a:gd name="T63" fmla="*/ 2147483647 h 348"/>
                    <a:gd name="T64" fmla="*/ 2147483647 w 552"/>
                    <a:gd name="T65" fmla="*/ 2147483647 h 348"/>
                    <a:gd name="T66" fmla="*/ 2147483647 w 552"/>
                    <a:gd name="T67" fmla="*/ 2147483647 h 348"/>
                    <a:gd name="T68" fmla="*/ 2147483647 w 552"/>
                    <a:gd name="T69" fmla="*/ 2147483647 h 348"/>
                    <a:gd name="T70" fmla="*/ 2147483647 w 552"/>
                    <a:gd name="T71" fmla="*/ 2147483647 h 348"/>
                    <a:gd name="T72" fmla="*/ 2147483647 w 552"/>
                    <a:gd name="T73" fmla="*/ 2147483647 h 348"/>
                    <a:gd name="T74" fmla="*/ 2147483647 w 552"/>
                    <a:gd name="T75" fmla="*/ 2147483647 h 348"/>
                    <a:gd name="T76" fmla="*/ 2147483647 w 552"/>
                    <a:gd name="T77" fmla="*/ 2147483647 h 348"/>
                    <a:gd name="T78" fmla="*/ 2147483647 w 552"/>
                    <a:gd name="T79" fmla="*/ 2147483647 h 348"/>
                    <a:gd name="T80" fmla="*/ 2147483647 w 552"/>
                    <a:gd name="T81" fmla="*/ 2147483647 h 348"/>
                    <a:gd name="T82" fmla="*/ 2147483647 w 552"/>
                    <a:gd name="T83" fmla="*/ 2147483647 h 348"/>
                    <a:gd name="T84" fmla="*/ 2147483647 w 552"/>
                    <a:gd name="T85" fmla="*/ 2147483647 h 348"/>
                    <a:gd name="T86" fmla="*/ 2147483647 w 552"/>
                    <a:gd name="T87" fmla="*/ 2147483647 h 348"/>
                    <a:gd name="T88" fmla="*/ 2147483647 w 552"/>
                    <a:gd name="T89" fmla="*/ 2147483647 h 348"/>
                    <a:gd name="T90" fmla="*/ 2147483647 w 552"/>
                    <a:gd name="T91" fmla="*/ 2147483647 h 348"/>
                    <a:gd name="T92" fmla="*/ 2147483647 w 552"/>
                    <a:gd name="T93" fmla="*/ 2147483647 h 348"/>
                    <a:gd name="T94" fmla="*/ 2147483647 w 552"/>
                    <a:gd name="T95" fmla="*/ 2147483647 h 348"/>
                    <a:gd name="T96" fmla="*/ 2147483647 w 552"/>
                    <a:gd name="T97" fmla="*/ 2147483647 h 348"/>
                    <a:gd name="T98" fmla="*/ 2147483647 w 552"/>
                    <a:gd name="T99" fmla="*/ 2147483647 h 348"/>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552"/>
                    <a:gd name="T151" fmla="*/ 0 h 348"/>
                    <a:gd name="T152" fmla="*/ 552 w 552"/>
                    <a:gd name="T153" fmla="*/ 348 h 348"/>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552" h="348">
                      <a:moveTo>
                        <a:pt x="528" y="270"/>
                      </a:moveTo>
                      <a:lnTo>
                        <a:pt x="516" y="246"/>
                      </a:lnTo>
                      <a:lnTo>
                        <a:pt x="516" y="204"/>
                      </a:lnTo>
                      <a:lnTo>
                        <a:pt x="510" y="198"/>
                      </a:lnTo>
                      <a:lnTo>
                        <a:pt x="498" y="192"/>
                      </a:lnTo>
                      <a:lnTo>
                        <a:pt x="492" y="192"/>
                      </a:lnTo>
                      <a:lnTo>
                        <a:pt x="480" y="186"/>
                      </a:lnTo>
                      <a:lnTo>
                        <a:pt x="456" y="186"/>
                      </a:lnTo>
                      <a:lnTo>
                        <a:pt x="450" y="192"/>
                      </a:lnTo>
                      <a:lnTo>
                        <a:pt x="438" y="192"/>
                      </a:lnTo>
                      <a:lnTo>
                        <a:pt x="426" y="180"/>
                      </a:lnTo>
                      <a:lnTo>
                        <a:pt x="426" y="168"/>
                      </a:lnTo>
                      <a:lnTo>
                        <a:pt x="432" y="156"/>
                      </a:lnTo>
                      <a:lnTo>
                        <a:pt x="432" y="144"/>
                      </a:lnTo>
                      <a:lnTo>
                        <a:pt x="414" y="144"/>
                      </a:lnTo>
                      <a:lnTo>
                        <a:pt x="414" y="120"/>
                      </a:lnTo>
                      <a:lnTo>
                        <a:pt x="396" y="114"/>
                      </a:lnTo>
                      <a:lnTo>
                        <a:pt x="384" y="126"/>
                      </a:lnTo>
                      <a:lnTo>
                        <a:pt x="342" y="126"/>
                      </a:lnTo>
                      <a:lnTo>
                        <a:pt x="336" y="132"/>
                      </a:lnTo>
                      <a:lnTo>
                        <a:pt x="324" y="138"/>
                      </a:lnTo>
                      <a:lnTo>
                        <a:pt x="312" y="138"/>
                      </a:lnTo>
                      <a:lnTo>
                        <a:pt x="312" y="132"/>
                      </a:lnTo>
                      <a:lnTo>
                        <a:pt x="306" y="132"/>
                      </a:lnTo>
                      <a:lnTo>
                        <a:pt x="294" y="138"/>
                      </a:lnTo>
                      <a:lnTo>
                        <a:pt x="264" y="108"/>
                      </a:lnTo>
                      <a:lnTo>
                        <a:pt x="258" y="114"/>
                      </a:lnTo>
                      <a:lnTo>
                        <a:pt x="246" y="120"/>
                      </a:lnTo>
                      <a:lnTo>
                        <a:pt x="240" y="126"/>
                      </a:lnTo>
                      <a:lnTo>
                        <a:pt x="222" y="126"/>
                      </a:lnTo>
                      <a:lnTo>
                        <a:pt x="210" y="114"/>
                      </a:lnTo>
                      <a:lnTo>
                        <a:pt x="186" y="114"/>
                      </a:lnTo>
                      <a:lnTo>
                        <a:pt x="174" y="108"/>
                      </a:lnTo>
                      <a:lnTo>
                        <a:pt x="156" y="108"/>
                      </a:lnTo>
                      <a:lnTo>
                        <a:pt x="150" y="114"/>
                      </a:lnTo>
                      <a:lnTo>
                        <a:pt x="138" y="114"/>
                      </a:lnTo>
                      <a:lnTo>
                        <a:pt x="126" y="120"/>
                      </a:lnTo>
                      <a:lnTo>
                        <a:pt x="120" y="114"/>
                      </a:lnTo>
                      <a:lnTo>
                        <a:pt x="120" y="108"/>
                      </a:lnTo>
                      <a:lnTo>
                        <a:pt x="114" y="102"/>
                      </a:lnTo>
                      <a:lnTo>
                        <a:pt x="114" y="90"/>
                      </a:lnTo>
                      <a:lnTo>
                        <a:pt x="126" y="84"/>
                      </a:lnTo>
                      <a:lnTo>
                        <a:pt x="132" y="78"/>
                      </a:lnTo>
                      <a:lnTo>
                        <a:pt x="132" y="66"/>
                      </a:lnTo>
                      <a:lnTo>
                        <a:pt x="138" y="60"/>
                      </a:lnTo>
                      <a:lnTo>
                        <a:pt x="150" y="60"/>
                      </a:lnTo>
                      <a:lnTo>
                        <a:pt x="186" y="72"/>
                      </a:lnTo>
                      <a:lnTo>
                        <a:pt x="198" y="78"/>
                      </a:lnTo>
                      <a:lnTo>
                        <a:pt x="204" y="78"/>
                      </a:lnTo>
                      <a:lnTo>
                        <a:pt x="210" y="72"/>
                      </a:lnTo>
                      <a:lnTo>
                        <a:pt x="210" y="66"/>
                      </a:lnTo>
                      <a:lnTo>
                        <a:pt x="204" y="60"/>
                      </a:lnTo>
                      <a:lnTo>
                        <a:pt x="198" y="60"/>
                      </a:lnTo>
                      <a:lnTo>
                        <a:pt x="186" y="54"/>
                      </a:lnTo>
                      <a:lnTo>
                        <a:pt x="180" y="48"/>
                      </a:lnTo>
                      <a:lnTo>
                        <a:pt x="174" y="48"/>
                      </a:lnTo>
                      <a:lnTo>
                        <a:pt x="198" y="12"/>
                      </a:lnTo>
                      <a:lnTo>
                        <a:pt x="192" y="6"/>
                      </a:lnTo>
                      <a:lnTo>
                        <a:pt x="180" y="0"/>
                      </a:lnTo>
                      <a:lnTo>
                        <a:pt x="162" y="0"/>
                      </a:lnTo>
                      <a:lnTo>
                        <a:pt x="156" y="12"/>
                      </a:lnTo>
                      <a:lnTo>
                        <a:pt x="144" y="18"/>
                      </a:lnTo>
                      <a:lnTo>
                        <a:pt x="138" y="30"/>
                      </a:lnTo>
                      <a:lnTo>
                        <a:pt x="132" y="30"/>
                      </a:lnTo>
                      <a:lnTo>
                        <a:pt x="114" y="12"/>
                      </a:lnTo>
                      <a:lnTo>
                        <a:pt x="102" y="12"/>
                      </a:lnTo>
                      <a:lnTo>
                        <a:pt x="102" y="24"/>
                      </a:lnTo>
                      <a:lnTo>
                        <a:pt x="96" y="30"/>
                      </a:lnTo>
                      <a:lnTo>
                        <a:pt x="96" y="42"/>
                      </a:lnTo>
                      <a:lnTo>
                        <a:pt x="108" y="54"/>
                      </a:lnTo>
                      <a:lnTo>
                        <a:pt x="108" y="60"/>
                      </a:lnTo>
                      <a:lnTo>
                        <a:pt x="66" y="60"/>
                      </a:lnTo>
                      <a:lnTo>
                        <a:pt x="90" y="84"/>
                      </a:lnTo>
                      <a:lnTo>
                        <a:pt x="72" y="96"/>
                      </a:lnTo>
                      <a:lnTo>
                        <a:pt x="78" y="96"/>
                      </a:lnTo>
                      <a:lnTo>
                        <a:pt x="78" y="108"/>
                      </a:lnTo>
                      <a:lnTo>
                        <a:pt x="54" y="120"/>
                      </a:lnTo>
                      <a:lnTo>
                        <a:pt x="6" y="120"/>
                      </a:lnTo>
                      <a:lnTo>
                        <a:pt x="0" y="126"/>
                      </a:lnTo>
                      <a:lnTo>
                        <a:pt x="0" y="144"/>
                      </a:lnTo>
                      <a:lnTo>
                        <a:pt x="18" y="144"/>
                      </a:lnTo>
                      <a:lnTo>
                        <a:pt x="30" y="156"/>
                      </a:lnTo>
                      <a:lnTo>
                        <a:pt x="36" y="156"/>
                      </a:lnTo>
                      <a:lnTo>
                        <a:pt x="42" y="162"/>
                      </a:lnTo>
                      <a:lnTo>
                        <a:pt x="54" y="162"/>
                      </a:lnTo>
                      <a:lnTo>
                        <a:pt x="66" y="174"/>
                      </a:lnTo>
                      <a:lnTo>
                        <a:pt x="66" y="180"/>
                      </a:lnTo>
                      <a:lnTo>
                        <a:pt x="60" y="186"/>
                      </a:lnTo>
                      <a:lnTo>
                        <a:pt x="60" y="204"/>
                      </a:lnTo>
                      <a:lnTo>
                        <a:pt x="66" y="210"/>
                      </a:lnTo>
                      <a:lnTo>
                        <a:pt x="78" y="216"/>
                      </a:lnTo>
                      <a:lnTo>
                        <a:pt x="90" y="228"/>
                      </a:lnTo>
                      <a:lnTo>
                        <a:pt x="90" y="246"/>
                      </a:lnTo>
                      <a:lnTo>
                        <a:pt x="84" y="258"/>
                      </a:lnTo>
                      <a:lnTo>
                        <a:pt x="72" y="264"/>
                      </a:lnTo>
                      <a:lnTo>
                        <a:pt x="66" y="276"/>
                      </a:lnTo>
                      <a:lnTo>
                        <a:pt x="60" y="282"/>
                      </a:lnTo>
                      <a:lnTo>
                        <a:pt x="60" y="306"/>
                      </a:lnTo>
                      <a:lnTo>
                        <a:pt x="66" y="312"/>
                      </a:lnTo>
                      <a:lnTo>
                        <a:pt x="78" y="318"/>
                      </a:lnTo>
                      <a:lnTo>
                        <a:pt x="84" y="324"/>
                      </a:lnTo>
                      <a:lnTo>
                        <a:pt x="90" y="324"/>
                      </a:lnTo>
                      <a:lnTo>
                        <a:pt x="108" y="306"/>
                      </a:lnTo>
                      <a:lnTo>
                        <a:pt x="120" y="300"/>
                      </a:lnTo>
                      <a:lnTo>
                        <a:pt x="126" y="294"/>
                      </a:lnTo>
                      <a:lnTo>
                        <a:pt x="138" y="294"/>
                      </a:lnTo>
                      <a:lnTo>
                        <a:pt x="144" y="300"/>
                      </a:lnTo>
                      <a:lnTo>
                        <a:pt x="150" y="312"/>
                      </a:lnTo>
                      <a:lnTo>
                        <a:pt x="156" y="318"/>
                      </a:lnTo>
                      <a:lnTo>
                        <a:pt x="162" y="318"/>
                      </a:lnTo>
                      <a:lnTo>
                        <a:pt x="162" y="288"/>
                      </a:lnTo>
                      <a:lnTo>
                        <a:pt x="174" y="276"/>
                      </a:lnTo>
                      <a:lnTo>
                        <a:pt x="186" y="270"/>
                      </a:lnTo>
                      <a:lnTo>
                        <a:pt x="204" y="270"/>
                      </a:lnTo>
                      <a:lnTo>
                        <a:pt x="216" y="282"/>
                      </a:lnTo>
                      <a:lnTo>
                        <a:pt x="222" y="258"/>
                      </a:lnTo>
                      <a:lnTo>
                        <a:pt x="216" y="258"/>
                      </a:lnTo>
                      <a:lnTo>
                        <a:pt x="210" y="252"/>
                      </a:lnTo>
                      <a:lnTo>
                        <a:pt x="210" y="246"/>
                      </a:lnTo>
                      <a:lnTo>
                        <a:pt x="222" y="234"/>
                      </a:lnTo>
                      <a:lnTo>
                        <a:pt x="228" y="234"/>
                      </a:lnTo>
                      <a:lnTo>
                        <a:pt x="234" y="228"/>
                      </a:lnTo>
                      <a:lnTo>
                        <a:pt x="234" y="204"/>
                      </a:lnTo>
                      <a:lnTo>
                        <a:pt x="240" y="198"/>
                      </a:lnTo>
                      <a:lnTo>
                        <a:pt x="258" y="198"/>
                      </a:lnTo>
                      <a:lnTo>
                        <a:pt x="276" y="216"/>
                      </a:lnTo>
                      <a:lnTo>
                        <a:pt x="276" y="246"/>
                      </a:lnTo>
                      <a:lnTo>
                        <a:pt x="294" y="246"/>
                      </a:lnTo>
                      <a:lnTo>
                        <a:pt x="306" y="312"/>
                      </a:lnTo>
                      <a:lnTo>
                        <a:pt x="306" y="318"/>
                      </a:lnTo>
                      <a:lnTo>
                        <a:pt x="336" y="348"/>
                      </a:lnTo>
                      <a:lnTo>
                        <a:pt x="342" y="348"/>
                      </a:lnTo>
                      <a:lnTo>
                        <a:pt x="348" y="342"/>
                      </a:lnTo>
                      <a:lnTo>
                        <a:pt x="360" y="336"/>
                      </a:lnTo>
                      <a:lnTo>
                        <a:pt x="366" y="324"/>
                      </a:lnTo>
                      <a:lnTo>
                        <a:pt x="372" y="318"/>
                      </a:lnTo>
                      <a:lnTo>
                        <a:pt x="390" y="318"/>
                      </a:lnTo>
                      <a:lnTo>
                        <a:pt x="396" y="312"/>
                      </a:lnTo>
                      <a:lnTo>
                        <a:pt x="402" y="300"/>
                      </a:lnTo>
                      <a:lnTo>
                        <a:pt x="408" y="294"/>
                      </a:lnTo>
                      <a:lnTo>
                        <a:pt x="432" y="282"/>
                      </a:lnTo>
                      <a:lnTo>
                        <a:pt x="456" y="282"/>
                      </a:lnTo>
                      <a:lnTo>
                        <a:pt x="456" y="300"/>
                      </a:lnTo>
                      <a:lnTo>
                        <a:pt x="492" y="288"/>
                      </a:lnTo>
                      <a:lnTo>
                        <a:pt x="516" y="288"/>
                      </a:lnTo>
                      <a:lnTo>
                        <a:pt x="522" y="294"/>
                      </a:lnTo>
                      <a:lnTo>
                        <a:pt x="546" y="294"/>
                      </a:lnTo>
                      <a:lnTo>
                        <a:pt x="552" y="288"/>
                      </a:lnTo>
                      <a:lnTo>
                        <a:pt x="540" y="276"/>
                      </a:lnTo>
                      <a:lnTo>
                        <a:pt x="534" y="276"/>
                      </a:lnTo>
                      <a:lnTo>
                        <a:pt x="528" y="270"/>
                      </a:lnTo>
                      <a:close/>
                    </a:path>
                  </a:pathLst>
                </a:custGeom>
                <a:solidFill>
                  <a:srgbClr val="A29C97"/>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192" name="Taiwan" descr="© INSCALE GmbH, 05.05.2010&#10;http://www.presentationload.com/">
                  <a:extLst>
                    <a:ext uri="{FF2B5EF4-FFF2-40B4-BE49-F238E27FC236}">
                      <a16:creationId xmlns:a16="http://schemas.microsoft.com/office/drawing/2014/main" id="{50E06264-02EE-4F6D-8BFA-D15F2D1324A6}"/>
                    </a:ext>
                  </a:extLst>
                </p:cNvPr>
                <p:cNvSpPr>
                  <a:spLocks/>
                </p:cNvSpPr>
                <p:nvPr/>
              </p:nvSpPr>
              <p:spPr bwMode="gray">
                <a:xfrm>
                  <a:off x="9382796" y="2955987"/>
                  <a:ext cx="54760" cy="121886"/>
                </a:xfrm>
                <a:custGeom>
                  <a:avLst/>
                  <a:gdLst>
                    <a:gd name="T0" fmla="*/ 2147483647 w 120"/>
                    <a:gd name="T1" fmla="*/ 2147483647 h 270"/>
                    <a:gd name="T2" fmla="*/ 2147483647 w 120"/>
                    <a:gd name="T3" fmla="*/ 2147483647 h 270"/>
                    <a:gd name="T4" fmla="*/ 2147483647 w 120"/>
                    <a:gd name="T5" fmla="*/ 2147483647 h 270"/>
                    <a:gd name="T6" fmla="*/ 2147483647 w 120"/>
                    <a:gd name="T7" fmla="*/ 2147483647 h 270"/>
                    <a:gd name="T8" fmla="*/ 2147483647 w 120"/>
                    <a:gd name="T9" fmla="*/ 2147483647 h 270"/>
                    <a:gd name="T10" fmla="*/ 2147483647 w 120"/>
                    <a:gd name="T11" fmla="*/ 2147483647 h 270"/>
                    <a:gd name="T12" fmla="*/ 2147483647 w 120"/>
                    <a:gd name="T13" fmla="*/ 2147483647 h 270"/>
                    <a:gd name="T14" fmla="*/ 2147483647 w 120"/>
                    <a:gd name="T15" fmla="*/ 2147483647 h 270"/>
                    <a:gd name="T16" fmla="*/ 2147483647 w 120"/>
                    <a:gd name="T17" fmla="*/ 2147483647 h 270"/>
                    <a:gd name="T18" fmla="*/ 2147483647 w 120"/>
                    <a:gd name="T19" fmla="*/ 2147483647 h 270"/>
                    <a:gd name="T20" fmla="*/ 2147483647 w 120"/>
                    <a:gd name="T21" fmla="*/ 0 h 270"/>
                    <a:gd name="T22" fmla="*/ 2147483647 w 120"/>
                    <a:gd name="T23" fmla="*/ 2147483647 h 270"/>
                    <a:gd name="T24" fmla="*/ 2147483647 w 120"/>
                    <a:gd name="T25" fmla="*/ 2147483647 h 270"/>
                    <a:gd name="T26" fmla="*/ 2147483647 w 120"/>
                    <a:gd name="T27" fmla="*/ 2147483647 h 270"/>
                    <a:gd name="T28" fmla="*/ 2147483647 w 120"/>
                    <a:gd name="T29" fmla="*/ 2147483647 h 270"/>
                    <a:gd name="T30" fmla="*/ 0 w 120"/>
                    <a:gd name="T31" fmla="*/ 2147483647 h 270"/>
                    <a:gd name="T32" fmla="*/ 0 w 120"/>
                    <a:gd name="T33" fmla="*/ 2147483647 h 270"/>
                    <a:gd name="T34" fmla="*/ 2147483647 w 120"/>
                    <a:gd name="T35" fmla="*/ 2147483647 h 270"/>
                    <a:gd name="T36" fmla="*/ 2147483647 w 120"/>
                    <a:gd name="T37" fmla="*/ 2147483647 h 270"/>
                    <a:gd name="T38" fmla="*/ 2147483647 w 120"/>
                    <a:gd name="T39" fmla="*/ 2147483647 h 270"/>
                    <a:gd name="T40" fmla="*/ 2147483647 w 120"/>
                    <a:gd name="T41" fmla="*/ 2147483647 h 270"/>
                    <a:gd name="T42" fmla="*/ 2147483647 w 120"/>
                    <a:gd name="T43" fmla="*/ 2147483647 h 270"/>
                    <a:gd name="T44" fmla="*/ 2147483647 w 120"/>
                    <a:gd name="T45" fmla="*/ 2147483647 h 270"/>
                    <a:gd name="T46" fmla="*/ 2147483647 w 120"/>
                    <a:gd name="T47" fmla="*/ 2147483647 h 270"/>
                    <a:gd name="T48" fmla="*/ 2147483647 w 120"/>
                    <a:gd name="T49" fmla="*/ 2147483647 h 270"/>
                    <a:gd name="T50" fmla="*/ 2147483647 w 120"/>
                    <a:gd name="T51" fmla="*/ 2147483647 h 27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20"/>
                    <a:gd name="T79" fmla="*/ 0 h 270"/>
                    <a:gd name="T80" fmla="*/ 120 w 120"/>
                    <a:gd name="T81" fmla="*/ 270 h 270"/>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20" h="270">
                      <a:moveTo>
                        <a:pt x="84" y="270"/>
                      </a:moveTo>
                      <a:lnTo>
                        <a:pt x="84" y="222"/>
                      </a:lnTo>
                      <a:lnTo>
                        <a:pt x="90" y="216"/>
                      </a:lnTo>
                      <a:lnTo>
                        <a:pt x="102" y="192"/>
                      </a:lnTo>
                      <a:lnTo>
                        <a:pt x="102" y="102"/>
                      </a:lnTo>
                      <a:lnTo>
                        <a:pt x="108" y="96"/>
                      </a:lnTo>
                      <a:lnTo>
                        <a:pt x="114" y="84"/>
                      </a:lnTo>
                      <a:lnTo>
                        <a:pt x="114" y="54"/>
                      </a:lnTo>
                      <a:lnTo>
                        <a:pt x="120" y="36"/>
                      </a:lnTo>
                      <a:lnTo>
                        <a:pt x="120" y="24"/>
                      </a:lnTo>
                      <a:lnTo>
                        <a:pt x="72" y="0"/>
                      </a:lnTo>
                      <a:lnTo>
                        <a:pt x="48" y="30"/>
                      </a:lnTo>
                      <a:lnTo>
                        <a:pt x="42" y="42"/>
                      </a:lnTo>
                      <a:lnTo>
                        <a:pt x="30" y="78"/>
                      </a:lnTo>
                      <a:lnTo>
                        <a:pt x="12" y="114"/>
                      </a:lnTo>
                      <a:lnTo>
                        <a:pt x="0" y="150"/>
                      </a:lnTo>
                      <a:lnTo>
                        <a:pt x="0" y="168"/>
                      </a:lnTo>
                      <a:lnTo>
                        <a:pt x="6" y="180"/>
                      </a:lnTo>
                      <a:lnTo>
                        <a:pt x="18" y="192"/>
                      </a:lnTo>
                      <a:lnTo>
                        <a:pt x="24" y="204"/>
                      </a:lnTo>
                      <a:lnTo>
                        <a:pt x="36" y="210"/>
                      </a:lnTo>
                      <a:lnTo>
                        <a:pt x="42" y="222"/>
                      </a:lnTo>
                      <a:lnTo>
                        <a:pt x="42" y="228"/>
                      </a:lnTo>
                      <a:lnTo>
                        <a:pt x="48" y="234"/>
                      </a:lnTo>
                      <a:lnTo>
                        <a:pt x="60" y="258"/>
                      </a:lnTo>
                      <a:lnTo>
                        <a:pt x="84" y="270"/>
                      </a:lnTo>
                      <a:close/>
                    </a:path>
                  </a:pathLst>
                </a:custGeom>
                <a:solidFill>
                  <a:srgbClr val="572772"/>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193" name="Syria" descr="© INSCALE GmbH, 05.05.2010&#10;http://www.presentationload.com/">
                  <a:extLst>
                    <a:ext uri="{FF2B5EF4-FFF2-40B4-BE49-F238E27FC236}">
                      <a16:creationId xmlns:a16="http://schemas.microsoft.com/office/drawing/2014/main" id="{31C1C463-85BA-4CE5-8332-23E2E36674AB}"/>
                    </a:ext>
                  </a:extLst>
                </p:cNvPr>
                <p:cNvSpPr>
                  <a:spLocks/>
                </p:cNvSpPr>
                <p:nvPr/>
              </p:nvSpPr>
              <p:spPr bwMode="gray">
                <a:xfrm>
                  <a:off x="6703088" y="2516139"/>
                  <a:ext cx="203141" cy="187246"/>
                </a:xfrm>
                <a:custGeom>
                  <a:avLst/>
                  <a:gdLst>
                    <a:gd name="T0" fmla="*/ 2147483647 w 450"/>
                    <a:gd name="T1" fmla="*/ 2147483647 h 414"/>
                    <a:gd name="T2" fmla="*/ 2147483647 w 450"/>
                    <a:gd name="T3" fmla="*/ 2147483647 h 414"/>
                    <a:gd name="T4" fmla="*/ 2147483647 w 450"/>
                    <a:gd name="T5" fmla="*/ 2147483647 h 414"/>
                    <a:gd name="T6" fmla="*/ 2147483647 w 450"/>
                    <a:gd name="T7" fmla="*/ 0 h 414"/>
                    <a:gd name="T8" fmla="*/ 2147483647 w 450"/>
                    <a:gd name="T9" fmla="*/ 2147483647 h 414"/>
                    <a:gd name="T10" fmla="*/ 2147483647 w 450"/>
                    <a:gd name="T11" fmla="*/ 2147483647 h 414"/>
                    <a:gd name="T12" fmla="*/ 2147483647 w 450"/>
                    <a:gd name="T13" fmla="*/ 2147483647 h 414"/>
                    <a:gd name="T14" fmla="*/ 2147483647 w 450"/>
                    <a:gd name="T15" fmla="*/ 2147483647 h 414"/>
                    <a:gd name="T16" fmla="*/ 2147483647 w 450"/>
                    <a:gd name="T17" fmla="*/ 2147483647 h 414"/>
                    <a:gd name="T18" fmla="*/ 2147483647 w 450"/>
                    <a:gd name="T19" fmla="*/ 2147483647 h 414"/>
                    <a:gd name="T20" fmla="*/ 2147483647 w 450"/>
                    <a:gd name="T21" fmla="*/ 2147483647 h 414"/>
                    <a:gd name="T22" fmla="*/ 2147483647 w 450"/>
                    <a:gd name="T23" fmla="*/ 2147483647 h 414"/>
                    <a:gd name="T24" fmla="*/ 2147483647 w 450"/>
                    <a:gd name="T25" fmla="*/ 2147483647 h 414"/>
                    <a:gd name="T26" fmla="*/ 2147483647 w 450"/>
                    <a:gd name="T27" fmla="*/ 2147483647 h 414"/>
                    <a:gd name="T28" fmla="*/ 2147483647 w 450"/>
                    <a:gd name="T29" fmla="*/ 2147483647 h 414"/>
                    <a:gd name="T30" fmla="*/ 2147483647 w 450"/>
                    <a:gd name="T31" fmla="*/ 2147483647 h 414"/>
                    <a:gd name="T32" fmla="*/ 2147483647 w 450"/>
                    <a:gd name="T33" fmla="*/ 2147483647 h 414"/>
                    <a:gd name="T34" fmla="*/ 2147483647 w 450"/>
                    <a:gd name="T35" fmla="*/ 2147483647 h 414"/>
                    <a:gd name="T36" fmla="*/ 2147483647 w 450"/>
                    <a:gd name="T37" fmla="*/ 2147483647 h 414"/>
                    <a:gd name="T38" fmla="*/ 2147483647 w 450"/>
                    <a:gd name="T39" fmla="*/ 2147483647 h 414"/>
                    <a:gd name="T40" fmla="*/ 2147483647 w 450"/>
                    <a:gd name="T41" fmla="*/ 2147483647 h 414"/>
                    <a:gd name="T42" fmla="*/ 2147483647 w 450"/>
                    <a:gd name="T43" fmla="*/ 2147483647 h 414"/>
                    <a:gd name="T44" fmla="*/ 2147483647 w 450"/>
                    <a:gd name="T45" fmla="*/ 2147483647 h 414"/>
                    <a:gd name="T46" fmla="*/ 2147483647 w 450"/>
                    <a:gd name="T47" fmla="*/ 2147483647 h 414"/>
                    <a:gd name="T48" fmla="*/ 2147483647 w 450"/>
                    <a:gd name="T49" fmla="*/ 2147483647 h 414"/>
                    <a:gd name="T50" fmla="*/ 2147483647 w 450"/>
                    <a:gd name="T51" fmla="*/ 2147483647 h 414"/>
                    <a:gd name="T52" fmla="*/ 2147483647 w 450"/>
                    <a:gd name="T53" fmla="*/ 2147483647 h 414"/>
                    <a:gd name="T54" fmla="*/ 2147483647 w 450"/>
                    <a:gd name="T55" fmla="*/ 2147483647 h 414"/>
                    <a:gd name="T56" fmla="*/ 2147483647 w 450"/>
                    <a:gd name="T57" fmla="*/ 2147483647 h 414"/>
                    <a:gd name="T58" fmla="*/ 2147483647 w 450"/>
                    <a:gd name="T59" fmla="*/ 2147483647 h 414"/>
                    <a:gd name="T60" fmla="*/ 2147483647 w 450"/>
                    <a:gd name="T61" fmla="*/ 2147483647 h 414"/>
                    <a:gd name="T62" fmla="*/ 2147483647 w 450"/>
                    <a:gd name="T63" fmla="*/ 2147483647 h 414"/>
                    <a:gd name="T64" fmla="*/ 2147483647 w 450"/>
                    <a:gd name="T65" fmla="*/ 2147483647 h 414"/>
                    <a:gd name="T66" fmla="*/ 2147483647 w 450"/>
                    <a:gd name="T67" fmla="*/ 2147483647 h 414"/>
                    <a:gd name="T68" fmla="*/ 2147483647 w 450"/>
                    <a:gd name="T69" fmla="*/ 2147483647 h 414"/>
                    <a:gd name="T70" fmla="*/ 2147483647 w 450"/>
                    <a:gd name="T71" fmla="*/ 2147483647 h 414"/>
                    <a:gd name="T72" fmla="*/ 2147483647 w 450"/>
                    <a:gd name="T73" fmla="*/ 2147483647 h 414"/>
                    <a:gd name="T74" fmla="*/ 2147483647 w 450"/>
                    <a:gd name="T75" fmla="*/ 2147483647 h 414"/>
                    <a:gd name="T76" fmla="*/ 2147483647 w 450"/>
                    <a:gd name="T77" fmla="*/ 2147483647 h 414"/>
                    <a:gd name="T78" fmla="*/ 2147483647 w 450"/>
                    <a:gd name="T79" fmla="*/ 2147483647 h 414"/>
                    <a:gd name="T80" fmla="*/ 2147483647 w 450"/>
                    <a:gd name="T81" fmla="*/ 2147483647 h 414"/>
                    <a:gd name="T82" fmla="*/ 2147483647 w 450"/>
                    <a:gd name="T83" fmla="*/ 2147483647 h 414"/>
                    <a:gd name="T84" fmla="*/ 2147483647 w 450"/>
                    <a:gd name="T85" fmla="*/ 2147483647 h 414"/>
                    <a:gd name="T86" fmla="*/ 2147483647 w 450"/>
                    <a:gd name="T87" fmla="*/ 2147483647 h 414"/>
                    <a:gd name="T88" fmla="*/ 2147483647 w 450"/>
                    <a:gd name="T89" fmla="*/ 2147483647 h 414"/>
                    <a:gd name="T90" fmla="*/ 2147483647 w 450"/>
                    <a:gd name="T91" fmla="*/ 2147483647 h 414"/>
                    <a:gd name="T92" fmla="*/ 2147483647 w 450"/>
                    <a:gd name="T93" fmla="*/ 2147483647 h 414"/>
                    <a:gd name="T94" fmla="*/ 2147483647 w 450"/>
                    <a:gd name="T95" fmla="*/ 2147483647 h 414"/>
                    <a:gd name="T96" fmla="*/ 2147483647 w 450"/>
                    <a:gd name="T97" fmla="*/ 2147483647 h 414"/>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450"/>
                    <a:gd name="T148" fmla="*/ 0 h 414"/>
                    <a:gd name="T149" fmla="*/ 450 w 450"/>
                    <a:gd name="T150" fmla="*/ 414 h 414"/>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450" h="414">
                      <a:moveTo>
                        <a:pt x="426" y="60"/>
                      </a:moveTo>
                      <a:lnTo>
                        <a:pt x="432" y="54"/>
                      </a:lnTo>
                      <a:lnTo>
                        <a:pt x="438" y="42"/>
                      </a:lnTo>
                      <a:lnTo>
                        <a:pt x="450" y="30"/>
                      </a:lnTo>
                      <a:lnTo>
                        <a:pt x="444" y="30"/>
                      </a:lnTo>
                      <a:lnTo>
                        <a:pt x="438" y="24"/>
                      </a:lnTo>
                      <a:lnTo>
                        <a:pt x="438" y="0"/>
                      </a:lnTo>
                      <a:lnTo>
                        <a:pt x="432" y="0"/>
                      </a:lnTo>
                      <a:lnTo>
                        <a:pt x="432" y="6"/>
                      </a:lnTo>
                      <a:lnTo>
                        <a:pt x="426" y="18"/>
                      </a:lnTo>
                      <a:lnTo>
                        <a:pt x="402" y="18"/>
                      </a:lnTo>
                      <a:lnTo>
                        <a:pt x="390" y="30"/>
                      </a:lnTo>
                      <a:lnTo>
                        <a:pt x="372" y="30"/>
                      </a:lnTo>
                      <a:lnTo>
                        <a:pt x="366" y="24"/>
                      </a:lnTo>
                      <a:lnTo>
                        <a:pt x="318" y="24"/>
                      </a:lnTo>
                      <a:lnTo>
                        <a:pt x="306" y="30"/>
                      </a:lnTo>
                      <a:lnTo>
                        <a:pt x="294" y="42"/>
                      </a:lnTo>
                      <a:lnTo>
                        <a:pt x="282" y="48"/>
                      </a:lnTo>
                      <a:lnTo>
                        <a:pt x="276" y="54"/>
                      </a:lnTo>
                      <a:lnTo>
                        <a:pt x="258" y="54"/>
                      </a:lnTo>
                      <a:lnTo>
                        <a:pt x="246" y="60"/>
                      </a:lnTo>
                      <a:lnTo>
                        <a:pt x="234" y="60"/>
                      </a:lnTo>
                      <a:lnTo>
                        <a:pt x="222" y="54"/>
                      </a:lnTo>
                      <a:lnTo>
                        <a:pt x="204" y="54"/>
                      </a:lnTo>
                      <a:lnTo>
                        <a:pt x="192" y="42"/>
                      </a:lnTo>
                      <a:lnTo>
                        <a:pt x="180" y="36"/>
                      </a:lnTo>
                      <a:lnTo>
                        <a:pt x="174" y="30"/>
                      </a:lnTo>
                      <a:lnTo>
                        <a:pt x="168" y="30"/>
                      </a:lnTo>
                      <a:lnTo>
                        <a:pt x="150" y="48"/>
                      </a:lnTo>
                      <a:lnTo>
                        <a:pt x="144" y="48"/>
                      </a:lnTo>
                      <a:lnTo>
                        <a:pt x="138" y="54"/>
                      </a:lnTo>
                      <a:lnTo>
                        <a:pt x="120" y="60"/>
                      </a:lnTo>
                      <a:lnTo>
                        <a:pt x="84" y="60"/>
                      </a:lnTo>
                      <a:lnTo>
                        <a:pt x="84" y="54"/>
                      </a:lnTo>
                      <a:lnTo>
                        <a:pt x="90" y="48"/>
                      </a:lnTo>
                      <a:lnTo>
                        <a:pt x="66" y="48"/>
                      </a:lnTo>
                      <a:lnTo>
                        <a:pt x="66" y="78"/>
                      </a:lnTo>
                      <a:lnTo>
                        <a:pt x="72" y="78"/>
                      </a:lnTo>
                      <a:lnTo>
                        <a:pt x="72" y="102"/>
                      </a:lnTo>
                      <a:lnTo>
                        <a:pt x="60" y="102"/>
                      </a:lnTo>
                      <a:lnTo>
                        <a:pt x="54" y="96"/>
                      </a:lnTo>
                      <a:lnTo>
                        <a:pt x="54" y="114"/>
                      </a:lnTo>
                      <a:lnTo>
                        <a:pt x="48" y="120"/>
                      </a:lnTo>
                      <a:lnTo>
                        <a:pt x="48" y="126"/>
                      </a:lnTo>
                      <a:lnTo>
                        <a:pt x="36" y="126"/>
                      </a:lnTo>
                      <a:lnTo>
                        <a:pt x="24" y="114"/>
                      </a:lnTo>
                      <a:lnTo>
                        <a:pt x="18" y="120"/>
                      </a:lnTo>
                      <a:lnTo>
                        <a:pt x="12" y="132"/>
                      </a:lnTo>
                      <a:lnTo>
                        <a:pt x="12" y="150"/>
                      </a:lnTo>
                      <a:lnTo>
                        <a:pt x="6" y="150"/>
                      </a:lnTo>
                      <a:lnTo>
                        <a:pt x="0" y="198"/>
                      </a:lnTo>
                      <a:lnTo>
                        <a:pt x="6" y="204"/>
                      </a:lnTo>
                      <a:lnTo>
                        <a:pt x="18" y="210"/>
                      </a:lnTo>
                      <a:lnTo>
                        <a:pt x="24" y="216"/>
                      </a:lnTo>
                      <a:lnTo>
                        <a:pt x="24" y="222"/>
                      </a:lnTo>
                      <a:lnTo>
                        <a:pt x="72" y="222"/>
                      </a:lnTo>
                      <a:lnTo>
                        <a:pt x="66" y="234"/>
                      </a:lnTo>
                      <a:lnTo>
                        <a:pt x="72" y="240"/>
                      </a:lnTo>
                      <a:lnTo>
                        <a:pt x="78" y="252"/>
                      </a:lnTo>
                      <a:lnTo>
                        <a:pt x="78" y="270"/>
                      </a:lnTo>
                      <a:lnTo>
                        <a:pt x="72" y="282"/>
                      </a:lnTo>
                      <a:lnTo>
                        <a:pt x="66" y="282"/>
                      </a:lnTo>
                      <a:lnTo>
                        <a:pt x="54" y="288"/>
                      </a:lnTo>
                      <a:lnTo>
                        <a:pt x="48" y="288"/>
                      </a:lnTo>
                      <a:lnTo>
                        <a:pt x="42" y="294"/>
                      </a:lnTo>
                      <a:lnTo>
                        <a:pt x="42" y="318"/>
                      </a:lnTo>
                      <a:lnTo>
                        <a:pt x="24" y="336"/>
                      </a:lnTo>
                      <a:lnTo>
                        <a:pt x="30" y="378"/>
                      </a:lnTo>
                      <a:lnTo>
                        <a:pt x="36" y="378"/>
                      </a:lnTo>
                      <a:lnTo>
                        <a:pt x="72" y="396"/>
                      </a:lnTo>
                      <a:lnTo>
                        <a:pt x="84" y="408"/>
                      </a:lnTo>
                      <a:lnTo>
                        <a:pt x="96" y="414"/>
                      </a:lnTo>
                      <a:lnTo>
                        <a:pt x="114" y="414"/>
                      </a:lnTo>
                      <a:lnTo>
                        <a:pt x="174" y="384"/>
                      </a:lnTo>
                      <a:lnTo>
                        <a:pt x="204" y="354"/>
                      </a:lnTo>
                      <a:lnTo>
                        <a:pt x="228" y="336"/>
                      </a:lnTo>
                      <a:lnTo>
                        <a:pt x="240" y="324"/>
                      </a:lnTo>
                      <a:lnTo>
                        <a:pt x="300" y="276"/>
                      </a:lnTo>
                      <a:lnTo>
                        <a:pt x="312" y="270"/>
                      </a:lnTo>
                      <a:lnTo>
                        <a:pt x="372" y="246"/>
                      </a:lnTo>
                      <a:lnTo>
                        <a:pt x="396" y="234"/>
                      </a:lnTo>
                      <a:lnTo>
                        <a:pt x="402" y="228"/>
                      </a:lnTo>
                      <a:lnTo>
                        <a:pt x="402" y="222"/>
                      </a:lnTo>
                      <a:lnTo>
                        <a:pt x="384" y="204"/>
                      </a:lnTo>
                      <a:lnTo>
                        <a:pt x="384" y="198"/>
                      </a:lnTo>
                      <a:lnTo>
                        <a:pt x="390" y="180"/>
                      </a:lnTo>
                      <a:lnTo>
                        <a:pt x="396" y="168"/>
                      </a:lnTo>
                      <a:lnTo>
                        <a:pt x="396" y="138"/>
                      </a:lnTo>
                      <a:lnTo>
                        <a:pt x="390" y="126"/>
                      </a:lnTo>
                      <a:lnTo>
                        <a:pt x="390" y="114"/>
                      </a:lnTo>
                      <a:lnTo>
                        <a:pt x="384" y="108"/>
                      </a:lnTo>
                      <a:lnTo>
                        <a:pt x="378" y="96"/>
                      </a:lnTo>
                      <a:lnTo>
                        <a:pt x="378" y="84"/>
                      </a:lnTo>
                      <a:lnTo>
                        <a:pt x="384" y="72"/>
                      </a:lnTo>
                      <a:lnTo>
                        <a:pt x="390" y="66"/>
                      </a:lnTo>
                      <a:lnTo>
                        <a:pt x="402" y="66"/>
                      </a:lnTo>
                      <a:lnTo>
                        <a:pt x="414" y="60"/>
                      </a:lnTo>
                      <a:lnTo>
                        <a:pt x="426" y="60"/>
                      </a:lnTo>
                      <a:close/>
                    </a:path>
                  </a:pathLst>
                </a:custGeom>
                <a:solidFill>
                  <a:srgbClr val="9C968E"/>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194" name="Switzerland" descr="© INSCALE GmbH, 05.05.2010&#10;http://www.presentationload.com/">
                  <a:extLst>
                    <a:ext uri="{FF2B5EF4-FFF2-40B4-BE49-F238E27FC236}">
                      <a16:creationId xmlns:a16="http://schemas.microsoft.com/office/drawing/2014/main" id="{C0907793-8F4A-4784-A331-27255E7C92B9}"/>
                    </a:ext>
                  </a:extLst>
                </p:cNvPr>
                <p:cNvSpPr>
                  <a:spLocks/>
                </p:cNvSpPr>
                <p:nvPr/>
              </p:nvSpPr>
              <p:spPr bwMode="gray">
                <a:xfrm>
                  <a:off x="5816331" y="2139884"/>
                  <a:ext cx="130718" cy="72426"/>
                </a:xfrm>
                <a:custGeom>
                  <a:avLst/>
                  <a:gdLst>
                    <a:gd name="T0" fmla="*/ 2147483647 w 288"/>
                    <a:gd name="T1" fmla="*/ 2147483647 h 162"/>
                    <a:gd name="T2" fmla="*/ 2147483647 w 288"/>
                    <a:gd name="T3" fmla="*/ 2147483647 h 162"/>
                    <a:gd name="T4" fmla="*/ 2147483647 w 288"/>
                    <a:gd name="T5" fmla="*/ 2147483647 h 162"/>
                    <a:gd name="T6" fmla="*/ 2147483647 w 288"/>
                    <a:gd name="T7" fmla="*/ 2147483647 h 162"/>
                    <a:gd name="T8" fmla="*/ 2147483647 w 288"/>
                    <a:gd name="T9" fmla="*/ 2147483647 h 162"/>
                    <a:gd name="T10" fmla="*/ 2147483647 w 288"/>
                    <a:gd name="T11" fmla="*/ 2147483647 h 162"/>
                    <a:gd name="T12" fmla="*/ 2147483647 w 288"/>
                    <a:gd name="T13" fmla="*/ 2147483647 h 162"/>
                    <a:gd name="T14" fmla="*/ 0 w 288"/>
                    <a:gd name="T15" fmla="*/ 2147483647 h 162"/>
                    <a:gd name="T16" fmla="*/ 2147483647 w 288"/>
                    <a:gd name="T17" fmla="*/ 2147483647 h 162"/>
                    <a:gd name="T18" fmla="*/ 2147483647 w 288"/>
                    <a:gd name="T19" fmla="*/ 2147483647 h 162"/>
                    <a:gd name="T20" fmla="*/ 2147483647 w 288"/>
                    <a:gd name="T21" fmla="*/ 2147483647 h 162"/>
                    <a:gd name="T22" fmla="*/ 2147483647 w 288"/>
                    <a:gd name="T23" fmla="*/ 2147483647 h 162"/>
                    <a:gd name="T24" fmla="*/ 2147483647 w 288"/>
                    <a:gd name="T25" fmla="*/ 2147483647 h 162"/>
                    <a:gd name="T26" fmla="*/ 2147483647 w 288"/>
                    <a:gd name="T27" fmla="*/ 2147483647 h 162"/>
                    <a:gd name="T28" fmla="*/ 2147483647 w 288"/>
                    <a:gd name="T29" fmla="*/ 2147483647 h 162"/>
                    <a:gd name="T30" fmla="*/ 2147483647 w 288"/>
                    <a:gd name="T31" fmla="*/ 2147483647 h 162"/>
                    <a:gd name="T32" fmla="*/ 2147483647 w 288"/>
                    <a:gd name="T33" fmla="*/ 2147483647 h 162"/>
                    <a:gd name="T34" fmla="*/ 2147483647 w 288"/>
                    <a:gd name="T35" fmla="*/ 2147483647 h 162"/>
                    <a:gd name="T36" fmla="*/ 2147483647 w 288"/>
                    <a:gd name="T37" fmla="*/ 2147483647 h 162"/>
                    <a:gd name="T38" fmla="*/ 2147483647 w 288"/>
                    <a:gd name="T39" fmla="*/ 2147483647 h 162"/>
                    <a:gd name="T40" fmla="*/ 2147483647 w 288"/>
                    <a:gd name="T41" fmla="*/ 2147483647 h 162"/>
                    <a:gd name="T42" fmla="*/ 2147483647 w 288"/>
                    <a:gd name="T43" fmla="*/ 2147483647 h 162"/>
                    <a:gd name="T44" fmla="*/ 2147483647 w 288"/>
                    <a:gd name="T45" fmla="*/ 2147483647 h 162"/>
                    <a:gd name="T46" fmla="*/ 2147483647 w 288"/>
                    <a:gd name="T47" fmla="*/ 2147483647 h 162"/>
                    <a:gd name="T48" fmla="*/ 2147483647 w 288"/>
                    <a:gd name="T49" fmla="*/ 2147483647 h 162"/>
                    <a:gd name="T50" fmla="*/ 2147483647 w 288"/>
                    <a:gd name="T51" fmla="*/ 2147483647 h 162"/>
                    <a:gd name="T52" fmla="*/ 2147483647 w 288"/>
                    <a:gd name="T53" fmla="*/ 2147483647 h 162"/>
                    <a:gd name="T54" fmla="*/ 2147483647 w 288"/>
                    <a:gd name="T55" fmla="*/ 2147483647 h 162"/>
                    <a:gd name="T56" fmla="*/ 2147483647 w 288"/>
                    <a:gd name="T57" fmla="*/ 2147483647 h 162"/>
                    <a:gd name="T58" fmla="*/ 2147483647 w 288"/>
                    <a:gd name="T59" fmla="*/ 2147483647 h 162"/>
                    <a:gd name="T60" fmla="*/ 2147483647 w 288"/>
                    <a:gd name="T61" fmla="*/ 2147483647 h 162"/>
                    <a:gd name="T62" fmla="*/ 2147483647 w 288"/>
                    <a:gd name="T63" fmla="*/ 2147483647 h 162"/>
                    <a:gd name="T64" fmla="*/ 2147483647 w 288"/>
                    <a:gd name="T65" fmla="*/ 2147483647 h 162"/>
                    <a:gd name="T66" fmla="*/ 2147483647 w 288"/>
                    <a:gd name="T67" fmla="*/ 0 h 162"/>
                    <a:gd name="T68" fmla="*/ 2147483647 w 288"/>
                    <a:gd name="T69" fmla="*/ 2147483647 h 162"/>
                    <a:gd name="T70" fmla="*/ 2147483647 w 288"/>
                    <a:gd name="T71" fmla="*/ 2147483647 h 162"/>
                    <a:gd name="T72" fmla="*/ 2147483647 w 288"/>
                    <a:gd name="T73" fmla="*/ 2147483647 h 16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288"/>
                    <a:gd name="T112" fmla="*/ 0 h 162"/>
                    <a:gd name="T113" fmla="*/ 288 w 288"/>
                    <a:gd name="T114" fmla="*/ 162 h 16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288" h="162">
                      <a:moveTo>
                        <a:pt x="132" y="24"/>
                      </a:moveTo>
                      <a:lnTo>
                        <a:pt x="96" y="24"/>
                      </a:lnTo>
                      <a:lnTo>
                        <a:pt x="90" y="42"/>
                      </a:lnTo>
                      <a:lnTo>
                        <a:pt x="72" y="30"/>
                      </a:lnTo>
                      <a:lnTo>
                        <a:pt x="66" y="42"/>
                      </a:lnTo>
                      <a:lnTo>
                        <a:pt x="60" y="48"/>
                      </a:lnTo>
                      <a:lnTo>
                        <a:pt x="54" y="60"/>
                      </a:lnTo>
                      <a:lnTo>
                        <a:pt x="48" y="66"/>
                      </a:lnTo>
                      <a:lnTo>
                        <a:pt x="30" y="66"/>
                      </a:lnTo>
                      <a:lnTo>
                        <a:pt x="30" y="78"/>
                      </a:lnTo>
                      <a:lnTo>
                        <a:pt x="18" y="90"/>
                      </a:lnTo>
                      <a:lnTo>
                        <a:pt x="12" y="102"/>
                      </a:lnTo>
                      <a:lnTo>
                        <a:pt x="0" y="108"/>
                      </a:lnTo>
                      <a:lnTo>
                        <a:pt x="6" y="120"/>
                      </a:lnTo>
                      <a:lnTo>
                        <a:pt x="0" y="126"/>
                      </a:lnTo>
                      <a:lnTo>
                        <a:pt x="0" y="132"/>
                      </a:lnTo>
                      <a:lnTo>
                        <a:pt x="6" y="132"/>
                      </a:lnTo>
                      <a:lnTo>
                        <a:pt x="30" y="108"/>
                      </a:lnTo>
                      <a:lnTo>
                        <a:pt x="48" y="108"/>
                      </a:lnTo>
                      <a:lnTo>
                        <a:pt x="54" y="114"/>
                      </a:lnTo>
                      <a:lnTo>
                        <a:pt x="48" y="138"/>
                      </a:lnTo>
                      <a:lnTo>
                        <a:pt x="60" y="150"/>
                      </a:lnTo>
                      <a:lnTo>
                        <a:pt x="60" y="156"/>
                      </a:lnTo>
                      <a:lnTo>
                        <a:pt x="72" y="156"/>
                      </a:lnTo>
                      <a:lnTo>
                        <a:pt x="84" y="144"/>
                      </a:lnTo>
                      <a:lnTo>
                        <a:pt x="96" y="144"/>
                      </a:lnTo>
                      <a:lnTo>
                        <a:pt x="108" y="156"/>
                      </a:lnTo>
                      <a:lnTo>
                        <a:pt x="114" y="156"/>
                      </a:lnTo>
                      <a:lnTo>
                        <a:pt x="132" y="138"/>
                      </a:lnTo>
                      <a:lnTo>
                        <a:pt x="132" y="120"/>
                      </a:lnTo>
                      <a:lnTo>
                        <a:pt x="138" y="114"/>
                      </a:lnTo>
                      <a:lnTo>
                        <a:pt x="150" y="114"/>
                      </a:lnTo>
                      <a:lnTo>
                        <a:pt x="156" y="120"/>
                      </a:lnTo>
                      <a:lnTo>
                        <a:pt x="156" y="126"/>
                      </a:lnTo>
                      <a:lnTo>
                        <a:pt x="162" y="132"/>
                      </a:lnTo>
                      <a:lnTo>
                        <a:pt x="162" y="138"/>
                      </a:lnTo>
                      <a:lnTo>
                        <a:pt x="168" y="138"/>
                      </a:lnTo>
                      <a:lnTo>
                        <a:pt x="192" y="162"/>
                      </a:lnTo>
                      <a:lnTo>
                        <a:pt x="192" y="144"/>
                      </a:lnTo>
                      <a:lnTo>
                        <a:pt x="204" y="132"/>
                      </a:lnTo>
                      <a:lnTo>
                        <a:pt x="210" y="108"/>
                      </a:lnTo>
                      <a:lnTo>
                        <a:pt x="222" y="126"/>
                      </a:lnTo>
                      <a:lnTo>
                        <a:pt x="240" y="120"/>
                      </a:lnTo>
                      <a:lnTo>
                        <a:pt x="258" y="132"/>
                      </a:lnTo>
                      <a:lnTo>
                        <a:pt x="264" y="120"/>
                      </a:lnTo>
                      <a:lnTo>
                        <a:pt x="252" y="108"/>
                      </a:lnTo>
                      <a:lnTo>
                        <a:pt x="252" y="102"/>
                      </a:lnTo>
                      <a:lnTo>
                        <a:pt x="276" y="102"/>
                      </a:lnTo>
                      <a:lnTo>
                        <a:pt x="282" y="84"/>
                      </a:lnTo>
                      <a:lnTo>
                        <a:pt x="288" y="84"/>
                      </a:lnTo>
                      <a:lnTo>
                        <a:pt x="288" y="78"/>
                      </a:lnTo>
                      <a:lnTo>
                        <a:pt x="276" y="66"/>
                      </a:lnTo>
                      <a:lnTo>
                        <a:pt x="270" y="66"/>
                      </a:lnTo>
                      <a:lnTo>
                        <a:pt x="252" y="84"/>
                      </a:lnTo>
                      <a:lnTo>
                        <a:pt x="246" y="84"/>
                      </a:lnTo>
                      <a:lnTo>
                        <a:pt x="246" y="66"/>
                      </a:lnTo>
                      <a:lnTo>
                        <a:pt x="210" y="66"/>
                      </a:lnTo>
                      <a:lnTo>
                        <a:pt x="210" y="60"/>
                      </a:lnTo>
                      <a:lnTo>
                        <a:pt x="216" y="48"/>
                      </a:lnTo>
                      <a:lnTo>
                        <a:pt x="222" y="42"/>
                      </a:lnTo>
                      <a:lnTo>
                        <a:pt x="228" y="42"/>
                      </a:lnTo>
                      <a:lnTo>
                        <a:pt x="228" y="30"/>
                      </a:lnTo>
                      <a:lnTo>
                        <a:pt x="216" y="30"/>
                      </a:lnTo>
                      <a:lnTo>
                        <a:pt x="210" y="18"/>
                      </a:lnTo>
                      <a:lnTo>
                        <a:pt x="192" y="12"/>
                      </a:lnTo>
                      <a:lnTo>
                        <a:pt x="180" y="12"/>
                      </a:lnTo>
                      <a:lnTo>
                        <a:pt x="174" y="6"/>
                      </a:lnTo>
                      <a:lnTo>
                        <a:pt x="162" y="0"/>
                      </a:lnTo>
                      <a:lnTo>
                        <a:pt x="156" y="0"/>
                      </a:lnTo>
                      <a:lnTo>
                        <a:pt x="150" y="6"/>
                      </a:lnTo>
                      <a:lnTo>
                        <a:pt x="150" y="18"/>
                      </a:lnTo>
                      <a:lnTo>
                        <a:pt x="156" y="24"/>
                      </a:lnTo>
                      <a:lnTo>
                        <a:pt x="150" y="18"/>
                      </a:lnTo>
                      <a:lnTo>
                        <a:pt x="132" y="24"/>
                      </a:lnTo>
                      <a:close/>
                    </a:path>
                  </a:pathLst>
                </a:custGeom>
                <a:solidFill>
                  <a:srgbClr val="D40D8D"/>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195" name="Sweden" descr="© INSCALE GmbH, 05.05.2010&#10;http://www.presentationload.com/">
                  <a:extLst>
                    <a:ext uri="{FF2B5EF4-FFF2-40B4-BE49-F238E27FC236}">
                      <a16:creationId xmlns:a16="http://schemas.microsoft.com/office/drawing/2014/main" id="{76BAC5D8-C555-44F7-8A11-00BA6E4EE976}"/>
                    </a:ext>
                  </a:extLst>
                </p:cNvPr>
                <p:cNvSpPr>
                  <a:spLocks noEditPoints="1"/>
                </p:cNvSpPr>
                <p:nvPr/>
              </p:nvSpPr>
              <p:spPr bwMode="gray">
                <a:xfrm>
                  <a:off x="5964714" y="1429767"/>
                  <a:ext cx="312664" cy="446915"/>
                </a:xfrm>
                <a:custGeom>
                  <a:avLst/>
                  <a:gdLst>
                    <a:gd name="T0" fmla="*/ 2147483647 w 690"/>
                    <a:gd name="T1" fmla="*/ 2147483647 h 990"/>
                    <a:gd name="T2" fmla="*/ 2147483647 w 690"/>
                    <a:gd name="T3" fmla="*/ 2147483647 h 990"/>
                    <a:gd name="T4" fmla="*/ 2147483647 w 690"/>
                    <a:gd name="T5" fmla="*/ 2147483647 h 990"/>
                    <a:gd name="T6" fmla="*/ 2147483647 w 690"/>
                    <a:gd name="T7" fmla="*/ 2147483647 h 990"/>
                    <a:gd name="T8" fmla="*/ 2147483647 w 690"/>
                    <a:gd name="T9" fmla="*/ 2147483647 h 990"/>
                    <a:gd name="T10" fmla="*/ 2147483647 w 690"/>
                    <a:gd name="T11" fmla="*/ 2147483647 h 990"/>
                    <a:gd name="T12" fmla="*/ 2147483647 w 690"/>
                    <a:gd name="T13" fmla="*/ 2147483647 h 990"/>
                    <a:gd name="T14" fmla="*/ 2147483647 w 690"/>
                    <a:gd name="T15" fmla="*/ 2147483647 h 990"/>
                    <a:gd name="T16" fmla="*/ 2147483647 w 690"/>
                    <a:gd name="T17" fmla="*/ 2147483647 h 990"/>
                    <a:gd name="T18" fmla="*/ 2147483647 w 690"/>
                    <a:gd name="T19" fmla="*/ 2147483647 h 990"/>
                    <a:gd name="T20" fmla="*/ 2147483647 w 690"/>
                    <a:gd name="T21" fmla="*/ 2147483647 h 990"/>
                    <a:gd name="T22" fmla="*/ 2147483647 w 690"/>
                    <a:gd name="T23" fmla="*/ 2147483647 h 990"/>
                    <a:gd name="T24" fmla="*/ 2147483647 w 690"/>
                    <a:gd name="T25" fmla="*/ 2147483647 h 990"/>
                    <a:gd name="T26" fmla="*/ 2147483647 w 690"/>
                    <a:gd name="T27" fmla="*/ 2147483647 h 990"/>
                    <a:gd name="T28" fmla="*/ 2147483647 w 690"/>
                    <a:gd name="T29" fmla="*/ 2147483647 h 990"/>
                    <a:gd name="T30" fmla="*/ 2147483647 w 690"/>
                    <a:gd name="T31" fmla="*/ 2147483647 h 990"/>
                    <a:gd name="T32" fmla="*/ 2147483647 w 690"/>
                    <a:gd name="T33" fmla="*/ 2147483647 h 990"/>
                    <a:gd name="T34" fmla="*/ 2147483647 w 690"/>
                    <a:gd name="T35" fmla="*/ 2147483647 h 990"/>
                    <a:gd name="T36" fmla="*/ 2147483647 w 690"/>
                    <a:gd name="T37" fmla="*/ 2147483647 h 990"/>
                    <a:gd name="T38" fmla="*/ 2147483647 w 690"/>
                    <a:gd name="T39" fmla="*/ 2147483647 h 990"/>
                    <a:gd name="T40" fmla="*/ 2147483647 w 690"/>
                    <a:gd name="T41" fmla="*/ 2147483647 h 990"/>
                    <a:gd name="T42" fmla="*/ 2147483647 w 690"/>
                    <a:gd name="T43" fmla="*/ 2147483647 h 990"/>
                    <a:gd name="T44" fmla="*/ 2147483647 w 690"/>
                    <a:gd name="T45" fmla="*/ 2147483647 h 990"/>
                    <a:gd name="T46" fmla="*/ 0 w 690"/>
                    <a:gd name="T47" fmla="*/ 2147483647 h 990"/>
                    <a:gd name="T48" fmla="*/ 2147483647 w 690"/>
                    <a:gd name="T49" fmla="*/ 2147483647 h 990"/>
                    <a:gd name="T50" fmla="*/ 2147483647 w 690"/>
                    <a:gd name="T51" fmla="*/ 2147483647 h 990"/>
                    <a:gd name="T52" fmla="*/ 2147483647 w 690"/>
                    <a:gd name="T53" fmla="*/ 2147483647 h 990"/>
                    <a:gd name="T54" fmla="*/ 2147483647 w 690"/>
                    <a:gd name="T55" fmla="*/ 2147483647 h 990"/>
                    <a:gd name="T56" fmla="*/ 2147483647 w 690"/>
                    <a:gd name="T57" fmla="*/ 2147483647 h 990"/>
                    <a:gd name="T58" fmla="*/ 2147483647 w 690"/>
                    <a:gd name="T59" fmla="*/ 2147483647 h 990"/>
                    <a:gd name="T60" fmla="*/ 2147483647 w 690"/>
                    <a:gd name="T61" fmla="*/ 2147483647 h 990"/>
                    <a:gd name="T62" fmla="*/ 2147483647 w 690"/>
                    <a:gd name="T63" fmla="*/ 2147483647 h 990"/>
                    <a:gd name="T64" fmla="*/ 2147483647 w 690"/>
                    <a:gd name="T65" fmla="*/ 2147483647 h 990"/>
                    <a:gd name="T66" fmla="*/ 2147483647 w 690"/>
                    <a:gd name="T67" fmla="*/ 2147483647 h 990"/>
                    <a:gd name="T68" fmla="*/ 2147483647 w 690"/>
                    <a:gd name="T69" fmla="*/ 2147483647 h 990"/>
                    <a:gd name="T70" fmla="*/ 2147483647 w 690"/>
                    <a:gd name="T71" fmla="*/ 2147483647 h 990"/>
                    <a:gd name="T72" fmla="*/ 2147483647 w 690"/>
                    <a:gd name="T73" fmla="*/ 2147483647 h 990"/>
                    <a:gd name="T74" fmla="*/ 2147483647 w 690"/>
                    <a:gd name="T75" fmla="*/ 2147483647 h 990"/>
                    <a:gd name="T76" fmla="*/ 2147483647 w 690"/>
                    <a:gd name="T77" fmla="*/ 2147483647 h 990"/>
                    <a:gd name="T78" fmla="*/ 2147483647 w 690"/>
                    <a:gd name="T79" fmla="*/ 2147483647 h 990"/>
                    <a:gd name="T80" fmla="*/ 2147483647 w 690"/>
                    <a:gd name="T81" fmla="*/ 2147483647 h 990"/>
                    <a:gd name="T82" fmla="*/ 2147483647 w 690"/>
                    <a:gd name="T83" fmla="*/ 2147483647 h 990"/>
                    <a:gd name="T84" fmla="*/ 2147483647 w 690"/>
                    <a:gd name="T85" fmla="*/ 2147483647 h 990"/>
                    <a:gd name="T86" fmla="*/ 2147483647 w 690"/>
                    <a:gd name="T87" fmla="*/ 2147483647 h 990"/>
                    <a:gd name="T88" fmla="*/ 2147483647 w 690"/>
                    <a:gd name="T89" fmla="*/ 2147483647 h 990"/>
                    <a:gd name="T90" fmla="*/ 2147483647 w 690"/>
                    <a:gd name="T91" fmla="*/ 2147483647 h 990"/>
                    <a:gd name="T92" fmla="*/ 2147483647 w 690"/>
                    <a:gd name="T93" fmla="*/ 2147483647 h 990"/>
                    <a:gd name="T94" fmla="*/ 2147483647 w 690"/>
                    <a:gd name="T95" fmla="*/ 2147483647 h 990"/>
                    <a:gd name="T96" fmla="*/ 2147483647 w 690"/>
                    <a:gd name="T97" fmla="*/ 2147483647 h 990"/>
                    <a:gd name="T98" fmla="*/ 2147483647 w 690"/>
                    <a:gd name="T99" fmla="*/ 2147483647 h 990"/>
                    <a:gd name="T100" fmla="*/ 2147483647 w 690"/>
                    <a:gd name="T101" fmla="*/ 2147483647 h 990"/>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690"/>
                    <a:gd name="T154" fmla="*/ 0 h 990"/>
                    <a:gd name="T155" fmla="*/ 690 w 690"/>
                    <a:gd name="T156" fmla="*/ 990 h 990"/>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690" h="990">
                      <a:moveTo>
                        <a:pt x="678" y="204"/>
                      </a:moveTo>
                      <a:lnTo>
                        <a:pt x="672" y="198"/>
                      </a:lnTo>
                      <a:lnTo>
                        <a:pt x="660" y="192"/>
                      </a:lnTo>
                      <a:lnTo>
                        <a:pt x="648" y="180"/>
                      </a:lnTo>
                      <a:lnTo>
                        <a:pt x="648" y="174"/>
                      </a:lnTo>
                      <a:lnTo>
                        <a:pt x="654" y="162"/>
                      </a:lnTo>
                      <a:lnTo>
                        <a:pt x="660" y="156"/>
                      </a:lnTo>
                      <a:lnTo>
                        <a:pt x="666" y="144"/>
                      </a:lnTo>
                      <a:lnTo>
                        <a:pt x="642" y="132"/>
                      </a:lnTo>
                      <a:lnTo>
                        <a:pt x="648" y="108"/>
                      </a:lnTo>
                      <a:lnTo>
                        <a:pt x="636" y="102"/>
                      </a:lnTo>
                      <a:lnTo>
                        <a:pt x="636" y="96"/>
                      </a:lnTo>
                      <a:lnTo>
                        <a:pt x="642" y="90"/>
                      </a:lnTo>
                      <a:lnTo>
                        <a:pt x="642" y="66"/>
                      </a:lnTo>
                      <a:lnTo>
                        <a:pt x="636" y="66"/>
                      </a:lnTo>
                      <a:lnTo>
                        <a:pt x="630" y="60"/>
                      </a:lnTo>
                      <a:lnTo>
                        <a:pt x="618" y="60"/>
                      </a:lnTo>
                      <a:lnTo>
                        <a:pt x="588" y="42"/>
                      </a:lnTo>
                      <a:lnTo>
                        <a:pt x="552" y="42"/>
                      </a:lnTo>
                      <a:lnTo>
                        <a:pt x="540" y="30"/>
                      </a:lnTo>
                      <a:lnTo>
                        <a:pt x="534" y="30"/>
                      </a:lnTo>
                      <a:lnTo>
                        <a:pt x="528" y="24"/>
                      </a:lnTo>
                      <a:lnTo>
                        <a:pt x="516" y="24"/>
                      </a:lnTo>
                      <a:lnTo>
                        <a:pt x="504" y="18"/>
                      </a:lnTo>
                      <a:lnTo>
                        <a:pt x="498" y="12"/>
                      </a:lnTo>
                      <a:lnTo>
                        <a:pt x="486" y="6"/>
                      </a:lnTo>
                      <a:lnTo>
                        <a:pt x="456" y="0"/>
                      </a:lnTo>
                      <a:lnTo>
                        <a:pt x="456" y="24"/>
                      </a:lnTo>
                      <a:lnTo>
                        <a:pt x="444" y="24"/>
                      </a:lnTo>
                      <a:lnTo>
                        <a:pt x="444" y="30"/>
                      </a:lnTo>
                      <a:lnTo>
                        <a:pt x="456" y="42"/>
                      </a:lnTo>
                      <a:lnTo>
                        <a:pt x="462" y="42"/>
                      </a:lnTo>
                      <a:lnTo>
                        <a:pt x="456" y="48"/>
                      </a:lnTo>
                      <a:lnTo>
                        <a:pt x="444" y="48"/>
                      </a:lnTo>
                      <a:lnTo>
                        <a:pt x="438" y="42"/>
                      </a:lnTo>
                      <a:lnTo>
                        <a:pt x="414" y="42"/>
                      </a:lnTo>
                      <a:lnTo>
                        <a:pt x="390" y="36"/>
                      </a:lnTo>
                      <a:lnTo>
                        <a:pt x="366" y="42"/>
                      </a:lnTo>
                      <a:lnTo>
                        <a:pt x="366" y="30"/>
                      </a:lnTo>
                      <a:lnTo>
                        <a:pt x="360" y="24"/>
                      </a:lnTo>
                      <a:lnTo>
                        <a:pt x="348" y="36"/>
                      </a:lnTo>
                      <a:lnTo>
                        <a:pt x="348" y="66"/>
                      </a:lnTo>
                      <a:lnTo>
                        <a:pt x="342" y="72"/>
                      </a:lnTo>
                      <a:lnTo>
                        <a:pt x="324" y="72"/>
                      </a:lnTo>
                      <a:lnTo>
                        <a:pt x="282" y="78"/>
                      </a:lnTo>
                      <a:lnTo>
                        <a:pt x="264" y="96"/>
                      </a:lnTo>
                      <a:lnTo>
                        <a:pt x="252" y="102"/>
                      </a:lnTo>
                      <a:lnTo>
                        <a:pt x="246" y="102"/>
                      </a:lnTo>
                      <a:lnTo>
                        <a:pt x="246" y="114"/>
                      </a:lnTo>
                      <a:lnTo>
                        <a:pt x="258" y="120"/>
                      </a:lnTo>
                      <a:lnTo>
                        <a:pt x="264" y="126"/>
                      </a:lnTo>
                      <a:lnTo>
                        <a:pt x="258" y="144"/>
                      </a:lnTo>
                      <a:lnTo>
                        <a:pt x="252" y="144"/>
                      </a:lnTo>
                      <a:lnTo>
                        <a:pt x="240" y="150"/>
                      </a:lnTo>
                      <a:lnTo>
                        <a:pt x="234" y="156"/>
                      </a:lnTo>
                      <a:lnTo>
                        <a:pt x="234" y="162"/>
                      </a:lnTo>
                      <a:lnTo>
                        <a:pt x="228" y="168"/>
                      </a:lnTo>
                      <a:lnTo>
                        <a:pt x="210" y="168"/>
                      </a:lnTo>
                      <a:lnTo>
                        <a:pt x="216" y="174"/>
                      </a:lnTo>
                      <a:lnTo>
                        <a:pt x="216" y="180"/>
                      </a:lnTo>
                      <a:lnTo>
                        <a:pt x="222" y="186"/>
                      </a:lnTo>
                      <a:lnTo>
                        <a:pt x="222" y="192"/>
                      </a:lnTo>
                      <a:lnTo>
                        <a:pt x="216" y="192"/>
                      </a:lnTo>
                      <a:lnTo>
                        <a:pt x="210" y="198"/>
                      </a:lnTo>
                      <a:lnTo>
                        <a:pt x="204" y="198"/>
                      </a:lnTo>
                      <a:lnTo>
                        <a:pt x="192" y="204"/>
                      </a:lnTo>
                      <a:lnTo>
                        <a:pt x="174" y="192"/>
                      </a:lnTo>
                      <a:lnTo>
                        <a:pt x="174" y="228"/>
                      </a:lnTo>
                      <a:lnTo>
                        <a:pt x="168" y="270"/>
                      </a:lnTo>
                      <a:lnTo>
                        <a:pt x="138" y="300"/>
                      </a:lnTo>
                      <a:lnTo>
                        <a:pt x="132" y="300"/>
                      </a:lnTo>
                      <a:lnTo>
                        <a:pt x="120" y="306"/>
                      </a:lnTo>
                      <a:lnTo>
                        <a:pt x="132" y="312"/>
                      </a:lnTo>
                      <a:lnTo>
                        <a:pt x="150" y="330"/>
                      </a:lnTo>
                      <a:lnTo>
                        <a:pt x="150" y="336"/>
                      </a:lnTo>
                      <a:lnTo>
                        <a:pt x="144" y="342"/>
                      </a:lnTo>
                      <a:lnTo>
                        <a:pt x="102" y="342"/>
                      </a:lnTo>
                      <a:lnTo>
                        <a:pt x="90" y="348"/>
                      </a:lnTo>
                      <a:lnTo>
                        <a:pt x="84" y="354"/>
                      </a:lnTo>
                      <a:lnTo>
                        <a:pt x="72" y="360"/>
                      </a:lnTo>
                      <a:lnTo>
                        <a:pt x="30" y="402"/>
                      </a:lnTo>
                      <a:lnTo>
                        <a:pt x="36" y="408"/>
                      </a:lnTo>
                      <a:lnTo>
                        <a:pt x="42" y="408"/>
                      </a:lnTo>
                      <a:lnTo>
                        <a:pt x="48" y="414"/>
                      </a:lnTo>
                      <a:lnTo>
                        <a:pt x="48" y="420"/>
                      </a:lnTo>
                      <a:lnTo>
                        <a:pt x="42" y="426"/>
                      </a:lnTo>
                      <a:lnTo>
                        <a:pt x="36" y="426"/>
                      </a:lnTo>
                      <a:lnTo>
                        <a:pt x="30" y="432"/>
                      </a:lnTo>
                      <a:lnTo>
                        <a:pt x="30" y="444"/>
                      </a:lnTo>
                      <a:lnTo>
                        <a:pt x="54" y="468"/>
                      </a:lnTo>
                      <a:lnTo>
                        <a:pt x="54" y="480"/>
                      </a:lnTo>
                      <a:lnTo>
                        <a:pt x="48" y="492"/>
                      </a:lnTo>
                      <a:lnTo>
                        <a:pt x="48" y="510"/>
                      </a:lnTo>
                      <a:lnTo>
                        <a:pt x="60" y="522"/>
                      </a:lnTo>
                      <a:lnTo>
                        <a:pt x="66" y="522"/>
                      </a:lnTo>
                      <a:lnTo>
                        <a:pt x="84" y="540"/>
                      </a:lnTo>
                      <a:lnTo>
                        <a:pt x="84" y="552"/>
                      </a:lnTo>
                      <a:lnTo>
                        <a:pt x="72" y="564"/>
                      </a:lnTo>
                      <a:lnTo>
                        <a:pt x="48" y="570"/>
                      </a:lnTo>
                      <a:lnTo>
                        <a:pt x="54" y="576"/>
                      </a:lnTo>
                      <a:lnTo>
                        <a:pt x="60" y="588"/>
                      </a:lnTo>
                      <a:lnTo>
                        <a:pt x="60" y="594"/>
                      </a:lnTo>
                      <a:lnTo>
                        <a:pt x="66" y="600"/>
                      </a:lnTo>
                      <a:lnTo>
                        <a:pt x="66" y="606"/>
                      </a:lnTo>
                      <a:lnTo>
                        <a:pt x="72" y="618"/>
                      </a:lnTo>
                      <a:lnTo>
                        <a:pt x="66" y="618"/>
                      </a:lnTo>
                      <a:lnTo>
                        <a:pt x="66" y="642"/>
                      </a:lnTo>
                      <a:lnTo>
                        <a:pt x="60" y="648"/>
                      </a:lnTo>
                      <a:lnTo>
                        <a:pt x="24" y="648"/>
                      </a:lnTo>
                      <a:lnTo>
                        <a:pt x="30" y="660"/>
                      </a:lnTo>
                      <a:lnTo>
                        <a:pt x="30" y="666"/>
                      </a:lnTo>
                      <a:lnTo>
                        <a:pt x="24" y="666"/>
                      </a:lnTo>
                      <a:lnTo>
                        <a:pt x="18" y="672"/>
                      </a:lnTo>
                      <a:lnTo>
                        <a:pt x="18" y="678"/>
                      </a:lnTo>
                      <a:lnTo>
                        <a:pt x="30" y="690"/>
                      </a:lnTo>
                      <a:lnTo>
                        <a:pt x="30" y="708"/>
                      </a:lnTo>
                      <a:lnTo>
                        <a:pt x="24" y="714"/>
                      </a:lnTo>
                      <a:lnTo>
                        <a:pt x="18" y="726"/>
                      </a:lnTo>
                      <a:lnTo>
                        <a:pt x="0" y="708"/>
                      </a:lnTo>
                      <a:lnTo>
                        <a:pt x="0" y="768"/>
                      </a:lnTo>
                      <a:lnTo>
                        <a:pt x="6" y="762"/>
                      </a:lnTo>
                      <a:lnTo>
                        <a:pt x="24" y="762"/>
                      </a:lnTo>
                      <a:lnTo>
                        <a:pt x="36" y="774"/>
                      </a:lnTo>
                      <a:lnTo>
                        <a:pt x="36" y="780"/>
                      </a:lnTo>
                      <a:lnTo>
                        <a:pt x="30" y="780"/>
                      </a:lnTo>
                      <a:lnTo>
                        <a:pt x="30" y="774"/>
                      </a:lnTo>
                      <a:lnTo>
                        <a:pt x="24" y="774"/>
                      </a:lnTo>
                      <a:lnTo>
                        <a:pt x="24" y="834"/>
                      </a:lnTo>
                      <a:lnTo>
                        <a:pt x="30" y="840"/>
                      </a:lnTo>
                      <a:lnTo>
                        <a:pt x="36" y="840"/>
                      </a:lnTo>
                      <a:lnTo>
                        <a:pt x="48" y="846"/>
                      </a:lnTo>
                      <a:lnTo>
                        <a:pt x="54" y="858"/>
                      </a:lnTo>
                      <a:lnTo>
                        <a:pt x="60" y="864"/>
                      </a:lnTo>
                      <a:lnTo>
                        <a:pt x="66" y="876"/>
                      </a:lnTo>
                      <a:lnTo>
                        <a:pt x="90" y="900"/>
                      </a:lnTo>
                      <a:lnTo>
                        <a:pt x="96" y="900"/>
                      </a:lnTo>
                      <a:lnTo>
                        <a:pt x="96" y="912"/>
                      </a:lnTo>
                      <a:lnTo>
                        <a:pt x="78" y="912"/>
                      </a:lnTo>
                      <a:lnTo>
                        <a:pt x="78" y="942"/>
                      </a:lnTo>
                      <a:lnTo>
                        <a:pt x="90" y="954"/>
                      </a:lnTo>
                      <a:lnTo>
                        <a:pt x="102" y="960"/>
                      </a:lnTo>
                      <a:lnTo>
                        <a:pt x="96" y="966"/>
                      </a:lnTo>
                      <a:lnTo>
                        <a:pt x="96" y="984"/>
                      </a:lnTo>
                      <a:lnTo>
                        <a:pt x="102" y="984"/>
                      </a:lnTo>
                      <a:lnTo>
                        <a:pt x="108" y="990"/>
                      </a:lnTo>
                      <a:lnTo>
                        <a:pt x="174" y="990"/>
                      </a:lnTo>
                      <a:lnTo>
                        <a:pt x="180" y="984"/>
                      </a:lnTo>
                      <a:lnTo>
                        <a:pt x="180" y="948"/>
                      </a:lnTo>
                      <a:lnTo>
                        <a:pt x="198" y="942"/>
                      </a:lnTo>
                      <a:lnTo>
                        <a:pt x="198" y="924"/>
                      </a:lnTo>
                      <a:lnTo>
                        <a:pt x="264" y="930"/>
                      </a:lnTo>
                      <a:lnTo>
                        <a:pt x="276" y="936"/>
                      </a:lnTo>
                      <a:lnTo>
                        <a:pt x="300" y="876"/>
                      </a:lnTo>
                      <a:lnTo>
                        <a:pt x="300" y="864"/>
                      </a:lnTo>
                      <a:lnTo>
                        <a:pt x="306" y="852"/>
                      </a:lnTo>
                      <a:lnTo>
                        <a:pt x="306" y="816"/>
                      </a:lnTo>
                      <a:lnTo>
                        <a:pt x="300" y="810"/>
                      </a:lnTo>
                      <a:lnTo>
                        <a:pt x="294" y="798"/>
                      </a:lnTo>
                      <a:lnTo>
                        <a:pt x="312" y="798"/>
                      </a:lnTo>
                      <a:lnTo>
                        <a:pt x="324" y="786"/>
                      </a:lnTo>
                      <a:lnTo>
                        <a:pt x="324" y="780"/>
                      </a:lnTo>
                      <a:lnTo>
                        <a:pt x="306" y="762"/>
                      </a:lnTo>
                      <a:lnTo>
                        <a:pt x="294" y="762"/>
                      </a:lnTo>
                      <a:lnTo>
                        <a:pt x="312" y="756"/>
                      </a:lnTo>
                      <a:lnTo>
                        <a:pt x="300" y="750"/>
                      </a:lnTo>
                      <a:lnTo>
                        <a:pt x="324" y="750"/>
                      </a:lnTo>
                      <a:lnTo>
                        <a:pt x="336" y="744"/>
                      </a:lnTo>
                      <a:lnTo>
                        <a:pt x="348" y="744"/>
                      </a:lnTo>
                      <a:lnTo>
                        <a:pt x="354" y="738"/>
                      </a:lnTo>
                      <a:lnTo>
                        <a:pt x="360" y="726"/>
                      </a:lnTo>
                      <a:lnTo>
                        <a:pt x="360" y="714"/>
                      </a:lnTo>
                      <a:lnTo>
                        <a:pt x="366" y="708"/>
                      </a:lnTo>
                      <a:lnTo>
                        <a:pt x="384" y="726"/>
                      </a:lnTo>
                      <a:lnTo>
                        <a:pt x="390" y="726"/>
                      </a:lnTo>
                      <a:lnTo>
                        <a:pt x="396" y="720"/>
                      </a:lnTo>
                      <a:lnTo>
                        <a:pt x="408" y="696"/>
                      </a:lnTo>
                      <a:lnTo>
                        <a:pt x="402" y="690"/>
                      </a:lnTo>
                      <a:lnTo>
                        <a:pt x="402" y="684"/>
                      </a:lnTo>
                      <a:lnTo>
                        <a:pt x="414" y="684"/>
                      </a:lnTo>
                      <a:lnTo>
                        <a:pt x="420" y="678"/>
                      </a:lnTo>
                      <a:lnTo>
                        <a:pt x="432" y="672"/>
                      </a:lnTo>
                      <a:lnTo>
                        <a:pt x="432" y="660"/>
                      </a:lnTo>
                      <a:lnTo>
                        <a:pt x="420" y="636"/>
                      </a:lnTo>
                      <a:lnTo>
                        <a:pt x="408" y="630"/>
                      </a:lnTo>
                      <a:lnTo>
                        <a:pt x="408" y="618"/>
                      </a:lnTo>
                      <a:lnTo>
                        <a:pt x="372" y="600"/>
                      </a:lnTo>
                      <a:lnTo>
                        <a:pt x="360" y="606"/>
                      </a:lnTo>
                      <a:lnTo>
                        <a:pt x="354" y="606"/>
                      </a:lnTo>
                      <a:lnTo>
                        <a:pt x="342" y="600"/>
                      </a:lnTo>
                      <a:lnTo>
                        <a:pt x="330" y="576"/>
                      </a:lnTo>
                      <a:lnTo>
                        <a:pt x="330" y="558"/>
                      </a:lnTo>
                      <a:lnTo>
                        <a:pt x="324" y="546"/>
                      </a:lnTo>
                      <a:lnTo>
                        <a:pt x="324" y="528"/>
                      </a:lnTo>
                      <a:lnTo>
                        <a:pt x="336" y="516"/>
                      </a:lnTo>
                      <a:lnTo>
                        <a:pt x="342" y="504"/>
                      </a:lnTo>
                      <a:lnTo>
                        <a:pt x="342" y="486"/>
                      </a:lnTo>
                      <a:lnTo>
                        <a:pt x="336" y="474"/>
                      </a:lnTo>
                      <a:lnTo>
                        <a:pt x="330" y="468"/>
                      </a:lnTo>
                      <a:lnTo>
                        <a:pt x="330" y="462"/>
                      </a:lnTo>
                      <a:lnTo>
                        <a:pt x="348" y="462"/>
                      </a:lnTo>
                      <a:lnTo>
                        <a:pt x="354" y="456"/>
                      </a:lnTo>
                      <a:lnTo>
                        <a:pt x="354" y="438"/>
                      </a:lnTo>
                      <a:lnTo>
                        <a:pt x="348" y="426"/>
                      </a:lnTo>
                      <a:lnTo>
                        <a:pt x="354" y="432"/>
                      </a:lnTo>
                      <a:lnTo>
                        <a:pt x="378" y="432"/>
                      </a:lnTo>
                      <a:lnTo>
                        <a:pt x="384" y="426"/>
                      </a:lnTo>
                      <a:lnTo>
                        <a:pt x="396" y="420"/>
                      </a:lnTo>
                      <a:lnTo>
                        <a:pt x="408" y="408"/>
                      </a:lnTo>
                      <a:lnTo>
                        <a:pt x="438" y="414"/>
                      </a:lnTo>
                      <a:lnTo>
                        <a:pt x="450" y="390"/>
                      </a:lnTo>
                      <a:lnTo>
                        <a:pt x="480" y="390"/>
                      </a:lnTo>
                      <a:lnTo>
                        <a:pt x="498" y="384"/>
                      </a:lnTo>
                      <a:lnTo>
                        <a:pt x="510" y="378"/>
                      </a:lnTo>
                      <a:lnTo>
                        <a:pt x="522" y="354"/>
                      </a:lnTo>
                      <a:lnTo>
                        <a:pt x="540" y="336"/>
                      </a:lnTo>
                      <a:lnTo>
                        <a:pt x="546" y="324"/>
                      </a:lnTo>
                      <a:lnTo>
                        <a:pt x="528" y="300"/>
                      </a:lnTo>
                      <a:lnTo>
                        <a:pt x="558" y="264"/>
                      </a:lnTo>
                      <a:lnTo>
                        <a:pt x="540" y="246"/>
                      </a:lnTo>
                      <a:lnTo>
                        <a:pt x="576" y="234"/>
                      </a:lnTo>
                      <a:lnTo>
                        <a:pt x="594" y="216"/>
                      </a:lnTo>
                      <a:lnTo>
                        <a:pt x="672" y="222"/>
                      </a:lnTo>
                      <a:lnTo>
                        <a:pt x="684" y="240"/>
                      </a:lnTo>
                      <a:lnTo>
                        <a:pt x="690" y="240"/>
                      </a:lnTo>
                      <a:lnTo>
                        <a:pt x="678" y="204"/>
                      </a:lnTo>
                      <a:close/>
                      <a:moveTo>
                        <a:pt x="390" y="828"/>
                      </a:moveTo>
                      <a:lnTo>
                        <a:pt x="390" y="840"/>
                      </a:lnTo>
                      <a:lnTo>
                        <a:pt x="396" y="852"/>
                      </a:lnTo>
                      <a:lnTo>
                        <a:pt x="396" y="864"/>
                      </a:lnTo>
                      <a:lnTo>
                        <a:pt x="402" y="870"/>
                      </a:lnTo>
                      <a:lnTo>
                        <a:pt x="402" y="876"/>
                      </a:lnTo>
                      <a:lnTo>
                        <a:pt x="414" y="852"/>
                      </a:lnTo>
                      <a:lnTo>
                        <a:pt x="426" y="852"/>
                      </a:lnTo>
                      <a:lnTo>
                        <a:pt x="432" y="846"/>
                      </a:lnTo>
                      <a:lnTo>
                        <a:pt x="438" y="834"/>
                      </a:lnTo>
                      <a:lnTo>
                        <a:pt x="438" y="822"/>
                      </a:lnTo>
                      <a:lnTo>
                        <a:pt x="432" y="816"/>
                      </a:lnTo>
                      <a:lnTo>
                        <a:pt x="450" y="798"/>
                      </a:lnTo>
                      <a:lnTo>
                        <a:pt x="444" y="798"/>
                      </a:lnTo>
                      <a:lnTo>
                        <a:pt x="438" y="804"/>
                      </a:lnTo>
                      <a:lnTo>
                        <a:pt x="420" y="804"/>
                      </a:lnTo>
                      <a:lnTo>
                        <a:pt x="408" y="810"/>
                      </a:lnTo>
                      <a:lnTo>
                        <a:pt x="390" y="828"/>
                      </a:lnTo>
                      <a:close/>
                      <a:moveTo>
                        <a:pt x="300" y="900"/>
                      </a:moveTo>
                      <a:lnTo>
                        <a:pt x="300" y="912"/>
                      </a:lnTo>
                      <a:lnTo>
                        <a:pt x="294" y="924"/>
                      </a:lnTo>
                      <a:lnTo>
                        <a:pt x="300" y="918"/>
                      </a:lnTo>
                      <a:lnTo>
                        <a:pt x="312" y="912"/>
                      </a:lnTo>
                      <a:lnTo>
                        <a:pt x="318" y="900"/>
                      </a:lnTo>
                      <a:lnTo>
                        <a:pt x="318" y="894"/>
                      </a:lnTo>
                      <a:lnTo>
                        <a:pt x="324" y="888"/>
                      </a:lnTo>
                      <a:lnTo>
                        <a:pt x="324" y="882"/>
                      </a:lnTo>
                      <a:lnTo>
                        <a:pt x="342" y="858"/>
                      </a:lnTo>
                      <a:lnTo>
                        <a:pt x="336" y="840"/>
                      </a:lnTo>
                      <a:lnTo>
                        <a:pt x="330" y="852"/>
                      </a:lnTo>
                      <a:lnTo>
                        <a:pt x="312" y="870"/>
                      </a:lnTo>
                      <a:lnTo>
                        <a:pt x="300" y="894"/>
                      </a:lnTo>
                      <a:lnTo>
                        <a:pt x="300" y="900"/>
                      </a:lnTo>
                      <a:close/>
                    </a:path>
                  </a:pathLst>
                </a:custGeom>
                <a:solidFill>
                  <a:srgbClr val="D40D8D"/>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196" name="Swaziland" descr="© INSCALE GmbH, 05.05.2010&#10;http://www.presentationload.com/">
                  <a:extLst>
                    <a:ext uri="{FF2B5EF4-FFF2-40B4-BE49-F238E27FC236}">
                      <a16:creationId xmlns:a16="http://schemas.microsoft.com/office/drawing/2014/main" id="{DD476E1F-D6D7-4507-B8C8-88CA138B7980}"/>
                    </a:ext>
                  </a:extLst>
                </p:cNvPr>
                <p:cNvSpPr>
                  <a:spLocks/>
                </p:cNvSpPr>
                <p:nvPr/>
              </p:nvSpPr>
              <p:spPr bwMode="gray">
                <a:xfrm>
                  <a:off x="6581203" y="4814302"/>
                  <a:ext cx="45929" cy="60061"/>
                </a:xfrm>
                <a:custGeom>
                  <a:avLst/>
                  <a:gdLst>
                    <a:gd name="T0" fmla="*/ 2147483647 w 102"/>
                    <a:gd name="T1" fmla="*/ 2147483647 h 132"/>
                    <a:gd name="T2" fmla="*/ 2147483647 w 102"/>
                    <a:gd name="T3" fmla="*/ 2147483647 h 132"/>
                    <a:gd name="T4" fmla="*/ 2147483647 w 102"/>
                    <a:gd name="T5" fmla="*/ 2147483647 h 132"/>
                    <a:gd name="T6" fmla="*/ 2147483647 w 102"/>
                    <a:gd name="T7" fmla="*/ 2147483647 h 132"/>
                    <a:gd name="T8" fmla="*/ 2147483647 w 102"/>
                    <a:gd name="T9" fmla="*/ 2147483647 h 132"/>
                    <a:gd name="T10" fmla="*/ 2147483647 w 102"/>
                    <a:gd name="T11" fmla="*/ 0 h 132"/>
                    <a:gd name="T12" fmla="*/ 2147483647 w 102"/>
                    <a:gd name="T13" fmla="*/ 0 h 132"/>
                    <a:gd name="T14" fmla="*/ 2147483647 w 102"/>
                    <a:gd name="T15" fmla="*/ 2147483647 h 132"/>
                    <a:gd name="T16" fmla="*/ 2147483647 w 102"/>
                    <a:gd name="T17" fmla="*/ 2147483647 h 132"/>
                    <a:gd name="T18" fmla="*/ 2147483647 w 102"/>
                    <a:gd name="T19" fmla="*/ 2147483647 h 132"/>
                    <a:gd name="T20" fmla="*/ 2147483647 w 102"/>
                    <a:gd name="T21" fmla="*/ 2147483647 h 132"/>
                    <a:gd name="T22" fmla="*/ 0 w 102"/>
                    <a:gd name="T23" fmla="*/ 2147483647 h 132"/>
                    <a:gd name="T24" fmla="*/ 0 w 102"/>
                    <a:gd name="T25" fmla="*/ 2147483647 h 132"/>
                    <a:gd name="T26" fmla="*/ 2147483647 w 102"/>
                    <a:gd name="T27" fmla="*/ 2147483647 h 132"/>
                    <a:gd name="T28" fmla="*/ 2147483647 w 102"/>
                    <a:gd name="T29" fmla="*/ 2147483647 h 132"/>
                    <a:gd name="T30" fmla="*/ 2147483647 w 102"/>
                    <a:gd name="T31" fmla="*/ 2147483647 h 132"/>
                    <a:gd name="T32" fmla="*/ 2147483647 w 102"/>
                    <a:gd name="T33" fmla="*/ 2147483647 h 132"/>
                    <a:gd name="T34" fmla="*/ 2147483647 w 102"/>
                    <a:gd name="T35" fmla="*/ 2147483647 h 132"/>
                    <a:gd name="T36" fmla="*/ 2147483647 w 102"/>
                    <a:gd name="T37" fmla="*/ 2147483647 h 132"/>
                    <a:gd name="T38" fmla="*/ 2147483647 w 102"/>
                    <a:gd name="T39" fmla="*/ 2147483647 h 132"/>
                    <a:gd name="T40" fmla="*/ 2147483647 w 102"/>
                    <a:gd name="T41" fmla="*/ 2147483647 h 132"/>
                    <a:gd name="T42" fmla="*/ 2147483647 w 102"/>
                    <a:gd name="T43" fmla="*/ 2147483647 h 132"/>
                    <a:gd name="T44" fmla="*/ 2147483647 w 102"/>
                    <a:gd name="T45" fmla="*/ 2147483647 h 132"/>
                    <a:gd name="T46" fmla="*/ 2147483647 w 102"/>
                    <a:gd name="T47" fmla="*/ 2147483647 h 132"/>
                    <a:gd name="T48" fmla="*/ 2147483647 w 102"/>
                    <a:gd name="T49" fmla="*/ 2147483647 h 13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02"/>
                    <a:gd name="T76" fmla="*/ 0 h 132"/>
                    <a:gd name="T77" fmla="*/ 102 w 102"/>
                    <a:gd name="T78" fmla="*/ 132 h 13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02" h="132">
                      <a:moveTo>
                        <a:pt x="84" y="54"/>
                      </a:moveTo>
                      <a:lnTo>
                        <a:pt x="84" y="30"/>
                      </a:lnTo>
                      <a:lnTo>
                        <a:pt x="90" y="18"/>
                      </a:lnTo>
                      <a:lnTo>
                        <a:pt x="66" y="18"/>
                      </a:lnTo>
                      <a:lnTo>
                        <a:pt x="54" y="6"/>
                      </a:lnTo>
                      <a:lnTo>
                        <a:pt x="42" y="0"/>
                      </a:lnTo>
                      <a:lnTo>
                        <a:pt x="36" y="0"/>
                      </a:lnTo>
                      <a:lnTo>
                        <a:pt x="24" y="12"/>
                      </a:lnTo>
                      <a:lnTo>
                        <a:pt x="18" y="24"/>
                      </a:lnTo>
                      <a:lnTo>
                        <a:pt x="18" y="36"/>
                      </a:lnTo>
                      <a:lnTo>
                        <a:pt x="6" y="48"/>
                      </a:lnTo>
                      <a:lnTo>
                        <a:pt x="0" y="60"/>
                      </a:lnTo>
                      <a:lnTo>
                        <a:pt x="0" y="84"/>
                      </a:lnTo>
                      <a:lnTo>
                        <a:pt x="12" y="108"/>
                      </a:lnTo>
                      <a:lnTo>
                        <a:pt x="24" y="114"/>
                      </a:lnTo>
                      <a:lnTo>
                        <a:pt x="36" y="126"/>
                      </a:lnTo>
                      <a:lnTo>
                        <a:pt x="54" y="126"/>
                      </a:lnTo>
                      <a:lnTo>
                        <a:pt x="66" y="132"/>
                      </a:lnTo>
                      <a:lnTo>
                        <a:pt x="78" y="132"/>
                      </a:lnTo>
                      <a:lnTo>
                        <a:pt x="90" y="90"/>
                      </a:lnTo>
                      <a:lnTo>
                        <a:pt x="96" y="90"/>
                      </a:lnTo>
                      <a:lnTo>
                        <a:pt x="102" y="84"/>
                      </a:lnTo>
                      <a:lnTo>
                        <a:pt x="96" y="60"/>
                      </a:lnTo>
                      <a:lnTo>
                        <a:pt x="90" y="60"/>
                      </a:lnTo>
                      <a:lnTo>
                        <a:pt x="84" y="54"/>
                      </a:lnTo>
                      <a:close/>
                    </a:path>
                  </a:pathLst>
                </a:custGeom>
                <a:solidFill>
                  <a:srgbClr val="A29C97"/>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197" name="Suriname" descr="© INSCALE GmbH, 05.05.2010&#10;http://www.presentationload.com/">
                  <a:extLst>
                    <a:ext uri="{FF2B5EF4-FFF2-40B4-BE49-F238E27FC236}">
                      <a16:creationId xmlns:a16="http://schemas.microsoft.com/office/drawing/2014/main" id="{CD1F3150-B8E4-45D1-9E09-0A91B4A28669}"/>
                    </a:ext>
                  </a:extLst>
                </p:cNvPr>
                <p:cNvSpPr>
                  <a:spLocks/>
                </p:cNvSpPr>
                <p:nvPr/>
              </p:nvSpPr>
              <p:spPr bwMode="gray">
                <a:xfrm>
                  <a:off x="3742516" y="3660805"/>
                  <a:ext cx="132486" cy="151915"/>
                </a:xfrm>
                <a:custGeom>
                  <a:avLst/>
                  <a:gdLst>
                    <a:gd name="T0" fmla="*/ 2147483647 w 294"/>
                    <a:gd name="T1" fmla="*/ 2147483647 h 336"/>
                    <a:gd name="T2" fmla="*/ 2147483647 w 294"/>
                    <a:gd name="T3" fmla="*/ 2147483647 h 336"/>
                    <a:gd name="T4" fmla="*/ 2147483647 w 294"/>
                    <a:gd name="T5" fmla="*/ 2147483647 h 336"/>
                    <a:gd name="T6" fmla="*/ 0 w 294"/>
                    <a:gd name="T7" fmla="*/ 2147483647 h 336"/>
                    <a:gd name="T8" fmla="*/ 2147483647 w 294"/>
                    <a:gd name="T9" fmla="*/ 2147483647 h 336"/>
                    <a:gd name="T10" fmla="*/ 2147483647 w 294"/>
                    <a:gd name="T11" fmla="*/ 2147483647 h 336"/>
                    <a:gd name="T12" fmla="*/ 2147483647 w 294"/>
                    <a:gd name="T13" fmla="*/ 2147483647 h 336"/>
                    <a:gd name="T14" fmla="*/ 2147483647 w 294"/>
                    <a:gd name="T15" fmla="*/ 2147483647 h 336"/>
                    <a:gd name="T16" fmla="*/ 2147483647 w 294"/>
                    <a:gd name="T17" fmla="*/ 2147483647 h 336"/>
                    <a:gd name="T18" fmla="*/ 2147483647 w 294"/>
                    <a:gd name="T19" fmla="*/ 2147483647 h 336"/>
                    <a:gd name="T20" fmla="*/ 2147483647 w 294"/>
                    <a:gd name="T21" fmla="*/ 2147483647 h 336"/>
                    <a:gd name="T22" fmla="*/ 2147483647 w 294"/>
                    <a:gd name="T23" fmla="*/ 2147483647 h 336"/>
                    <a:gd name="T24" fmla="*/ 2147483647 w 294"/>
                    <a:gd name="T25" fmla="*/ 2147483647 h 336"/>
                    <a:gd name="T26" fmla="*/ 2147483647 w 294"/>
                    <a:gd name="T27" fmla="*/ 2147483647 h 336"/>
                    <a:gd name="T28" fmla="*/ 2147483647 w 294"/>
                    <a:gd name="T29" fmla="*/ 2147483647 h 336"/>
                    <a:gd name="T30" fmla="*/ 2147483647 w 294"/>
                    <a:gd name="T31" fmla="*/ 2147483647 h 336"/>
                    <a:gd name="T32" fmla="*/ 2147483647 w 294"/>
                    <a:gd name="T33" fmla="*/ 2147483647 h 336"/>
                    <a:gd name="T34" fmla="*/ 2147483647 w 294"/>
                    <a:gd name="T35" fmla="*/ 2147483647 h 336"/>
                    <a:gd name="T36" fmla="*/ 2147483647 w 294"/>
                    <a:gd name="T37" fmla="*/ 2147483647 h 336"/>
                    <a:gd name="T38" fmla="*/ 2147483647 w 294"/>
                    <a:gd name="T39" fmla="*/ 2147483647 h 336"/>
                    <a:gd name="T40" fmla="*/ 2147483647 w 294"/>
                    <a:gd name="T41" fmla="*/ 2147483647 h 336"/>
                    <a:gd name="T42" fmla="*/ 2147483647 w 294"/>
                    <a:gd name="T43" fmla="*/ 2147483647 h 336"/>
                    <a:gd name="T44" fmla="*/ 2147483647 w 294"/>
                    <a:gd name="T45" fmla="*/ 2147483647 h 336"/>
                    <a:gd name="T46" fmla="*/ 2147483647 w 294"/>
                    <a:gd name="T47" fmla="*/ 2147483647 h 336"/>
                    <a:gd name="T48" fmla="*/ 2147483647 w 294"/>
                    <a:gd name="T49" fmla="*/ 2147483647 h 336"/>
                    <a:gd name="T50" fmla="*/ 2147483647 w 294"/>
                    <a:gd name="T51" fmla="*/ 2147483647 h 336"/>
                    <a:gd name="T52" fmla="*/ 2147483647 w 294"/>
                    <a:gd name="T53" fmla="*/ 2147483647 h 336"/>
                    <a:gd name="T54" fmla="*/ 2147483647 w 294"/>
                    <a:gd name="T55" fmla="*/ 2147483647 h 336"/>
                    <a:gd name="T56" fmla="*/ 2147483647 w 294"/>
                    <a:gd name="T57" fmla="*/ 2147483647 h 336"/>
                    <a:gd name="T58" fmla="*/ 2147483647 w 294"/>
                    <a:gd name="T59" fmla="*/ 2147483647 h 336"/>
                    <a:gd name="T60" fmla="*/ 2147483647 w 294"/>
                    <a:gd name="T61" fmla="*/ 2147483647 h 336"/>
                    <a:gd name="T62" fmla="*/ 2147483647 w 294"/>
                    <a:gd name="T63" fmla="*/ 2147483647 h 336"/>
                    <a:gd name="T64" fmla="*/ 2147483647 w 294"/>
                    <a:gd name="T65" fmla="*/ 2147483647 h 336"/>
                    <a:gd name="T66" fmla="*/ 2147483647 w 294"/>
                    <a:gd name="T67" fmla="*/ 2147483647 h 336"/>
                    <a:gd name="T68" fmla="*/ 2147483647 w 294"/>
                    <a:gd name="T69" fmla="*/ 2147483647 h 336"/>
                    <a:gd name="T70" fmla="*/ 2147483647 w 294"/>
                    <a:gd name="T71" fmla="*/ 0 h 336"/>
                    <a:gd name="T72" fmla="*/ 2147483647 w 294"/>
                    <a:gd name="T73" fmla="*/ 2147483647 h 336"/>
                    <a:gd name="T74" fmla="*/ 2147483647 w 294"/>
                    <a:gd name="T75" fmla="*/ 2147483647 h 336"/>
                    <a:gd name="T76" fmla="*/ 2147483647 w 294"/>
                    <a:gd name="T77" fmla="*/ 2147483647 h 336"/>
                    <a:gd name="T78" fmla="*/ 2147483647 w 294"/>
                    <a:gd name="T79" fmla="*/ 2147483647 h 336"/>
                    <a:gd name="T80" fmla="*/ 2147483647 w 294"/>
                    <a:gd name="T81" fmla="*/ 2147483647 h 336"/>
                    <a:gd name="T82" fmla="*/ 2147483647 w 294"/>
                    <a:gd name="T83" fmla="*/ 2147483647 h 3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294"/>
                    <a:gd name="T127" fmla="*/ 0 h 336"/>
                    <a:gd name="T128" fmla="*/ 294 w 294"/>
                    <a:gd name="T129" fmla="*/ 336 h 3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294" h="336">
                      <a:moveTo>
                        <a:pt x="60" y="78"/>
                      </a:moveTo>
                      <a:lnTo>
                        <a:pt x="30" y="78"/>
                      </a:lnTo>
                      <a:lnTo>
                        <a:pt x="18" y="84"/>
                      </a:lnTo>
                      <a:lnTo>
                        <a:pt x="12" y="90"/>
                      </a:lnTo>
                      <a:lnTo>
                        <a:pt x="12" y="132"/>
                      </a:lnTo>
                      <a:lnTo>
                        <a:pt x="6" y="138"/>
                      </a:lnTo>
                      <a:lnTo>
                        <a:pt x="0" y="150"/>
                      </a:lnTo>
                      <a:lnTo>
                        <a:pt x="0" y="162"/>
                      </a:lnTo>
                      <a:lnTo>
                        <a:pt x="6" y="168"/>
                      </a:lnTo>
                      <a:lnTo>
                        <a:pt x="6" y="174"/>
                      </a:lnTo>
                      <a:lnTo>
                        <a:pt x="12" y="174"/>
                      </a:lnTo>
                      <a:lnTo>
                        <a:pt x="12" y="186"/>
                      </a:lnTo>
                      <a:lnTo>
                        <a:pt x="18" y="198"/>
                      </a:lnTo>
                      <a:lnTo>
                        <a:pt x="24" y="204"/>
                      </a:lnTo>
                      <a:lnTo>
                        <a:pt x="30" y="216"/>
                      </a:lnTo>
                      <a:lnTo>
                        <a:pt x="42" y="216"/>
                      </a:lnTo>
                      <a:lnTo>
                        <a:pt x="42" y="210"/>
                      </a:lnTo>
                      <a:lnTo>
                        <a:pt x="54" y="198"/>
                      </a:lnTo>
                      <a:lnTo>
                        <a:pt x="54" y="216"/>
                      </a:lnTo>
                      <a:lnTo>
                        <a:pt x="48" y="222"/>
                      </a:lnTo>
                      <a:lnTo>
                        <a:pt x="48" y="246"/>
                      </a:lnTo>
                      <a:lnTo>
                        <a:pt x="54" y="258"/>
                      </a:lnTo>
                      <a:lnTo>
                        <a:pt x="72" y="276"/>
                      </a:lnTo>
                      <a:lnTo>
                        <a:pt x="78" y="294"/>
                      </a:lnTo>
                      <a:lnTo>
                        <a:pt x="84" y="306"/>
                      </a:lnTo>
                      <a:lnTo>
                        <a:pt x="90" y="312"/>
                      </a:lnTo>
                      <a:lnTo>
                        <a:pt x="90" y="318"/>
                      </a:lnTo>
                      <a:lnTo>
                        <a:pt x="102" y="324"/>
                      </a:lnTo>
                      <a:lnTo>
                        <a:pt x="108" y="324"/>
                      </a:lnTo>
                      <a:lnTo>
                        <a:pt x="132" y="336"/>
                      </a:lnTo>
                      <a:lnTo>
                        <a:pt x="150" y="336"/>
                      </a:lnTo>
                      <a:lnTo>
                        <a:pt x="156" y="330"/>
                      </a:lnTo>
                      <a:lnTo>
                        <a:pt x="150" y="324"/>
                      </a:lnTo>
                      <a:lnTo>
                        <a:pt x="150" y="318"/>
                      </a:lnTo>
                      <a:lnTo>
                        <a:pt x="138" y="306"/>
                      </a:lnTo>
                      <a:lnTo>
                        <a:pt x="138" y="282"/>
                      </a:lnTo>
                      <a:lnTo>
                        <a:pt x="150" y="276"/>
                      </a:lnTo>
                      <a:lnTo>
                        <a:pt x="156" y="276"/>
                      </a:lnTo>
                      <a:lnTo>
                        <a:pt x="156" y="288"/>
                      </a:lnTo>
                      <a:lnTo>
                        <a:pt x="180" y="288"/>
                      </a:lnTo>
                      <a:lnTo>
                        <a:pt x="192" y="282"/>
                      </a:lnTo>
                      <a:lnTo>
                        <a:pt x="198" y="276"/>
                      </a:lnTo>
                      <a:lnTo>
                        <a:pt x="210" y="270"/>
                      </a:lnTo>
                      <a:lnTo>
                        <a:pt x="216" y="270"/>
                      </a:lnTo>
                      <a:lnTo>
                        <a:pt x="222" y="282"/>
                      </a:lnTo>
                      <a:lnTo>
                        <a:pt x="228" y="288"/>
                      </a:lnTo>
                      <a:lnTo>
                        <a:pt x="246" y="294"/>
                      </a:lnTo>
                      <a:lnTo>
                        <a:pt x="252" y="282"/>
                      </a:lnTo>
                      <a:lnTo>
                        <a:pt x="258" y="276"/>
                      </a:lnTo>
                      <a:lnTo>
                        <a:pt x="258" y="264"/>
                      </a:lnTo>
                      <a:lnTo>
                        <a:pt x="264" y="264"/>
                      </a:lnTo>
                      <a:lnTo>
                        <a:pt x="276" y="258"/>
                      </a:lnTo>
                      <a:lnTo>
                        <a:pt x="270" y="222"/>
                      </a:lnTo>
                      <a:lnTo>
                        <a:pt x="288" y="204"/>
                      </a:lnTo>
                      <a:lnTo>
                        <a:pt x="288" y="198"/>
                      </a:lnTo>
                      <a:lnTo>
                        <a:pt x="282" y="186"/>
                      </a:lnTo>
                      <a:lnTo>
                        <a:pt x="264" y="168"/>
                      </a:lnTo>
                      <a:lnTo>
                        <a:pt x="258" y="156"/>
                      </a:lnTo>
                      <a:lnTo>
                        <a:pt x="258" y="144"/>
                      </a:lnTo>
                      <a:lnTo>
                        <a:pt x="252" y="126"/>
                      </a:lnTo>
                      <a:lnTo>
                        <a:pt x="252" y="96"/>
                      </a:lnTo>
                      <a:lnTo>
                        <a:pt x="258" y="78"/>
                      </a:lnTo>
                      <a:lnTo>
                        <a:pt x="264" y="66"/>
                      </a:lnTo>
                      <a:lnTo>
                        <a:pt x="276" y="60"/>
                      </a:lnTo>
                      <a:lnTo>
                        <a:pt x="282" y="54"/>
                      </a:lnTo>
                      <a:lnTo>
                        <a:pt x="288" y="54"/>
                      </a:lnTo>
                      <a:lnTo>
                        <a:pt x="288" y="30"/>
                      </a:lnTo>
                      <a:lnTo>
                        <a:pt x="294" y="12"/>
                      </a:lnTo>
                      <a:lnTo>
                        <a:pt x="288" y="12"/>
                      </a:lnTo>
                      <a:lnTo>
                        <a:pt x="282" y="6"/>
                      </a:lnTo>
                      <a:lnTo>
                        <a:pt x="270" y="6"/>
                      </a:lnTo>
                      <a:lnTo>
                        <a:pt x="252" y="0"/>
                      </a:lnTo>
                      <a:lnTo>
                        <a:pt x="210" y="0"/>
                      </a:lnTo>
                      <a:lnTo>
                        <a:pt x="204" y="12"/>
                      </a:lnTo>
                      <a:lnTo>
                        <a:pt x="156" y="6"/>
                      </a:lnTo>
                      <a:lnTo>
                        <a:pt x="156" y="18"/>
                      </a:lnTo>
                      <a:lnTo>
                        <a:pt x="96" y="0"/>
                      </a:lnTo>
                      <a:lnTo>
                        <a:pt x="72" y="6"/>
                      </a:lnTo>
                      <a:lnTo>
                        <a:pt x="66" y="18"/>
                      </a:lnTo>
                      <a:lnTo>
                        <a:pt x="60" y="24"/>
                      </a:lnTo>
                      <a:lnTo>
                        <a:pt x="54" y="36"/>
                      </a:lnTo>
                      <a:lnTo>
                        <a:pt x="54" y="48"/>
                      </a:lnTo>
                      <a:lnTo>
                        <a:pt x="66" y="60"/>
                      </a:lnTo>
                      <a:lnTo>
                        <a:pt x="66" y="72"/>
                      </a:lnTo>
                      <a:lnTo>
                        <a:pt x="60" y="78"/>
                      </a:lnTo>
                      <a:close/>
                    </a:path>
                  </a:pathLst>
                </a:custGeom>
                <a:solidFill>
                  <a:srgbClr val="A29C97"/>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198" name="Sudan">
                  <a:extLst>
                    <a:ext uri="{FF2B5EF4-FFF2-40B4-BE49-F238E27FC236}">
                      <a16:creationId xmlns:a16="http://schemas.microsoft.com/office/drawing/2014/main" id="{F61ADC3B-B0FC-4F68-BD3C-08FBAE926529}"/>
                    </a:ext>
                  </a:extLst>
                </p:cNvPr>
                <p:cNvSpPr>
                  <a:spLocks/>
                </p:cNvSpPr>
                <p:nvPr/>
              </p:nvSpPr>
              <p:spPr bwMode="auto">
                <a:xfrm>
                  <a:off x="6300243" y="3034143"/>
                  <a:ext cx="539745" cy="529521"/>
                </a:xfrm>
                <a:custGeom>
                  <a:avLst/>
                  <a:gdLst/>
                  <a:ahLst/>
                  <a:cxnLst>
                    <a:cxn ang="0">
                      <a:pos x="442" y="199"/>
                    </a:cxn>
                    <a:cxn ang="0">
                      <a:pos x="446" y="187"/>
                    </a:cxn>
                    <a:cxn ang="0">
                      <a:pos x="475" y="170"/>
                    </a:cxn>
                    <a:cxn ang="0">
                      <a:pos x="458" y="149"/>
                    </a:cxn>
                    <a:cxn ang="0">
                      <a:pos x="439" y="137"/>
                    </a:cxn>
                    <a:cxn ang="0">
                      <a:pos x="434" y="114"/>
                    </a:cxn>
                    <a:cxn ang="0">
                      <a:pos x="430" y="90"/>
                    </a:cxn>
                    <a:cxn ang="0">
                      <a:pos x="423" y="55"/>
                    </a:cxn>
                    <a:cxn ang="0">
                      <a:pos x="413" y="29"/>
                    </a:cxn>
                    <a:cxn ang="0">
                      <a:pos x="387" y="0"/>
                    </a:cxn>
                    <a:cxn ang="0">
                      <a:pos x="361" y="26"/>
                    </a:cxn>
                    <a:cxn ang="0">
                      <a:pos x="345" y="31"/>
                    </a:cxn>
                    <a:cxn ang="0">
                      <a:pos x="326" y="47"/>
                    </a:cxn>
                    <a:cxn ang="0">
                      <a:pos x="269" y="36"/>
                    </a:cxn>
                    <a:cxn ang="0">
                      <a:pos x="87" y="36"/>
                    </a:cxn>
                    <a:cxn ang="0">
                      <a:pos x="54" y="241"/>
                    </a:cxn>
                    <a:cxn ang="0">
                      <a:pos x="30" y="246"/>
                    </a:cxn>
                    <a:cxn ang="0">
                      <a:pos x="30" y="258"/>
                    </a:cxn>
                    <a:cxn ang="0">
                      <a:pos x="16" y="272"/>
                    </a:cxn>
                    <a:cxn ang="0">
                      <a:pos x="7" y="300"/>
                    </a:cxn>
                    <a:cxn ang="0">
                      <a:pos x="9" y="322"/>
                    </a:cxn>
                    <a:cxn ang="0">
                      <a:pos x="4" y="338"/>
                    </a:cxn>
                    <a:cxn ang="0">
                      <a:pos x="19" y="338"/>
                    </a:cxn>
                    <a:cxn ang="0">
                      <a:pos x="21" y="373"/>
                    </a:cxn>
                    <a:cxn ang="0">
                      <a:pos x="35" y="385"/>
                    </a:cxn>
                    <a:cxn ang="0">
                      <a:pos x="42" y="409"/>
                    </a:cxn>
                    <a:cxn ang="0">
                      <a:pos x="54" y="430"/>
                    </a:cxn>
                    <a:cxn ang="0">
                      <a:pos x="47" y="451"/>
                    </a:cxn>
                    <a:cxn ang="0">
                      <a:pos x="49" y="463"/>
                    </a:cxn>
                    <a:cxn ang="0">
                      <a:pos x="73" y="456"/>
                    </a:cxn>
                    <a:cxn ang="0">
                      <a:pos x="78" y="447"/>
                    </a:cxn>
                    <a:cxn ang="0">
                      <a:pos x="89" y="418"/>
                    </a:cxn>
                    <a:cxn ang="0">
                      <a:pos x="115" y="416"/>
                    </a:cxn>
                    <a:cxn ang="0">
                      <a:pos x="125" y="430"/>
                    </a:cxn>
                    <a:cxn ang="0">
                      <a:pos x="170" y="433"/>
                    </a:cxn>
                    <a:cxn ang="0">
                      <a:pos x="196" y="442"/>
                    </a:cxn>
                    <a:cxn ang="0">
                      <a:pos x="234" y="411"/>
                    </a:cxn>
                    <a:cxn ang="0">
                      <a:pos x="290" y="409"/>
                    </a:cxn>
                    <a:cxn ang="0">
                      <a:pos x="307" y="364"/>
                    </a:cxn>
                    <a:cxn ang="0">
                      <a:pos x="331" y="347"/>
                    </a:cxn>
                    <a:cxn ang="0">
                      <a:pos x="328" y="378"/>
                    </a:cxn>
                    <a:cxn ang="0">
                      <a:pos x="335" y="399"/>
                    </a:cxn>
                    <a:cxn ang="0">
                      <a:pos x="357" y="423"/>
                    </a:cxn>
                    <a:cxn ang="0">
                      <a:pos x="359" y="409"/>
                    </a:cxn>
                    <a:cxn ang="0">
                      <a:pos x="368" y="399"/>
                    </a:cxn>
                    <a:cxn ang="0">
                      <a:pos x="380" y="385"/>
                    </a:cxn>
                    <a:cxn ang="0">
                      <a:pos x="382" y="364"/>
                    </a:cxn>
                    <a:cxn ang="0">
                      <a:pos x="392" y="343"/>
                    </a:cxn>
                    <a:cxn ang="0">
                      <a:pos x="411" y="333"/>
                    </a:cxn>
                    <a:cxn ang="0">
                      <a:pos x="418" y="303"/>
                    </a:cxn>
                    <a:cxn ang="0">
                      <a:pos x="416" y="262"/>
                    </a:cxn>
                    <a:cxn ang="0">
                      <a:pos x="423" y="239"/>
                    </a:cxn>
                    <a:cxn ang="0">
                      <a:pos x="430" y="215"/>
                    </a:cxn>
                  </a:cxnLst>
                  <a:rect l="0" t="0" r="r" b="b"/>
                  <a:pathLst>
                    <a:path w="475" h="466">
                      <a:moveTo>
                        <a:pt x="432" y="208"/>
                      </a:moveTo>
                      <a:lnTo>
                        <a:pt x="434" y="206"/>
                      </a:lnTo>
                      <a:lnTo>
                        <a:pt x="434" y="199"/>
                      </a:lnTo>
                      <a:lnTo>
                        <a:pt x="442" y="199"/>
                      </a:lnTo>
                      <a:lnTo>
                        <a:pt x="444" y="196"/>
                      </a:lnTo>
                      <a:lnTo>
                        <a:pt x="444" y="194"/>
                      </a:lnTo>
                      <a:lnTo>
                        <a:pt x="446" y="192"/>
                      </a:lnTo>
                      <a:lnTo>
                        <a:pt x="446" y="187"/>
                      </a:lnTo>
                      <a:lnTo>
                        <a:pt x="451" y="187"/>
                      </a:lnTo>
                      <a:lnTo>
                        <a:pt x="460" y="184"/>
                      </a:lnTo>
                      <a:lnTo>
                        <a:pt x="470" y="180"/>
                      </a:lnTo>
                      <a:lnTo>
                        <a:pt x="475" y="170"/>
                      </a:lnTo>
                      <a:lnTo>
                        <a:pt x="475" y="166"/>
                      </a:lnTo>
                      <a:lnTo>
                        <a:pt x="460" y="154"/>
                      </a:lnTo>
                      <a:lnTo>
                        <a:pt x="460" y="151"/>
                      </a:lnTo>
                      <a:lnTo>
                        <a:pt x="458" y="149"/>
                      </a:lnTo>
                      <a:lnTo>
                        <a:pt x="458" y="144"/>
                      </a:lnTo>
                      <a:lnTo>
                        <a:pt x="453" y="142"/>
                      </a:lnTo>
                      <a:lnTo>
                        <a:pt x="444" y="142"/>
                      </a:lnTo>
                      <a:lnTo>
                        <a:pt x="439" y="137"/>
                      </a:lnTo>
                      <a:lnTo>
                        <a:pt x="439" y="132"/>
                      </a:lnTo>
                      <a:lnTo>
                        <a:pt x="437" y="125"/>
                      </a:lnTo>
                      <a:lnTo>
                        <a:pt x="437" y="118"/>
                      </a:lnTo>
                      <a:lnTo>
                        <a:pt x="434" y="114"/>
                      </a:lnTo>
                      <a:lnTo>
                        <a:pt x="434" y="107"/>
                      </a:lnTo>
                      <a:lnTo>
                        <a:pt x="432" y="107"/>
                      </a:lnTo>
                      <a:lnTo>
                        <a:pt x="432" y="97"/>
                      </a:lnTo>
                      <a:lnTo>
                        <a:pt x="430" y="90"/>
                      </a:lnTo>
                      <a:lnTo>
                        <a:pt x="430" y="73"/>
                      </a:lnTo>
                      <a:lnTo>
                        <a:pt x="427" y="69"/>
                      </a:lnTo>
                      <a:lnTo>
                        <a:pt x="434" y="66"/>
                      </a:lnTo>
                      <a:lnTo>
                        <a:pt x="423" y="55"/>
                      </a:lnTo>
                      <a:lnTo>
                        <a:pt x="423" y="38"/>
                      </a:lnTo>
                      <a:lnTo>
                        <a:pt x="420" y="33"/>
                      </a:lnTo>
                      <a:lnTo>
                        <a:pt x="418" y="31"/>
                      </a:lnTo>
                      <a:lnTo>
                        <a:pt x="413" y="29"/>
                      </a:lnTo>
                      <a:lnTo>
                        <a:pt x="401" y="17"/>
                      </a:lnTo>
                      <a:lnTo>
                        <a:pt x="397" y="17"/>
                      </a:lnTo>
                      <a:lnTo>
                        <a:pt x="390" y="10"/>
                      </a:lnTo>
                      <a:lnTo>
                        <a:pt x="387" y="0"/>
                      </a:lnTo>
                      <a:lnTo>
                        <a:pt x="378" y="12"/>
                      </a:lnTo>
                      <a:lnTo>
                        <a:pt x="364" y="12"/>
                      </a:lnTo>
                      <a:lnTo>
                        <a:pt x="364" y="21"/>
                      </a:lnTo>
                      <a:lnTo>
                        <a:pt x="361" y="26"/>
                      </a:lnTo>
                      <a:lnTo>
                        <a:pt x="359" y="29"/>
                      </a:lnTo>
                      <a:lnTo>
                        <a:pt x="352" y="29"/>
                      </a:lnTo>
                      <a:lnTo>
                        <a:pt x="349" y="31"/>
                      </a:lnTo>
                      <a:lnTo>
                        <a:pt x="345" y="31"/>
                      </a:lnTo>
                      <a:lnTo>
                        <a:pt x="340" y="36"/>
                      </a:lnTo>
                      <a:lnTo>
                        <a:pt x="335" y="45"/>
                      </a:lnTo>
                      <a:lnTo>
                        <a:pt x="333" y="47"/>
                      </a:lnTo>
                      <a:lnTo>
                        <a:pt x="326" y="47"/>
                      </a:lnTo>
                      <a:lnTo>
                        <a:pt x="323" y="45"/>
                      </a:lnTo>
                      <a:lnTo>
                        <a:pt x="321" y="40"/>
                      </a:lnTo>
                      <a:lnTo>
                        <a:pt x="319" y="38"/>
                      </a:lnTo>
                      <a:lnTo>
                        <a:pt x="269" y="36"/>
                      </a:lnTo>
                      <a:lnTo>
                        <a:pt x="269" y="31"/>
                      </a:lnTo>
                      <a:lnTo>
                        <a:pt x="267" y="31"/>
                      </a:lnTo>
                      <a:lnTo>
                        <a:pt x="260" y="38"/>
                      </a:lnTo>
                      <a:lnTo>
                        <a:pt x="87" y="36"/>
                      </a:lnTo>
                      <a:lnTo>
                        <a:pt x="87" y="99"/>
                      </a:lnTo>
                      <a:lnTo>
                        <a:pt x="56" y="99"/>
                      </a:lnTo>
                      <a:lnTo>
                        <a:pt x="59" y="241"/>
                      </a:lnTo>
                      <a:lnTo>
                        <a:pt x="54" y="241"/>
                      </a:lnTo>
                      <a:lnTo>
                        <a:pt x="49" y="239"/>
                      </a:lnTo>
                      <a:lnTo>
                        <a:pt x="33" y="239"/>
                      </a:lnTo>
                      <a:lnTo>
                        <a:pt x="28" y="244"/>
                      </a:lnTo>
                      <a:lnTo>
                        <a:pt x="30" y="246"/>
                      </a:lnTo>
                      <a:lnTo>
                        <a:pt x="30" y="251"/>
                      </a:lnTo>
                      <a:lnTo>
                        <a:pt x="33" y="253"/>
                      </a:lnTo>
                      <a:lnTo>
                        <a:pt x="33" y="255"/>
                      </a:lnTo>
                      <a:lnTo>
                        <a:pt x="30" y="258"/>
                      </a:lnTo>
                      <a:lnTo>
                        <a:pt x="26" y="260"/>
                      </a:lnTo>
                      <a:lnTo>
                        <a:pt x="21" y="265"/>
                      </a:lnTo>
                      <a:lnTo>
                        <a:pt x="21" y="272"/>
                      </a:lnTo>
                      <a:lnTo>
                        <a:pt x="16" y="272"/>
                      </a:lnTo>
                      <a:lnTo>
                        <a:pt x="19" y="281"/>
                      </a:lnTo>
                      <a:lnTo>
                        <a:pt x="21" y="288"/>
                      </a:lnTo>
                      <a:lnTo>
                        <a:pt x="14" y="293"/>
                      </a:lnTo>
                      <a:lnTo>
                        <a:pt x="7" y="300"/>
                      </a:lnTo>
                      <a:lnTo>
                        <a:pt x="9" y="303"/>
                      </a:lnTo>
                      <a:lnTo>
                        <a:pt x="14" y="312"/>
                      </a:lnTo>
                      <a:lnTo>
                        <a:pt x="14" y="317"/>
                      </a:lnTo>
                      <a:lnTo>
                        <a:pt x="9" y="322"/>
                      </a:lnTo>
                      <a:lnTo>
                        <a:pt x="4" y="324"/>
                      </a:lnTo>
                      <a:lnTo>
                        <a:pt x="0" y="329"/>
                      </a:lnTo>
                      <a:lnTo>
                        <a:pt x="0" y="336"/>
                      </a:lnTo>
                      <a:lnTo>
                        <a:pt x="4" y="338"/>
                      </a:lnTo>
                      <a:lnTo>
                        <a:pt x="9" y="338"/>
                      </a:lnTo>
                      <a:lnTo>
                        <a:pt x="12" y="336"/>
                      </a:lnTo>
                      <a:lnTo>
                        <a:pt x="16" y="336"/>
                      </a:lnTo>
                      <a:lnTo>
                        <a:pt x="19" y="338"/>
                      </a:lnTo>
                      <a:lnTo>
                        <a:pt x="19" y="355"/>
                      </a:lnTo>
                      <a:lnTo>
                        <a:pt x="26" y="362"/>
                      </a:lnTo>
                      <a:lnTo>
                        <a:pt x="19" y="364"/>
                      </a:lnTo>
                      <a:lnTo>
                        <a:pt x="21" y="373"/>
                      </a:lnTo>
                      <a:lnTo>
                        <a:pt x="23" y="373"/>
                      </a:lnTo>
                      <a:lnTo>
                        <a:pt x="28" y="376"/>
                      </a:lnTo>
                      <a:lnTo>
                        <a:pt x="33" y="383"/>
                      </a:lnTo>
                      <a:lnTo>
                        <a:pt x="35" y="385"/>
                      </a:lnTo>
                      <a:lnTo>
                        <a:pt x="35" y="388"/>
                      </a:lnTo>
                      <a:lnTo>
                        <a:pt x="30" y="388"/>
                      </a:lnTo>
                      <a:lnTo>
                        <a:pt x="30" y="397"/>
                      </a:lnTo>
                      <a:lnTo>
                        <a:pt x="42" y="409"/>
                      </a:lnTo>
                      <a:lnTo>
                        <a:pt x="45" y="414"/>
                      </a:lnTo>
                      <a:lnTo>
                        <a:pt x="49" y="418"/>
                      </a:lnTo>
                      <a:lnTo>
                        <a:pt x="52" y="425"/>
                      </a:lnTo>
                      <a:lnTo>
                        <a:pt x="54" y="430"/>
                      </a:lnTo>
                      <a:lnTo>
                        <a:pt x="54" y="442"/>
                      </a:lnTo>
                      <a:lnTo>
                        <a:pt x="52" y="444"/>
                      </a:lnTo>
                      <a:lnTo>
                        <a:pt x="49" y="449"/>
                      </a:lnTo>
                      <a:lnTo>
                        <a:pt x="47" y="451"/>
                      </a:lnTo>
                      <a:lnTo>
                        <a:pt x="47" y="454"/>
                      </a:lnTo>
                      <a:lnTo>
                        <a:pt x="49" y="456"/>
                      </a:lnTo>
                      <a:lnTo>
                        <a:pt x="52" y="456"/>
                      </a:lnTo>
                      <a:lnTo>
                        <a:pt x="49" y="463"/>
                      </a:lnTo>
                      <a:lnTo>
                        <a:pt x="66" y="466"/>
                      </a:lnTo>
                      <a:lnTo>
                        <a:pt x="66" y="461"/>
                      </a:lnTo>
                      <a:lnTo>
                        <a:pt x="68" y="459"/>
                      </a:lnTo>
                      <a:lnTo>
                        <a:pt x="73" y="456"/>
                      </a:lnTo>
                      <a:lnTo>
                        <a:pt x="73" y="456"/>
                      </a:lnTo>
                      <a:lnTo>
                        <a:pt x="73" y="454"/>
                      </a:lnTo>
                      <a:lnTo>
                        <a:pt x="73" y="451"/>
                      </a:lnTo>
                      <a:lnTo>
                        <a:pt x="78" y="447"/>
                      </a:lnTo>
                      <a:lnTo>
                        <a:pt x="78" y="437"/>
                      </a:lnTo>
                      <a:lnTo>
                        <a:pt x="82" y="437"/>
                      </a:lnTo>
                      <a:lnTo>
                        <a:pt x="82" y="428"/>
                      </a:lnTo>
                      <a:lnTo>
                        <a:pt x="89" y="418"/>
                      </a:lnTo>
                      <a:lnTo>
                        <a:pt x="92" y="411"/>
                      </a:lnTo>
                      <a:lnTo>
                        <a:pt x="101" y="409"/>
                      </a:lnTo>
                      <a:lnTo>
                        <a:pt x="113" y="407"/>
                      </a:lnTo>
                      <a:lnTo>
                        <a:pt x="115" y="416"/>
                      </a:lnTo>
                      <a:lnTo>
                        <a:pt x="118" y="418"/>
                      </a:lnTo>
                      <a:lnTo>
                        <a:pt x="123" y="421"/>
                      </a:lnTo>
                      <a:lnTo>
                        <a:pt x="123" y="423"/>
                      </a:lnTo>
                      <a:lnTo>
                        <a:pt x="125" y="430"/>
                      </a:lnTo>
                      <a:lnTo>
                        <a:pt x="127" y="433"/>
                      </a:lnTo>
                      <a:lnTo>
                        <a:pt x="137" y="440"/>
                      </a:lnTo>
                      <a:lnTo>
                        <a:pt x="146" y="435"/>
                      </a:lnTo>
                      <a:lnTo>
                        <a:pt x="170" y="433"/>
                      </a:lnTo>
                      <a:lnTo>
                        <a:pt x="175" y="435"/>
                      </a:lnTo>
                      <a:lnTo>
                        <a:pt x="177" y="442"/>
                      </a:lnTo>
                      <a:lnTo>
                        <a:pt x="177" y="442"/>
                      </a:lnTo>
                      <a:lnTo>
                        <a:pt x="196" y="442"/>
                      </a:lnTo>
                      <a:lnTo>
                        <a:pt x="205" y="430"/>
                      </a:lnTo>
                      <a:lnTo>
                        <a:pt x="219" y="430"/>
                      </a:lnTo>
                      <a:lnTo>
                        <a:pt x="222" y="418"/>
                      </a:lnTo>
                      <a:lnTo>
                        <a:pt x="234" y="411"/>
                      </a:lnTo>
                      <a:lnTo>
                        <a:pt x="250" y="421"/>
                      </a:lnTo>
                      <a:lnTo>
                        <a:pt x="260" y="430"/>
                      </a:lnTo>
                      <a:lnTo>
                        <a:pt x="274" y="430"/>
                      </a:lnTo>
                      <a:lnTo>
                        <a:pt x="290" y="409"/>
                      </a:lnTo>
                      <a:lnTo>
                        <a:pt x="295" y="397"/>
                      </a:lnTo>
                      <a:lnTo>
                        <a:pt x="309" y="388"/>
                      </a:lnTo>
                      <a:lnTo>
                        <a:pt x="307" y="381"/>
                      </a:lnTo>
                      <a:lnTo>
                        <a:pt x="307" y="364"/>
                      </a:lnTo>
                      <a:lnTo>
                        <a:pt x="300" y="357"/>
                      </a:lnTo>
                      <a:lnTo>
                        <a:pt x="319" y="357"/>
                      </a:lnTo>
                      <a:lnTo>
                        <a:pt x="319" y="350"/>
                      </a:lnTo>
                      <a:lnTo>
                        <a:pt x="331" y="347"/>
                      </a:lnTo>
                      <a:lnTo>
                        <a:pt x="328" y="357"/>
                      </a:lnTo>
                      <a:lnTo>
                        <a:pt x="328" y="366"/>
                      </a:lnTo>
                      <a:lnTo>
                        <a:pt x="326" y="369"/>
                      </a:lnTo>
                      <a:lnTo>
                        <a:pt x="328" y="378"/>
                      </a:lnTo>
                      <a:lnTo>
                        <a:pt x="331" y="385"/>
                      </a:lnTo>
                      <a:lnTo>
                        <a:pt x="331" y="390"/>
                      </a:lnTo>
                      <a:lnTo>
                        <a:pt x="328" y="395"/>
                      </a:lnTo>
                      <a:lnTo>
                        <a:pt x="335" y="399"/>
                      </a:lnTo>
                      <a:lnTo>
                        <a:pt x="345" y="407"/>
                      </a:lnTo>
                      <a:lnTo>
                        <a:pt x="352" y="414"/>
                      </a:lnTo>
                      <a:lnTo>
                        <a:pt x="354" y="418"/>
                      </a:lnTo>
                      <a:lnTo>
                        <a:pt x="357" y="423"/>
                      </a:lnTo>
                      <a:lnTo>
                        <a:pt x="359" y="423"/>
                      </a:lnTo>
                      <a:lnTo>
                        <a:pt x="361" y="421"/>
                      </a:lnTo>
                      <a:lnTo>
                        <a:pt x="361" y="414"/>
                      </a:lnTo>
                      <a:lnTo>
                        <a:pt x="359" y="409"/>
                      </a:lnTo>
                      <a:lnTo>
                        <a:pt x="359" y="402"/>
                      </a:lnTo>
                      <a:lnTo>
                        <a:pt x="366" y="395"/>
                      </a:lnTo>
                      <a:lnTo>
                        <a:pt x="368" y="395"/>
                      </a:lnTo>
                      <a:lnTo>
                        <a:pt x="368" y="399"/>
                      </a:lnTo>
                      <a:lnTo>
                        <a:pt x="371" y="402"/>
                      </a:lnTo>
                      <a:lnTo>
                        <a:pt x="378" y="402"/>
                      </a:lnTo>
                      <a:lnTo>
                        <a:pt x="380" y="399"/>
                      </a:lnTo>
                      <a:lnTo>
                        <a:pt x="380" y="385"/>
                      </a:lnTo>
                      <a:lnTo>
                        <a:pt x="378" y="383"/>
                      </a:lnTo>
                      <a:lnTo>
                        <a:pt x="378" y="381"/>
                      </a:lnTo>
                      <a:lnTo>
                        <a:pt x="382" y="373"/>
                      </a:lnTo>
                      <a:lnTo>
                        <a:pt x="382" y="364"/>
                      </a:lnTo>
                      <a:lnTo>
                        <a:pt x="385" y="362"/>
                      </a:lnTo>
                      <a:lnTo>
                        <a:pt x="390" y="362"/>
                      </a:lnTo>
                      <a:lnTo>
                        <a:pt x="392" y="357"/>
                      </a:lnTo>
                      <a:lnTo>
                        <a:pt x="392" y="343"/>
                      </a:lnTo>
                      <a:lnTo>
                        <a:pt x="394" y="340"/>
                      </a:lnTo>
                      <a:lnTo>
                        <a:pt x="397" y="336"/>
                      </a:lnTo>
                      <a:lnTo>
                        <a:pt x="399" y="333"/>
                      </a:lnTo>
                      <a:lnTo>
                        <a:pt x="411" y="333"/>
                      </a:lnTo>
                      <a:lnTo>
                        <a:pt x="411" y="314"/>
                      </a:lnTo>
                      <a:lnTo>
                        <a:pt x="413" y="310"/>
                      </a:lnTo>
                      <a:lnTo>
                        <a:pt x="416" y="307"/>
                      </a:lnTo>
                      <a:lnTo>
                        <a:pt x="418" y="303"/>
                      </a:lnTo>
                      <a:lnTo>
                        <a:pt x="420" y="300"/>
                      </a:lnTo>
                      <a:lnTo>
                        <a:pt x="420" y="284"/>
                      </a:lnTo>
                      <a:lnTo>
                        <a:pt x="418" y="265"/>
                      </a:lnTo>
                      <a:lnTo>
                        <a:pt x="416" y="262"/>
                      </a:lnTo>
                      <a:lnTo>
                        <a:pt x="416" y="255"/>
                      </a:lnTo>
                      <a:lnTo>
                        <a:pt x="420" y="253"/>
                      </a:lnTo>
                      <a:lnTo>
                        <a:pt x="423" y="253"/>
                      </a:lnTo>
                      <a:lnTo>
                        <a:pt x="423" y="239"/>
                      </a:lnTo>
                      <a:lnTo>
                        <a:pt x="425" y="239"/>
                      </a:lnTo>
                      <a:lnTo>
                        <a:pt x="427" y="236"/>
                      </a:lnTo>
                      <a:lnTo>
                        <a:pt x="430" y="232"/>
                      </a:lnTo>
                      <a:lnTo>
                        <a:pt x="430" y="215"/>
                      </a:lnTo>
                      <a:lnTo>
                        <a:pt x="427" y="213"/>
                      </a:lnTo>
                      <a:lnTo>
                        <a:pt x="427" y="208"/>
                      </a:lnTo>
                      <a:lnTo>
                        <a:pt x="432" y="208"/>
                      </a:lnTo>
                      <a:close/>
                    </a:path>
                  </a:pathLst>
                </a:custGeom>
                <a:solidFill>
                  <a:srgbClr val="9C968E"/>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199" name="South Sudan">
                  <a:extLst>
                    <a:ext uri="{FF2B5EF4-FFF2-40B4-BE49-F238E27FC236}">
                      <a16:creationId xmlns:a16="http://schemas.microsoft.com/office/drawing/2014/main" id="{CDB6D5B4-A668-438C-A0BD-C43CCE7703FA}"/>
                    </a:ext>
                  </a:extLst>
                </p:cNvPr>
                <p:cNvSpPr>
                  <a:spLocks/>
                </p:cNvSpPr>
                <p:nvPr/>
              </p:nvSpPr>
              <p:spPr bwMode="auto">
                <a:xfrm>
                  <a:off x="6375240" y="3428443"/>
                  <a:ext cx="388617" cy="324986"/>
                </a:xfrm>
                <a:custGeom>
                  <a:avLst/>
                  <a:gdLst/>
                  <a:ahLst/>
                  <a:cxnLst>
                    <a:cxn ang="0">
                      <a:pos x="269" y="52"/>
                    </a:cxn>
                    <a:cxn ang="0">
                      <a:pos x="265" y="38"/>
                    </a:cxn>
                    <a:cxn ang="0">
                      <a:pos x="262" y="19"/>
                    </a:cxn>
                    <a:cxn ang="0">
                      <a:pos x="253" y="3"/>
                    </a:cxn>
                    <a:cxn ang="0">
                      <a:pos x="241" y="17"/>
                    </a:cxn>
                    <a:cxn ang="0">
                      <a:pos x="229" y="50"/>
                    </a:cxn>
                    <a:cxn ang="0">
                      <a:pos x="194" y="83"/>
                    </a:cxn>
                    <a:cxn ang="0">
                      <a:pos x="156" y="71"/>
                    </a:cxn>
                    <a:cxn ang="0">
                      <a:pos x="130" y="95"/>
                    </a:cxn>
                    <a:cxn ang="0">
                      <a:pos x="109" y="88"/>
                    </a:cxn>
                    <a:cxn ang="0">
                      <a:pos x="71" y="93"/>
                    </a:cxn>
                    <a:cxn ang="0">
                      <a:pos x="57" y="76"/>
                    </a:cxn>
                    <a:cxn ang="0">
                      <a:pos x="49" y="69"/>
                    </a:cxn>
                    <a:cxn ang="0">
                      <a:pos x="26" y="64"/>
                    </a:cxn>
                    <a:cxn ang="0">
                      <a:pos x="16" y="90"/>
                    </a:cxn>
                    <a:cxn ang="0">
                      <a:pos x="7" y="104"/>
                    </a:cxn>
                    <a:cxn ang="0">
                      <a:pos x="7" y="109"/>
                    </a:cxn>
                    <a:cxn ang="0">
                      <a:pos x="0" y="119"/>
                    </a:cxn>
                    <a:cxn ang="0">
                      <a:pos x="12" y="135"/>
                    </a:cxn>
                    <a:cxn ang="0">
                      <a:pos x="28" y="142"/>
                    </a:cxn>
                    <a:cxn ang="0">
                      <a:pos x="38" y="152"/>
                    </a:cxn>
                    <a:cxn ang="0">
                      <a:pos x="33" y="154"/>
                    </a:cxn>
                    <a:cxn ang="0">
                      <a:pos x="42" y="164"/>
                    </a:cxn>
                    <a:cxn ang="0">
                      <a:pos x="54" y="173"/>
                    </a:cxn>
                    <a:cxn ang="0">
                      <a:pos x="59" y="182"/>
                    </a:cxn>
                    <a:cxn ang="0">
                      <a:pos x="68" y="190"/>
                    </a:cxn>
                    <a:cxn ang="0">
                      <a:pos x="68" y="197"/>
                    </a:cxn>
                    <a:cxn ang="0">
                      <a:pos x="83" y="208"/>
                    </a:cxn>
                    <a:cxn ang="0">
                      <a:pos x="92" y="218"/>
                    </a:cxn>
                    <a:cxn ang="0">
                      <a:pos x="106" y="241"/>
                    </a:cxn>
                    <a:cxn ang="0">
                      <a:pos x="127" y="258"/>
                    </a:cxn>
                    <a:cxn ang="0">
                      <a:pos x="137" y="251"/>
                    </a:cxn>
                    <a:cxn ang="0">
                      <a:pos x="146" y="258"/>
                    </a:cxn>
                    <a:cxn ang="0">
                      <a:pos x="156" y="251"/>
                    </a:cxn>
                    <a:cxn ang="0">
                      <a:pos x="168" y="251"/>
                    </a:cxn>
                    <a:cxn ang="0">
                      <a:pos x="177" y="267"/>
                    </a:cxn>
                    <a:cxn ang="0">
                      <a:pos x="187" y="272"/>
                    </a:cxn>
                    <a:cxn ang="0">
                      <a:pos x="203" y="275"/>
                    </a:cxn>
                    <a:cxn ang="0">
                      <a:pos x="215" y="279"/>
                    </a:cxn>
                    <a:cxn ang="0">
                      <a:pos x="222" y="275"/>
                    </a:cxn>
                    <a:cxn ang="0">
                      <a:pos x="243" y="277"/>
                    </a:cxn>
                    <a:cxn ang="0">
                      <a:pos x="262" y="272"/>
                    </a:cxn>
                    <a:cxn ang="0">
                      <a:pos x="274" y="277"/>
                    </a:cxn>
                    <a:cxn ang="0">
                      <a:pos x="283" y="265"/>
                    </a:cxn>
                    <a:cxn ang="0">
                      <a:pos x="295" y="251"/>
                    </a:cxn>
                    <a:cxn ang="0">
                      <a:pos x="340" y="239"/>
                    </a:cxn>
                    <a:cxn ang="0">
                      <a:pos x="335" y="225"/>
                    </a:cxn>
                    <a:cxn ang="0">
                      <a:pos x="316" y="208"/>
                    </a:cxn>
                    <a:cxn ang="0">
                      <a:pos x="312" y="185"/>
                    </a:cxn>
                    <a:cxn ang="0">
                      <a:pos x="293" y="175"/>
                    </a:cxn>
                    <a:cxn ang="0">
                      <a:pos x="286" y="159"/>
                    </a:cxn>
                    <a:cxn ang="0">
                      <a:pos x="276" y="149"/>
                    </a:cxn>
                    <a:cxn ang="0">
                      <a:pos x="260" y="147"/>
                    </a:cxn>
                    <a:cxn ang="0">
                      <a:pos x="265" y="135"/>
                    </a:cxn>
                    <a:cxn ang="0">
                      <a:pos x="279" y="128"/>
                    </a:cxn>
                    <a:cxn ang="0">
                      <a:pos x="288" y="123"/>
                    </a:cxn>
                    <a:cxn ang="0">
                      <a:pos x="291" y="100"/>
                    </a:cxn>
                    <a:cxn ang="0">
                      <a:pos x="286" y="88"/>
                    </a:cxn>
                    <a:cxn ang="0">
                      <a:pos x="291" y="76"/>
                    </a:cxn>
                  </a:cxnLst>
                  <a:rect l="0" t="0" r="r" b="b"/>
                  <a:pathLst>
                    <a:path w="342" h="286">
                      <a:moveTo>
                        <a:pt x="286" y="67"/>
                      </a:moveTo>
                      <a:lnTo>
                        <a:pt x="279" y="60"/>
                      </a:lnTo>
                      <a:lnTo>
                        <a:pt x="269" y="52"/>
                      </a:lnTo>
                      <a:lnTo>
                        <a:pt x="262" y="48"/>
                      </a:lnTo>
                      <a:lnTo>
                        <a:pt x="265" y="43"/>
                      </a:lnTo>
                      <a:lnTo>
                        <a:pt x="265" y="38"/>
                      </a:lnTo>
                      <a:lnTo>
                        <a:pt x="262" y="31"/>
                      </a:lnTo>
                      <a:lnTo>
                        <a:pt x="260" y="22"/>
                      </a:lnTo>
                      <a:lnTo>
                        <a:pt x="262" y="19"/>
                      </a:lnTo>
                      <a:lnTo>
                        <a:pt x="262" y="10"/>
                      </a:lnTo>
                      <a:lnTo>
                        <a:pt x="265" y="0"/>
                      </a:lnTo>
                      <a:lnTo>
                        <a:pt x="253" y="3"/>
                      </a:lnTo>
                      <a:lnTo>
                        <a:pt x="253" y="10"/>
                      </a:lnTo>
                      <a:lnTo>
                        <a:pt x="234" y="10"/>
                      </a:lnTo>
                      <a:lnTo>
                        <a:pt x="241" y="17"/>
                      </a:lnTo>
                      <a:lnTo>
                        <a:pt x="241" y="34"/>
                      </a:lnTo>
                      <a:lnTo>
                        <a:pt x="243" y="41"/>
                      </a:lnTo>
                      <a:lnTo>
                        <a:pt x="229" y="50"/>
                      </a:lnTo>
                      <a:lnTo>
                        <a:pt x="224" y="62"/>
                      </a:lnTo>
                      <a:lnTo>
                        <a:pt x="208" y="83"/>
                      </a:lnTo>
                      <a:lnTo>
                        <a:pt x="194" y="83"/>
                      </a:lnTo>
                      <a:lnTo>
                        <a:pt x="184" y="74"/>
                      </a:lnTo>
                      <a:lnTo>
                        <a:pt x="168" y="64"/>
                      </a:lnTo>
                      <a:lnTo>
                        <a:pt x="156" y="71"/>
                      </a:lnTo>
                      <a:lnTo>
                        <a:pt x="153" y="83"/>
                      </a:lnTo>
                      <a:lnTo>
                        <a:pt x="139" y="83"/>
                      </a:lnTo>
                      <a:lnTo>
                        <a:pt x="130" y="95"/>
                      </a:lnTo>
                      <a:lnTo>
                        <a:pt x="111" y="95"/>
                      </a:lnTo>
                      <a:lnTo>
                        <a:pt x="111" y="95"/>
                      </a:lnTo>
                      <a:lnTo>
                        <a:pt x="109" y="88"/>
                      </a:lnTo>
                      <a:lnTo>
                        <a:pt x="104" y="86"/>
                      </a:lnTo>
                      <a:lnTo>
                        <a:pt x="80" y="88"/>
                      </a:lnTo>
                      <a:lnTo>
                        <a:pt x="71" y="93"/>
                      </a:lnTo>
                      <a:lnTo>
                        <a:pt x="61" y="86"/>
                      </a:lnTo>
                      <a:lnTo>
                        <a:pt x="59" y="83"/>
                      </a:lnTo>
                      <a:lnTo>
                        <a:pt x="57" y="76"/>
                      </a:lnTo>
                      <a:lnTo>
                        <a:pt x="57" y="74"/>
                      </a:lnTo>
                      <a:lnTo>
                        <a:pt x="52" y="71"/>
                      </a:lnTo>
                      <a:lnTo>
                        <a:pt x="49" y="69"/>
                      </a:lnTo>
                      <a:lnTo>
                        <a:pt x="47" y="60"/>
                      </a:lnTo>
                      <a:lnTo>
                        <a:pt x="35" y="62"/>
                      </a:lnTo>
                      <a:lnTo>
                        <a:pt x="26" y="64"/>
                      </a:lnTo>
                      <a:lnTo>
                        <a:pt x="23" y="71"/>
                      </a:lnTo>
                      <a:lnTo>
                        <a:pt x="16" y="81"/>
                      </a:lnTo>
                      <a:lnTo>
                        <a:pt x="16" y="90"/>
                      </a:lnTo>
                      <a:lnTo>
                        <a:pt x="12" y="90"/>
                      </a:lnTo>
                      <a:lnTo>
                        <a:pt x="12" y="100"/>
                      </a:lnTo>
                      <a:lnTo>
                        <a:pt x="7" y="104"/>
                      </a:lnTo>
                      <a:lnTo>
                        <a:pt x="7" y="107"/>
                      </a:lnTo>
                      <a:lnTo>
                        <a:pt x="7" y="109"/>
                      </a:lnTo>
                      <a:lnTo>
                        <a:pt x="7" y="109"/>
                      </a:lnTo>
                      <a:lnTo>
                        <a:pt x="2" y="112"/>
                      </a:lnTo>
                      <a:lnTo>
                        <a:pt x="0" y="114"/>
                      </a:lnTo>
                      <a:lnTo>
                        <a:pt x="0" y="119"/>
                      </a:lnTo>
                      <a:lnTo>
                        <a:pt x="2" y="119"/>
                      </a:lnTo>
                      <a:lnTo>
                        <a:pt x="2" y="130"/>
                      </a:lnTo>
                      <a:lnTo>
                        <a:pt x="12" y="135"/>
                      </a:lnTo>
                      <a:lnTo>
                        <a:pt x="26" y="135"/>
                      </a:lnTo>
                      <a:lnTo>
                        <a:pt x="26" y="142"/>
                      </a:lnTo>
                      <a:lnTo>
                        <a:pt x="28" y="142"/>
                      </a:lnTo>
                      <a:lnTo>
                        <a:pt x="33" y="145"/>
                      </a:lnTo>
                      <a:lnTo>
                        <a:pt x="38" y="149"/>
                      </a:lnTo>
                      <a:lnTo>
                        <a:pt x="38" y="152"/>
                      </a:lnTo>
                      <a:lnTo>
                        <a:pt x="35" y="152"/>
                      </a:lnTo>
                      <a:lnTo>
                        <a:pt x="35" y="154"/>
                      </a:lnTo>
                      <a:lnTo>
                        <a:pt x="33" y="154"/>
                      </a:lnTo>
                      <a:lnTo>
                        <a:pt x="33" y="156"/>
                      </a:lnTo>
                      <a:lnTo>
                        <a:pt x="38" y="161"/>
                      </a:lnTo>
                      <a:lnTo>
                        <a:pt x="42" y="164"/>
                      </a:lnTo>
                      <a:lnTo>
                        <a:pt x="45" y="164"/>
                      </a:lnTo>
                      <a:lnTo>
                        <a:pt x="49" y="166"/>
                      </a:lnTo>
                      <a:lnTo>
                        <a:pt x="54" y="173"/>
                      </a:lnTo>
                      <a:lnTo>
                        <a:pt x="57" y="178"/>
                      </a:lnTo>
                      <a:lnTo>
                        <a:pt x="59" y="180"/>
                      </a:lnTo>
                      <a:lnTo>
                        <a:pt x="59" y="182"/>
                      </a:lnTo>
                      <a:lnTo>
                        <a:pt x="66" y="182"/>
                      </a:lnTo>
                      <a:lnTo>
                        <a:pt x="68" y="185"/>
                      </a:lnTo>
                      <a:lnTo>
                        <a:pt x="68" y="190"/>
                      </a:lnTo>
                      <a:lnTo>
                        <a:pt x="64" y="190"/>
                      </a:lnTo>
                      <a:lnTo>
                        <a:pt x="64" y="192"/>
                      </a:lnTo>
                      <a:lnTo>
                        <a:pt x="68" y="197"/>
                      </a:lnTo>
                      <a:lnTo>
                        <a:pt x="68" y="204"/>
                      </a:lnTo>
                      <a:lnTo>
                        <a:pt x="80" y="206"/>
                      </a:lnTo>
                      <a:lnTo>
                        <a:pt x="83" y="208"/>
                      </a:lnTo>
                      <a:lnTo>
                        <a:pt x="87" y="211"/>
                      </a:lnTo>
                      <a:lnTo>
                        <a:pt x="90" y="213"/>
                      </a:lnTo>
                      <a:lnTo>
                        <a:pt x="92" y="218"/>
                      </a:lnTo>
                      <a:lnTo>
                        <a:pt x="92" y="227"/>
                      </a:lnTo>
                      <a:lnTo>
                        <a:pt x="94" y="232"/>
                      </a:lnTo>
                      <a:lnTo>
                        <a:pt x="106" y="241"/>
                      </a:lnTo>
                      <a:lnTo>
                        <a:pt x="106" y="251"/>
                      </a:lnTo>
                      <a:lnTo>
                        <a:pt x="125" y="260"/>
                      </a:lnTo>
                      <a:lnTo>
                        <a:pt x="127" y="258"/>
                      </a:lnTo>
                      <a:lnTo>
                        <a:pt x="130" y="253"/>
                      </a:lnTo>
                      <a:lnTo>
                        <a:pt x="132" y="251"/>
                      </a:lnTo>
                      <a:lnTo>
                        <a:pt x="137" y="251"/>
                      </a:lnTo>
                      <a:lnTo>
                        <a:pt x="142" y="253"/>
                      </a:lnTo>
                      <a:lnTo>
                        <a:pt x="142" y="256"/>
                      </a:lnTo>
                      <a:lnTo>
                        <a:pt x="146" y="258"/>
                      </a:lnTo>
                      <a:lnTo>
                        <a:pt x="149" y="258"/>
                      </a:lnTo>
                      <a:lnTo>
                        <a:pt x="156" y="253"/>
                      </a:lnTo>
                      <a:lnTo>
                        <a:pt x="156" y="251"/>
                      </a:lnTo>
                      <a:lnTo>
                        <a:pt x="161" y="246"/>
                      </a:lnTo>
                      <a:lnTo>
                        <a:pt x="163" y="249"/>
                      </a:lnTo>
                      <a:lnTo>
                        <a:pt x="168" y="251"/>
                      </a:lnTo>
                      <a:lnTo>
                        <a:pt x="170" y="258"/>
                      </a:lnTo>
                      <a:lnTo>
                        <a:pt x="172" y="263"/>
                      </a:lnTo>
                      <a:lnTo>
                        <a:pt x="177" y="267"/>
                      </a:lnTo>
                      <a:lnTo>
                        <a:pt x="182" y="270"/>
                      </a:lnTo>
                      <a:lnTo>
                        <a:pt x="184" y="272"/>
                      </a:lnTo>
                      <a:lnTo>
                        <a:pt x="187" y="272"/>
                      </a:lnTo>
                      <a:lnTo>
                        <a:pt x="189" y="282"/>
                      </a:lnTo>
                      <a:lnTo>
                        <a:pt x="196" y="282"/>
                      </a:lnTo>
                      <a:lnTo>
                        <a:pt x="203" y="275"/>
                      </a:lnTo>
                      <a:lnTo>
                        <a:pt x="208" y="275"/>
                      </a:lnTo>
                      <a:lnTo>
                        <a:pt x="210" y="277"/>
                      </a:lnTo>
                      <a:lnTo>
                        <a:pt x="215" y="279"/>
                      </a:lnTo>
                      <a:lnTo>
                        <a:pt x="220" y="279"/>
                      </a:lnTo>
                      <a:lnTo>
                        <a:pt x="220" y="277"/>
                      </a:lnTo>
                      <a:lnTo>
                        <a:pt x="222" y="275"/>
                      </a:lnTo>
                      <a:lnTo>
                        <a:pt x="224" y="275"/>
                      </a:lnTo>
                      <a:lnTo>
                        <a:pt x="236" y="286"/>
                      </a:lnTo>
                      <a:lnTo>
                        <a:pt x="243" y="277"/>
                      </a:lnTo>
                      <a:lnTo>
                        <a:pt x="253" y="277"/>
                      </a:lnTo>
                      <a:lnTo>
                        <a:pt x="257" y="272"/>
                      </a:lnTo>
                      <a:lnTo>
                        <a:pt x="262" y="272"/>
                      </a:lnTo>
                      <a:lnTo>
                        <a:pt x="262" y="275"/>
                      </a:lnTo>
                      <a:lnTo>
                        <a:pt x="265" y="277"/>
                      </a:lnTo>
                      <a:lnTo>
                        <a:pt x="274" y="277"/>
                      </a:lnTo>
                      <a:lnTo>
                        <a:pt x="281" y="270"/>
                      </a:lnTo>
                      <a:lnTo>
                        <a:pt x="281" y="267"/>
                      </a:lnTo>
                      <a:lnTo>
                        <a:pt x="283" y="265"/>
                      </a:lnTo>
                      <a:lnTo>
                        <a:pt x="283" y="263"/>
                      </a:lnTo>
                      <a:lnTo>
                        <a:pt x="288" y="263"/>
                      </a:lnTo>
                      <a:lnTo>
                        <a:pt x="295" y="251"/>
                      </a:lnTo>
                      <a:lnTo>
                        <a:pt x="333" y="251"/>
                      </a:lnTo>
                      <a:lnTo>
                        <a:pt x="342" y="246"/>
                      </a:lnTo>
                      <a:lnTo>
                        <a:pt x="340" y="239"/>
                      </a:lnTo>
                      <a:lnTo>
                        <a:pt x="340" y="232"/>
                      </a:lnTo>
                      <a:lnTo>
                        <a:pt x="338" y="227"/>
                      </a:lnTo>
                      <a:lnTo>
                        <a:pt x="335" y="225"/>
                      </a:lnTo>
                      <a:lnTo>
                        <a:pt x="328" y="225"/>
                      </a:lnTo>
                      <a:lnTo>
                        <a:pt x="324" y="223"/>
                      </a:lnTo>
                      <a:lnTo>
                        <a:pt x="316" y="208"/>
                      </a:lnTo>
                      <a:lnTo>
                        <a:pt x="316" y="201"/>
                      </a:lnTo>
                      <a:lnTo>
                        <a:pt x="312" y="199"/>
                      </a:lnTo>
                      <a:lnTo>
                        <a:pt x="312" y="185"/>
                      </a:lnTo>
                      <a:lnTo>
                        <a:pt x="305" y="185"/>
                      </a:lnTo>
                      <a:lnTo>
                        <a:pt x="302" y="175"/>
                      </a:lnTo>
                      <a:lnTo>
                        <a:pt x="293" y="175"/>
                      </a:lnTo>
                      <a:lnTo>
                        <a:pt x="291" y="168"/>
                      </a:lnTo>
                      <a:lnTo>
                        <a:pt x="291" y="161"/>
                      </a:lnTo>
                      <a:lnTo>
                        <a:pt x="286" y="159"/>
                      </a:lnTo>
                      <a:lnTo>
                        <a:pt x="283" y="154"/>
                      </a:lnTo>
                      <a:lnTo>
                        <a:pt x="279" y="152"/>
                      </a:lnTo>
                      <a:lnTo>
                        <a:pt x="276" y="149"/>
                      </a:lnTo>
                      <a:lnTo>
                        <a:pt x="267" y="149"/>
                      </a:lnTo>
                      <a:lnTo>
                        <a:pt x="262" y="147"/>
                      </a:lnTo>
                      <a:lnTo>
                        <a:pt x="260" y="147"/>
                      </a:lnTo>
                      <a:lnTo>
                        <a:pt x="260" y="142"/>
                      </a:lnTo>
                      <a:lnTo>
                        <a:pt x="262" y="138"/>
                      </a:lnTo>
                      <a:lnTo>
                        <a:pt x="265" y="135"/>
                      </a:lnTo>
                      <a:lnTo>
                        <a:pt x="262" y="126"/>
                      </a:lnTo>
                      <a:lnTo>
                        <a:pt x="276" y="126"/>
                      </a:lnTo>
                      <a:lnTo>
                        <a:pt x="279" y="128"/>
                      </a:lnTo>
                      <a:lnTo>
                        <a:pt x="281" y="126"/>
                      </a:lnTo>
                      <a:lnTo>
                        <a:pt x="286" y="126"/>
                      </a:lnTo>
                      <a:lnTo>
                        <a:pt x="288" y="123"/>
                      </a:lnTo>
                      <a:lnTo>
                        <a:pt x="288" y="119"/>
                      </a:lnTo>
                      <a:lnTo>
                        <a:pt x="291" y="114"/>
                      </a:lnTo>
                      <a:lnTo>
                        <a:pt x="291" y="100"/>
                      </a:lnTo>
                      <a:lnTo>
                        <a:pt x="288" y="97"/>
                      </a:lnTo>
                      <a:lnTo>
                        <a:pt x="288" y="93"/>
                      </a:lnTo>
                      <a:lnTo>
                        <a:pt x="286" y="88"/>
                      </a:lnTo>
                      <a:lnTo>
                        <a:pt x="286" y="83"/>
                      </a:lnTo>
                      <a:lnTo>
                        <a:pt x="288" y="78"/>
                      </a:lnTo>
                      <a:lnTo>
                        <a:pt x="291" y="76"/>
                      </a:lnTo>
                      <a:lnTo>
                        <a:pt x="288" y="71"/>
                      </a:lnTo>
                      <a:lnTo>
                        <a:pt x="286" y="67"/>
                      </a:lnTo>
                      <a:close/>
                    </a:path>
                  </a:pathLst>
                </a:custGeom>
                <a:solidFill>
                  <a:srgbClr val="A29C97"/>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00" name="Sri Lanka" descr="© INSCALE GmbH, 05.05.2010&#10;http://www.presentationload.com/">
                  <a:extLst>
                    <a:ext uri="{FF2B5EF4-FFF2-40B4-BE49-F238E27FC236}">
                      <a16:creationId xmlns:a16="http://schemas.microsoft.com/office/drawing/2014/main" id="{02FFBC87-D425-4CB4-B312-4FC2A95AF1D0}"/>
                    </a:ext>
                  </a:extLst>
                </p:cNvPr>
                <p:cNvSpPr>
                  <a:spLocks/>
                </p:cNvSpPr>
                <p:nvPr/>
              </p:nvSpPr>
              <p:spPr bwMode="gray">
                <a:xfrm>
                  <a:off x="8163945" y="3528319"/>
                  <a:ext cx="77724" cy="137785"/>
                </a:xfrm>
                <a:custGeom>
                  <a:avLst/>
                  <a:gdLst>
                    <a:gd name="T0" fmla="*/ 2147483647 w 174"/>
                    <a:gd name="T1" fmla="*/ 2147483647 h 306"/>
                    <a:gd name="T2" fmla="*/ 2147483647 w 174"/>
                    <a:gd name="T3" fmla="*/ 0 h 306"/>
                    <a:gd name="T4" fmla="*/ 2147483647 w 174"/>
                    <a:gd name="T5" fmla="*/ 0 h 306"/>
                    <a:gd name="T6" fmla="*/ 2147483647 w 174"/>
                    <a:gd name="T7" fmla="*/ 2147483647 h 306"/>
                    <a:gd name="T8" fmla="*/ 2147483647 w 174"/>
                    <a:gd name="T9" fmla="*/ 2147483647 h 306"/>
                    <a:gd name="T10" fmla="*/ 2147483647 w 174"/>
                    <a:gd name="T11" fmla="*/ 2147483647 h 306"/>
                    <a:gd name="T12" fmla="*/ 2147483647 w 174"/>
                    <a:gd name="T13" fmla="*/ 2147483647 h 306"/>
                    <a:gd name="T14" fmla="*/ 2147483647 w 174"/>
                    <a:gd name="T15" fmla="*/ 2147483647 h 306"/>
                    <a:gd name="T16" fmla="*/ 2147483647 w 174"/>
                    <a:gd name="T17" fmla="*/ 2147483647 h 306"/>
                    <a:gd name="T18" fmla="*/ 2147483647 w 174"/>
                    <a:gd name="T19" fmla="*/ 2147483647 h 306"/>
                    <a:gd name="T20" fmla="*/ 2147483647 w 174"/>
                    <a:gd name="T21" fmla="*/ 2147483647 h 306"/>
                    <a:gd name="T22" fmla="*/ 2147483647 w 174"/>
                    <a:gd name="T23" fmla="*/ 2147483647 h 306"/>
                    <a:gd name="T24" fmla="*/ 2147483647 w 174"/>
                    <a:gd name="T25" fmla="*/ 2147483647 h 306"/>
                    <a:gd name="T26" fmla="*/ 2147483647 w 174"/>
                    <a:gd name="T27" fmla="*/ 2147483647 h 306"/>
                    <a:gd name="T28" fmla="*/ 2147483647 w 174"/>
                    <a:gd name="T29" fmla="*/ 2147483647 h 306"/>
                    <a:gd name="T30" fmla="*/ 2147483647 w 174"/>
                    <a:gd name="T31" fmla="*/ 2147483647 h 306"/>
                    <a:gd name="T32" fmla="*/ 2147483647 w 174"/>
                    <a:gd name="T33" fmla="*/ 2147483647 h 306"/>
                    <a:gd name="T34" fmla="*/ 2147483647 w 174"/>
                    <a:gd name="T35" fmla="*/ 2147483647 h 306"/>
                    <a:gd name="T36" fmla="*/ 2147483647 w 174"/>
                    <a:gd name="T37" fmla="*/ 2147483647 h 306"/>
                    <a:gd name="T38" fmla="*/ 2147483647 w 174"/>
                    <a:gd name="T39" fmla="*/ 2147483647 h 306"/>
                    <a:gd name="T40" fmla="*/ 0 w 174"/>
                    <a:gd name="T41" fmla="*/ 2147483647 h 306"/>
                    <a:gd name="T42" fmla="*/ 0 w 174"/>
                    <a:gd name="T43" fmla="*/ 2147483647 h 306"/>
                    <a:gd name="T44" fmla="*/ 2147483647 w 174"/>
                    <a:gd name="T45" fmla="*/ 2147483647 h 306"/>
                    <a:gd name="T46" fmla="*/ 2147483647 w 174"/>
                    <a:gd name="T47" fmla="*/ 2147483647 h 306"/>
                    <a:gd name="T48" fmla="*/ 2147483647 w 174"/>
                    <a:gd name="T49" fmla="*/ 2147483647 h 306"/>
                    <a:gd name="T50" fmla="*/ 2147483647 w 174"/>
                    <a:gd name="T51" fmla="*/ 2147483647 h 306"/>
                    <a:gd name="T52" fmla="*/ 2147483647 w 174"/>
                    <a:gd name="T53" fmla="*/ 2147483647 h 306"/>
                    <a:gd name="T54" fmla="*/ 0 w 174"/>
                    <a:gd name="T55" fmla="*/ 2147483647 h 306"/>
                    <a:gd name="T56" fmla="*/ 2147483647 w 174"/>
                    <a:gd name="T57" fmla="*/ 2147483647 h 306"/>
                    <a:gd name="T58" fmla="*/ 2147483647 w 174"/>
                    <a:gd name="T59" fmla="*/ 2147483647 h 30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74"/>
                    <a:gd name="T91" fmla="*/ 0 h 306"/>
                    <a:gd name="T92" fmla="*/ 174 w 174"/>
                    <a:gd name="T93" fmla="*/ 306 h 30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74" h="306">
                      <a:moveTo>
                        <a:pt x="24" y="6"/>
                      </a:moveTo>
                      <a:lnTo>
                        <a:pt x="36" y="0"/>
                      </a:lnTo>
                      <a:lnTo>
                        <a:pt x="48" y="0"/>
                      </a:lnTo>
                      <a:lnTo>
                        <a:pt x="66" y="6"/>
                      </a:lnTo>
                      <a:lnTo>
                        <a:pt x="78" y="12"/>
                      </a:lnTo>
                      <a:lnTo>
                        <a:pt x="114" y="66"/>
                      </a:lnTo>
                      <a:lnTo>
                        <a:pt x="132" y="84"/>
                      </a:lnTo>
                      <a:lnTo>
                        <a:pt x="126" y="120"/>
                      </a:lnTo>
                      <a:lnTo>
                        <a:pt x="150" y="114"/>
                      </a:lnTo>
                      <a:lnTo>
                        <a:pt x="156" y="168"/>
                      </a:lnTo>
                      <a:lnTo>
                        <a:pt x="162" y="174"/>
                      </a:lnTo>
                      <a:lnTo>
                        <a:pt x="168" y="198"/>
                      </a:lnTo>
                      <a:lnTo>
                        <a:pt x="174" y="228"/>
                      </a:lnTo>
                      <a:lnTo>
                        <a:pt x="174" y="258"/>
                      </a:lnTo>
                      <a:lnTo>
                        <a:pt x="156" y="276"/>
                      </a:lnTo>
                      <a:lnTo>
                        <a:pt x="120" y="294"/>
                      </a:lnTo>
                      <a:lnTo>
                        <a:pt x="84" y="306"/>
                      </a:lnTo>
                      <a:lnTo>
                        <a:pt x="48" y="306"/>
                      </a:lnTo>
                      <a:lnTo>
                        <a:pt x="24" y="282"/>
                      </a:lnTo>
                      <a:lnTo>
                        <a:pt x="12" y="240"/>
                      </a:lnTo>
                      <a:lnTo>
                        <a:pt x="0" y="192"/>
                      </a:lnTo>
                      <a:lnTo>
                        <a:pt x="0" y="156"/>
                      </a:lnTo>
                      <a:lnTo>
                        <a:pt x="12" y="138"/>
                      </a:lnTo>
                      <a:lnTo>
                        <a:pt x="18" y="132"/>
                      </a:lnTo>
                      <a:lnTo>
                        <a:pt x="24" y="120"/>
                      </a:lnTo>
                      <a:lnTo>
                        <a:pt x="30" y="102"/>
                      </a:lnTo>
                      <a:lnTo>
                        <a:pt x="30" y="78"/>
                      </a:lnTo>
                      <a:lnTo>
                        <a:pt x="0" y="36"/>
                      </a:lnTo>
                      <a:lnTo>
                        <a:pt x="24" y="36"/>
                      </a:lnTo>
                      <a:lnTo>
                        <a:pt x="24" y="6"/>
                      </a:lnTo>
                      <a:close/>
                    </a:path>
                  </a:pathLst>
                </a:custGeom>
                <a:solidFill>
                  <a:srgbClr val="A29C97"/>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01" name="Spain" descr="© INSCALE GmbH, 05.05.2010&#10;http://www.presentationload.com/">
                  <a:extLst>
                    <a:ext uri="{FF2B5EF4-FFF2-40B4-BE49-F238E27FC236}">
                      <a16:creationId xmlns:a16="http://schemas.microsoft.com/office/drawing/2014/main" id="{23CDDA2B-BC5B-40FE-80C4-D28DDF33C76D}"/>
                    </a:ext>
                  </a:extLst>
                </p:cNvPr>
                <p:cNvSpPr>
                  <a:spLocks noEditPoints="1"/>
                </p:cNvSpPr>
                <p:nvPr/>
              </p:nvSpPr>
              <p:spPr bwMode="gray">
                <a:xfrm>
                  <a:off x="5365886" y="2286501"/>
                  <a:ext cx="395685" cy="279101"/>
                </a:xfrm>
                <a:custGeom>
                  <a:avLst/>
                  <a:gdLst>
                    <a:gd name="T0" fmla="*/ 2147483647 w 876"/>
                    <a:gd name="T1" fmla="*/ 2147483647 h 618"/>
                    <a:gd name="T2" fmla="*/ 2147483647 w 876"/>
                    <a:gd name="T3" fmla="*/ 2147483647 h 618"/>
                    <a:gd name="T4" fmla="*/ 2147483647 w 876"/>
                    <a:gd name="T5" fmla="*/ 2147483647 h 618"/>
                    <a:gd name="T6" fmla="*/ 2147483647 w 876"/>
                    <a:gd name="T7" fmla="*/ 2147483647 h 618"/>
                    <a:gd name="T8" fmla="*/ 2147483647 w 876"/>
                    <a:gd name="T9" fmla="*/ 2147483647 h 618"/>
                    <a:gd name="T10" fmla="*/ 2147483647 w 876"/>
                    <a:gd name="T11" fmla="*/ 2147483647 h 618"/>
                    <a:gd name="T12" fmla="*/ 2147483647 w 876"/>
                    <a:gd name="T13" fmla="*/ 2147483647 h 618"/>
                    <a:gd name="T14" fmla="*/ 2147483647 w 876"/>
                    <a:gd name="T15" fmla="*/ 2147483647 h 618"/>
                    <a:gd name="T16" fmla="*/ 2147483647 w 876"/>
                    <a:gd name="T17" fmla="*/ 2147483647 h 618"/>
                    <a:gd name="T18" fmla="*/ 2147483647 w 876"/>
                    <a:gd name="T19" fmla="*/ 2147483647 h 618"/>
                    <a:gd name="T20" fmla="*/ 2147483647 w 876"/>
                    <a:gd name="T21" fmla="*/ 2147483647 h 618"/>
                    <a:gd name="T22" fmla="*/ 2147483647 w 876"/>
                    <a:gd name="T23" fmla="*/ 2147483647 h 618"/>
                    <a:gd name="T24" fmla="*/ 2147483647 w 876"/>
                    <a:gd name="T25" fmla="*/ 2147483647 h 618"/>
                    <a:gd name="T26" fmla="*/ 2147483647 w 876"/>
                    <a:gd name="T27" fmla="*/ 2147483647 h 618"/>
                    <a:gd name="T28" fmla="*/ 2147483647 w 876"/>
                    <a:gd name="T29" fmla="*/ 2147483647 h 618"/>
                    <a:gd name="T30" fmla="*/ 2147483647 w 876"/>
                    <a:gd name="T31" fmla="*/ 2147483647 h 618"/>
                    <a:gd name="T32" fmla="*/ 2147483647 w 876"/>
                    <a:gd name="T33" fmla="*/ 2147483647 h 618"/>
                    <a:gd name="T34" fmla="*/ 2147483647 w 876"/>
                    <a:gd name="T35" fmla="*/ 2147483647 h 618"/>
                    <a:gd name="T36" fmla="*/ 2147483647 w 876"/>
                    <a:gd name="T37" fmla="*/ 2147483647 h 618"/>
                    <a:gd name="T38" fmla="*/ 2147483647 w 876"/>
                    <a:gd name="T39" fmla="*/ 2147483647 h 618"/>
                    <a:gd name="T40" fmla="*/ 2147483647 w 876"/>
                    <a:gd name="T41" fmla="*/ 0 h 618"/>
                    <a:gd name="T42" fmla="*/ 2147483647 w 876"/>
                    <a:gd name="T43" fmla="*/ 2147483647 h 618"/>
                    <a:gd name="T44" fmla="*/ 0 w 876"/>
                    <a:gd name="T45" fmla="*/ 2147483647 h 618"/>
                    <a:gd name="T46" fmla="*/ 2147483647 w 876"/>
                    <a:gd name="T47" fmla="*/ 2147483647 h 618"/>
                    <a:gd name="T48" fmla="*/ 2147483647 w 876"/>
                    <a:gd name="T49" fmla="*/ 2147483647 h 618"/>
                    <a:gd name="T50" fmla="*/ 2147483647 w 876"/>
                    <a:gd name="T51" fmla="*/ 2147483647 h 618"/>
                    <a:gd name="T52" fmla="*/ 2147483647 w 876"/>
                    <a:gd name="T53" fmla="*/ 2147483647 h 618"/>
                    <a:gd name="T54" fmla="*/ 2147483647 w 876"/>
                    <a:gd name="T55" fmla="*/ 2147483647 h 618"/>
                    <a:gd name="T56" fmla="*/ 2147483647 w 876"/>
                    <a:gd name="T57" fmla="*/ 2147483647 h 618"/>
                    <a:gd name="T58" fmla="*/ 2147483647 w 876"/>
                    <a:gd name="T59" fmla="*/ 2147483647 h 618"/>
                    <a:gd name="T60" fmla="*/ 2147483647 w 876"/>
                    <a:gd name="T61" fmla="*/ 2147483647 h 618"/>
                    <a:gd name="T62" fmla="*/ 2147483647 w 876"/>
                    <a:gd name="T63" fmla="*/ 2147483647 h 618"/>
                    <a:gd name="T64" fmla="*/ 2147483647 w 876"/>
                    <a:gd name="T65" fmla="*/ 2147483647 h 618"/>
                    <a:gd name="T66" fmla="*/ 2147483647 w 876"/>
                    <a:gd name="T67" fmla="*/ 2147483647 h 618"/>
                    <a:gd name="T68" fmla="*/ 2147483647 w 876"/>
                    <a:gd name="T69" fmla="*/ 2147483647 h 618"/>
                    <a:gd name="T70" fmla="*/ 2147483647 w 876"/>
                    <a:gd name="T71" fmla="*/ 2147483647 h 618"/>
                    <a:gd name="T72" fmla="*/ 2147483647 w 876"/>
                    <a:gd name="T73" fmla="*/ 2147483647 h 618"/>
                    <a:gd name="T74" fmla="*/ 2147483647 w 876"/>
                    <a:gd name="T75" fmla="*/ 2147483647 h 618"/>
                    <a:gd name="T76" fmla="*/ 2147483647 w 876"/>
                    <a:gd name="T77" fmla="*/ 2147483647 h 618"/>
                    <a:gd name="T78" fmla="*/ 2147483647 w 876"/>
                    <a:gd name="T79" fmla="*/ 2147483647 h 618"/>
                    <a:gd name="T80" fmla="*/ 2147483647 w 876"/>
                    <a:gd name="T81" fmla="*/ 2147483647 h 618"/>
                    <a:gd name="T82" fmla="*/ 2147483647 w 876"/>
                    <a:gd name="T83" fmla="*/ 2147483647 h 618"/>
                    <a:gd name="T84" fmla="*/ 2147483647 w 876"/>
                    <a:gd name="T85" fmla="*/ 2147483647 h 618"/>
                    <a:gd name="T86" fmla="*/ 2147483647 w 876"/>
                    <a:gd name="T87" fmla="*/ 2147483647 h 618"/>
                    <a:gd name="T88" fmla="*/ 2147483647 w 876"/>
                    <a:gd name="T89" fmla="*/ 2147483647 h 618"/>
                    <a:gd name="T90" fmla="*/ 2147483647 w 876"/>
                    <a:gd name="T91" fmla="*/ 2147483647 h 618"/>
                    <a:gd name="T92" fmla="*/ 2147483647 w 876"/>
                    <a:gd name="T93" fmla="*/ 2147483647 h 618"/>
                    <a:gd name="T94" fmla="*/ 2147483647 w 876"/>
                    <a:gd name="T95" fmla="*/ 2147483647 h 618"/>
                    <a:gd name="T96" fmla="*/ 2147483647 w 876"/>
                    <a:gd name="T97" fmla="*/ 2147483647 h 618"/>
                    <a:gd name="T98" fmla="*/ 2147483647 w 876"/>
                    <a:gd name="T99" fmla="*/ 2147483647 h 618"/>
                    <a:gd name="T100" fmla="*/ 2147483647 w 876"/>
                    <a:gd name="T101" fmla="*/ 2147483647 h 618"/>
                    <a:gd name="T102" fmla="*/ 2147483647 w 876"/>
                    <a:gd name="T103" fmla="*/ 2147483647 h 618"/>
                    <a:gd name="T104" fmla="*/ 2147483647 w 876"/>
                    <a:gd name="T105" fmla="*/ 2147483647 h 618"/>
                    <a:gd name="T106" fmla="*/ 2147483647 w 876"/>
                    <a:gd name="T107" fmla="*/ 2147483647 h 618"/>
                    <a:gd name="T108" fmla="*/ 2147483647 w 876"/>
                    <a:gd name="T109" fmla="*/ 2147483647 h 61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876"/>
                    <a:gd name="T166" fmla="*/ 0 h 618"/>
                    <a:gd name="T167" fmla="*/ 876 w 876"/>
                    <a:gd name="T168" fmla="*/ 618 h 61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876" h="618">
                      <a:moveTo>
                        <a:pt x="804" y="318"/>
                      </a:moveTo>
                      <a:lnTo>
                        <a:pt x="798" y="312"/>
                      </a:lnTo>
                      <a:lnTo>
                        <a:pt x="798" y="306"/>
                      </a:lnTo>
                      <a:lnTo>
                        <a:pt x="786" y="306"/>
                      </a:lnTo>
                      <a:lnTo>
                        <a:pt x="762" y="318"/>
                      </a:lnTo>
                      <a:lnTo>
                        <a:pt x="750" y="330"/>
                      </a:lnTo>
                      <a:lnTo>
                        <a:pt x="750" y="336"/>
                      </a:lnTo>
                      <a:lnTo>
                        <a:pt x="756" y="342"/>
                      </a:lnTo>
                      <a:lnTo>
                        <a:pt x="768" y="342"/>
                      </a:lnTo>
                      <a:lnTo>
                        <a:pt x="774" y="348"/>
                      </a:lnTo>
                      <a:lnTo>
                        <a:pt x="774" y="354"/>
                      </a:lnTo>
                      <a:lnTo>
                        <a:pt x="804" y="354"/>
                      </a:lnTo>
                      <a:lnTo>
                        <a:pt x="816" y="342"/>
                      </a:lnTo>
                      <a:lnTo>
                        <a:pt x="816" y="324"/>
                      </a:lnTo>
                      <a:lnTo>
                        <a:pt x="810" y="318"/>
                      </a:lnTo>
                      <a:lnTo>
                        <a:pt x="804" y="318"/>
                      </a:lnTo>
                      <a:close/>
                      <a:moveTo>
                        <a:pt x="672" y="390"/>
                      </a:moveTo>
                      <a:lnTo>
                        <a:pt x="678" y="396"/>
                      </a:lnTo>
                      <a:lnTo>
                        <a:pt x="684" y="396"/>
                      </a:lnTo>
                      <a:lnTo>
                        <a:pt x="690" y="390"/>
                      </a:lnTo>
                      <a:lnTo>
                        <a:pt x="690" y="372"/>
                      </a:lnTo>
                      <a:lnTo>
                        <a:pt x="684" y="372"/>
                      </a:lnTo>
                      <a:lnTo>
                        <a:pt x="672" y="384"/>
                      </a:lnTo>
                      <a:lnTo>
                        <a:pt x="672" y="390"/>
                      </a:lnTo>
                      <a:close/>
                      <a:moveTo>
                        <a:pt x="840" y="300"/>
                      </a:moveTo>
                      <a:lnTo>
                        <a:pt x="840" y="306"/>
                      </a:lnTo>
                      <a:lnTo>
                        <a:pt x="852" y="318"/>
                      </a:lnTo>
                      <a:lnTo>
                        <a:pt x="870" y="318"/>
                      </a:lnTo>
                      <a:lnTo>
                        <a:pt x="876" y="312"/>
                      </a:lnTo>
                      <a:lnTo>
                        <a:pt x="864" y="300"/>
                      </a:lnTo>
                      <a:lnTo>
                        <a:pt x="852" y="300"/>
                      </a:lnTo>
                      <a:lnTo>
                        <a:pt x="846" y="294"/>
                      </a:lnTo>
                      <a:lnTo>
                        <a:pt x="840" y="300"/>
                      </a:lnTo>
                      <a:close/>
                      <a:moveTo>
                        <a:pt x="804" y="150"/>
                      </a:moveTo>
                      <a:lnTo>
                        <a:pt x="798" y="138"/>
                      </a:lnTo>
                      <a:lnTo>
                        <a:pt x="798" y="132"/>
                      </a:lnTo>
                      <a:lnTo>
                        <a:pt x="810" y="120"/>
                      </a:lnTo>
                      <a:lnTo>
                        <a:pt x="798" y="114"/>
                      </a:lnTo>
                      <a:lnTo>
                        <a:pt x="792" y="108"/>
                      </a:lnTo>
                      <a:lnTo>
                        <a:pt x="792" y="102"/>
                      </a:lnTo>
                      <a:lnTo>
                        <a:pt x="780" y="102"/>
                      </a:lnTo>
                      <a:lnTo>
                        <a:pt x="780" y="108"/>
                      </a:lnTo>
                      <a:lnTo>
                        <a:pt x="774" y="114"/>
                      </a:lnTo>
                      <a:lnTo>
                        <a:pt x="756" y="114"/>
                      </a:lnTo>
                      <a:lnTo>
                        <a:pt x="750" y="108"/>
                      </a:lnTo>
                      <a:lnTo>
                        <a:pt x="726" y="108"/>
                      </a:lnTo>
                      <a:lnTo>
                        <a:pt x="726" y="102"/>
                      </a:lnTo>
                      <a:lnTo>
                        <a:pt x="708" y="102"/>
                      </a:lnTo>
                      <a:lnTo>
                        <a:pt x="696" y="108"/>
                      </a:lnTo>
                      <a:lnTo>
                        <a:pt x="690" y="84"/>
                      </a:lnTo>
                      <a:lnTo>
                        <a:pt x="672" y="84"/>
                      </a:lnTo>
                      <a:lnTo>
                        <a:pt x="672" y="78"/>
                      </a:lnTo>
                      <a:lnTo>
                        <a:pt x="666" y="72"/>
                      </a:lnTo>
                      <a:lnTo>
                        <a:pt x="648" y="72"/>
                      </a:lnTo>
                      <a:lnTo>
                        <a:pt x="642" y="78"/>
                      </a:lnTo>
                      <a:lnTo>
                        <a:pt x="642" y="90"/>
                      </a:lnTo>
                      <a:lnTo>
                        <a:pt x="624" y="96"/>
                      </a:lnTo>
                      <a:lnTo>
                        <a:pt x="624" y="84"/>
                      </a:lnTo>
                      <a:lnTo>
                        <a:pt x="594" y="84"/>
                      </a:lnTo>
                      <a:lnTo>
                        <a:pt x="582" y="72"/>
                      </a:lnTo>
                      <a:lnTo>
                        <a:pt x="570" y="72"/>
                      </a:lnTo>
                      <a:lnTo>
                        <a:pt x="564" y="78"/>
                      </a:lnTo>
                      <a:lnTo>
                        <a:pt x="546" y="60"/>
                      </a:lnTo>
                      <a:lnTo>
                        <a:pt x="510" y="60"/>
                      </a:lnTo>
                      <a:lnTo>
                        <a:pt x="516" y="54"/>
                      </a:lnTo>
                      <a:lnTo>
                        <a:pt x="516" y="48"/>
                      </a:lnTo>
                      <a:lnTo>
                        <a:pt x="504" y="36"/>
                      </a:lnTo>
                      <a:lnTo>
                        <a:pt x="498" y="36"/>
                      </a:lnTo>
                      <a:lnTo>
                        <a:pt x="492" y="42"/>
                      </a:lnTo>
                      <a:lnTo>
                        <a:pt x="486" y="36"/>
                      </a:lnTo>
                      <a:lnTo>
                        <a:pt x="450" y="36"/>
                      </a:lnTo>
                      <a:lnTo>
                        <a:pt x="390" y="24"/>
                      </a:lnTo>
                      <a:lnTo>
                        <a:pt x="378" y="24"/>
                      </a:lnTo>
                      <a:lnTo>
                        <a:pt x="348" y="36"/>
                      </a:lnTo>
                      <a:lnTo>
                        <a:pt x="294" y="30"/>
                      </a:lnTo>
                      <a:lnTo>
                        <a:pt x="258" y="12"/>
                      </a:lnTo>
                      <a:lnTo>
                        <a:pt x="234" y="12"/>
                      </a:lnTo>
                      <a:lnTo>
                        <a:pt x="216" y="18"/>
                      </a:lnTo>
                      <a:lnTo>
                        <a:pt x="162" y="18"/>
                      </a:lnTo>
                      <a:lnTo>
                        <a:pt x="150" y="12"/>
                      </a:lnTo>
                      <a:lnTo>
                        <a:pt x="138" y="12"/>
                      </a:lnTo>
                      <a:lnTo>
                        <a:pt x="126" y="6"/>
                      </a:lnTo>
                      <a:lnTo>
                        <a:pt x="120" y="0"/>
                      </a:lnTo>
                      <a:lnTo>
                        <a:pt x="108" y="0"/>
                      </a:lnTo>
                      <a:lnTo>
                        <a:pt x="96" y="6"/>
                      </a:lnTo>
                      <a:lnTo>
                        <a:pt x="72" y="30"/>
                      </a:lnTo>
                      <a:lnTo>
                        <a:pt x="60" y="30"/>
                      </a:lnTo>
                      <a:lnTo>
                        <a:pt x="48" y="36"/>
                      </a:lnTo>
                      <a:lnTo>
                        <a:pt x="30" y="36"/>
                      </a:lnTo>
                      <a:lnTo>
                        <a:pt x="6" y="48"/>
                      </a:lnTo>
                      <a:lnTo>
                        <a:pt x="0" y="60"/>
                      </a:lnTo>
                      <a:lnTo>
                        <a:pt x="0" y="72"/>
                      </a:lnTo>
                      <a:lnTo>
                        <a:pt x="6" y="78"/>
                      </a:lnTo>
                      <a:lnTo>
                        <a:pt x="12" y="90"/>
                      </a:lnTo>
                      <a:lnTo>
                        <a:pt x="24" y="96"/>
                      </a:lnTo>
                      <a:lnTo>
                        <a:pt x="30" y="102"/>
                      </a:lnTo>
                      <a:lnTo>
                        <a:pt x="18" y="138"/>
                      </a:lnTo>
                      <a:lnTo>
                        <a:pt x="24" y="144"/>
                      </a:lnTo>
                      <a:lnTo>
                        <a:pt x="24" y="150"/>
                      </a:lnTo>
                      <a:lnTo>
                        <a:pt x="30" y="144"/>
                      </a:lnTo>
                      <a:lnTo>
                        <a:pt x="54" y="132"/>
                      </a:lnTo>
                      <a:lnTo>
                        <a:pt x="78" y="132"/>
                      </a:lnTo>
                      <a:lnTo>
                        <a:pt x="78" y="138"/>
                      </a:lnTo>
                      <a:lnTo>
                        <a:pt x="66" y="150"/>
                      </a:lnTo>
                      <a:lnTo>
                        <a:pt x="60" y="150"/>
                      </a:lnTo>
                      <a:lnTo>
                        <a:pt x="60" y="156"/>
                      </a:lnTo>
                      <a:lnTo>
                        <a:pt x="72" y="156"/>
                      </a:lnTo>
                      <a:lnTo>
                        <a:pt x="78" y="150"/>
                      </a:lnTo>
                      <a:lnTo>
                        <a:pt x="96" y="150"/>
                      </a:lnTo>
                      <a:lnTo>
                        <a:pt x="102" y="156"/>
                      </a:lnTo>
                      <a:lnTo>
                        <a:pt x="114" y="156"/>
                      </a:lnTo>
                      <a:lnTo>
                        <a:pt x="120" y="150"/>
                      </a:lnTo>
                      <a:lnTo>
                        <a:pt x="120" y="144"/>
                      </a:lnTo>
                      <a:lnTo>
                        <a:pt x="174" y="144"/>
                      </a:lnTo>
                      <a:lnTo>
                        <a:pt x="174" y="162"/>
                      </a:lnTo>
                      <a:lnTo>
                        <a:pt x="180" y="162"/>
                      </a:lnTo>
                      <a:lnTo>
                        <a:pt x="192" y="168"/>
                      </a:lnTo>
                      <a:lnTo>
                        <a:pt x="192" y="174"/>
                      </a:lnTo>
                      <a:lnTo>
                        <a:pt x="168" y="198"/>
                      </a:lnTo>
                      <a:lnTo>
                        <a:pt x="144" y="210"/>
                      </a:lnTo>
                      <a:lnTo>
                        <a:pt x="138" y="216"/>
                      </a:lnTo>
                      <a:lnTo>
                        <a:pt x="138" y="222"/>
                      </a:lnTo>
                      <a:lnTo>
                        <a:pt x="144" y="222"/>
                      </a:lnTo>
                      <a:lnTo>
                        <a:pt x="150" y="228"/>
                      </a:lnTo>
                      <a:lnTo>
                        <a:pt x="150" y="240"/>
                      </a:lnTo>
                      <a:lnTo>
                        <a:pt x="144" y="258"/>
                      </a:lnTo>
                      <a:lnTo>
                        <a:pt x="144" y="276"/>
                      </a:lnTo>
                      <a:lnTo>
                        <a:pt x="138" y="276"/>
                      </a:lnTo>
                      <a:lnTo>
                        <a:pt x="132" y="282"/>
                      </a:lnTo>
                      <a:lnTo>
                        <a:pt x="132" y="294"/>
                      </a:lnTo>
                      <a:lnTo>
                        <a:pt x="138" y="300"/>
                      </a:lnTo>
                      <a:lnTo>
                        <a:pt x="138" y="312"/>
                      </a:lnTo>
                      <a:lnTo>
                        <a:pt x="126" y="324"/>
                      </a:lnTo>
                      <a:lnTo>
                        <a:pt x="90" y="324"/>
                      </a:lnTo>
                      <a:lnTo>
                        <a:pt x="114" y="348"/>
                      </a:lnTo>
                      <a:lnTo>
                        <a:pt x="114" y="360"/>
                      </a:lnTo>
                      <a:lnTo>
                        <a:pt x="120" y="366"/>
                      </a:lnTo>
                      <a:lnTo>
                        <a:pt x="132" y="372"/>
                      </a:lnTo>
                      <a:lnTo>
                        <a:pt x="132" y="378"/>
                      </a:lnTo>
                      <a:lnTo>
                        <a:pt x="120" y="390"/>
                      </a:lnTo>
                      <a:lnTo>
                        <a:pt x="108" y="396"/>
                      </a:lnTo>
                      <a:lnTo>
                        <a:pt x="96" y="408"/>
                      </a:lnTo>
                      <a:lnTo>
                        <a:pt x="96" y="414"/>
                      </a:lnTo>
                      <a:lnTo>
                        <a:pt x="102" y="420"/>
                      </a:lnTo>
                      <a:lnTo>
                        <a:pt x="102" y="426"/>
                      </a:lnTo>
                      <a:lnTo>
                        <a:pt x="108" y="438"/>
                      </a:lnTo>
                      <a:lnTo>
                        <a:pt x="114" y="444"/>
                      </a:lnTo>
                      <a:lnTo>
                        <a:pt x="126" y="444"/>
                      </a:lnTo>
                      <a:lnTo>
                        <a:pt x="126" y="450"/>
                      </a:lnTo>
                      <a:lnTo>
                        <a:pt x="114" y="462"/>
                      </a:lnTo>
                      <a:lnTo>
                        <a:pt x="102" y="462"/>
                      </a:lnTo>
                      <a:lnTo>
                        <a:pt x="96" y="474"/>
                      </a:lnTo>
                      <a:lnTo>
                        <a:pt x="90" y="480"/>
                      </a:lnTo>
                      <a:lnTo>
                        <a:pt x="90" y="528"/>
                      </a:lnTo>
                      <a:lnTo>
                        <a:pt x="120" y="528"/>
                      </a:lnTo>
                      <a:lnTo>
                        <a:pt x="144" y="546"/>
                      </a:lnTo>
                      <a:lnTo>
                        <a:pt x="162" y="546"/>
                      </a:lnTo>
                      <a:lnTo>
                        <a:pt x="156" y="576"/>
                      </a:lnTo>
                      <a:lnTo>
                        <a:pt x="162" y="576"/>
                      </a:lnTo>
                      <a:lnTo>
                        <a:pt x="162" y="594"/>
                      </a:lnTo>
                      <a:lnTo>
                        <a:pt x="168" y="606"/>
                      </a:lnTo>
                      <a:lnTo>
                        <a:pt x="174" y="612"/>
                      </a:lnTo>
                      <a:lnTo>
                        <a:pt x="192" y="612"/>
                      </a:lnTo>
                      <a:lnTo>
                        <a:pt x="198" y="618"/>
                      </a:lnTo>
                      <a:lnTo>
                        <a:pt x="204" y="618"/>
                      </a:lnTo>
                      <a:lnTo>
                        <a:pt x="210" y="612"/>
                      </a:lnTo>
                      <a:lnTo>
                        <a:pt x="222" y="606"/>
                      </a:lnTo>
                      <a:lnTo>
                        <a:pt x="240" y="588"/>
                      </a:lnTo>
                      <a:lnTo>
                        <a:pt x="252" y="582"/>
                      </a:lnTo>
                      <a:lnTo>
                        <a:pt x="264" y="582"/>
                      </a:lnTo>
                      <a:lnTo>
                        <a:pt x="294" y="564"/>
                      </a:lnTo>
                      <a:lnTo>
                        <a:pt x="360" y="564"/>
                      </a:lnTo>
                      <a:lnTo>
                        <a:pt x="366" y="558"/>
                      </a:lnTo>
                      <a:lnTo>
                        <a:pt x="378" y="558"/>
                      </a:lnTo>
                      <a:lnTo>
                        <a:pt x="390" y="570"/>
                      </a:lnTo>
                      <a:lnTo>
                        <a:pt x="396" y="570"/>
                      </a:lnTo>
                      <a:lnTo>
                        <a:pt x="408" y="564"/>
                      </a:lnTo>
                      <a:lnTo>
                        <a:pt x="420" y="564"/>
                      </a:lnTo>
                      <a:lnTo>
                        <a:pt x="426" y="558"/>
                      </a:lnTo>
                      <a:lnTo>
                        <a:pt x="432" y="558"/>
                      </a:lnTo>
                      <a:lnTo>
                        <a:pt x="432" y="570"/>
                      </a:lnTo>
                      <a:lnTo>
                        <a:pt x="438" y="570"/>
                      </a:lnTo>
                      <a:lnTo>
                        <a:pt x="450" y="558"/>
                      </a:lnTo>
                      <a:lnTo>
                        <a:pt x="462" y="534"/>
                      </a:lnTo>
                      <a:lnTo>
                        <a:pt x="462" y="522"/>
                      </a:lnTo>
                      <a:lnTo>
                        <a:pt x="498" y="492"/>
                      </a:lnTo>
                      <a:lnTo>
                        <a:pt x="528" y="492"/>
                      </a:lnTo>
                      <a:lnTo>
                        <a:pt x="534" y="474"/>
                      </a:lnTo>
                      <a:lnTo>
                        <a:pt x="534" y="468"/>
                      </a:lnTo>
                      <a:lnTo>
                        <a:pt x="540" y="462"/>
                      </a:lnTo>
                      <a:lnTo>
                        <a:pt x="540" y="450"/>
                      </a:lnTo>
                      <a:lnTo>
                        <a:pt x="546" y="444"/>
                      </a:lnTo>
                      <a:lnTo>
                        <a:pt x="552" y="432"/>
                      </a:lnTo>
                      <a:lnTo>
                        <a:pt x="552" y="426"/>
                      </a:lnTo>
                      <a:lnTo>
                        <a:pt x="570" y="426"/>
                      </a:lnTo>
                      <a:lnTo>
                        <a:pt x="594" y="414"/>
                      </a:lnTo>
                      <a:lnTo>
                        <a:pt x="600" y="408"/>
                      </a:lnTo>
                      <a:lnTo>
                        <a:pt x="594" y="396"/>
                      </a:lnTo>
                      <a:lnTo>
                        <a:pt x="588" y="390"/>
                      </a:lnTo>
                      <a:lnTo>
                        <a:pt x="582" y="378"/>
                      </a:lnTo>
                      <a:lnTo>
                        <a:pt x="576" y="372"/>
                      </a:lnTo>
                      <a:lnTo>
                        <a:pt x="570" y="372"/>
                      </a:lnTo>
                      <a:lnTo>
                        <a:pt x="570" y="336"/>
                      </a:lnTo>
                      <a:lnTo>
                        <a:pt x="582" y="312"/>
                      </a:lnTo>
                      <a:lnTo>
                        <a:pt x="594" y="306"/>
                      </a:lnTo>
                      <a:lnTo>
                        <a:pt x="600" y="294"/>
                      </a:lnTo>
                      <a:lnTo>
                        <a:pt x="612" y="282"/>
                      </a:lnTo>
                      <a:lnTo>
                        <a:pt x="618" y="270"/>
                      </a:lnTo>
                      <a:lnTo>
                        <a:pt x="630" y="258"/>
                      </a:lnTo>
                      <a:lnTo>
                        <a:pt x="642" y="258"/>
                      </a:lnTo>
                      <a:lnTo>
                        <a:pt x="654" y="246"/>
                      </a:lnTo>
                      <a:lnTo>
                        <a:pt x="654" y="240"/>
                      </a:lnTo>
                      <a:lnTo>
                        <a:pt x="648" y="240"/>
                      </a:lnTo>
                      <a:lnTo>
                        <a:pt x="648" y="228"/>
                      </a:lnTo>
                      <a:lnTo>
                        <a:pt x="654" y="222"/>
                      </a:lnTo>
                      <a:lnTo>
                        <a:pt x="726" y="198"/>
                      </a:lnTo>
                      <a:lnTo>
                        <a:pt x="750" y="186"/>
                      </a:lnTo>
                      <a:lnTo>
                        <a:pt x="756" y="174"/>
                      </a:lnTo>
                      <a:lnTo>
                        <a:pt x="768" y="168"/>
                      </a:lnTo>
                      <a:lnTo>
                        <a:pt x="774" y="168"/>
                      </a:lnTo>
                      <a:lnTo>
                        <a:pt x="786" y="156"/>
                      </a:lnTo>
                      <a:lnTo>
                        <a:pt x="798" y="156"/>
                      </a:lnTo>
                      <a:lnTo>
                        <a:pt x="804" y="150"/>
                      </a:lnTo>
                      <a:close/>
                    </a:path>
                  </a:pathLst>
                </a:custGeom>
                <a:solidFill>
                  <a:srgbClr val="D40D8D"/>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02" name="South Africa" descr="© INSCALE GmbH, 05.05.2010&#10;http://www.presentationload.com/">
                  <a:extLst>
                    <a:ext uri="{FF2B5EF4-FFF2-40B4-BE49-F238E27FC236}">
                      <a16:creationId xmlns:a16="http://schemas.microsoft.com/office/drawing/2014/main" id="{A82E5846-A87D-471C-8BFC-22B5C2D9AB3A}"/>
                    </a:ext>
                  </a:extLst>
                </p:cNvPr>
                <p:cNvSpPr>
                  <a:spLocks noEditPoints="1"/>
                </p:cNvSpPr>
                <p:nvPr/>
              </p:nvSpPr>
              <p:spPr bwMode="gray">
                <a:xfrm>
                  <a:off x="6130760" y="4685351"/>
                  <a:ext cx="512273" cy="461045"/>
                </a:xfrm>
                <a:custGeom>
                  <a:avLst/>
                  <a:gdLst>
                    <a:gd name="T0" fmla="*/ 2147483647 w 1134"/>
                    <a:gd name="T1" fmla="*/ 2147483647 h 1020"/>
                    <a:gd name="T2" fmla="*/ 2147483647 w 1134"/>
                    <a:gd name="T3" fmla="*/ 2147483647 h 1020"/>
                    <a:gd name="T4" fmla="*/ 2147483647 w 1134"/>
                    <a:gd name="T5" fmla="*/ 2147483647 h 1020"/>
                    <a:gd name="T6" fmla="*/ 2147483647 w 1134"/>
                    <a:gd name="T7" fmla="*/ 2147483647 h 1020"/>
                    <a:gd name="T8" fmla="*/ 2147483647 w 1134"/>
                    <a:gd name="T9" fmla="*/ 2147483647 h 1020"/>
                    <a:gd name="T10" fmla="*/ 2147483647 w 1134"/>
                    <a:gd name="T11" fmla="*/ 2147483647 h 1020"/>
                    <a:gd name="T12" fmla="*/ 2147483647 w 1134"/>
                    <a:gd name="T13" fmla="*/ 2147483647 h 1020"/>
                    <a:gd name="T14" fmla="*/ 2147483647 w 1134"/>
                    <a:gd name="T15" fmla="*/ 2147483647 h 1020"/>
                    <a:gd name="T16" fmla="*/ 2147483647 w 1134"/>
                    <a:gd name="T17" fmla="*/ 2147483647 h 1020"/>
                    <a:gd name="T18" fmla="*/ 2147483647 w 1134"/>
                    <a:gd name="T19" fmla="*/ 2147483647 h 1020"/>
                    <a:gd name="T20" fmla="*/ 2147483647 w 1134"/>
                    <a:gd name="T21" fmla="*/ 2147483647 h 1020"/>
                    <a:gd name="T22" fmla="*/ 2147483647 w 1134"/>
                    <a:gd name="T23" fmla="*/ 2147483647 h 1020"/>
                    <a:gd name="T24" fmla="*/ 2147483647 w 1134"/>
                    <a:gd name="T25" fmla="*/ 2147483647 h 1020"/>
                    <a:gd name="T26" fmla="*/ 2147483647 w 1134"/>
                    <a:gd name="T27" fmla="*/ 2147483647 h 1020"/>
                    <a:gd name="T28" fmla="*/ 2147483647 w 1134"/>
                    <a:gd name="T29" fmla="*/ 2147483647 h 1020"/>
                    <a:gd name="T30" fmla="*/ 2147483647 w 1134"/>
                    <a:gd name="T31" fmla="*/ 2147483647 h 1020"/>
                    <a:gd name="T32" fmla="*/ 2147483647 w 1134"/>
                    <a:gd name="T33" fmla="*/ 2147483647 h 1020"/>
                    <a:gd name="T34" fmla="*/ 2147483647 w 1134"/>
                    <a:gd name="T35" fmla="*/ 2147483647 h 1020"/>
                    <a:gd name="T36" fmla="*/ 2147483647 w 1134"/>
                    <a:gd name="T37" fmla="*/ 2147483647 h 1020"/>
                    <a:gd name="T38" fmla="*/ 2147483647 w 1134"/>
                    <a:gd name="T39" fmla="*/ 2147483647 h 1020"/>
                    <a:gd name="T40" fmla="*/ 2147483647 w 1134"/>
                    <a:gd name="T41" fmla="*/ 2147483647 h 1020"/>
                    <a:gd name="T42" fmla="*/ 2147483647 w 1134"/>
                    <a:gd name="T43" fmla="*/ 2147483647 h 1020"/>
                    <a:gd name="T44" fmla="*/ 2147483647 w 1134"/>
                    <a:gd name="T45" fmla="*/ 2147483647 h 1020"/>
                    <a:gd name="T46" fmla="*/ 2147483647 w 1134"/>
                    <a:gd name="T47" fmla="*/ 2147483647 h 1020"/>
                    <a:gd name="T48" fmla="*/ 2147483647 w 1134"/>
                    <a:gd name="T49" fmla="*/ 2147483647 h 1020"/>
                    <a:gd name="T50" fmla="*/ 2147483647 w 1134"/>
                    <a:gd name="T51" fmla="*/ 2147483647 h 1020"/>
                    <a:gd name="T52" fmla="*/ 2147483647 w 1134"/>
                    <a:gd name="T53" fmla="*/ 2147483647 h 1020"/>
                    <a:gd name="T54" fmla="*/ 2147483647 w 1134"/>
                    <a:gd name="T55" fmla="*/ 2147483647 h 1020"/>
                    <a:gd name="T56" fmla="*/ 2147483647 w 1134"/>
                    <a:gd name="T57" fmla="*/ 2147483647 h 1020"/>
                    <a:gd name="T58" fmla="*/ 2147483647 w 1134"/>
                    <a:gd name="T59" fmla="*/ 2147483647 h 1020"/>
                    <a:gd name="T60" fmla="*/ 2147483647 w 1134"/>
                    <a:gd name="T61" fmla="*/ 2147483647 h 1020"/>
                    <a:gd name="T62" fmla="*/ 0 w 1134"/>
                    <a:gd name="T63" fmla="*/ 2147483647 h 1020"/>
                    <a:gd name="T64" fmla="*/ 2147483647 w 1134"/>
                    <a:gd name="T65" fmla="*/ 2147483647 h 1020"/>
                    <a:gd name="T66" fmla="*/ 2147483647 w 1134"/>
                    <a:gd name="T67" fmla="*/ 2147483647 h 1020"/>
                    <a:gd name="T68" fmla="*/ 2147483647 w 1134"/>
                    <a:gd name="T69" fmla="*/ 2147483647 h 1020"/>
                    <a:gd name="T70" fmla="*/ 2147483647 w 1134"/>
                    <a:gd name="T71" fmla="*/ 2147483647 h 1020"/>
                    <a:gd name="T72" fmla="*/ 2147483647 w 1134"/>
                    <a:gd name="T73" fmla="*/ 2147483647 h 1020"/>
                    <a:gd name="T74" fmla="*/ 2147483647 w 1134"/>
                    <a:gd name="T75" fmla="*/ 2147483647 h 1020"/>
                    <a:gd name="T76" fmla="*/ 2147483647 w 1134"/>
                    <a:gd name="T77" fmla="*/ 2147483647 h 1020"/>
                    <a:gd name="T78" fmla="*/ 2147483647 w 1134"/>
                    <a:gd name="T79" fmla="*/ 2147483647 h 1020"/>
                    <a:gd name="T80" fmla="*/ 2147483647 w 1134"/>
                    <a:gd name="T81" fmla="*/ 2147483647 h 1020"/>
                    <a:gd name="T82" fmla="*/ 2147483647 w 1134"/>
                    <a:gd name="T83" fmla="*/ 2147483647 h 1020"/>
                    <a:gd name="T84" fmla="*/ 2147483647 w 1134"/>
                    <a:gd name="T85" fmla="*/ 2147483647 h 1020"/>
                    <a:gd name="T86" fmla="*/ 2147483647 w 1134"/>
                    <a:gd name="T87" fmla="*/ 2147483647 h 1020"/>
                    <a:gd name="T88" fmla="*/ 2147483647 w 1134"/>
                    <a:gd name="T89" fmla="*/ 2147483647 h 1020"/>
                    <a:gd name="T90" fmla="*/ 2147483647 w 1134"/>
                    <a:gd name="T91" fmla="*/ 2147483647 h 1020"/>
                    <a:gd name="T92" fmla="*/ 2147483647 w 1134"/>
                    <a:gd name="T93" fmla="*/ 2147483647 h 1020"/>
                    <a:gd name="T94" fmla="*/ 2147483647 w 1134"/>
                    <a:gd name="T95" fmla="*/ 2147483647 h 1020"/>
                    <a:gd name="T96" fmla="*/ 2147483647 w 1134"/>
                    <a:gd name="T97" fmla="*/ 2147483647 h 1020"/>
                    <a:gd name="T98" fmla="*/ 2147483647 w 1134"/>
                    <a:gd name="T99" fmla="*/ 2147483647 h 1020"/>
                    <a:gd name="T100" fmla="*/ 2147483647 w 1134"/>
                    <a:gd name="T101" fmla="*/ 2147483647 h 1020"/>
                    <a:gd name="T102" fmla="*/ 2147483647 w 1134"/>
                    <a:gd name="T103" fmla="*/ 2147483647 h 1020"/>
                    <a:gd name="T104" fmla="*/ 2147483647 w 1134"/>
                    <a:gd name="T105" fmla="*/ 2147483647 h 1020"/>
                    <a:gd name="T106" fmla="*/ 2147483647 w 1134"/>
                    <a:gd name="T107" fmla="*/ 2147483647 h 1020"/>
                    <a:gd name="T108" fmla="*/ 2147483647 w 1134"/>
                    <a:gd name="T109" fmla="*/ 2147483647 h 1020"/>
                    <a:gd name="T110" fmla="*/ 2147483647 w 1134"/>
                    <a:gd name="T111" fmla="*/ 2147483647 h 1020"/>
                    <a:gd name="T112" fmla="*/ 2147483647 w 1134"/>
                    <a:gd name="T113" fmla="*/ 2147483647 h 1020"/>
                    <a:gd name="T114" fmla="*/ 2147483647 w 1134"/>
                    <a:gd name="T115" fmla="*/ 2147483647 h 1020"/>
                    <a:gd name="T116" fmla="*/ 2147483647 w 1134"/>
                    <a:gd name="T117" fmla="*/ 2147483647 h 1020"/>
                    <a:gd name="T118" fmla="*/ 2147483647 w 1134"/>
                    <a:gd name="T119" fmla="*/ 2147483647 h 1020"/>
                    <a:gd name="T120" fmla="*/ 2147483647 w 1134"/>
                    <a:gd name="T121" fmla="*/ 2147483647 h 1020"/>
                    <a:gd name="T122" fmla="*/ 2147483647 w 1134"/>
                    <a:gd name="T123" fmla="*/ 2147483647 h 1020"/>
                    <a:gd name="T124" fmla="*/ 2147483647 w 1134"/>
                    <a:gd name="T125" fmla="*/ 2147483647 h 1020"/>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1134"/>
                    <a:gd name="T190" fmla="*/ 0 h 1020"/>
                    <a:gd name="T191" fmla="*/ 1134 w 1134"/>
                    <a:gd name="T192" fmla="*/ 1020 h 1020"/>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1134" h="1020">
                      <a:moveTo>
                        <a:pt x="1116" y="372"/>
                      </a:moveTo>
                      <a:lnTo>
                        <a:pt x="1098" y="372"/>
                      </a:lnTo>
                      <a:lnTo>
                        <a:pt x="1092" y="378"/>
                      </a:lnTo>
                      <a:lnTo>
                        <a:pt x="1086" y="378"/>
                      </a:lnTo>
                      <a:lnTo>
                        <a:pt x="1074" y="420"/>
                      </a:lnTo>
                      <a:lnTo>
                        <a:pt x="1062" y="420"/>
                      </a:lnTo>
                      <a:lnTo>
                        <a:pt x="1050" y="414"/>
                      </a:lnTo>
                      <a:lnTo>
                        <a:pt x="1032" y="414"/>
                      </a:lnTo>
                      <a:lnTo>
                        <a:pt x="1020" y="402"/>
                      </a:lnTo>
                      <a:lnTo>
                        <a:pt x="1008" y="396"/>
                      </a:lnTo>
                      <a:lnTo>
                        <a:pt x="996" y="372"/>
                      </a:lnTo>
                      <a:lnTo>
                        <a:pt x="996" y="348"/>
                      </a:lnTo>
                      <a:lnTo>
                        <a:pt x="1002" y="336"/>
                      </a:lnTo>
                      <a:lnTo>
                        <a:pt x="1014" y="324"/>
                      </a:lnTo>
                      <a:lnTo>
                        <a:pt x="1014" y="312"/>
                      </a:lnTo>
                      <a:lnTo>
                        <a:pt x="1020" y="300"/>
                      </a:lnTo>
                      <a:lnTo>
                        <a:pt x="1032" y="288"/>
                      </a:lnTo>
                      <a:lnTo>
                        <a:pt x="1038" y="288"/>
                      </a:lnTo>
                      <a:lnTo>
                        <a:pt x="1050" y="294"/>
                      </a:lnTo>
                      <a:lnTo>
                        <a:pt x="1062" y="306"/>
                      </a:lnTo>
                      <a:lnTo>
                        <a:pt x="1086" y="270"/>
                      </a:lnTo>
                      <a:lnTo>
                        <a:pt x="1086" y="180"/>
                      </a:lnTo>
                      <a:lnTo>
                        <a:pt x="1056" y="120"/>
                      </a:lnTo>
                      <a:lnTo>
                        <a:pt x="1056" y="102"/>
                      </a:lnTo>
                      <a:lnTo>
                        <a:pt x="1050" y="90"/>
                      </a:lnTo>
                      <a:lnTo>
                        <a:pt x="1050" y="72"/>
                      </a:lnTo>
                      <a:lnTo>
                        <a:pt x="1044" y="54"/>
                      </a:lnTo>
                      <a:lnTo>
                        <a:pt x="1044" y="24"/>
                      </a:lnTo>
                      <a:lnTo>
                        <a:pt x="1026" y="12"/>
                      </a:lnTo>
                      <a:lnTo>
                        <a:pt x="966" y="12"/>
                      </a:lnTo>
                      <a:lnTo>
                        <a:pt x="954" y="6"/>
                      </a:lnTo>
                      <a:lnTo>
                        <a:pt x="948" y="6"/>
                      </a:lnTo>
                      <a:lnTo>
                        <a:pt x="936" y="0"/>
                      </a:lnTo>
                      <a:lnTo>
                        <a:pt x="876" y="0"/>
                      </a:lnTo>
                      <a:lnTo>
                        <a:pt x="864" y="24"/>
                      </a:lnTo>
                      <a:lnTo>
                        <a:pt x="852" y="24"/>
                      </a:lnTo>
                      <a:lnTo>
                        <a:pt x="840" y="30"/>
                      </a:lnTo>
                      <a:lnTo>
                        <a:pt x="828" y="30"/>
                      </a:lnTo>
                      <a:lnTo>
                        <a:pt x="822" y="36"/>
                      </a:lnTo>
                      <a:lnTo>
                        <a:pt x="810" y="60"/>
                      </a:lnTo>
                      <a:lnTo>
                        <a:pt x="768" y="102"/>
                      </a:lnTo>
                      <a:lnTo>
                        <a:pt x="756" y="108"/>
                      </a:lnTo>
                      <a:lnTo>
                        <a:pt x="750" y="108"/>
                      </a:lnTo>
                      <a:lnTo>
                        <a:pt x="738" y="114"/>
                      </a:lnTo>
                      <a:lnTo>
                        <a:pt x="726" y="138"/>
                      </a:lnTo>
                      <a:lnTo>
                        <a:pt x="726" y="174"/>
                      </a:lnTo>
                      <a:lnTo>
                        <a:pt x="714" y="180"/>
                      </a:lnTo>
                      <a:lnTo>
                        <a:pt x="708" y="192"/>
                      </a:lnTo>
                      <a:lnTo>
                        <a:pt x="702" y="198"/>
                      </a:lnTo>
                      <a:lnTo>
                        <a:pt x="690" y="204"/>
                      </a:lnTo>
                      <a:lnTo>
                        <a:pt x="672" y="210"/>
                      </a:lnTo>
                      <a:lnTo>
                        <a:pt x="654" y="228"/>
                      </a:lnTo>
                      <a:lnTo>
                        <a:pt x="654" y="240"/>
                      </a:lnTo>
                      <a:lnTo>
                        <a:pt x="648" y="252"/>
                      </a:lnTo>
                      <a:lnTo>
                        <a:pt x="642" y="270"/>
                      </a:lnTo>
                      <a:lnTo>
                        <a:pt x="636" y="282"/>
                      </a:lnTo>
                      <a:lnTo>
                        <a:pt x="630" y="288"/>
                      </a:lnTo>
                      <a:lnTo>
                        <a:pt x="618" y="294"/>
                      </a:lnTo>
                      <a:lnTo>
                        <a:pt x="606" y="294"/>
                      </a:lnTo>
                      <a:lnTo>
                        <a:pt x="600" y="288"/>
                      </a:lnTo>
                      <a:lnTo>
                        <a:pt x="594" y="294"/>
                      </a:lnTo>
                      <a:lnTo>
                        <a:pt x="582" y="300"/>
                      </a:lnTo>
                      <a:lnTo>
                        <a:pt x="570" y="300"/>
                      </a:lnTo>
                      <a:lnTo>
                        <a:pt x="564" y="294"/>
                      </a:lnTo>
                      <a:lnTo>
                        <a:pt x="552" y="288"/>
                      </a:lnTo>
                      <a:lnTo>
                        <a:pt x="546" y="282"/>
                      </a:lnTo>
                      <a:lnTo>
                        <a:pt x="516" y="282"/>
                      </a:lnTo>
                      <a:lnTo>
                        <a:pt x="504" y="270"/>
                      </a:lnTo>
                      <a:lnTo>
                        <a:pt x="492" y="264"/>
                      </a:lnTo>
                      <a:lnTo>
                        <a:pt x="486" y="258"/>
                      </a:lnTo>
                      <a:lnTo>
                        <a:pt x="474" y="252"/>
                      </a:lnTo>
                      <a:lnTo>
                        <a:pt x="462" y="252"/>
                      </a:lnTo>
                      <a:lnTo>
                        <a:pt x="450" y="258"/>
                      </a:lnTo>
                      <a:lnTo>
                        <a:pt x="444" y="264"/>
                      </a:lnTo>
                      <a:lnTo>
                        <a:pt x="438" y="276"/>
                      </a:lnTo>
                      <a:lnTo>
                        <a:pt x="438" y="288"/>
                      </a:lnTo>
                      <a:lnTo>
                        <a:pt x="432" y="300"/>
                      </a:lnTo>
                      <a:lnTo>
                        <a:pt x="432" y="324"/>
                      </a:lnTo>
                      <a:lnTo>
                        <a:pt x="420" y="324"/>
                      </a:lnTo>
                      <a:lnTo>
                        <a:pt x="414" y="330"/>
                      </a:lnTo>
                      <a:lnTo>
                        <a:pt x="408" y="330"/>
                      </a:lnTo>
                      <a:lnTo>
                        <a:pt x="402" y="336"/>
                      </a:lnTo>
                      <a:lnTo>
                        <a:pt x="396" y="348"/>
                      </a:lnTo>
                      <a:lnTo>
                        <a:pt x="390" y="354"/>
                      </a:lnTo>
                      <a:lnTo>
                        <a:pt x="390" y="360"/>
                      </a:lnTo>
                      <a:lnTo>
                        <a:pt x="366" y="360"/>
                      </a:lnTo>
                      <a:lnTo>
                        <a:pt x="366" y="378"/>
                      </a:lnTo>
                      <a:lnTo>
                        <a:pt x="288" y="378"/>
                      </a:lnTo>
                      <a:lnTo>
                        <a:pt x="288" y="348"/>
                      </a:lnTo>
                      <a:lnTo>
                        <a:pt x="294" y="336"/>
                      </a:lnTo>
                      <a:lnTo>
                        <a:pt x="294" y="330"/>
                      </a:lnTo>
                      <a:lnTo>
                        <a:pt x="300" y="318"/>
                      </a:lnTo>
                      <a:lnTo>
                        <a:pt x="300" y="294"/>
                      </a:lnTo>
                      <a:lnTo>
                        <a:pt x="294" y="288"/>
                      </a:lnTo>
                      <a:lnTo>
                        <a:pt x="294" y="270"/>
                      </a:lnTo>
                      <a:lnTo>
                        <a:pt x="288" y="258"/>
                      </a:lnTo>
                      <a:lnTo>
                        <a:pt x="282" y="240"/>
                      </a:lnTo>
                      <a:lnTo>
                        <a:pt x="276" y="234"/>
                      </a:lnTo>
                      <a:lnTo>
                        <a:pt x="264" y="228"/>
                      </a:lnTo>
                      <a:lnTo>
                        <a:pt x="258" y="222"/>
                      </a:lnTo>
                      <a:lnTo>
                        <a:pt x="246" y="216"/>
                      </a:lnTo>
                      <a:lnTo>
                        <a:pt x="240" y="510"/>
                      </a:lnTo>
                      <a:lnTo>
                        <a:pt x="222" y="510"/>
                      </a:lnTo>
                      <a:lnTo>
                        <a:pt x="210" y="516"/>
                      </a:lnTo>
                      <a:lnTo>
                        <a:pt x="204" y="522"/>
                      </a:lnTo>
                      <a:lnTo>
                        <a:pt x="204" y="528"/>
                      </a:lnTo>
                      <a:lnTo>
                        <a:pt x="192" y="528"/>
                      </a:lnTo>
                      <a:lnTo>
                        <a:pt x="192" y="552"/>
                      </a:lnTo>
                      <a:lnTo>
                        <a:pt x="168" y="552"/>
                      </a:lnTo>
                      <a:lnTo>
                        <a:pt x="156" y="540"/>
                      </a:lnTo>
                      <a:lnTo>
                        <a:pt x="144" y="540"/>
                      </a:lnTo>
                      <a:lnTo>
                        <a:pt x="132" y="552"/>
                      </a:lnTo>
                      <a:lnTo>
                        <a:pt x="108" y="552"/>
                      </a:lnTo>
                      <a:lnTo>
                        <a:pt x="102" y="546"/>
                      </a:lnTo>
                      <a:lnTo>
                        <a:pt x="102" y="540"/>
                      </a:lnTo>
                      <a:lnTo>
                        <a:pt x="96" y="534"/>
                      </a:lnTo>
                      <a:lnTo>
                        <a:pt x="72" y="534"/>
                      </a:lnTo>
                      <a:lnTo>
                        <a:pt x="66" y="528"/>
                      </a:lnTo>
                      <a:lnTo>
                        <a:pt x="60" y="516"/>
                      </a:lnTo>
                      <a:lnTo>
                        <a:pt x="60" y="492"/>
                      </a:lnTo>
                      <a:lnTo>
                        <a:pt x="42" y="474"/>
                      </a:lnTo>
                      <a:lnTo>
                        <a:pt x="36" y="474"/>
                      </a:lnTo>
                      <a:lnTo>
                        <a:pt x="30" y="480"/>
                      </a:lnTo>
                      <a:lnTo>
                        <a:pt x="30" y="486"/>
                      </a:lnTo>
                      <a:lnTo>
                        <a:pt x="24" y="498"/>
                      </a:lnTo>
                      <a:lnTo>
                        <a:pt x="18" y="504"/>
                      </a:lnTo>
                      <a:lnTo>
                        <a:pt x="18" y="510"/>
                      </a:lnTo>
                      <a:lnTo>
                        <a:pt x="0" y="522"/>
                      </a:lnTo>
                      <a:lnTo>
                        <a:pt x="0" y="516"/>
                      </a:lnTo>
                      <a:lnTo>
                        <a:pt x="0" y="528"/>
                      </a:lnTo>
                      <a:lnTo>
                        <a:pt x="6" y="540"/>
                      </a:lnTo>
                      <a:lnTo>
                        <a:pt x="6" y="552"/>
                      </a:lnTo>
                      <a:lnTo>
                        <a:pt x="36" y="582"/>
                      </a:lnTo>
                      <a:lnTo>
                        <a:pt x="42" y="600"/>
                      </a:lnTo>
                      <a:lnTo>
                        <a:pt x="42" y="648"/>
                      </a:lnTo>
                      <a:lnTo>
                        <a:pt x="48" y="672"/>
                      </a:lnTo>
                      <a:lnTo>
                        <a:pt x="54" y="690"/>
                      </a:lnTo>
                      <a:lnTo>
                        <a:pt x="72" y="714"/>
                      </a:lnTo>
                      <a:lnTo>
                        <a:pt x="96" y="738"/>
                      </a:lnTo>
                      <a:lnTo>
                        <a:pt x="114" y="762"/>
                      </a:lnTo>
                      <a:lnTo>
                        <a:pt x="120" y="786"/>
                      </a:lnTo>
                      <a:lnTo>
                        <a:pt x="120" y="834"/>
                      </a:lnTo>
                      <a:lnTo>
                        <a:pt x="114" y="846"/>
                      </a:lnTo>
                      <a:lnTo>
                        <a:pt x="114" y="852"/>
                      </a:lnTo>
                      <a:lnTo>
                        <a:pt x="90" y="852"/>
                      </a:lnTo>
                      <a:lnTo>
                        <a:pt x="90" y="876"/>
                      </a:lnTo>
                      <a:lnTo>
                        <a:pt x="96" y="888"/>
                      </a:lnTo>
                      <a:lnTo>
                        <a:pt x="108" y="906"/>
                      </a:lnTo>
                      <a:lnTo>
                        <a:pt x="114" y="918"/>
                      </a:lnTo>
                      <a:lnTo>
                        <a:pt x="114" y="960"/>
                      </a:lnTo>
                      <a:lnTo>
                        <a:pt x="120" y="972"/>
                      </a:lnTo>
                      <a:lnTo>
                        <a:pt x="120" y="978"/>
                      </a:lnTo>
                      <a:lnTo>
                        <a:pt x="126" y="978"/>
                      </a:lnTo>
                      <a:lnTo>
                        <a:pt x="126" y="972"/>
                      </a:lnTo>
                      <a:lnTo>
                        <a:pt x="132" y="966"/>
                      </a:lnTo>
                      <a:lnTo>
                        <a:pt x="144" y="966"/>
                      </a:lnTo>
                      <a:lnTo>
                        <a:pt x="150" y="972"/>
                      </a:lnTo>
                      <a:lnTo>
                        <a:pt x="180" y="984"/>
                      </a:lnTo>
                      <a:lnTo>
                        <a:pt x="180" y="996"/>
                      </a:lnTo>
                      <a:lnTo>
                        <a:pt x="204" y="1020"/>
                      </a:lnTo>
                      <a:lnTo>
                        <a:pt x="216" y="1020"/>
                      </a:lnTo>
                      <a:lnTo>
                        <a:pt x="240" y="1008"/>
                      </a:lnTo>
                      <a:lnTo>
                        <a:pt x="246" y="996"/>
                      </a:lnTo>
                      <a:lnTo>
                        <a:pt x="252" y="990"/>
                      </a:lnTo>
                      <a:lnTo>
                        <a:pt x="264" y="984"/>
                      </a:lnTo>
                      <a:lnTo>
                        <a:pt x="294" y="984"/>
                      </a:lnTo>
                      <a:lnTo>
                        <a:pt x="306" y="990"/>
                      </a:lnTo>
                      <a:lnTo>
                        <a:pt x="354" y="990"/>
                      </a:lnTo>
                      <a:lnTo>
                        <a:pt x="354" y="984"/>
                      </a:lnTo>
                      <a:lnTo>
                        <a:pt x="360" y="978"/>
                      </a:lnTo>
                      <a:lnTo>
                        <a:pt x="360" y="966"/>
                      </a:lnTo>
                      <a:lnTo>
                        <a:pt x="366" y="960"/>
                      </a:lnTo>
                      <a:lnTo>
                        <a:pt x="378" y="954"/>
                      </a:lnTo>
                      <a:lnTo>
                        <a:pt x="408" y="954"/>
                      </a:lnTo>
                      <a:lnTo>
                        <a:pt x="420" y="960"/>
                      </a:lnTo>
                      <a:lnTo>
                        <a:pt x="432" y="960"/>
                      </a:lnTo>
                      <a:lnTo>
                        <a:pt x="438" y="966"/>
                      </a:lnTo>
                      <a:lnTo>
                        <a:pt x="444" y="960"/>
                      </a:lnTo>
                      <a:lnTo>
                        <a:pt x="456" y="960"/>
                      </a:lnTo>
                      <a:lnTo>
                        <a:pt x="468" y="954"/>
                      </a:lnTo>
                      <a:lnTo>
                        <a:pt x="504" y="954"/>
                      </a:lnTo>
                      <a:lnTo>
                        <a:pt x="522" y="960"/>
                      </a:lnTo>
                      <a:lnTo>
                        <a:pt x="534" y="966"/>
                      </a:lnTo>
                      <a:lnTo>
                        <a:pt x="552" y="966"/>
                      </a:lnTo>
                      <a:lnTo>
                        <a:pt x="558" y="960"/>
                      </a:lnTo>
                      <a:lnTo>
                        <a:pt x="570" y="954"/>
                      </a:lnTo>
                      <a:lnTo>
                        <a:pt x="606" y="954"/>
                      </a:lnTo>
                      <a:lnTo>
                        <a:pt x="618" y="948"/>
                      </a:lnTo>
                      <a:lnTo>
                        <a:pt x="624" y="942"/>
                      </a:lnTo>
                      <a:lnTo>
                        <a:pt x="636" y="936"/>
                      </a:lnTo>
                      <a:lnTo>
                        <a:pt x="684" y="936"/>
                      </a:lnTo>
                      <a:lnTo>
                        <a:pt x="708" y="924"/>
                      </a:lnTo>
                      <a:lnTo>
                        <a:pt x="720" y="912"/>
                      </a:lnTo>
                      <a:lnTo>
                        <a:pt x="738" y="900"/>
                      </a:lnTo>
                      <a:lnTo>
                        <a:pt x="774" y="864"/>
                      </a:lnTo>
                      <a:lnTo>
                        <a:pt x="786" y="858"/>
                      </a:lnTo>
                      <a:lnTo>
                        <a:pt x="804" y="846"/>
                      </a:lnTo>
                      <a:lnTo>
                        <a:pt x="900" y="750"/>
                      </a:lnTo>
                      <a:lnTo>
                        <a:pt x="918" y="750"/>
                      </a:lnTo>
                      <a:lnTo>
                        <a:pt x="924" y="744"/>
                      </a:lnTo>
                      <a:lnTo>
                        <a:pt x="960" y="696"/>
                      </a:lnTo>
                      <a:lnTo>
                        <a:pt x="972" y="672"/>
                      </a:lnTo>
                      <a:lnTo>
                        <a:pt x="984" y="654"/>
                      </a:lnTo>
                      <a:lnTo>
                        <a:pt x="990" y="642"/>
                      </a:lnTo>
                      <a:lnTo>
                        <a:pt x="1002" y="606"/>
                      </a:lnTo>
                      <a:lnTo>
                        <a:pt x="1014" y="588"/>
                      </a:lnTo>
                      <a:lnTo>
                        <a:pt x="1020" y="576"/>
                      </a:lnTo>
                      <a:lnTo>
                        <a:pt x="1026" y="570"/>
                      </a:lnTo>
                      <a:lnTo>
                        <a:pt x="1038" y="564"/>
                      </a:lnTo>
                      <a:lnTo>
                        <a:pt x="1050" y="552"/>
                      </a:lnTo>
                      <a:lnTo>
                        <a:pt x="1068" y="546"/>
                      </a:lnTo>
                      <a:lnTo>
                        <a:pt x="1086" y="534"/>
                      </a:lnTo>
                      <a:lnTo>
                        <a:pt x="1098" y="510"/>
                      </a:lnTo>
                      <a:lnTo>
                        <a:pt x="1098" y="498"/>
                      </a:lnTo>
                      <a:lnTo>
                        <a:pt x="1104" y="486"/>
                      </a:lnTo>
                      <a:lnTo>
                        <a:pt x="1110" y="468"/>
                      </a:lnTo>
                      <a:lnTo>
                        <a:pt x="1116" y="456"/>
                      </a:lnTo>
                      <a:lnTo>
                        <a:pt x="1122" y="450"/>
                      </a:lnTo>
                      <a:lnTo>
                        <a:pt x="1122" y="438"/>
                      </a:lnTo>
                      <a:lnTo>
                        <a:pt x="1128" y="432"/>
                      </a:lnTo>
                      <a:lnTo>
                        <a:pt x="1128" y="414"/>
                      </a:lnTo>
                      <a:lnTo>
                        <a:pt x="1134" y="396"/>
                      </a:lnTo>
                      <a:lnTo>
                        <a:pt x="1128" y="384"/>
                      </a:lnTo>
                      <a:lnTo>
                        <a:pt x="1116" y="372"/>
                      </a:lnTo>
                      <a:close/>
                      <a:moveTo>
                        <a:pt x="870" y="624"/>
                      </a:moveTo>
                      <a:lnTo>
                        <a:pt x="858" y="630"/>
                      </a:lnTo>
                      <a:lnTo>
                        <a:pt x="852" y="636"/>
                      </a:lnTo>
                      <a:lnTo>
                        <a:pt x="840" y="642"/>
                      </a:lnTo>
                      <a:lnTo>
                        <a:pt x="822" y="642"/>
                      </a:lnTo>
                      <a:lnTo>
                        <a:pt x="810" y="648"/>
                      </a:lnTo>
                      <a:lnTo>
                        <a:pt x="804" y="654"/>
                      </a:lnTo>
                      <a:lnTo>
                        <a:pt x="798" y="666"/>
                      </a:lnTo>
                      <a:lnTo>
                        <a:pt x="792" y="672"/>
                      </a:lnTo>
                      <a:lnTo>
                        <a:pt x="792" y="684"/>
                      </a:lnTo>
                      <a:lnTo>
                        <a:pt x="774" y="684"/>
                      </a:lnTo>
                      <a:lnTo>
                        <a:pt x="744" y="654"/>
                      </a:lnTo>
                      <a:lnTo>
                        <a:pt x="744" y="636"/>
                      </a:lnTo>
                      <a:lnTo>
                        <a:pt x="720" y="600"/>
                      </a:lnTo>
                      <a:lnTo>
                        <a:pt x="744" y="600"/>
                      </a:lnTo>
                      <a:lnTo>
                        <a:pt x="750" y="582"/>
                      </a:lnTo>
                      <a:lnTo>
                        <a:pt x="768" y="564"/>
                      </a:lnTo>
                      <a:lnTo>
                        <a:pt x="768" y="546"/>
                      </a:lnTo>
                      <a:lnTo>
                        <a:pt x="774" y="540"/>
                      </a:lnTo>
                      <a:lnTo>
                        <a:pt x="798" y="540"/>
                      </a:lnTo>
                      <a:lnTo>
                        <a:pt x="798" y="528"/>
                      </a:lnTo>
                      <a:lnTo>
                        <a:pt x="810" y="522"/>
                      </a:lnTo>
                      <a:lnTo>
                        <a:pt x="846" y="522"/>
                      </a:lnTo>
                      <a:lnTo>
                        <a:pt x="852" y="528"/>
                      </a:lnTo>
                      <a:lnTo>
                        <a:pt x="858" y="540"/>
                      </a:lnTo>
                      <a:lnTo>
                        <a:pt x="864" y="546"/>
                      </a:lnTo>
                      <a:lnTo>
                        <a:pt x="870" y="558"/>
                      </a:lnTo>
                      <a:lnTo>
                        <a:pt x="882" y="564"/>
                      </a:lnTo>
                      <a:lnTo>
                        <a:pt x="888" y="588"/>
                      </a:lnTo>
                      <a:lnTo>
                        <a:pt x="864" y="606"/>
                      </a:lnTo>
                      <a:lnTo>
                        <a:pt x="870" y="624"/>
                      </a:lnTo>
                      <a:close/>
                    </a:path>
                  </a:pathLst>
                </a:custGeom>
                <a:solidFill>
                  <a:srgbClr val="572772"/>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03" name="Somalia" descr="© INSCALE GmbH, 05.05.2010&#10;http://www.presentationload.com/">
                  <a:extLst>
                    <a:ext uri="{FF2B5EF4-FFF2-40B4-BE49-F238E27FC236}">
                      <a16:creationId xmlns:a16="http://schemas.microsoft.com/office/drawing/2014/main" id="{44AB4CAC-370D-4141-A684-09012B827647}"/>
                    </a:ext>
                  </a:extLst>
                </p:cNvPr>
                <p:cNvSpPr>
                  <a:spLocks/>
                </p:cNvSpPr>
                <p:nvPr/>
              </p:nvSpPr>
              <p:spPr bwMode="gray">
                <a:xfrm>
                  <a:off x="6927428" y="3439997"/>
                  <a:ext cx="323262" cy="499908"/>
                </a:xfrm>
                <a:custGeom>
                  <a:avLst/>
                  <a:gdLst>
                    <a:gd name="T0" fmla="*/ 2147483647 w 714"/>
                    <a:gd name="T1" fmla="*/ 2147483647 h 1104"/>
                    <a:gd name="T2" fmla="*/ 2147483647 w 714"/>
                    <a:gd name="T3" fmla="*/ 2147483647 h 1104"/>
                    <a:gd name="T4" fmla="*/ 2147483647 w 714"/>
                    <a:gd name="T5" fmla="*/ 2147483647 h 1104"/>
                    <a:gd name="T6" fmla="*/ 2147483647 w 714"/>
                    <a:gd name="T7" fmla="*/ 2147483647 h 1104"/>
                    <a:gd name="T8" fmla="*/ 2147483647 w 714"/>
                    <a:gd name="T9" fmla="*/ 2147483647 h 1104"/>
                    <a:gd name="T10" fmla="*/ 2147483647 w 714"/>
                    <a:gd name="T11" fmla="*/ 2147483647 h 1104"/>
                    <a:gd name="T12" fmla="*/ 2147483647 w 714"/>
                    <a:gd name="T13" fmla="*/ 2147483647 h 1104"/>
                    <a:gd name="T14" fmla="*/ 2147483647 w 714"/>
                    <a:gd name="T15" fmla="*/ 2147483647 h 1104"/>
                    <a:gd name="T16" fmla="*/ 2147483647 w 714"/>
                    <a:gd name="T17" fmla="*/ 2147483647 h 1104"/>
                    <a:gd name="T18" fmla="*/ 2147483647 w 714"/>
                    <a:gd name="T19" fmla="*/ 2147483647 h 1104"/>
                    <a:gd name="T20" fmla="*/ 2147483647 w 714"/>
                    <a:gd name="T21" fmla="*/ 2147483647 h 1104"/>
                    <a:gd name="T22" fmla="*/ 2147483647 w 714"/>
                    <a:gd name="T23" fmla="*/ 2147483647 h 1104"/>
                    <a:gd name="T24" fmla="*/ 0 w 714"/>
                    <a:gd name="T25" fmla="*/ 2147483647 h 1104"/>
                    <a:gd name="T26" fmla="*/ 2147483647 w 714"/>
                    <a:gd name="T27" fmla="*/ 2147483647 h 1104"/>
                    <a:gd name="T28" fmla="*/ 2147483647 w 714"/>
                    <a:gd name="T29" fmla="*/ 2147483647 h 1104"/>
                    <a:gd name="T30" fmla="*/ 2147483647 w 714"/>
                    <a:gd name="T31" fmla="*/ 2147483647 h 1104"/>
                    <a:gd name="T32" fmla="*/ 2147483647 w 714"/>
                    <a:gd name="T33" fmla="*/ 2147483647 h 1104"/>
                    <a:gd name="T34" fmla="*/ 2147483647 w 714"/>
                    <a:gd name="T35" fmla="*/ 2147483647 h 1104"/>
                    <a:gd name="T36" fmla="*/ 2147483647 w 714"/>
                    <a:gd name="T37" fmla="*/ 2147483647 h 1104"/>
                    <a:gd name="T38" fmla="*/ 2147483647 w 714"/>
                    <a:gd name="T39" fmla="*/ 2147483647 h 1104"/>
                    <a:gd name="T40" fmla="*/ 2147483647 w 714"/>
                    <a:gd name="T41" fmla="*/ 2147483647 h 1104"/>
                    <a:gd name="T42" fmla="*/ 2147483647 w 714"/>
                    <a:gd name="T43" fmla="*/ 2147483647 h 1104"/>
                    <a:gd name="T44" fmla="*/ 2147483647 w 714"/>
                    <a:gd name="T45" fmla="*/ 2147483647 h 1104"/>
                    <a:gd name="T46" fmla="*/ 2147483647 w 714"/>
                    <a:gd name="T47" fmla="*/ 2147483647 h 1104"/>
                    <a:gd name="T48" fmla="*/ 2147483647 w 714"/>
                    <a:gd name="T49" fmla="*/ 2147483647 h 1104"/>
                    <a:gd name="T50" fmla="*/ 2147483647 w 714"/>
                    <a:gd name="T51" fmla="*/ 2147483647 h 1104"/>
                    <a:gd name="T52" fmla="*/ 2147483647 w 714"/>
                    <a:gd name="T53" fmla="*/ 2147483647 h 1104"/>
                    <a:gd name="T54" fmla="*/ 2147483647 w 714"/>
                    <a:gd name="T55" fmla="*/ 2147483647 h 1104"/>
                    <a:gd name="T56" fmla="*/ 2147483647 w 714"/>
                    <a:gd name="T57" fmla="*/ 2147483647 h 1104"/>
                    <a:gd name="T58" fmla="*/ 2147483647 w 714"/>
                    <a:gd name="T59" fmla="*/ 2147483647 h 1104"/>
                    <a:gd name="T60" fmla="*/ 2147483647 w 714"/>
                    <a:gd name="T61" fmla="*/ 2147483647 h 1104"/>
                    <a:gd name="T62" fmla="*/ 2147483647 w 714"/>
                    <a:gd name="T63" fmla="*/ 2147483647 h 1104"/>
                    <a:gd name="T64" fmla="*/ 2147483647 w 714"/>
                    <a:gd name="T65" fmla="*/ 2147483647 h 1104"/>
                    <a:gd name="T66" fmla="*/ 2147483647 w 714"/>
                    <a:gd name="T67" fmla="*/ 2147483647 h 1104"/>
                    <a:gd name="T68" fmla="*/ 2147483647 w 714"/>
                    <a:gd name="T69" fmla="*/ 2147483647 h 1104"/>
                    <a:gd name="T70" fmla="*/ 2147483647 w 714"/>
                    <a:gd name="T71" fmla="*/ 2147483647 h 1104"/>
                    <a:gd name="T72" fmla="*/ 2147483647 w 714"/>
                    <a:gd name="T73" fmla="*/ 2147483647 h 1104"/>
                    <a:gd name="T74" fmla="*/ 2147483647 w 714"/>
                    <a:gd name="T75" fmla="*/ 2147483647 h 1104"/>
                    <a:gd name="T76" fmla="*/ 2147483647 w 714"/>
                    <a:gd name="T77" fmla="*/ 2147483647 h 1104"/>
                    <a:gd name="T78" fmla="*/ 2147483647 w 714"/>
                    <a:gd name="T79" fmla="*/ 2147483647 h 1104"/>
                    <a:gd name="T80" fmla="*/ 2147483647 w 714"/>
                    <a:gd name="T81" fmla="*/ 2147483647 h 1104"/>
                    <a:gd name="T82" fmla="*/ 2147483647 w 714"/>
                    <a:gd name="T83" fmla="*/ 2147483647 h 1104"/>
                    <a:gd name="T84" fmla="*/ 2147483647 w 714"/>
                    <a:gd name="T85" fmla="*/ 2147483647 h 1104"/>
                    <a:gd name="T86" fmla="*/ 2147483647 w 714"/>
                    <a:gd name="T87" fmla="*/ 2147483647 h 110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714"/>
                    <a:gd name="T133" fmla="*/ 0 h 1104"/>
                    <a:gd name="T134" fmla="*/ 714 w 714"/>
                    <a:gd name="T135" fmla="*/ 1104 h 1104"/>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714" h="1104">
                      <a:moveTo>
                        <a:pt x="108" y="114"/>
                      </a:moveTo>
                      <a:lnTo>
                        <a:pt x="120" y="126"/>
                      </a:lnTo>
                      <a:lnTo>
                        <a:pt x="120" y="138"/>
                      </a:lnTo>
                      <a:lnTo>
                        <a:pt x="126" y="150"/>
                      </a:lnTo>
                      <a:lnTo>
                        <a:pt x="132" y="156"/>
                      </a:lnTo>
                      <a:lnTo>
                        <a:pt x="138" y="168"/>
                      </a:lnTo>
                      <a:lnTo>
                        <a:pt x="144" y="174"/>
                      </a:lnTo>
                      <a:lnTo>
                        <a:pt x="156" y="198"/>
                      </a:lnTo>
                      <a:lnTo>
                        <a:pt x="162" y="204"/>
                      </a:lnTo>
                      <a:lnTo>
                        <a:pt x="162" y="210"/>
                      </a:lnTo>
                      <a:lnTo>
                        <a:pt x="186" y="210"/>
                      </a:lnTo>
                      <a:lnTo>
                        <a:pt x="192" y="222"/>
                      </a:lnTo>
                      <a:lnTo>
                        <a:pt x="198" y="228"/>
                      </a:lnTo>
                      <a:lnTo>
                        <a:pt x="204" y="240"/>
                      </a:lnTo>
                      <a:lnTo>
                        <a:pt x="240" y="258"/>
                      </a:lnTo>
                      <a:lnTo>
                        <a:pt x="312" y="282"/>
                      </a:lnTo>
                      <a:lnTo>
                        <a:pt x="336" y="288"/>
                      </a:lnTo>
                      <a:lnTo>
                        <a:pt x="348" y="294"/>
                      </a:lnTo>
                      <a:lnTo>
                        <a:pt x="366" y="300"/>
                      </a:lnTo>
                      <a:lnTo>
                        <a:pt x="378" y="312"/>
                      </a:lnTo>
                      <a:lnTo>
                        <a:pt x="414" y="330"/>
                      </a:lnTo>
                      <a:lnTo>
                        <a:pt x="486" y="324"/>
                      </a:lnTo>
                      <a:lnTo>
                        <a:pt x="276" y="570"/>
                      </a:lnTo>
                      <a:lnTo>
                        <a:pt x="192" y="570"/>
                      </a:lnTo>
                      <a:lnTo>
                        <a:pt x="186" y="576"/>
                      </a:lnTo>
                      <a:lnTo>
                        <a:pt x="174" y="576"/>
                      </a:lnTo>
                      <a:lnTo>
                        <a:pt x="162" y="582"/>
                      </a:lnTo>
                      <a:lnTo>
                        <a:pt x="156" y="588"/>
                      </a:lnTo>
                      <a:lnTo>
                        <a:pt x="144" y="594"/>
                      </a:lnTo>
                      <a:lnTo>
                        <a:pt x="144" y="606"/>
                      </a:lnTo>
                      <a:lnTo>
                        <a:pt x="126" y="624"/>
                      </a:lnTo>
                      <a:lnTo>
                        <a:pt x="102" y="624"/>
                      </a:lnTo>
                      <a:lnTo>
                        <a:pt x="90" y="630"/>
                      </a:lnTo>
                      <a:lnTo>
                        <a:pt x="78" y="630"/>
                      </a:lnTo>
                      <a:lnTo>
                        <a:pt x="66" y="642"/>
                      </a:lnTo>
                      <a:lnTo>
                        <a:pt x="66" y="654"/>
                      </a:lnTo>
                      <a:lnTo>
                        <a:pt x="60" y="660"/>
                      </a:lnTo>
                      <a:lnTo>
                        <a:pt x="42" y="696"/>
                      </a:lnTo>
                      <a:lnTo>
                        <a:pt x="0" y="738"/>
                      </a:lnTo>
                      <a:lnTo>
                        <a:pt x="0" y="1038"/>
                      </a:lnTo>
                      <a:lnTo>
                        <a:pt x="42" y="1104"/>
                      </a:lnTo>
                      <a:lnTo>
                        <a:pt x="48" y="1086"/>
                      </a:lnTo>
                      <a:lnTo>
                        <a:pt x="84" y="1032"/>
                      </a:lnTo>
                      <a:lnTo>
                        <a:pt x="96" y="1008"/>
                      </a:lnTo>
                      <a:lnTo>
                        <a:pt x="114" y="996"/>
                      </a:lnTo>
                      <a:lnTo>
                        <a:pt x="144" y="966"/>
                      </a:lnTo>
                      <a:lnTo>
                        <a:pt x="150" y="954"/>
                      </a:lnTo>
                      <a:lnTo>
                        <a:pt x="162" y="936"/>
                      </a:lnTo>
                      <a:lnTo>
                        <a:pt x="192" y="906"/>
                      </a:lnTo>
                      <a:lnTo>
                        <a:pt x="216" y="876"/>
                      </a:lnTo>
                      <a:lnTo>
                        <a:pt x="246" y="846"/>
                      </a:lnTo>
                      <a:lnTo>
                        <a:pt x="264" y="840"/>
                      </a:lnTo>
                      <a:lnTo>
                        <a:pt x="276" y="828"/>
                      </a:lnTo>
                      <a:lnTo>
                        <a:pt x="294" y="816"/>
                      </a:lnTo>
                      <a:lnTo>
                        <a:pt x="318" y="804"/>
                      </a:lnTo>
                      <a:lnTo>
                        <a:pt x="336" y="786"/>
                      </a:lnTo>
                      <a:lnTo>
                        <a:pt x="372" y="756"/>
                      </a:lnTo>
                      <a:lnTo>
                        <a:pt x="420" y="708"/>
                      </a:lnTo>
                      <a:lnTo>
                        <a:pt x="438" y="684"/>
                      </a:lnTo>
                      <a:lnTo>
                        <a:pt x="462" y="654"/>
                      </a:lnTo>
                      <a:lnTo>
                        <a:pt x="492" y="618"/>
                      </a:lnTo>
                      <a:lnTo>
                        <a:pt x="516" y="570"/>
                      </a:lnTo>
                      <a:lnTo>
                        <a:pt x="528" y="540"/>
                      </a:lnTo>
                      <a:lnTo>
                        <a:pt x="546" y="516"/>
                      </a:lnTo>
                      <a:lnTo>
                        <a:pt x="558" y="498"/>
                      </a:lnTo>
                      <a:lnTo>
                        <a:pt x="564" y="492"/>
                      </a:lnTo>
                      <a:lnTo>
                        <a:pt x="570" y="480"/>
                      </a:lnTo>
                      <a:lnTo>
                        <a:pt x="576" y="474"/>
                      </a:lnTo>
                      <a:lnTo>
                        <a:pt x="576" y="450"/>
                      </a:lnTo>
                      <a:lnTo>
                        <a:pt x="582" y="432"/>
                      </a:lnTo>
                      <a:lnTo>
                        <a:pt x="588" y="420"/>
                      </a:lnTo>
                      <a:lnTo>
                        <a:pt x="588" y="402"/>
                      </a:lnTo>
                      <a:lnTo>
                        <a:pt x="594" y="390"/>
                      </a:lnTo>
                      <a:lnTo>
                        <a:pt x="606" y="378"/>
                      </a:lnTo>
                      <a:lnTo>
                        <a:pt x="612" y="366"/>
                      </a:lnTo>
                      <a:lnTo>
                        <a:pt x="624" y="354"/>
                      </a:lnTo>
                      <a:lnTo>
                        <a:pt x="624" y="324"/>
                      </a:lnTo>
                      <a:lnTo>
                        <a:pt x="636" y="318"/>
                      </a:lnTo>
                      <a:lnTo>
                        <a:pt x="642" y="306"/>
                      </a:lnTo>
                      <a:lnTo>
                        <a:pt x="660" y="252"/>
                      </a:lnTo>
                      <a:lnTo>
                        <a:pt x="672" y="252"/>
                      </a:lnTo>
                      <a:lnTo>
                        <a:pt x="672" y="246"/>
                      </a:lnTo>
                      <a:lnTo>
                        <a:pt x="684" y="234"/>
                      </a:lnTo>
                      <a:lnTo>
                        <a:pt x="684" y="138"/>
                      </a:lnTo>
                      <a:lnTo>
                        <a:pt x="708" y="126"/>
                      </a:lnTo>
                      <a:lnTo>
                        <a:pt x="702" y="54"/>
                      </a:lnTo>
                      <a:lnTo>
                        <a:pt x="708" y="42"/>
                      </a:lnTo>
                      <a:lnTo>
                        <a:pt x="708" y="36"/>
                      </a:lnTo>
                      <a:lnTo>
                        <a:pt x="714" y="24"/>
                      </a:lnTo>
                      <a:lnTo>
                        <a:pt x="714" y="12"/>
                      </a:lnTo>
                      <a:lnTo>
                        <a:pt x="690" y="0"/>
                      </a:lnTo>
                      <a:lnTo>
                        <a:pt x="672" y="0"/>
                      </a:lnTo>
                      <a:lnTo>
                        <a:pt x="666" y="12"/>
                      </a:lnTo>
                      <a:lnTo>
                        <a:pt x="654" y="18"/>
                      </a:lnTo>
                      <a:lnTo>
                        <a:pt x="648" y="30"/>
                      </a:lnTo>
                      <a:lnTo>
                        <a:pt x="624" y="42"/>
                      </a:lnTo>
                      <a:lnTo>
                        <a:pt x="612" y="42"/>
                      </a:lnTo>
                      <a:lnTo>
                        <a:pt x="594" y="48"/>
                      </a:lnTo>
                      <a:lnTo>
                        <a:pt x="582" y="54"/>
                      </a:lnTo>
                      <a:lnTo>
                        <a:pt x="564" y="54"/>
                      </a:lnTo>
                      <a:lnTo>
                        <a:pt x="546" y="48"/>
                      </a:lnTo>
                      <a:lnTo>
                        <a:pt x="534" y="42"/>
                      </a:lnTo>
                      <a:lnTo>
                        <a:pt x="516" y="48"/>
                      </a:lnTo>
                      <a:lnTo>
                        <a:pt x="510" y="54"/>
                      </a:lnTo>
                      <a:lnTo>
                        <a:pt x="498" y="60"/>
                      </a:lnTo>
                      <a:lnTo>
                        <a:pt x="492" y="72"/>
                      </a:lnTo>
                      <a:lnTo>
                        <a:pt x="486" y="78"/>
                      </a:lnTo>
                      <a:lnTo>
                        <a:pt x="474" y="78"/>
                      </a:lnTo>
                      <a:lnTo>
                        <a:pt x="462" y="72"/>
                      </a:lnTo>
                      <a:lnTo>
                        <a:pt x="456" y="60"/>
                      </a:lnTo>
                      <a:lnTo>
                        <a:pt x="444" y="60"/>
                      </a:lnTo>
                      <a:lnTo>
                        <a:pt x="438" y="66"/>
                      </a:lnTo>
                      <a:lnTo>
                        <a:pt x="426" y="72"/>
                      </a:lnTo>
                      <a:lnTo>
                        <a:pt x="396" y="102"/>
                      </a:lnTo>
                      <a:lnTo>
                        <a:pt x="384" y="108"/>
                      </a:lnTo>
                      <a:lnTo>
                        <a:pt x="372" y="108"/>
                      </a:lnTo>
                      <a:lnTo>
                        <a:pt x="360" y="102"/>
                      </a:lnTo>
                      <a:lnTo>
                        <a:pt x="354" y="96"/>
                      </a:lnTo>
                      <a:lnTo>
                        <a:pt x="342" y="90"/>
                      </a:lnTo>
                      <a:lnTo>
                        <a:pt x="330" y="90"/>
                      </a:lnTo>
                      <a:lnTo>
                        <a:pt x="306" y="102"/>
                      </a:lnTo>
                      <a:lnTo>
                        <a:pt x="294" y="114"/>
                      </a:lnTo>
                      <a:lnTo>
                        <a:pt x="270" y="126"/>
                      </a:lnTo>
                      <a:lnTo>
                        <a:pt x="210" y="126"/>
                      </a:lnTo>
                      <a:lnTo>
                        <a:pt x="192" y="108"/>
                      </a:lnTo>
                      <a:lnTo>
                        <a:pt x="186" y="96"/>
                      </a:lnTo>
                      <a:lnTo>
                        <a:pt x="174" y="90"/>
                      </a:lnTo>
                      <a:lnTo>
                        <a:pt x="168" y="78"/>
                      </a:lnTo>
                      <a:lnTo>
                        <a:pt x="168" y="66"/>
                      </a:lnTo>
                      <a:lnTo>
                        <a:pt x="156" y="54"/>
                      </a:lnTo>
                      <a:lnTo>
                        <a:pt x="150" y="54"/>
                      </a:lnTo>
                      <a:lnTo>
                        <a:pt x="126" y="78"/>
                      </a:lnTo>
                      <a:lnTo>
                        <a:pt x="108" y="114"/>
                      </a:lnTo>
                      <a:close/>
                    </a:path>
                  </a:pathLst>
                </a:custGeom>
                <a:solidFill>
                  <a:srgbClr val="A29C97"/>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04" name="Solomon Islands" descr="© INSCALE GmbH, 05.05.2010&#10;http://www.presentationload.com/">
                  <a:extLst>
                    <a:ext uri="{FF2B5EF4-FFF2-40B4-BE49-F238E27FC236}">
                      <a16:creationId xmlns:a16="http://schemas.microsoft.com/office/drawing/2014/main" id="{DC37CF26-4AA3-4E1E-9E1E-9401B7F0D400}"/>
                    </a:ext>
                  </a:extLst>
                </p:cNvPr>
                <p:cNvSpPr>
                  <a:spLocks noEditPoints="1"/>
                </p:cNvSpPr>
                <p:nvPr/>
              </p:nvSpPr>
              <p:spPr bwMode="gray">
                <a:xfrm>
                  <a:off x="10635211" y="4121849"/>
                  <a:ext cx="167815" cy="157215"/>
                </a:xfrm>
                <a:custGeom>
                  <a:avLst/>
                  <a:gdLst>
                    <a:gd name="T0" fmla="*/ 2147483647 w 372"/>
                    <a:gd name="T1" fmla="*/ 0 h 348"/>
                    <a:gd name="T2" fmla="*/ 2147483647 w 372"/>
                    <a:gd name="T3" fmla="*/ 2147483647 h 348"/>
                    <a:gd name="T4" fmla="*/ 0 w 372"/>
                    <a:gd name="T5" fmla="*/ 2147483647 h 348"/>
                    <a:gd name="T6" fmla="*/ 2147483647 w 372"/>
                    <a:gd name="T7" fmla="*/ 2147483647 h 348"/>
                    <a:gd name="T8" fmla="*/ 0 w 372"/>
                    <a:gd name="T9" fmla="*/ 2147483647 h 348"/>
                    <a:gd name="T10" fmla="*/ 2147483647 w 372"/>
                    <a:gd name="T11" fmla="*/ 2147483647 h 348"/>
                    <a:gd name="T12" fmla="*/ 2147483647 w 372"/>
                    <a:gd name="T13" fmla="*/ 2147483647 h 348"/>
                    <a:gd name="T14" fmla="*/ 2147483647 w 372"/>
                    <a:gd name="T15" fmla="*/ 2147483647 h 348"/>
                    <a:gd name="T16" fmla="*/ 2147483647 w 372"/>
                    <a:gd name="T17" fmla="*/ 2147483647 h 348"/>
                    <a:gd name="T18" fmla="*/ 2147483647 w 372"/>
                    <a:gd name="T19" fmla="*/ 2147483647 h 348"/>
                    <a:gd name="T20" fmla="*/ 2147483647 w 372"/>
                    <a:gd name="T21" fmla="*/ 2147483647 h 348"/>
                    <a:gd name="T22" fmla="*/ 2147483647 w 372"/>
                    <a:gd name="T23" fmla="*/ 2147483647 h 348"/>
                    <a:gd name="T24" fmla="*/ 2147483647 w 372"/>
                    <a:gd name="T25" fmla="*/ 2147483647 h 348"/>
                    <a:gd name="T26" fmla="*/ 2147483647 w 372"/>
                    <a:gd name="T27" fmla="*/ 2147483647 h 348"/>
                    <a:gd name="T28" fmla="*/ 2147483647 w 372"/>
                    <a:gd name="T29" fmla="*/ 2147483647 h 348"/>
                    <a:gd name="T30" fmla="*/ 2147483647 w 372"/>
                    <a:gd name="T31" fmla="*/ 2147483647 h 348"/>
                    <a:gd name="T32" fmla="*/ 2147483647 w 372"/>
                    <a:gd name="T33" fmla="*/ 2147483647 h 348"/>
                    <a:gd name="T34" fmla="*/ 2147483647 w 372"/>
                    <a:gd name="T35" fmla="*/ 2147483647 h 348"/>
                    <a:gd name="T36" fmla="*/ 2147483647 w 372"/>
                    <a:gd name="T37" fmla="*/ 2147483647 h 348"/>
                    <a:gd name="T38" fmla="*/ 2147483647 w 372"/>
                    <a:gd name="T39" fmla="*/ 2147483647 h 348"/>
                    <a:gd name="T40" fmla="*/ 2147483647 w 372"/>
                    <a:gd name="T41" fmla="*/ 2147483647 h 348"/>
                    <a:gd name="T42" fmla="*/ 2147483647 w 372"/>
                    <a:gd name="T43" fmla="*/ 2147483647 h 348"/>
                    <a:gd name="T44" fmla="*/ 2147483647 w 372"/>
                    <a:gd name="T45" fmla="*/ 2147483647 h 348"/>
                    <a:gd name="T46" fmla="*/ 2147483647 w 372"/>
                    <a:gd name="T47" fmla="*/ 2147483647 h 348"/>
                    <a:gd name="T48" fmla="*/ 2147483647 w 372"/>
                    <a:gd name="T49" fmla="*/ 2147483647 h 348"/>
                    <a:gd name="T50" fmla="*/ 2147483647 w 372"/>
                    <a:gd name="T51" fmla="*/ 2147483647 h 348"/>
                    <a:gd name="T52" fmla="*/ 2147483647 w 372"/>
                    <a:gd name="T53" fmla="*/ 2147483647 h 348"/>
                    <a:gd name="T54" fmla="*/ 2147483647 w 372"/>
                    <a:gd name="T55" fmla="*/ 2147483647 h 348"/>
                    <a:gd name="T56" fmla="*/ 2147483647 w 372"/>
                    <a:gd name="T57" fmla="*/ 2147483647 h 348"/>
                    <a:gd name="T58" fmla="*/ 2147483647 w 372"/>
                    <a:gd name="T59" fmla="*/ 2147483647 h 348"/>
                    <a:gd name="T60" fmla="*/ 2147483647 w 372"/>
                    <a:gd name="T61" fmla="*/ 2147483647 h 348"/>
                    <a:gd name="T62" fmla="*/ 2147483647 w 372"/>
                    <a:gd name="T63" fmla="*/ 2147483647 h 348"/>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372"/>
                    <a:gd name="T97" fmla="*/ 0 h 348"/>
                    <a:gd name="T98" fmla="*/ 372 w 372"/>
                    <a:gd name="T99" fmla="*/ 348 h 348"/>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372" h="348">
                      <a:moveTo>
                        <a:pt x="30" y="18"/>
                      </a:moveTo>
                      <a:lnTo>
                        <a:pt x="12" y="0"/>
                      </a:lnTo>
                      <a:lnTo>
                        <a:pt x="6" y="24"/>
                      </a:lnTo>
                      <a:lnTo>
                        <a:pt x="24" y="48"/>
                      </a:lnTo>
                      <a:lnTo>
                        <a:pt x="30" y="18"/>
                      </a:lnTo>
                      <a:close/>
                      <a:moveTo>
                        <a:pt x="0" y="126"/>
                      </a:moveTo>
                      <a:lnTo>
                        <a:pt x="18" y="132"/>
                      </a:lnTo>
                      <a:lnTo>
                        <a:pt x="36" y="102"/>
                      </a:lnTo>
                      <a:lnTo>
                        <a:pt x="0" y="102"/>
                      </a:lnTo>
                      <a:lnTo>
                        <a:pt x="0" y="126"/>
                      </a:lnTo>
                      <a:close/>
                      <a:moveTo>
                        <a:pt x="78" y="120"/>
                      </a:moveTo>
                      <a:lnTo>
                        <a:pt x="36" y="120"/>
                      </a:lnTo>
                      <a:lnTo>
                        <a:pt x="42" y="144"/>
                      </a:lnTo>
                      <a:lnTo>
                        <a:pt x="78" y="132"/>
                      </a:lnTo>
                      <a:lnTo>
                        <a:pt x="78" y="120"/>
                      </a:lnTo>
                      <a:close/>
                      <a:moveTo>
                        <a:pt x="60" y="186"/>
                      </a:moveTo>
                      <a:lnTo>
                        <a:pt x="96" y="186"/>
                      </a:lnTo>
                      <a:lnTo>
                        <a:pt x="48" y="150"/>
                      </a:lnTo>
                      <a:lnTo>
                        <a:pt x="60" y="186"/>
                      </a:lnTo>
                      <a:close/>
                      <a:moveTo>
                        <a:pt x="246" y="222"/>
                      </a:moveTo>
                      <a:lnTo>
                        <a:pt x="222" y="210"/>
                      </a:lnTo>
                      <a:lnTo>
                        <a:pt x="192" y="210"/>
                      </a:lnTo>
                      <a:lnTo>
                        <a:pt x="192" y="228"/>
                      </a:lnTo>
                      <a:lnTo>
                        <a:pt x="198" y="234"/>
                      </a:lnTo>
                      <a:lnTo>
                        <a:pt x="204" y="246"/>
                      </a:lnTo>
                      <a:lnTo>
                        <a:pt x="216" y="252"/>
                      </a:lnTo>
                      <a:lnTo>
                        <a:pt x="252" y="264"/>
                      </a:lnTo>
                      <a:lnTo>
                        <a:pt x="264" y="264"/>
                      </a:lnTo>
                      <a:lnTo>
                        <a:pt x="276" y="258"/>
                      </a:lnTo>
                      <a:lnTo>
                        <a:pt x="276" y="252"/>
                      </a:lnTo>
                      <a:lnTo>
                        <a:pt x="270" y="246"/>
                      </a:lnTo>
                      <a:lnTo>
                        <a:pt x="264" y="234"/>
                      </a:lnTo>
                      <a:lnTo>
                        <a:pt x="246" y="222"/>
                      </a:lnTo>
                      <a:close/>
                      <a:moveTo>
                        <a:pt x="312" y="288"/>
                      </a:moveTo>
                      <a:lnTo>
                        <a:pt x="360" y="348"/>
                      </a:lnTo>
                      <a:lnTo>
                        <a:pt x="372" y="318"/>
                      </a:lnTo>
                      <a:lnTo>
                        <a:pt x="312" y="288"/>
                      </a:lnTo>
                      <a:close/>
                      <a:moveTo>
                        <a:pt x="288" y="126"/>
                      </a:moveTo>
                      <a:lnTo>
                        <a:pt x="288" y="132"/>
                      </a:lnTo>
                      <a:lnTo>
                        <a:pt x="282" y="138"/>
                      </a:lnTo>
                      <a:lnTo>
                        <a:pt x="282" y="150"/>
                      </a:lnTo>
                      <a:lnTo>
                        <a:pt x="276" y="162"/>
                      </a:lnTo>
                      <a:lnTo>
                        <a:pt x="276" y="192"/>
                      </a:lnTo>
                      <a:lnTo>
                        <a:pt x="312" y="228"/>
                      </a:lnTo>
                      <a:lnTo>
                        <a:pt x="324" y="234"/>
                      </a:lnTo>
                      <a:lnTo>
                        <a:pt x="330" y="240"/>
                      </a:lnTo>
                      <a:lnTo>
                        <a:pt x="288" y="126"/>
                      </a:lnTo>
                      <a:close/>
                      <a:moveTo>
                        <a:pt x="120" y="60"/>
                      </a:moveTo>
                      <a:lnTo>
                        <a:pt x="120" y="66"/>
                      </a:lnTo>
                      <a:lnTo>
                        <a:pt x="126" y="78"/>
                      </a:lnTo>
                      <a:lnTo>
                        <a:pt x="138" y="90"/>
                      </a:lnTo>
                      <a:lnTo>
                        <a:pt x="150" y="108"/>
                      </a:lnTo>
                      <a:lnTo>
                        <a:pt x="168" y="120"/>
                      </a:lnTo>
                      <a:lnTo>
                        <a:pt x="192" y="144"/>
                      </a:lnTo>
                      <a:lnTo>
                        <a:pt x="204" y="150"/>
                      </a:lnTo>
                      <a:lnTo>
                        <a:pt x="216" y="150"/>
                      </a:lnTo>
                      <a:lnTo>
                        <a:pt x="210" y="138"/>
                      </a:lnTo>
                      <a:lnTo>
                        <a:pt x="204" y="132"/>
                      </a:lnTo>
                      <a:lnTo>
                        <a:pt x="198" y="120"/>
                      </a:lnTo>
                      <a:lnTo>
                        <a:pt x="186" y="108"/>
                      </a:lnTo>
                      <a:lnTo>
                        <a:pt x="174" y="90"/>
                      </a:lnTo>
                      <a:lnTo>
                        <a:pt x="156" y="78"/>
                      </a:lnTo>
                      <a:lnTo>
                        <a:pt x="144" y="66"/>
                      </a:lnTo>
                      <a:lnTo>
                        <a:pt x="132" y="60"/>
                      </a:lnTo>
                      <a:lnTo>
                        <a:pt x="120" y="60"/>
                      </a:lnTo>
                      <a:close/>
                    </a:path>
                  </a:pathLst>
                </a:custGeom>
                <a:solidFill>
                  <a:srgbClr val="A29C97"/>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05" name="Slovenia" descr="© INSCALE GmbH, 05.05.2010&#10;http://www.presentationload.com/">
                  <a:extLst>
                    <a:ext uri="{FF2B5EF4-FFF2-40B4-BE49-F238E27FC236}">
                      <a16:creationId xmlns:a16="http://schemas.microsoft.com/office/drawing/2014/main" id="{0A0202BF-B8EF-4D4A-AE26-B9DCD26D1ABA}"/>
                    </a:ext>
                  </a:extLst>
                </p:cNvPr>
                <p:cNvSpPr>
                  <a:spLocks/>
                </p:cNvSpPr>
                <p:nvPr/>
              </p:nvSpPr>
              <p:spPr bwMode="gray">
                <a:xfrm>
                  <a:off x="6024772" y="2171680"/>
                  <a:ext cx="95389" cy="54760"/>
                </a:xfrm>
                <a:custGeom>
                  <a:avLst/>
                  <a:gdLst>
                    <a:gd name="T0" fmla="*/ 2147483647 w 210"/>
                    <a:gd name="T1" fmla="*/ 2147483647 h 120"/>
                    <a:gd name="T2" fmla="*/ 2147483647 w 210"/>
                    <a:gd name="T3" fmla="*/ 2147483647 h 120"/>
                    <a:gd name="T4" fmla="*/ 2147483647 w 210"/>
                    <a:gd name="T5" fmla="*/ 2147483647 h 120"/>
                    <a:gd name="T6" fmla="*/ 2147483647 w 210"/>
                    <a:gd name="T7" fmla="*/ 2147483647 h 120"/>
                    <a:gd name="T8" fmla="*/ 2147483647 w 210"/>
                    <a:gd name="T9" fmla="*/ 2147483647 h 120"/>
                    <a:gd name="T10" fmla="*/ 2147483647 w 210"/>
                    <a:gd name="T11" fmla="*/ 2147483647 h 120"/>
                    <a:gd name="T12" fmla="*/ 2147483647 w 210"/>
                    <a:gd name="T13" fmla="*/ 2147483647 h 120"/>
                    <a:gd name="T14" fmla="*/ 2147483647 w 210"/>
                    <a:gd name="T15" fmla="*/ 2147483647 h 120"/>
                    <a:gd name="T16" fmla="*/ 2147483647 w 210"/>
                    <a:gd name="T17" fmla="*/ 2147483647 h 120"/>
                    <a:gd name="T18" fmla="*/ 2147483647 w 210"/>
                    <a:gd name="T19" fmla="*/ 2147483647 h 120"/>
                    <a:gd name="T20" fmla="*/ 2147483647 w 210"/>
                    <a:gd name="T21" fmla="*/ 2147483647 h 120"/>
                    <a:gd name="T22" fmla="*/ 2147483647 w 210"/>
                    <a:gd name="T23" fmla="*/ 2147483647 h 120"/>
                    <a:gd name="T24" fmla="*/ 2147483647 w 210"/>
                    <a:gd name="T25" fmla="*/ 2147483647 h 120"/>
                    <a:gd name="T26" fmla="*/ 2147483647 w 210"/>
                    <a:gd name="T27" fmla="*/ 2147483647 h 120"/>
                    <a:gd name="T28" fmla="*/ 2147483647 w 210"/>
                    <a:gd name="T29" fmla="*/ 2147483647 h 120"/>
                    <a:gd name="T30" fmla="*/ 2147483647 w 210"/>
                    <a:gd name="T31" fmla="*/ 2147483647 h 120"/>
                    <a:gd name="T32" fmla="*/ 2147483647 w 210"/>
                    <a:gd name="T33" fmla="*/ 2147483647 h 120"/>
                    <a:gd name="T34" fmla="*/ 2147483647 w 210"/>
                    <a:gd name="T35" fmla="*/ 2147483647 h 120"/>
                    <a:gd name="T36" fmla="*/ 2147483647 w 210"/>
                    <a:gd name="T37" fmla="*/ 2147483647 h 120"/>
                    <a:gd name="T38" fmla="*/ 2147483647 w 210"/>
                    <a:gd name="T39" fmla="*/ 2147483647 h 120"/>
                    <a:gd name="T40" fmla="*/ 2147483647 w 210"/>
                    <a:gd name="T41" fmla="*/ 2147483647 h 120"/>
                    <a:gd name="T42" fmla="*/ 2147483647 w 210"/>
                    <a:gd name="T43" fmla="*/ 0 h 120"/>
                    <a:gd name="T44" fmla="*/ 2147483647 w 210"/>
                    <a:gd name="T45" fmla="*/ 2147483647 h 120"/>
                    <a:gd name="T46" fmla="*/ 2147483647 w 210"/>
                    <a:gd name="T47" fmla="*/ 2147483647 h 120"/>
                    <a:gd name="T48" fmla="*/ 2147483647 w 210"/>
                    <a:gd name="T49" fmla="*/ 2147483647 h 120"/>
                    <a:gd name="T50" fmla="*/ 2147483647 w 210"/>
                    <a:gd name="T51" fmla="*/ 2147483647 h 120"/>
                    <a:gd name="T52" fmla="*/ 2147483647 w 210"/>
                    <a:gd name="T53" fmla="*/ 2147483647 h 120"/>
                    <a:gd name="T54" fmla="*/ 2147483647 w 210"/>
                    <a:gd name="T55" fmla="*/ 2147483647 h 120"/>
                    <a:gd name="T56" fmla="*/ 2147483647 w 210"/>
                    <a:gd name="T57" fmla="*/ 2147483647 h 120"/>
                    <a:gd name="T58" fmla="*/ 2147483647 w 210"/>
                    <a:gd name="T59" fmla="*/ 2147483647 h 120"/>
                    <a:gd name="T60" fmla="*/ 2147483647 w 210"/>
                    <a:gd name="T61" fmla="*/ 2147483647 h 120"/>
                    <a:gd name="T62" fmla="*/ 2147483647 w 210"/>
                    <a:gd name="T63" fmla="*/ 2147483647 h 120"/>
                    <a:gd name="T64" fmla="*/ 2147483647 w 210"/>
                    <a:gd name="T65" fmla="*/ 2147483647 h 120"/>
                    <a:gd name="T66" fmla="*/ 2147483647 w 210"/>
                    <a:gd name="T67" fmla="*/ 2147483647 h 120"/>
                    <a:gd name="T68" fmla="*/ 0 w 210"/>
                    <a:gd name="T69" fmla="*/ 2147483647 h 120"/>
                    <a:gd name="T70" fmla="*/ 2147483647 w 210"/>
                    <a:gd name="T71" fmla="*/ 2147483647 h 120"/>
                    <a:gd name="T72" fmla="*/ 2147483647 w 210"/>
                    <a:gd name="T73" fmla="*/ 2147483647 h 120"/>
                    <a:gd name="T74" fmla="*/ 2147483647 w 210"/>
                    <a:gd name="T75" fmla="*/ 2147483647 h 120"/>
                    <a:gd name="T76" fmla="*/ 2147483647 w 210"/>
                    <a:gd name="T77" fmla="*/ 2147483647 h 120"/>
                    <a:gd name="T78" fmla="*/ 2147483647 w 210"/>
                    <a:gd name="T79" fmla="*/ 2147483647 h 120"/>
                    <a:gd name="T80" fmla="*/ 2147483647 w 210"/>
                    <a:gd name="T81" fmla="*/ 2147483647 h 120"/>
                    <a:gd name="T82" fmla="*/ 2147483647 w 210"/>
                    <a:gd name="T83" fmla="*/ 2147483647 h 120"/>
                    <a:gd name="T84" fmla="*/ 2147483647 w 210"/>
                    <a:gd name="T85" fmla="*/ 2147483647 h 120"/>
                    <a:gd name="T86" fmla="*/ 2147483647 w 210"/>
                    <a:gd name="T87" fmla="*/ 2147483647 h 120"/>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10"/>
                    <a:gd name="T133" fmla="*/ 0 h 120"/>
                    <a:gd name="T134" fmla="*/ 210 w 210"/>
                    <a:gd name="T135" fmla="*/ 120 h 120"/>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10" h="120">
                      <a:moveTo>
                        <a:pt x="24" y="120"/>
                      </a:moveTo>
                      <a:lnTo>
                        <a:pt x="42" y="120"/>
                      </a:lnTo>
                      <a:lnTo>
                        <a:pt x="42" y="108"/>
                      </a:lnTo>
                      <a:lnTo>
                        <a:pt x="54" y="114"/>
                      </a:lnTo>
                      <a:lnTo>
                        <a:pt x="72" y="114"/>
                      </a:lnTo>
                      <a:lnTo>
                        <a:pt x="78" y="102"/>
                      </a:lnTo>
                      <a:lnTo>
                        <a:pt x="78" y="108"/>
                      </a:lnTo>
                      <a:lnTo>
                        <a:pt x="84" y="114"/>
                      </a:lnTo>
                      <a:lnTo>
                        <a:pt x="126" y="114"/>
                      </a:lnTo>
                      <a:lnTo>
                        <a:pt x="126" y="96"/>
                      </a:lnTo>
                      <a:lnTo>
                        <a:pt x="138" y="90"/>
                      </a:lnTo>
                      <a:lnTo>
                        <a:pt x="150" y="78"/>
                      </a:lnTo>
                      <a:lnTo>
                        <a:pt x="150" y="72"/>
                      </a:lnTo>
                      <a:lnTo>
                        <a:pt x="144" y="66"/>
                      </a:lnTo>
                      <a:lnTo>
                        <a:pt x="144" y="54"/>
                      </a:lnTo>
                      <a:lnTo>
                        <a:pt x="174" y="54"/>
                      </a:lnTo>
                      <a:lnTo>
                        <a:pt x="186" y="48"/>
                      </a:lnTo>
                      <a:lnTo>
                        <a:pt x="186" y="36"/>
                      </a:lnTo>
                      <a:lnTo>
                        <a:pt x="210" y="36"/>
                      </a:lnTo>
                      <a:lnTo>
                        <a:pt x="192" y="24"/>
                      </a:lnTo>
                      <a:lnTo>
                        <a:pt x="186" y="6"/>
                      </a:lnTo>
                      <a:lnTo>
                        <a:pt x="180" y="0"/>
                      </a:lnTo>
                      <a:lnTo>
                        <a:pt x="174" y="12"/>
                      </a:lnTo>
                      <a:lnTo>
                        <a:pt x="168" y="30"/>
                      </a:lnTo>
                      <a:lnTo>
                        <a:pt x="144" y="24"/>
                      </a:lnTo>
                      <a:lnTo>
                        <a:pt x="132" y="30"/>
                      </a:lnTo>
                      <a:lnTo>
                        <a:pt x="84" y="30"/>
                      </a:lnTo>
                      <a:lnTo>
                        <a:pt x="84" y="42"/>
                      </a:lnTo>
                      <a:lnTo>
                        <a:pt x="54" y="42"/>
                      </a:lnTo>
                      <a:lnTo>
                        <a:pt x="48" y="36"/>
                      </a:lnTo>
                      <a:lnTo>
                        <a:pt x="30" y="36"/>
                      </a:lnTo>
                      <a:lnTo>
                        <a:pt x="24" y="42"/>
                      </a:lnTo>
                      <a:lnTo>
                        <a:pt x="6" y="42"/>
                      </a:lnTo>
                      <a:lnTo>
                        <a:pt x="6" y="48"/>
                      </a:lnTo>
                      <a:lnTo>
                        <a:pt x="0" y="54"/>
                      </a:lnTo>
                      <a:lnTo>
                        <a:pt x="12" y="60"/>
                      </a:lnTo>
                      <a:lnTo>
                        <a:pt x="6" y="96"/>
                      </a:lnTo>
                      <a:lnTo>
                        <a:pt x="18" y="96"/>
                      </a:lnTo>
                      <a:lnTo>
                        <a:pt x="30" y="102"/>
                      </a:lnTo>
                      <a:lnTo>
                        <a:pt x="36" y="102"/>
                      </a:lnTo>
                      <a:lnTo>
                        <a:pt x="36" y="108"/>
                      </a:lnTo>
                      <a:lnTo>
                        <a:pt x="30" y="108"/>
                      </a:lnTo>
                      <a:lnTo>
                        <a:pt x="30" y="114"/>
                      </a:lnTo>
                      <a:lnTo>
                        <a:pt x="24" y="120"/>
                      </a:lnTo>
                      <a:close/>
                    </a:path>
                  </a:pathLst>
                </a:custGeom>
                <a:solidFill>
                  <a:srgbClr val="D40D8D"/>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06" name="Slovakia" descr="© INSCALE GmbH, 05.05.2010&#10;http://www.presentationload.com/">
                  <a:extLst>
                    <a:ext uri="{FF2B5EF4-FFF2-40B4-BE49-F238E27FC236}">
                      <a16:creationId xmlns:a16="http://schemas.microsoft.com/office/drawing/2014/main" id="{1C65CFB9-7299-42CA-9C1A-5C40663574EE}"/>
                    </a:ext>
                  </a:extLst>
                </p:cNvPr>
                <p:cNvSpPr>
                  <a:spLocks/>
                </p:cNvSpPr>
                <p:nvPr/>
              </p:nvSpPr>
              <p:spPr bwMode="gray">
                <a:xfrm>
                  <a:off x="6121925" y="2079823"/>
                  <a:ext cx="160748" cy="65359"/>
                </a:xfrm>
                <a:custGeom>
                  <a:avLst/>
                  <a:gdLst>
                    <a:gd name="T0" fmla="*/ 2147483647 w 354"/>
                    <a:gd name="T1" fmla="*/ 2147483647 h 144"/>
                    <a:gd name="T2" fmla="*/ 2147483647 w 354"/>
                    <a:gd name="T3" fmla="*/ 2147483647 h 144"/>
                    <a:gd name="T4" fmla="*/ 2147483647 w 354"/>
                    <a:gd name="T5" fmla="*/ 2147483647 h 144"/>
                    <a:gd name="T6" fmla="*/ 2147483647 w 354"/>
                    <a:gd name="T7" fmla="*/ 2147483647 h 144"/>
                    <a:gd name="T8" fmla="*/ 2147483647 w 354"/>
                    <a:gd name="T9" fmla="*/ 2147483647 h 144"/>
                    <a:gd name="T10" fmla="*/ 2147483647 w 354"/>
                    <a:gd name="T11" fmla="*/ 2147483647 h 144"/>
                    <a:gd name="T12" fmla="*/ 2147483647 w 354"/>
                    <a:gd name="T13" fmla="*/ 2147483647 h 144"/>
                    <a:gd name="T14" fmla="*/ 2147483647 w 354"/>
                    <a:gd name="T15" fmla="*/ 0 h 144"/>
                    <a:gd name="T16" fmla="*/ 2147483647 w 354"/>
                    <a:gd name="T17" fmla="*/ 2147483647 h 144"/>
                    <a:gd name="T18" fmla="*/ 2147483647 w 354"/>
                    <a:gd name="T19" fmla="*/ 0 h 144"/>
                    <a:gd name="T20" fmla="*/ 2147483647 w 354"/>
                    <a:gd name="T21" fmla="*/ 2147483647 h 144"/>
                    <a:gd name="T22" fmla="*/ 2147483647 w 354"/>
                    <a:gd name="T23" fmla="*/ 2147483647 h 144"/>
                    <a:gd name="T24" fmla="*/ 2147483647 w 354"/>
                    <a:gd name="T25" fmla="*/ 2147483647 h 144"/>
                    <a:gd name="T26" fmla="*/ 2147483647 w 354"/>
                    <a:gd name="T27" fmla="*/ 2147483647 h 144"/>
                    <a:gd name="T28" fmla="*/ 2147483647 w 354"/>
                    <a:gd name="T29" fmla="*/ 2147483647 h 144"/>
                    <a:gd name="T30" fmla="*/ 0 w 354"/>
                    <a:gd name="T31" fmla="*/ 2147483647 h 144"/>
                    <a:gd name="T32" fmla="*/ 2147483647 w 354"/>
                    <a:gd name="T33" fmla="*/ 2147483647 h 144"/>
                    <a:gd name="T34" fmla="*/ 2147483647 w 354"/>
                    <a:gd name="T35" fmla="*/ 2147483647 h 144"/>
                    <a:gd name="T36" fmla="*/ 2147483647 w 354"/>
                    <a:gd name="T37" fmla="*/ 2147483647 h 144"/>
                    <a:gd name="T38" fmla="*/ 2147483647 w 354"/>
                    <a:gd name="T39" fmla="*/ 2147483647 h 144"/>
                    <a:gd name="T40" fmla="*/ 2147483647 w 354"/>
                    <a:gd name="T41" fmla="*/ 2147483647 h 144"/>
                    <a:gd name="T42" fmla="*/ 2147483647 w 354"/>
                    <a:gd name="T43" fmla="*/ 2147483647 h 144"/>
                    <a:gd name="T44" fmla="*/ 2147483647 w 354"/>
                    <a:gd name="T45" fmla="*/ 2147483647 h 144"/>
                    <a:gd name="T46" fmla="*/ 2147483647 w 354"/>
                    <a:gd name="T47" fmla="*/ 2147483647 h 144"/>
                    <a:gd name="T48" fmla="*/ 2147483647 w 354"/>
                    <a:gd name="T49" fmla="*/ 2147483647 h 144"/>
                    <a:gd name="T50" fmla="*/ 2147483647 w 354"/>
                    <a:gd name="T51" fmla="*/ 2147483647 h 144"/>
                    <a:gd name="T52" fmla="*/ 2147483647 w 354"/>
                    <a:gd name="T53" fmla="*/ 2147483647 h 144"/>
                    <a:gd name="T54" fmla="*/ 2147483647 w 354"/>
                    <a:gd name="T55" fmla="*/ 2147483647 h 144"/>
                    <a:gd name="T56" fmla="*/ 2147483647 w 354"/>
                    <a:gd name="T57" fmla="*/ 2147483647 h 144"/>
                    <a:gd name="T58" fmla="*/ 2147483647 w 354"/>
                    <a:gd name="T59" fmla="*/ 2147483647 h 144"/>
                    <a:gd name="T60" fmla="*/ 2147483647 w 354"/>
                    <a:gd name="T61" fmla="*/ 2147483647 h 144"/>
                    <a:gd name="T62" fmla="*/ 2147483647 w 354"/>
                    <a:gd name="T63" fmla="*/ 2147483647 h 144"/>
                    <a:gd name="T64" fmla="*/ 2147483647 w 354"/>
                    <a:gd name="T65" fmla="*/ 2147483647 h 144"/>
                    <a:gd name="T66" fmla="*/ 2147483647 w 354"/>
                    <a:gd name="T67" fmla="*/ 2147483647 h 144"/>
                    <a:gd name="T68" fmla="*/ 2147483647 w 354"/>
                    <a:gd name="T69" fmla="*/ 2147483647 h 144"/>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354"/>
                    <a:gd name="T106" fmla="*/ 0 h 144"/>
                    <a:gd name="T107" fmla="*/ 354 w 354"/>
                    <a:gd name="T108" fmla="*/ 144 h 144"/>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354" h="144">
                      <a:moveTo>
                        <a:pt x="348" y="30"/>
                      </a:moveTo>
                      <a:lnTo>
                        <a:pt x="324" y="30"/>
                      </a:lnTo>
                      <a:lnTo>
                        <a:pt x="300" y="6"/>
                      </a:lnTo>
                      <a:lnTo>
                        <a:pt x="276" y="6"/>
                      </a:lnTo>
                      <a:lnTo>
                        <a:pt x="270" y="12"/>
                      </a:lnTo>
                      <a:lnTo>
                        <a:pt x="258" y="18"/>
                      </a:lnTo>
                      <a:lnTo>
                        <a:pt x="246" y="18"/>
                      </a:lnTo>
                      <a:lnTo>
                        <a:pt x="240" y="12"/>
                      </a:lnTo>
                      <a:lnTo>
                        <a:pt x="210" y="12"/>
                      </a:lnTo>
                      <a:lnTo>
                        <a:pt x="210" y="18"/>
                      </a:lnTo>
                      <a:lnTo>
                        <a:pt x="204" y="24"/>
                      </a:lnTo>
                      <a:lnTo>
                        <a:pt x="192" y="24"/>
                      </a:lnTo>
                      <a:lnTo>
                        <a:pt x="186" y="18"/>
                      </a:lnTo>
                      <a:lnTo>
                        <a:pt x="186" y="12"/>
                      </a:lnTo>
                      <a:lnTo>
                        <a:pt x="180" y="12"/>
                      </a:lnTo>
                      <a:lnTo>
                        <a:pt x="168" y="0"/>
                      </a:lnTo>
                      <a:lnTo>
                        <a:pt x="156" y="0"/>
                      </a:lnTo>
                      <a:lnTo>
                        <a:pt x="144" y="12"/>
                      </a:lnTo>
                      <a:lnTo>
                        <a:pt x="138" y="12"/>
                      </a:lnTo>
                      <a:lnTo>
                        <a:pt x="126" y="0"/>
                      </a:lnTo>
                      <a:lnTo>
                        <a:pt x="108" y="12"/>
                      </a:lnTo>
                      <a:lnTo>
                        <a:pt x="84" y="18"/>
                      </a:lnTo>
                      <a:lnTo>
                        <a:pt x="84" y="42"/>
                      </a:lnTo>
                      <a:lnTo>
                        <a:pt x="72" y="48"/>
                      </a:lnTo>
                      <a:lnTo>
                        <a:pt x="66" y="54"/>
                      </a:lnTo>
                      <a:lnTo>
                        <a:pt x="54" y="60"/>
                      </a:lnTo>
                      <a:lnTo>
                        <a:pt x="36" y="60"/>
                      </a:lnTo>
                      <a:lnTo>
                        <a:pt x="36" y="54"/>
                      </a:lnTo>
                      <a:lnTo>
                        <a:pt x="30" y="60"/>
                      </a:lnTo>
                      <a:lnTo>
                        <a:pt x="12" y="60"/>
                      </a:lnTo>
                      <a:lnTo>
                        <a:pt x="6" y="66"/>
                      </a:lnTo>
                      <a:lnTo>
                        <a:pt x="0" y="90"/>
                      </a:lnTo>
                      <a:lnTo>
                        <a:pt x="0" y="102"/>
                      </a:lnTo>
                      <a:lnTo>
                        <a:pt x="6" y="102"/>
                      </a:lnTo>
                      <a:lnTo>
                        <a:pt x="6" y="114"/>
                      </a:lnTo>
                      <a:lnTo>
                        <a:pt x="12" y="114"/>
                      </a:lnTo>
                      <a:lnTo>
                        <a:pt x="12" y="126"/>
                      </a:lnTo>
                      <a:lnTo>
                        <a:pt x="6" y="132"/>
                      </a:lnTo>
                      <a:lnTo>
                        <a:pt x="18" y="138"/>
                      </a:lnTo>
                      <a:lnTo>
                        <a:pt x="30" y="120"/>
                      </a:lnTo>
                      <a:lnTo>
                        <a:pt x="36" y="126"/>
                      </a:lnTo>
                      <a:lnTo>
                        <a:pt x="42" y="138"/>
                      </a:lnTo>
                      <a:lnTo>
                        <a:pt x="48" y="144"/>
                      </a:lnTo>
                      <a:lnTo>
                        <a:pt x="90" y="144"/>
                      </a:lnTo>
                      <a:lnTo>
                        <a:pt x="108" y="138"/>
                      </a:lnTo>
                      <a:lnTo>
                        <a:pt x="120" y="138"/>
                      </a:lnTo>
                      <a:lnTo>
                        <a:pt x="132" y="114"/>
                      </a:lnTo>
                      <a:lnTo>
                        <a:pt x="168" y="120"/>
                      </a:lnTo>
                      <a:lnTo>
                        <a:pt x="174" y="108"/>
                      </a:lnTo>
                      <a:lnTo>
                        <a:pt x="198" y="108"/>
                      </a:lnTo>
                      <a:lnTo>
                        <a:pt x="210" y="102"/>
                      </a:lnTo>
                      <a:lnTo>
                        <a:pt x="216" y="102"/>
                      </a:lnTo>
                      <a:lnTo>
                        <a:pt x="228" y="90"/>
                      </a:lnTo>
                      <a:lnTo>
                        <a:pt x="234" y="78"/>
                      </a:lnTo>
                      <a:lnTo>
                        <a:pt x="258" y="78"/>
                      </a:lnTo>
                      <a:lnTo>
                        <a:pt x="258" y="90"/>
                      </a:lnTo>
                      <a:lnTo>
                        <a:pt x="276" y="96"/>
                      </a:lnTo>
                      <a:lnTo>
                        <a:pt x="276" y="78"/>
                      </a:lnTo>
                      <a:lnTo>
                        <a:pt x="288" y="78"/>
                      </a:lnTo>
                      <a:lnTo>
                        <a:pt x="288" y="90"/>
                      </a:lnTo>
                      <a:lnTo>
                        <a:pt x="300" y="90"/>
                      </a:lnTo>
                      <a:lnTo>
                        <a:pt x="312" y="84"/>
                      </a:lnTo>
                      <a:lnTo>
                        <a:pt x="336" y="84"/>
                      </a:lnTo>
                      <a:lnTo>
                        <a:pt x="336" y="90"/>
                      </a:lnTo>
                      <a:lnTo>
                        <a:pt x="336" y="72"/>
                      </a:lnTo>
                      <a:lnTo>
                        <a:pt x="342" y="72"/>
                      </a:lnTo>
                      <a:lnTo>
                        <a:pt x="348" y="66"/>
                      </a:lnTo>
                      <a:lnTo>
                        <a:pt x="348" y="60"/>
                      </a:lnTo>
                      <a:lnTo>
                        <a:pt x="354" y="54"/>
                      </a:lnTo>
                      <a:lnTo>
                        <a:pt x="354" y="30"/>
                      </a:lnTo>
                      <a:lnTo>
                        <a:pt x="348" y="30"/>
                      </a:lnTo>
                      <a:close/>
                    </a:path>
                  </a:pathLst>
                </a:custGeom>
                <a:solidFill>
                  <a:srgbClr val="D40D8D"/>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07" name="Sierra Leone" descr="© INSCALE GmbH, 05.05.2010&#10;http://www.presentationload.com/">
                  <a:extLst>
                    <a:ext uri="{FF2B5EF4-FFF2-40B4-BE49-F238E27FC236}">
                      <a16:creationId xmlns:a16="http://schemas.microsoft.com/office/drawing/2014/main" id="{93616215-FA2A-443E-A2BF-E8253E10209F}"/>
                    </a:ext>
                  </a:extLst>
                </p:cNvPr>
                <p:cNvSpPr>
                  <a:spLocks/>
                </p:cNvSpPr>
                <p:nvPr/>
              </p:nvSpPr>
              <p:spPr bwMode="gray">
                <a:xfrm>
                  <a:off x="5185706" y="3510654"/>
                  <a:ext cx="93622" cy="121886"/>
                </a:xfrm>
                <a:custGeom>
                  <a:avLst/>
                  <a:gdLst>
                    <a:gd name="T0" fmla="*/ 2147483647 w 210"/>
                    <a:gd name="T1" fmla="*/ 2147483647 h 270"/>
                    <a:gd name="T2" fmla="*/ 2147483647 w 210"/>
                    <a:gd name="T3" fmla="*/ 2147483647 h 270"/>
                    <a:gd name="T4" fmla="*/ 2147483647 w 210"/>
                    <a:gd name="T5" fmla="*/ 2147483647 h 270"/>
                    <a:gd name="T6" fmla="*/ 2147483647 w 210"/>
                    <a:gd name="T7" fmla="*/ 2147483647 h 270"/>
                    <a:gd name="T8" fmla="*/ 2147483647 w 210"/>
                    <a:gd name="T9" fmla="*/ 2147483647 h 270"/>
                    <a:gd name="T10" fmla="*/ 2147483647 w 210"/>
                    <a:gd name="T11" fmla="*/ 2147483647 h 270"/>
                    <a:gd name="T12" fmla="*/ 2147483647 w 210"/>
                    <a:gd name="T13" fmla="*/ 2147483647 h 270"/>
                    <a:gd name="T14" fmla="*/ 2147483647 w 210"/>
                    <a:gd name="T15" fmla="*/ 2147483647 h 270"/>
                    <a:gd name="T16" fmla="*/ 2147483647 w 210"/>
                    <a:gd name="T17" fmla="*/ 2147483647 h 270"/>
                    <a:gd name="T18" fmla="*/ 2147483647 w 210"/>
                    <a:gd name="T19" fmla="*/ 2147483647 h 270"/>
                    <a:gd name="T20" fmla="*/ 2147483647 w 210"/>
                    <a:gd name="T21" fmla="*/ 2147483647 h 270"/>
                    <a:gd name="T22" fmla="*/ 2147483647 w 210"/>
                    <a:gd name="T23" fmla="*/ 0 h 270"/>
                    <a:gd name="T24" fmla="*/ 2147483647 w 210"/>
                    <a:gd name="T25" fmla="*/ 0 h 270"/>
                    <a:gd name="T26" fmla="*/ 2147483647 w 210"/>
                    <a:gd name="T27" fmla="*/ 2147483647 h 270"/>
                    <a:gd name="T28" fmla="*/ 2147483647 w 210"/>
                    <a:gd name="T29" fmla="*/ 2147483647 h 270"/>
                    <a:gd name="T30" fmla="*/ 2147483647 w 210"/>
                    <a:gd name="T31" fmla="*/ 2147483647 h 270"/>
                    <a:gd name="T32" fmla="*/ 2147483647 w 210"/>
                    <a:gd name="T33" fmla="*/ 2147483647 h 270"/>
                    <a:gd name="T34" fmla="*/ 2147483647 w 210"/>
                    <a:gd name="T35" fmla="*/ 2147483647 h 270"/>
                    <a:gd name="T36" fmla="*/ 2147483647 w 210"/>
                    <a:gd name="T37" fmla="*/ 2147483647 h 270"/>
                    <a:gd name="T38" fmla="*/ 2147483647 w 210"/>
                    <a:gd name="T39" fmla="*/ 2147483647 h 270"/>
                    <a:gd name="T40" fmla="*/ 2147483647 w 210"/>
                    <a:gd name="T41" fmla="*/ 2147483647 h 270"/>
                    <a:gd name="T42" fmla="*/ 2147483647 w 210"/>
                    <a:gd name="T43" fmla="*/ 2147483647 h 270"/>
                    <a:gd name="T44" fmla="*/ 0 w 210"/>
                    <a:gd name="T45" fmla="*/ 2147483647 h 270"/>
                    <a:gd name="T46" fmla="*/ 2147483647 w 210"/>
                    <a:gd name="T47" fmla="*/ 2147483647 h 270"/>
                    <a:gd name="T48" fmla="*/ 2147483647 w 210"/>
                    <a:gd name="T49" fmla="*/ 2147483647 h 270"/>
                    <a:gd name="T50" fmla="*/ 0 w 210"/>
                    <a:gd name="T51" fmla="*/ 2147483647 h 270"/>
                    <a:gd name="T52" fmla="*/ 0 w 210"/>
                    <a:gd name="T53" fmla="*/ 2147483647 h 270"/>
                    <a:gd name="T54" fmla="*/ 2147483647 w 210"/>
                    <a:gd name="T55" fmla="*/ 2147483647 h 270"/>
                    <a:gd name="T56" fmla="*/ 2147483647 w 210"/>
                    <a:gd name="T57" fmla="*/ 2147483647 h 270"/>
                    <a:gd name="T58" fmla="*/ 2147483647 w 210"/>
                    <a:gd name="T59" fmla="*/ 2147483647 h 270"/>
                    <a:gd name="T60" fmla="*/ 2147483647 w 210"/>
                    <a:gd name="T61" fmla="*/ 2147483647 h 270"/>
                    <a:gd name="T62" fmla="*/ 2147483647 w 210"/>
                    <a:gd name="T63" fmla="*/ 2147483647 h 270"/>
                    <a:gd name="T64" fmla="*/ 2147483647 w 210"/>
                    <a:gd name="T65" fmla="*/ 2147483647 h 270"/>
                    <a:gd name="T66" fmla="*/ 2147483647 w 210"/>
                    <a:gd name="T67" fmla="*/ 2147483647 h 270"/>
                    <a:gd name="T68" fmla="*/ 2147483647 w 210"/>
                    <a:gd name="T69" fmla="*/ 2147483647 h 270"/>
                    <a:gd name="T70" fmla="*/ 2147483647 w 210"/>
                    <a:gd name="T71" fmla="*/ 2147483647 h 270"/>
                    <a:gd name="T72" fmla="*/ 2147483647 w 210"/>
                    <a:gd name="T73" fmla="*/ 2147483647 h 270"/>
                    <a:gd name="T74" fmla="*/ 2147483647 w 210"/>
                    <a:gd name="T75" fmla="*/ 2147483647 h 270"/>
                    <a:gd name="T76" fmla="*/ 2147483647 w 210"/>
                    <a:gd name="T77" fmla="*/ 2147483647 h 270"/>
                    <a:gd name="T78" fmla="*/ 2147483647 w 210"/>
                    <a:gd name="T79" fmla="*/ 2147483647 h 270"/>
                    <a:gd name="T80" fmla="*/ 2147483647 w 210"/>
                    <a:gd name="T81" fmla="*/ 2147483647 h 270"/>
                    <a:gd name="T82" fmla="*/ 2147483647 w 210"/>
                    <a:gd name="T83" fmla="*/ 2147483647 h 270"/>
                    <a:gd name="T84" fmla="*/ 2147483647 w 210"/>
                    <a:gd name="T85" fmla="*/ 2147483647 h 270"/>
                    <a:gd name="T86" fmla="*/ 2147483647 w 210"/>
                    <a:gd name="T87" fmla="*/ 2147483647 h 270"/>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10"/>
                    <a:gd name="T133" fmla="*/ 0 h 270"/>
                    <a:gd name="T134" fmla="*/ 210 w 210"/>
                    <a:gd name="T135" fmla="*/ 270 h 270"/>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10" h="270">
                      <a:moveTo>
                        <a:pt x="186" y="180"/>
                      </a:moveTo>
                      <a:lnTo>
                        <a:pt x="186" y="162"/>
                      </a:lnTo>
                      <a:lnTo>
                        <a:pt x="210" y="156"/>
                      </a:lnTo>
                      <a:lnTo>
                        <a:pt x="204" y="132"/>
                      </a:lnTo>
                      <a:lnTo>
                        <a:pt x="174" y="144"/>
                      </a:lnTo>
                      <a:lnTo>
                        <a:pt x="180" y="126"/>
                      </a:lnTo>
                      <a:lnTo>
                        <a:pt x="186" y="120"/>
                      </a:lnTo>
                      <a:lnTo>
                        <a:pt x="192" y="108"/>
                      </a:lnTo>
                      <a:lnTo>
                        <a:pt x="192" y="90"/>
                      </a:lnTo>
                      <a:lnTo>
                        <a:pt x="180" y="78"/>
                      </a:lnTo>
                      <a:lnTo>
                        <a:pt x="180" y="60"/>
                      </a:lnTo>
                      <a:lnTo>
                        <a:pt x="138" y="0"/>
                      </a:lnTo>
                      <a:lnTo>
                        <a:pt x="102" y="0"/>
                      </a:lnTo>
                      <a:lnTo>
                        <a:pt x="96" y="18"/>
                      </a:lnTo>
                      <a:lnTo>
                        <a:pt x="60" y="18"/>
                      </a:lnTo>
                      <a:lnTo>
                        <a:pt x="60" y="24"/>
                      </a:lnTo>
                      <a:lnTo>
                        <a:pt x="54" y="30"/>
                      </a:lnTo>
                      <a:lnTo>
                        <a:pt x="48" y="42"/>
                      </a:lnTo>
                      <a:lnTo>
                        <a:pt x="36" y="54"/>
                      </a:lnTo>
                      <a:lnTo>
                        <a:pt x="30" y="66"/>
                      </a:lnTo>
                      <a:lnTo>
                        <a:pt x="18" y="72"/>
                      </a:lnTo>
                      <a:lnTo>
                        <a:pt x="12" y="78"/>
                      </a:lnTo>
                      <a:lnTo>
                        <a:pt x="0" y="84"/>
                      </a:lnTo>
                      <a:lnTo>
                        <a:pt x="12" y="96"/>
                      </a:lnTo>
                      <a:lnTo>
                        <a:pt x="6" y="102"/>
                      </a:lnTo>
                      <a:lnTo>
                        <a:pt x="0" y="114"/>
                      </a:lnTo>
                      <a:lnTo>
                        <a:pt x="0" y="132"/>
                      </a:lnTo>
                      <a:lnTo>
                        <a:pt x="6" y="138"/>
                      </a:lnTo>
                      <a:lnTo>
                        <a:pt x="18" y="144"/>
                      </a:lnTo>
                      <a:lnTo>
                        <a:pt x="24" y="150"/>
                      </a:lnTo>
                      <a:lnTo>
                        <a:pt x="18" y="180"/>
                      </a:lnTo>
                      <a:lnTo>
                        <a:pt x="42" y="198"/>
                      </a:lnTo>
                      <a:lnTo>
                        <a:pt x="42" y="204"/>
                      </a:lnTo>
                      <a:lnTo>
                        <a:pt x="48" y="210"/>
                      </a:lnTo>
                      <a:lnTo>
                        <a:pt x="54" y="222"/>
                      </a:lnTo>
                      <a:lnTo>
                        <a:pt x="78" y="234"/>
                      </a:lnTo>
                      <a:lnTo>
                        <a:pt x="96" y="234"/>
                      </a:lnTo>
                      <a:lnTo>
                        <a:pt x="126" y="270"/>
                      </a:lnTo>
                      <a:lnTo>
                        <a:pt x="126" y="234"/>
                      </a:lnTo>
                      <a:lnTo>
                        <a:pt x="144" y="216"/>
                      </a:lnTo>
                      <a:lnTo>
                        <a:pt x="156" y="210"/>
                      </a:lnTo>
                      <a:lnTo>
                        <a:pt x="168" y="198"/>
                      </a:lnTo>
                      <a:lnTo>
                        <a:pt x="180" y="192"/>
                      </a:lnTo>
                      <a:lnTo>
                        <a:pt x="186" y="180"/>
                      </a:lnTo>
                      <a:close/>
                    </a:path>
                  </a:pathLst>
                </a:custGeom>
                <a:solidFill>
                  <a:srgbClr val="A29C97"/>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08" name="Serbia" descr="© INSCALE GmbH, 05.05.2010&#10;http://www.presentationload.com/">
                  <a:extLst>
                    <a:ext uri="{FF2B5EF4-FFF2-40B4-BE49-F238E27FC236}">
                      <a16:creationId xmlns:a16="http://schemas.microsoft.com/office/drawing/2014/main" id="{2DCE4BD9-14C1-49D1-9BAA-3D23BC775E5C}"/>
                    </a:ext>
                  </a:extLst>
                </p:cNvPr>
                <p:cNvSpPr>
                  <a:spLocks/>
                </p:cNvSpPr>
                <p:nvPr/>
              </p:nvSpPr>
              <p:spPr bwMode="gray">
                <a:xfrm>
                  <a:off x="6183752" y="2199943"/>
                  <a:ext cx="123653" cy="135572"/>
                </a:xfrm>
                <a:custGeom>
                  <a:avLst/>
                  <a:gdLst/>
                  <a:ahLst/>
                  <a:cxnLst>
                    <a:cxn ang="0">
                      <a:pos x="464" y="374"/>
                    </a:cxn>
                    <a:cxn ang="0">
                      <a:pos x="453" y="310"/>
                    </a:cxn>
                    <a:cxn ang="0">
                      <a:pos x="453" y="235"/>
                    </a:cxn>
                    <a:cxn ang="0">
                      <a:pos x="378" y="224"/>
                    </a:cxn>
                    <a:cxn ang="0">
                      <a:pos x="302" y="171"/>
                    </a:cxn>
                    <a:cxn ang="0">
                      <a:pos x="291" y="118"/>
                    </a:cxn>
                    <a:cxn ang="0">
                      <a:pos x="259" y="128"/>
                    </a:cxn>
                    <a:cxn ang="0">
                      <a:pos x="216" y="53"/>
                    </a:cxn>
                    <a:cxn ang="0">
                      <a:pos x="87" y="0"/>
                    </a:cxn>
                    <a:cxn ang="0">
                      <a:pos x="0" y="43"/>
                    </a:cxn>
                    <a:cxn ang="0">
                      <a:pos x="32" y="96"/>
                    </a:cxn>
                    <a:cxn ang="0">
                      <a:pos x="65" y="139"/>
                    </a:cxn>
                    <a:cxn ang="0">
                      <a:pos x="54" y="150"/>
                    </a:cxn>
                    <a:cxn ang="0">
                      <a:pos x="32" y="181"/>
                    </a:cxn>
                    <a:cxn ang="0">
                      <a:pos x="32" y="192"/>
                    </a:cxn>
                    <a:cxn ang="0">
                      <a:pos x="76" y="203"/>
                    </a:cxn>
                    <a:cxn ang="0">
                      <a:pos x="87" y="267"/>
                    </a:cxn>
                    <a:cxn ang="0">
                      <a:pos x="65" y="310"/>
                    </a:cxn>
                    <a:cxn ang="0">
                      <a:pos x="98" y="363"/>
                    </a:cxn>
                    <a:cxn ang="0">
                      <a:pos x="119" y="395"/>
                    </a:cxn>
                    <a:cxn ang="0">
                      <a:pos x="157" y="442"/>
                    </a:cxn>
                    <a:cxn ang="0">
                      <a:pos x="173" y="438"/>
                    </a:cxn>
                    <a:cxn ang="0">
                      <a:pos x="180" y="444"/>
                    </a:cxn>
                    <a:cxn ang="0">
                      <a:pos x="230" y="446"/>
                    </a:cxn>
                    <a:cxn ang="0">
                      <a:pos x="237" y="431"/>
                    </a:cxn>
                    <a:cxn ang="0">
                      <a:pos x="258" y="416"/>
                    </a:cxn>
                    <a:cxn ang="0">
                      <a:pos x="266" y="418"/>
                    </a:cxn>
                    <a:cxn ang="0">
                      <a:pos x="268" y="407"/>
                    </a:cxn>
                    <a:cxn ang="0">
                      <a:pos x="267" y="399"/>
                    </a:cxn>
                    <a:cxn ang="0">
                      <a:pos x="254" y="388"/>
                    </a:cxn>
                    <a:cxn ang="0">
                      <a:pos x="262" y="387"/>
                    </a:cxn>
                    <a:cxn ang="0">
                      <a:pos x="279" y="380"/>
                    </a:cxn>
                    <a:cxn ang="0">
                      <a:pos x="288" y="372"/>
                    </a:cxn>
                    <a:cxn ang="0">
                      <a:pos x="298" y="389"/>
                    </a:cxn>
                    <a:cxn ang="0">
                      <a:pos x="292" y="399"/>
                    </a:cxn>
                    <a:cxn ang="0">
                      <a:pos x="309" y="402"/>
                    </a:cxn>
                    <a:cxn ang="0">
                      <a:pos x="321" y="404"/>
                    </a:cxn>
                    <a:cxn ang="0">
                      <a:pos x="326" y="408"/>
                    </a:cxn>
                    <a:cxn ang="0">
                      <a:pos x="328" y="433"/>
                    </a:cxn>
                    <a:cxn ang="0">
                      <a:pos x="334" y="429"/>
                    </a:cxn>
                    <a:cxn ang="0">
                      <a:pos x="335" y="448"/>
                    </a:cxn>
                    <a:cxn ang="0">
                      <a:pos x="348" y="452"/>
                    </a:cxn>
                    <a:cxn ang="0">
                      <a:pos x="356" y="467"/>
                    </a:cxn>
                    <a:cxn ang="0">
                      <a:pos x="354" y="478"/>
                    </a:cxn>
                    <a:cxn ang="0">
                      <a:pos x="356" y="482"/>
                    </a:cxn>
                    <a:cxn ang="0">
                      <a:pos x="369" y="485"/>
                    </a:cxn>
                    <a:cxn ang="0">
                      <a:pos x="381" y="492"/>
                    </a:cxn>
                    <a:cxn ang="0">
                      <a:pos x="390" y="496"/>
                    </a:cxn>
                    <a:cxn ang="0">
                      <a:pos x="399" y="501"/>
                    </a:cxn>
                    <a:cxn ang="0">
                      <a:pos x="392" y="513"/>
                    </a:cxn>
                    <a:cxn ang="0">
                      <a:pos x="384" y="528"/>
                    </a:cxn>
                    <a:cxn ang="0">
                      <a:pos x="376" y="542"/>
                    </a:cxn>
                    <a:cxn ang="0">
                      <a:pos x="453" y="492"/>
                    </a:cxn>
                    <a:cxn ang="0">
                      <a:pos x="486" y="470"/>
                    </a:cxn>
                    <a:cxn ang="0">
                      <a:pos x="486" y="406"/>
                    </a:cxn>
                  </a:cxnLst>
                  <a:rect l="0" t="0" r="r" b="b"/>
                  <a:pathLst>
                    <a:path w="496" h="542">
                      <a:moveTo>
                        <a:pt x="486" y="406"/>
                      </a:moveTo>
                      <a:cubicBezTo>
                        <a:pt x="453" y="395"/>
                        <a:pt x="453" y="395"/>
                        <a:pt x="453" y="395"/>
                      </a:cubicBezTo>
                      <a:cubicBezTo>
                        <a:pt x="464" y="374"/>
                        <a:pt x="464" y="374"/>
                        <a:pt x="464" y="374"/>
                      </a:cubicBezTo>
                      <a:cubicBezTo>
                        <a:pt x="432" y="363"/>
                        <a:pt x="432" y="363"/>
                        <a:pt x="432" y="363"/>
                      </a:cubicBezTo>
                      <a:cubicBezTo>
                        <a:pt x="432" y="331"/>
                        <a:pt x="432" y="331"/>
                        <a:pt x="432" y="331"/>
                      </a:cubicBezTo>
                      <a:cubicBezTo>
                        <a:pt x="453" y="310"/>
                        <a:pt x="453" y="310"/>
                        <a:pt x="453" y="310"/>
                      </a:cubicBezTo>
                      <a:cubicBezTo>
                        <a:pt x="453" y="267"/>
                        <a:pt x="453" y="267"/>
                        <a:pt x="453" y="267"/>
                      </a:cubicBezTo>
                      <a:cubicBezTo>
                        <a:pt x="442" y="256"/>
                        <a:pt x="442" y="256"/>
                        <a:pt x="442" y="256"/>
                      </a:cubicBezTo>
                      <a:cubicBezTo>
                        <a:pt x="453" y="235"/>
                        <a:pt x="453" y="235"/>
                        <a:pt x="453" y="235"/>
                      </a:cubicBezTo>
                      <a:cubicBezTo>
                        <a:pt x="464" y="224"/>
                        <a:pt x="464" y="224"/>
                        <a:pt x="464" y="224"/>
                      </a:cubicBezTo>
                      <a:cubicBezTo>
                        <a:pt x="421" y="213"/>
                        <a:pt x="421" y="213"/>
                        <a:pt x="421" y="213"/>
                      </a:cubicBezTo>
                      <a:cubicBezTo>
                        <a:pt x="378" y="224"/>
                        <a:pt x="378" y="224"/>
                        <a:pt x="378" y="224"/>
                      </a:cubicBezTo>
                      <a:cubicBezTo>
                        <a:pt x="367" y="213"/>
                        <a:pt x="367" y="213"/>
                        <a:pt x="367" y="213"/>
                      </a:cubicBezTo>
                      <a:cubicBezTo>
                        <a:pt x="324" y="203"/>
                        <a:pt x="324" y="203"/>
                        <a:pt x="324" y="203"/>
                      </a:cubicBezTo>
                      <a:cubicBezTo>
                        <a:pt x="302" y="171"/>
                        <a:pt x="302" y="171"/>
                        <a:pt x="302" y="171"/>
                      </a:cubicBezTo>
                      <a:cubicBezTo>
                        <a:pt x="313" y="160"/>
                        <a:pt x="313" y="160"/>
                        <a:pt x="313" y="160"/>
                      </a:cubicBezTo>
                      <a:cubicBezTo>
                        <a:pt x="313" y="128"/>
                        <a:pt x="313" y="128"/>
                        <a:pt x="313" y="128"/>
                      </a:cubicBezTo>
                      <a:cubicBezTo>
                        <a:pt x="291" y="118"/>
                        <a:pt x="291" y="118"/>
                        <a:pt x="291" y="118"/>
                      </a:cubicBezTo>
                      <a:cubicBezTo>
                        <a:pt x="280" y="118"/>
                        <a:pt x="280" y="118"/>
                        <a:pt x="280" y="118"/>
                      </a:cubicBezTo>
                      <a:cubicBezTo>
                        <a:pt x="270" y="128"/>
                        <a:pt x="270" y="128"/>
                        <a:pt x="270" y="128"/>
                      </a:cubicBezTo>
                      <a:cubicBezTo>
                        <a:pt x="259" y="128"/>
                        <a:pt x="259" y="128"/>
                        <a:pt x="259" y="128"/>
                      </a:cubicBezTo>
                      <a:cubicBezTo>
                        <a:pt x="249" y="118"/>
                        <a:pt x="249" y="118"/>
                        <a:pt x="249" y="118"/>
                      </a:cubicBezTo>
                      <a:cubicBezTo>
                        <a:pt x="227" y="53"/>
                        <a:pt x="227" y="53"/>
                        <a:pt x="227" y="53"/>
                      </a:cubicBezTo>
                      <a:cubicBezTo>
                        <a:pt x="216" y="53"/>
                        <a:pt x="216" y="53"/>
                        <a:pt x="216" y="53"/>
                      </a:cubicBezTo>
                      <a:cubicBezTo>
                        <a:pt x="173" y="21"/>
                        <a:pt x="173" y="21"/>
                        <a:pt x="173" y="21"/>
                      </a:cubicBezTo>
                      <a:cubicBezTo>
                        <a:pt x="129" y="0"/>
                        <a:pt x="129" y="0"/>
                        <a:pt x="129" y="0"/>
                      </a:cubicBezTo>
                      <a:cubicBezTo>
                        <a:pt x="87" y="0"/>
                        <a:pt x="87" y="0"/>
                        <a:pt x="87" y="0"/>
                      </a:cubicBezTo>
                      <a:cubicBezTo>
                        <a:pt x="54" y="32"/>
                        <a:pt x="54" y="32"/>
                        <a:pt x="54" y="32"/>
                      </a:cubicBezTo>
                      <a:cubicBezTo>
                        <a:pt x="11" y="32"/>
                        <a:pt x="11" y="32"/>
                        <a:pt x="11" y="32"/>
                      </a:cubicBezTo>
                      <a:cubicBezTo>
                        <a:pt x="0" y="43"/>
                        <a:pt x="0" y="43"/>
                        <a:pt x="0" y="43"/>
                      </a:cubicBezTo>
                      <a:cubicBezTo>
                        <a:pt x="11" y="43"/>
                        <a:pt x="11" y="43"/>
                        <a:pt x="11" y="43"/>
                      </a:cubicBezTo>
                      <a:cubicBezTo>
                        <a:pt x="22" y="96"/>
                        <a:pt x="22" y="96"/>
                        <a:pt x="22" y="96"/>
                      </a:cubicBezTo>
                      <a:cubicBezTo>
                        <a:pt x="32" y="96"/>
                        <a:pt x="32" y="96"/>
                        <a:pt x="32" y="96"/>
                      </a:cubicBezTo>
                      <a:cubicBezTo>
                        <a:pt x="22" y="128"/>
                        <a:pt x="22" y="128"/>
                        <a:pt x="22" y="128"/>
                      </a:cubicBezTo>
                      <a:cubicBezTo>
                        <a:pt x="43" y="128"/>
                        <a:pt x="43" y="128"/>
                        <a:pt x="43" y="128"/>
                      </a:cubicBezTo>
                      <a:cubicBezTo>
                        <a:pt x="65" y="139"/>
                        <a:pt x="65" y="139"/>
                        <a:pt x="65" y="139"/>
                      </a:cubicBezTo>
                      <a:cubicBezTo>
                        <a:pt x="76" y="139"/>
                        <a:pt x="76" y="139"/>
                        <a:pt x="76" y="139"/>
                      </a:cubicBezTo>
                      <a:cubicBezTo>
                        <a:pt x="65" y="150"/>
                        <a:pt x="65" y="150"/>
                        <a:pt x="65" y="150"/>
                      </a:cubicBezTo>
                      <a:cubicBezTo>
                        <a:pt x="54" y="150"/>
                        <a:pt x="54" y="150"/>
                        <a:pt x="54" y="150"/>
                      </a:cubicBezTo>
                      <a:cubicBezTo>
                        <a:pt x="43" y="160"/>
                        <a:pt x="43" y="160"/>
                        <a:pt x="43" y="160"/>
                      </a:cubicBezTo>
                      <a:cubicBezTo>
                        <a:pt x="32" y="160"/>
                        <a:pt x="32" y="160"/>
                        <a:pt x="32" y="160"/>
                      </a:cubicBezTo>
                      <a:cubicBezTo>
                        <a:pt x="32" y="181"/>
                        <a:pt x="32" y="181"/>
                        <a:pt x="32" y="181"/>
                      </a:cubicBezTo>
                      <a:cubicBezTo>
                        <a:pt x="22" y="181"/>
                        <a:pt x="22" y="181"/>
                        <a:pt x="22" y="181"/>
                      </a:cubicBezTo>
                      <a:cubicBezTo>
                        <a:pt x="22" y="192"/>
                        <a:pt x="22" y="192"/>
                        <a:pt x="22" y="192"/>
                      </a:cubicBezTo>
                      <a:cubicBezTo>
                        <a:pt x="32" y="192"/>
                        <a:pt x="32" y="192"/>
                        <a:pt x="32" y="192"/>
                      </a:cubicBezTo>
                      <a:cubicBezTo>
                        <a:pt x="54" y="181"/>
                        <a:pt x="54" y="181"/>
                        <a:pt x="54" y="181"/>
                      </a:cubicBezTo>
                      <a:cubicBezTo>
                        <a:pt x="76" y="181"/>
                        <a:pt x="76" y="181"/>
                        <a:pt x="76" y="181"/>
                      </a:cubicBezTo>
                      <a:cubicBezTo>
                        <a:pt x="76" y="203"/>
                        <a:pt x="76" y="203"/>
                        <a:pt x="76" y="203"/>
                      </a:cubicBezTo>
                      <a:cubicBezTo>
                        <a:pt x="43" y="235"/>
                        <a:pt x="43" y="235"/>
                        <a:pt x="43" y="235"/>
                      </a:cubicBezTo>
                      <a:cubicBezTo>
                        <a:pt x="43" y="267"/>
                        <a:pt x="43" y="267"/>
                        <a:pt x="43" y="267"/>
                      </a:cubicBezTo>
                      <a:cubicBezTo>
                        <a:pt x="87" y="267"/>
                        <a:pt x="87" y="267"/>
                        <a:pt x="87" y="267"/>
                      </a:cubicBezTo>
                      <a:cubicBezTo>
                        <a:pt x="98" y="278"/>
                        <a:pt x="98" y="278"/>
                        <a:pt x="98" y="278"/>
                      </a:cubicBezTo>
                      <a:cubicBezTo>
                        <a:pt x="108" y="299"/>
                        <a:pt x="108" y="299"/>
                        <a:pt x="108" y="299"/>
                      </a:cubicBezTo>
                      <a:cubicBezTo>
                        <a:pt x="65" y="310"/>
                        <a:pt x="65" y="310"/>
                        <a:pt x="65" y="310"/>
                      </a:cubicBezTo>
                      <a:cubicBezTo>
                        <a:pt x="87" y="331"/>
                        <a:pt x="87" y="331"/>
                        <a:pt x="87" y="331"/>
                      </a:cubicBezTo>
                      <a:cubicBezTo>
                        <a:pt x="98" y="353"/>
                        <a:pt x="98" y="353"/>
                        <a:pt x="98" y="353"/>
                      </a:cubicBezTo>
                      <a:cubicBezTo>
                        <a:pt x="98" y="363"/>
                        <a:pt x="98" y="363"/>
                        <a:pt x="98" y="363"/>
                      </a:cubicBezTo>
                      <a:cubicBezTo>
                        <a:pt x="87" y="363"/>
                        <a:pt x="87" y="363"/>
                        <a:pt x="87" y="363"/>
                      </a:cubicBezTo>
                      <a:cubicBezTo>
                        <a:pt x="87" y="374"/>
                        <a:pt x="87" y="374"/>
                        <a:pt x="87" y="374"/>
                      </a:cubicBezTo>
                      <a:cubicBezTo>
                        <a:pt x="119" y="395"/>
                        <a:pt x="119" y="395"/>
                        <a:pt x="119" y="395"/>
                      </a:cubicBezTo>
                      <a:cubicBezTo>
                        <a:pt x="140" y="417"/>
                        <a:pt x="140" y="417"/>
                        <a:pt x="140" y="417"/>
                      </a:cubicBezTo>
                      <a:cubicBezTo>
                        <a:pt x="157" y="442"/>
                        <a:pt x="157" y="442"/>
                        <a:pt x="157" y="442"/>
                      </a:cubicBezTo>
                      <a:cubicBezTo>
                        <a:pt x="157" y="442"/>
                        <a:pt x="157" y="442"/>
                        <a:pt x="157" y="442"/>
                      </a:cubicBezTo>
                      <a:cubicBezTo>
                        <a:pt x="159" y="442"/>
                        <a:pt x="161" y="443"/>
                        <a:pt x="166" y="444"/>
                      </a:cubicBezTo>
                      <a:cubicBezTo>
                        <a:pt x="166" y="444"/>
                        <a:pt x="166" y="444"/>
                        <a:pt x="167" y="444"/>
                      </a:cubicBezTo>
                      <a:cubicBezTo>
                        <a:pt x="173" y="438"/>
                        <a:pt x="173" y="438"/>
                        <a:pt x="173" y="438"/>
                      </a:cubicBezTo>
                      <a:cubicBezTo>
                        <a:pt x="173" y="447"/>
                        <a:pt x="173" y="447"/>
                        <a:pt x="173" y="447"/>
                      </a:cubicBezTo>
                      <a:cubicBezTo>
                        <a:pt x="174" y="448"/>
                        <a:pt x="175" y="448"/>
                        <a:pt x="176" y="449"/>
                      </a:cubicBezTo>
                      <a:cubicBezTo>
                        <a:pt x="176" y="449"/>
                        <a:pt x="176" y="449"/>
                        <a:pt x="180" y="444"/>
                      </a:cubicBezTo>
                      <a:cubicBezTo>
                        <a:pt x="180" y="444"/>
                        <a:pt x="180" y="444"/>
                        <a:pt x="199" y="447"/>
                      </a:cubicBezTo>
                      <a:cubicBezTo>
                        <a:pt x="199" y="447"/>
                        <a:pt x="199" y="447"/>
                        <a:pt x="212" y="446"/>
                      </a:cubicBezTo>
                      <a:cubicBezTo>
                        <a:pt x="212" y="446"/>
                        <a:pt x="212" y="446"/>
                        <a:pt x="230" y="446"/>
                      </a:cubicBezTo>
                      <a:cubicBezTo>
                        <a:pt x="230" y="446"/>
                        <a:pt x="230" y="446"/>
                        <a:pt x="240" y="443"/>
                      </a:cubicBezTo>
                      <a:cubicBezTo>
                        <a:pt x="240" y="443"/>
                        <a:pt x="240" y="443"/>
                        <a:pt x="239" y="437"/>
                      </a:cubicBezTo>
                      <a:cubicBezTo>
                        <a:pt x="239" y="437"/>
                        <a:pt x="239" y="437"/>
                        <a:pt x="237" y="431"/>
                      </a:cubicBezTo>
                      <a:cubicBezTo>
                        <a:pt x="237" y="431"/>
                        <a:pt x="237" y="431"/>
                        <a:pt x="245" y="425"/>
                      </a:cubicBezTo>
                      <a:cubicBezTo>
                        <a:pt x="245" y="425"/>
                        <a:pt x="245" y="425"/>
                        <a:pt x="255" y="417"/>
                      </a:cubicBezTo>
                      <a:cubicBezTo>
                        <a:pt x="255" y="417"/>
                        <a:pt x="255" y="417"/>
                        <a:pt x="258" y="416"/>
                      </a:cubicBezTo>
                      <a:cubicBezTo>
                        <a:pt x="258" y="416"/>
                        <a:pt x="258" y="416"/>
                        <a:pt x="258" y="421"/>
                      </a:cubicBezTo>
                      <a:cubicBezTo>
                        <a:pt x="258" y="421"/>
                        <a:pt x="258" y="421"/>
                        <a:pt x="262" y="419"/>
                      </a:cubicBezTo>
                      <a:cubicBezTo>
                        <a:pt x="262" y="419"/>
                        <a:pt x="262" y="419"/>
                        <a:pt x="266" y="418"/>
                      </a:cubicBezTo>
                      <a:cubicBezTo>
                        <a:pt x="266" y="418"/>
                        <a:pt x="266" y="418"/>
                        <a:pt x="263" y="414"/>
                      </a:cubicBezTo>
                      <a:cubicBezTo>
                        <a:pt x="263" y="414"/>
                        <a:pt x="263" y="414"/>
                        <a:pt x="267" y="412"/>
                      </a:cubicBezTo>
                      <a:cubicBezTo>
                        <a:pt x="267" y="412"/>
                        <a:pt x="267" y="412"/>
                        <a:pt x="268" y="407"/>
                      </a:cubicBezTo>
                      <a:cubicBezTo>
                        <a:pt x="268" y="407"/>
                        <a:pt x="268" y="407"/>
                        <a:pt x="264" y="405"/>
                      </a:cubicBezTo>
                      <a:cubicBezTo>
                        <a:pt x="264" y="405"/>
                        <a:pt x="264" y="405"/>
                        <a:pt x="264" y="402"/>
                      </a:cubicBezTo>
                      <a:cubicBezTo>
                        <a:pt x="264" y="402"/>
                        <a:pt x="264" y="402"/>
                        <a:pt x="267" y="399"/>
                      </a:cubicBezTo>
                      <a:cubicBezTo>
                        <a:pt x="267" y="399"/>
                        <a:pt x="267" y="399"/>
                        <a:pt x="266" y="396"/>
                      </a:cubicBezTo>
                      <a:cubicBezTo>
                        <a:pt x="266" y="396"/>
                        <a:pt x="266" y="396"/>
                        <a:pt x="258" y="394"/>
                      </a:cubicBezTo>
                      <a:cubicBezTo>
                        <a:pt x="258" y="394"/>
                        <a:pt x="258" y="394"/>
                        <a:pt x="254" y="388"/>
                      </a:cubicBezTo>
                      <a:cubicBezTo>
                        <a:pt x="254" y="388"/>
                        <a:pt x="254" y="388"/>
                        <a:pt x="256" y="385"/>
                      </a:cubicBezTo>
                      <a:cubicBezTo>
                        <a:pt x="256" y="385"/>
                        <a:pt x="256" y="385"/>
                        <a:pt x="259" y="389"/>
                      </a:cubicBezTo>
                      <a:cubicBezTo>
                        <a:pt x="259" y="389"/>
                        <a:pt x="259" y="389"/>
                        <a:pt x="262" y="387"/>
                      </a:cubicBezTo>
                      <a:cubicBezTo>
                        <a:pt x="262" y="387"/>
                        <a:pt x="262" y="387"/>
                        <a:pt x="267" y="388"/>
                      </a:cubicBezTo>
                      <a:cubicBezTo>
                        <a:pt x="267" y="388"/>
                        <a:pt x="267" y="388"/>
                        <a:pt x="271" y="385"/>
                      </a:cubicBezTo>
                      <a:cubicBezTo>
                        <a:pt x="271" y="385"/>
                        <a:pt x="271" y="385"/>
                        <a:pt x="279" y="380"/>
                      </a:cubicBezTo>
                      <a:cubicBezTo>
                        <a:pt x="279" y="380"/>
                        <a:pt x="279" y="380"/>
                        <a:pt x="282" y="378"/>
                      </a:cubicBezTo>
                      <a:cubicBezTo>
                        <a:pt x="282" y="378"/>
                        <a:pt x="282" y="378"/>
                        <a:pt x="283" y="374"/>
                      </a:cubicBezTo>
                      <a:cubicBezTo>
                        <a:pt x="283" y="374"/>
                        <a:pt x="283" y="374"/>
                        <a:pt x="288" y="372"/>
                      </a:cubicBezTo>
                      <a:cubicBezTo>
                        <a:pt x="288" y="372"/>
                        <a:pt x="288" y="372"/>
                        <a:pt x="293" y="377"/>
                      </a:cubicBezTo>
                      <a:cubicBezTo>
                        <a:pt x="293" y="377"/>
                        <a:pt x="293" y="377"/>
                        <a:pt x="297" y="384"/>
                      </a:cubicBezTo>
                      <a:cubicBezTo>
                        <a:pt x="297" y="384"/>
                        <a:pt x="297" y="384"/>
                        <a:pt x="298" y="389"/>
                      </a:cubicBezTo>
                      <a:cubicBezTo>
                        <a:pt x="298" y="389"/>
                        <a:pt x="298" y="389"/>
                        <a:pt x="298" y="392"/>
                      </a:cubicBezTo>
                      <a:cubicBezTo>
                        <a:pt x="298" y="392"/>
                        <a:pt x="298" y="392"/>
                        <a:pt x="291" y="396"/>
                      </a:cubicBezTo>
                      <a:cubicBezTo>
                        <a:pt x="291" y="396"/>
                        <a:pt x="291" y="396"/>
                        <a:pt x="292" y="399"/>
                      </a:cubicBezTo>
                      <a:cubicBezTo>
                        <a:pt x="292" y="399"/>
                        <a:pt x="292" y="399"/>
                        <a:pt x="299" y="400"/>
                      </a:cubicBezTo>
                      <a:cubicBezTo>
                        <a:pt x="299" y="400"/>
                        <a:pt x="299" y="400"/>
                        <a:pt x="303" y="404"/>
                      </a:cubicBezTo>
                      <a:cubicBezTo>
                        <a:pt x="303" y="404"/>
                        <a:pt x="303" y="404"/>
                        <a:pt x="309" y="402"/>
                      </a:cubicBezTo>
                      <a:cubicBezTo>
                        <a:pt x="309" y="402"/>
                        <a:pt x="309" y="402"/>
                        <a:pt x="314" y="404"/>
                      </a:cubicBezTo>
                      <a:cubicBezTo>
                        <a:pt x="314" y="404"/>
                        <a:pt x="314" y="404"/>
                        <a:pt x="319" y="401"/>
                      </a:cubicBezTo>
                      <a:cubicBezTo>
                        <a:pt x="319" y="401"/>
                        <a:pt x="319" y="401"/>
                        <a:pt x="321" y="404"/>
                      </a:cubicBezTo>
                      <a:cubicBezTo>
                        <a:pt x="321" y="404"/>
                        <a:pt x="321" y="404"/>
                        <a:pt x="318" y="408"/>
                      </a:cubicBezTo>
                      <a:cubicBezTo>
                        <a:pt x="318" y="408"/>
                        <a:pt x="318" y="408"/>
                        <a:pt x="324" y="407"/>
                      </a:cubicBezTo>
                      <a:cubicBezTo>
                        <a:pt x="324" y="407"/>
                        <a:pt x="324" y="407"/>
                        <a:pt x="326" y="408"/>
                      </a:cubicBezTo>
                      <a:cubicBezTo>
                        <a:pt x="326" y="408"/>
                        <a:pt x="326" y="408"/>
                        <a:pt x="324" y="425"/>
                      </a:cubicBezTo>
                      <a:cubicBezTo>
                        <a:pt x="324" y="425"/>
                        <a:pt x="324" y="425"/>
                        <a:pt x="324" y="432"/>
                      </a:cubicBezTo>
                      <a:cubicBezTo>
                        <a:pt x="324" y="432"/>
                        <a:pt x="324" y="432"/>
                        <a:pt x="328" y="433"/>
                      </a:cubicBezTo>
                      <a:cubicBezTo>
                        <a:pt x="328" y="433"/>
                        <a:pt x="328" y="433"/>
                        <a:pt x="330" y="431"/>
                      </a:cubicBezTo>
                      <a:cubicBezTo>
                        <a:pt x="330" y="431"/>
                        <a:pt x="330" y="431"/>
                        <a:pt x="331" y="428"/>
                      </a:cubicBezTo>
                      <a:cubicBezTo>
                        <a:pt x="331" y="428"/>
                        <a:pt x="331" y="428"/>
                        <a:pt x="334" y="429"/>
                      </a:cubicBezTo>
                      <a:cubicBezTo>
                        <a:pt x="334" y="429"/>
                        <a:pt x="334" y="429"/>
                        <a:pt x="336" y="433"/>
                      </a:cubicBezTo>
                      <a:cubicBezTo>
                        <a:pt x="336" y="433"/>
                        <a:pt x="336" y="433"/>
                        <a:pt x="336" y="443"/>
                      </a:cubicBezTo>
                      <a:cubicBezTo>
                        <a:pt x="336" y="443"/>
                        <a:pt x="336" y="443"/>
                        <a:pt x="335" y="448"/>
                      </a:cubicBezTo>
                      <a:cubicBezTo>
                        <a:pt x="335" y="448"/>
                        <a:pt x="335" y="448"/>
                        <a:pt x="339" y="450"/>
                      </a:cubicBezTo>
                      <a:cubicBezTo>
                        <a:pt x="339" y="450"/>
                        <a:pt x="339" y="450"/>
                        <a:pt x="344" y="450"/>
                      </a:cubicBezTo>
                      <a:cubicBezTo>
                        <a:pt x="344" y="450"/>
                        <a:pt x="344" y="450"/>
                        <a:pt x="348" y="452"/>
                      </a:cubicBezTo>
                      <a:cubicBezTo>
                        <a:pt x="348" y="452"/>
                        <a:pt x="348" y="452"/>
                        <a:pt x="353" y="456"/>
                      </a:cubicBezTo>
                      <a:cubicBezTo>
                        <a:pt x="353" y="456"/>
                        <a:pt x="353" y="456"/>
                        <a:pt x="357" y="457"/>
                      </a:cubicBezTo>
                      <a:cubicBezTo>
                        <a:pt x="357" y="457"/>
                        <a:pt x="357" y="457"/>
                        <a:pt x="356" y="467"/>
                      </a:cubicBezTo>
                      <a:cubicBezTo>
                        <a:pt x="356" y="467"/>
                        <a:pt x="356" y="467"/>
                        <a:pt x="356" y="472"/>
                      </a:cubicBezTo>
                      <a:cubicBezTo>
                        <a:pt x="356" y="472"/>
                        <a:pt x="356" y="472"/>
                        <a:pt x="352" y="473"/>
                      </a:cubicBezTo>
                      <a:cubicBezTo>
                        <a:pt x="352" y="473"/>
                        <a:pt x="352" y="473"/>
                        <a:pt x="354" y="478"/>
                      </a:cubicBezTo>
                      <a:cubicBezTo>
                        <a:pt x="354" y="478"/>
                        <a:pt x="354" y="478"/>
                        <a:pt x="351" y="482"/>
                      </a:cubicBezTo>
                      <a:cubicBezTo>
                        <a:pt x="351" y="482"/>
                        <a:pt x="351" y="482"/>
                        <a:pt x="353" y="483"/>
                      </a:cubicBezTo>
                      <a:cubicBezTo>
                        <a:pt x="353" y="483"/>
                        <a:pt x="353" y="483"/>
                        <a:pt x="356" y="482"/>
                      </a:cubicBezTo>
                      <a:cubicBezTo>
                        <a:pt x="356" y="482"/>
                        <a:pt x="356" y="482"/>
                        <a:pt x="361" y="485"/>
                      </a:cubicBezTo>
                      <a:cubicBezTo>
                        <a:pt x="361" y="485"/>
                        <a:pt x="361" y="485"/>
                        <a:pt x="364" y="483"/>
                      </a:cubicBezTo>
                      <a:cubicBezTo>
                        <a:pt x="364" y="483"/>
                        <a:pt x="364" y="483"/>
                        <a:pt x="369" y="485"/>
                      </a:cubicBezTo>
                      <a:cubicBezTo>
                        <a:pt x="369" y="485"/>
                        <a:pt x="369" y="485"/>
                        <a:pt x="372" y="485"/>
                      </a:cubicBezTo>
                      <a:cubicBezTo>
                        <a:pt x="372" y="485"/>
                        <a:pt x="372" y="485"/>
                        <a:pt x="377" y="489"/>
                      </a:cubicBezTo>
                      <a:cubicBezTo>
                        <a:pt x="377" y="489"/>
                        <a:pt x="377" y="489"/>
                        <a:pt x="381" y="492"/>
                      </a:cubicBezTo>
                      <a:cubicBezTo>
                        <a:pt x="381" y="492"/>
                        <a:pt x="381" y="492"/>
                        <a:pt x="383" y="496"/>
                      </a:cubicBezTo>
                      <a:cubicBezTo>
                        <a:pt x="383" y="496"/>
                        <a:pt x="383" y="496"/>
                        <a:pt x="385" y="499"/>
                      </a:cubicBezTo>
                      <a:cubicBezTo>
                        <a:pt x="385" y="499"/>
                        <a:pt x="385" y="499"/>
                        <a:pt x="390" y="496"/>
                      </a:cubicBezTo>
                      <a:cubicBezTo>
                        <a:pt x="390" y="496"/>
                        <a:pt x="390" y="496"/>
                        <a:pt x="394" y="494"/>
                      </a:cubicBezTo>
                      <a:cubicBezTo>
                        <a:pt x="394" y="494"/>
                        <a:pt x="394" y="494"/>
                        <a:pt x="398" y="496"/>
                      </a:cubicBezTo>
                      <a:cubicBezTo>
                        <a:pt x="398" y="496"/>
                        <a:pt x="398" y="496"/>
                        <a:pt x="399" y="501"/>
                      </a:cubicBezTo>
                      <a:cubicBezTo>
                        <a:pt x="399" y="501"/>
                        <a:pt x="399" y="501"/>
                        <a:pt x="395" y="505"/>
                      </a:cubicBezTo>
                      <a:cubicBezTo>
                        <a:pt x="395" y="505"/>
                        <a:pt x="395" y="505"/>
                        <a:pt x="395" y="509"/>
                      </a:cubicBezTo>
                      <a:cubicBezTo>
                        <a:pt x="395" y="509"/>
                        <a:pt x="395" y="509"/>
                        <a:pt x="392" y="513"/>
                      </a:cubicBezTo>
                      <a:cubicBezTo>
                        <a:pt x="392" y="513"/>
                        <a:pt x="392" y="513"/>
                        <a:pt x="392" y="516"/>
                      </a:cubicBezTo>
                      <a:cubicBezTo>
                        <a:pt x="392" y="516"/>
                        <a:pt x="392" y="516"/>
                        <a:pt x="386" y="519"/>
                      </a:cubicBezTo>
                      <a:cubicBezTo>
                        <a:pt x="386" y="519"/>
                        <a:pt x="386" y="519"/>
                        <a:pt x="384" y="528"/>
                      </a:cubicBezTo>
                      <a:cubicBezTo>
                        <a:pt x="384" y="528"/>
                        <a:pt x="384" y="528"/>
                        <a:pt x="379" y="531"/>
                      </a:cubicBezTo>
                      <a:cubicBezTo>
                        <a:pt x="379" y="531"/>
                        <a:pt x="379" y="531"/>
                        <a:pt x="376" y="535"/>
                      </a:cubicBezTo>
                      <a:cubicBezTo>
                        <a:pt x="376" y="535"/>
                        <a:pt x="376" y="535"/>
                        <a:pt x="376" y="542"/>
                      </a:cubicBezTo>
                      <a:cubicBezTo>
                        <a:pt x="432" y="535"/>
                        <a:pt x="432" y="535"/>
                        <a:pt x="432" y="535"/>
                      </a:cubicBezTo>
                      <a:cubicBezTo>
                        <a:pt x="453" y="535"/>
                        <a:pt x="453" y="535"/>
                        <a:pt x="453" y="535"/>
                      </a:cubicBezTo>
                      <a:cubicBezTo>
                        <a:pt x="453" y="492"/>
                        <a:pt x="453" y="492"/>
                        <a:pt x="453" y="492"/>
                      </a:cubicBezTo>
                      <a:cubicBezTo>
                        <a:pt x="442" y="481"/>
                        <a:pt x="442" y="481"/>
                        <a:pt x="442" y="481"/>
                      </a:cubicBezTo>
                      <a:cubicBezTo>
                        <a:pt x="442" y="470"/>
                        <a:pt x="442" y="470"/>
                        <a:pt x="442" y="470"/>
                      </a:cubicBezTo>
                      <a:cubicBezTo>
                        <a:pt x="486" y="470"/>
                        <a:pt x="486" y="470"/>
                        <a:pt x="486" y="470"/>
                      </a:cubicBezTo>
                      <a:cubicBezTo>
                        <a:pt x="496" y="460"/>
                        <a:pt x="496" y="460"/>
                        <a:pt x="496" y="460"/>
                      </a:cubicBezTo>
                      <a:cubicBezTo>
                        <a:pt x="496" y="417"/>
                        <a:pt x="496" y="417"/>
                        <a:pt x="496" y="417"/>
                      </a:cubicBezTo>
                      <a:lnTo>
                        <a:pt x="486" y="406"/>
                      </a:lnTo>
                      <a:close/>
                    </a:path>
                  </a:pathLst>
                </a:custGeom>
                <a:solidFill>
                  <a:srgbClr val="A29C97"/>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09" name="Senegal" descr="© INSCALE GmbH, 05.05.2010&#10;http://www.presentationload.com/">
                  <a:extLst>
                    <a:ext uri="{FF2B5EF4-FFF2-40B4-BE49-F238E27FC236}">
                      <a16:creationId xmlns:a16="http://schemas.microsoft.com/office/drawing/2014/main" id="{48A60C79-3E14-4167-9BF5-DBCA139A028E}"/>
                    </a:ext>
                  </a:extLst>
                </p:cNvPr>
                <p:cNvSpPr>
                  <a:spLocks/>
                </p:cNvSpPr>
                <p:nvPr/>
              </p:nvSpPr>
              <p:spPr bwMode="gray">
                <a:xfrm>
                  <a:off x="5092086" y="3265119"/>
                  <a:ext cx="187245" cy="166046"/>
                </a:xfrm>
                <a:custGeom>
                  <a:avLst/>
                  <a:gdLst>
                    <a:gd name="T0" fmla="*/ 2147483647 w 414"/>
                    <a:gd name="T1" fmla="*/ 2147483647 h 366"/>
                    <a:gd name="T2" fmla="*/ 2147483647 w 414"/>
                    <a:gd name="T3" fmla="*/ 2147483647 h 366"/>
                    <a:gd name="T4" fmla="*/ 2147483647 w 414"/>
                    <a:gd name="T5" fmla="*/ 2147483647 h 366"/>
                    <a:gd name="T6" fmla="*/ 2147483647 w 414"/>
                    <a:gd name="T7" fmla="*/ 2147483647 h 366"/>
                    <a:gd name="T8" fmla="*/ 2147483647 w 414"/>
                    <a:gd name="T9" fmla="*/ 2147483647 h 366"/>
                    <a:gd name="T10" fmla="*/ 2147483647 w 414"/>
                    <a:gd name="T11" fmla="*/ 2147483647 h 366"/>
                    <a:gd name="T12" fmla="*/ 2147483647 w 414"/>
                    <a:gd name="T13" fmla="*/ 2147483647 h 366"/>
                    <a:gd name="T14" fmla="*/ 2147483647 w 414"/>
                    <a:gd name="T15" fmla="*/ 2147483647 h 366"/>
                    <a:gd name="T16" fmla="*/ 2147483647 w 414"/>
                    <a:gd name="T17" fmla="*/ 2147483647 h 366"/>
                    <a:gd name="T18" fmla="*/ 2147483647 w 414"/>
                    <a:gd name="T19" fmla="*/ 2147483647 h 366"/>
                    <a:gd name="T20" fmla="*/ 2147483647 w 414"/>
                    <a:gd name="T21" fmla="*/ 2147483647 h 366"/>
                    <a:gd name="T22" fmla="*/ 2147483647 w 414"/>
                    <a:gd name="T23" fmla="*/ 2147483647 h 366"/>
                    <a:gd name="T24" fmla="*/ 2147483647 w 414"/>
                    <a:gd name="T25" fmla="*/ 2147483647 h 366"/>
                    <a:gd name="T26" fmla="*/ 2147483647 w 414"/>
                    <a:gd name="T27" fmla="*/ 2147483647 h 366"/>
                    <a:gd name="T28" fmla="*/ 2147483647 w 414"/>
                    <a:gd name="T29" fmla="*/ 0 h 366"/>
                    <a:gd name="T30" fmla="*/ 2147483647 w 414"/>
                    <a:gd name="T31" fmla="*/ 2147483647 h 366"/>
                    <a:gd name="T32" fmla="*/ 2147483647 w 414"/>
                    <a:gd name="T33" fmla="*/ 2147483647 h 366"/>
                    <a:gd name="T34" fmla="*/ 2147483647 w 414"/>
                    <a:gd name="T35" fmla="*/ 2147483647 h 366"/>
                    <a:gd name="T36" fmla="*/ 2147483647 w 414"/>
                    <a:gd name="T37" fmla="*/ 2147483647 h 366"/>
                    <a:gd name="T38" fmla="*/ 2147483647 w 414"/>
                    <a:gd name="T39" fmla="*/ 2147483647 h 366"/>
                    <a:gd name="T40" fmla="*/ 2147483647 w 414"/>
                    <a:gd name="T41" fmla="*/ 2147483647 h 366"/>
                    <a:gd name="T42" fmla="*/ 0 w 414"/>
                    <a:gd name="T43" fmla="*/ 2147483647 h 366"/>
                    <a:gd name="T44" fmla="*/ 2147483647 w 414"/>
                    <a:gd name="T45" fmla="*/ 2147483647 h 366"/>
                    <a:gd name="T46" fmla="*/ 2147483647 w 414"/>
                    <a:gd name="T47" fmla="*/ 2147483647 h 366"/>
                    <a:gd name="T48" fmla="*/ 2147483647 w 414"/>
                    <a:gd name="T49" fmla="*/ 2147483647 h 366"/>
                    <a:gd name="T50" fmla="*/ 2147483647 w 414"/>
                    <a:gd name="T51" fmla="*/ 2147483647 h 366"/>
                    <a:gd name="T52" fmla="*/ 2147483647 w 414"/>
                    <a:gd name="T53" fmla="*/ 2147483647 h 366"/>
                    <a:gd name="T54" fmla="*/ 2147483647 w 414"/>
                    <a:gd name="T55" fmla="*/ 2147483647 h 366"/>
                    <a:gd name="T56" fmla="*/ 2147483647 w 414"/>
                    <a:gd name="T57" fmla="*/ 2147483647 h 366"/>
                    <a:gd name="T58" fmla="*/ 2147483647 w 414"/>
                    <a:gd name="T59" fmla="*/ 2147483647 h 366"/>
                    <a:gd name="T60" fmla="*/ 2147483647 w 414"/>
                    <a:gd name="T61" fmla="*/ 2147483647 h 366"/>
                    <a:gd name="T62" fmla="*/ 2147483647 w 414"/>
                    <a:gd name="T63" fmla="*/ 2147483647 h 366"/>
                    <a:gd name="T64" fmla="*/ 2147483647 w 414"/>
                    <a:gd name="T65" fmla="*/ 2147483647 h 366"/>
                    <a:gd name="T66" fmla="*/ 2147483647 w 414"/>
                    <a:gd name="T67" fmla="*/ 2147483647 h 366"/>
                    <a:gd name="T68" fmla="*/ 2147483647 w 414"/>
                    <a:gd name="T69" fmla="*/ 2147483647 h 366"/>
                    <a:gd name="T70" fmla="*/ 2147483647 w 414"/>
                    <a:gd name="T71" fmla="*/ 2147483647 h 366"/>
                    <a:gd name="T72" fmla="*/ 2147483647 w 414"/>
                    <a:gd name="T73" fmla="*/ 2147483647 h 366"/>
                    <a:gd name="T74" fmla="*/ 2147483647 w 414"/>
                    <a:gd name="T75" fmla="*/ 2147483647 h 366"/>
                    <a:gd name="T76" fmla="*/ 2147483647 w 414"/>
                    <a:gd name="T77" fmla="*/ 2147483647 h 366"/>
                    <a:gd name="T78" fmla="*/ 2147483647 w 414"/>
                    <a:gd name="T79" fmla="*/ 2147483647 h 366"/>
                    <a:gd name="T80" fmla="*/ 2147483647 w 414"/>
                    <a:gd name="T81" fmla="*/ 2147483647 h 366"/>
                    <a:gd name="T82" fmla="*/ 2147483647 w 414"/>
                    <a:gd name="T83" fmla="*/ 2147483647 h 366"/>
                    <a:gd name="T84" fmla="*/ 2147483647 w 414"/>
                    <a:gd name="T85" fmla="*/ 2147483647 h 366"/>
                    <a:gd name="T86" fmla="*/ 2147483647 w 414"/>
                    <a:gd name="T87" fmla="*/ 2147483647 h 366"/>
                    <a:gd name="T88" fmla="*/ 2147483647 w 414"/>
                    <a:gd name="T89" fmla="*/ 2147483647 h 366"/>
                    <a:gd name="T90" fmla="*/ 2147483647 w 414"/>
                    <a:gd name="T91" fmla="*/ 2147483647 h 366"/>
                    <a:gd name="T92" fmla="*/ 2147483647 w 414"/>
                    <a:gd name="T93" fmla="*/ 2147483647 h 366"/>
                    <a:gd name="T94" fmla="*/ 2147483647 w 414"/>
                    <a:gd name="T95" fmla="*/ 2147483647 h 366"/>
                    <a:gd name="T96" fmla="*/ 2147483647 w 414"/>
                    <a:gd name="T97" fmla="*/ 2147483647 h 366"/>
                    <a:gd name="T98" fmla="*/ 2147483647 w 414"/>
                    <a:gd name="T99" fmla="*/ 2147483647 h 366"/>
                    <a:gd name="T100" fmla="*/ 2147483647 w 414"/>
                    <a:gd name="T101" fmla="*/ 2147483647 h 366"/>
                    <a:gd name="T102" fmla="*/ 2147483647 w 414"/>
                    <a:gd name="T103" fmla="*/ 2147483647 h 366"/>
                    <a:gd name="T104" fmla="*/ 2147483647 w 414"/>
                    <a:gd name="T105" fmla="*/ 2147483647 h 36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414"/>
                    <a:gd name="T160" fmla="*/ 0 h 366"/>
                    <a:gd name="T161" fmla="*/ 414 w 414"/>
                    <a:gd name="T162" fmla="*/ 366 h 36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414" h="366">
                      <a:moveTo>
                        <a:pt x="402" y="270"/>
                      </a:moveTo>
                      <a:lnTo>
                        <a:pt x="396" y="270"/>
                      </a:lnTo>
                      <a:lnTo>
                        <a:pt x="396" y="276"/>
                      </a:lnTo>
                      <a:lnTo>
                        <a:pt x="384" y="276"/>
                      </a:lnTo>
                      <a:lnTo>
                        <a:pt x="378" y="270"/>
                      </a:lnTo>
                      <a:lnTo>
                        <a:pt x="378" y="246"/>
                      </a:lnTo>
                      <a:lnTo>
                        <a:pt x="384" y="240"/>
                      </a:lnTo>
                      <a:lnTo>
                        <a:pt x="384" y="222"/>
                      </a:lnTo>
                      <a:lnTo>
                        <a:pt x="372" y="210"/>
                      </a:lnTo>
                      <a:lnTo>
                        <a:pt x="372" y="204"/>
                      </a:lnTo>
                      <a:lnTo>
                        <a:pt x="360" y="186"/>
                      </a:lnTo>
                      <a:lnTo>
                        <a:pt x="360" y="162"/>
                      </a:lnTo>
                      <a:lnTo>
                        <a:pt x="348" y="138"/>
                      </a:lnTo>
                      <a:lnTo>
                        <a:pt x="318" y="132"/>
                      </a:lnTo>
                      <a:lnTo>
                        <a:pt x="318" y="108"/>
                      </a:lnTo>
                      <a:lnTo>
                        <a:pt x="312" y="102"/>
                      </a:lnTo>
                      <a:lnTo>
                        <a:pt x="294" y="102"/>
                      </a:lnTo>
                      <a:lnTo>
                        <a:pt x="294" y="72"/>
                      </a:lnTo>
                      <a:lnTo>
                        <a:pt x="288" y="60"/>
                      </a:lnTo>
                      <a:lnTo>
                        <a:pt x="288" y="54"/>
                      </a:lnTo>
                      <a:lnTo>
                        <a:pt x="282" y="48"/>
                      </a:lnTo>
                      <a:lnTo>
                        <a:pt x="264" y="48"/>
                      </a:lnTo>
                      <a:lnTo>
                        <a:pt x="252" y="54"/>
                      </a:lnTo>
                      <a:lnTo>
                        <a:pt x="246" y="42"/>
                      </a:lnTo>
                      <a:lnTo>
                        <a:pt x="234" y="30"/>
                      </a:lnTo>
                      <a:lnTo>
                        <a:pt x="228" y="18"/>
                      </a:lnTo>
                      <a:lnTo>
                        <a:pt x="222" y="18"/>
                      </a:lnTo>
                      <a:lnTo>
                        <a:pt x="210" y="12"/>
                      </a:lnTo>
                      <a:lnTo>
                        <a:pt x="186" y="12"/>
                      </a:lnTo>
                      <a:lnTo>
                        <a:pt x="162" y="0"/>
                      </a:lnTo>
                      <a:lnTo>
                        <a:pt x="162" y="18"/>
                      </a:lnTo>
                      <a:lnTo>
                        <a:pt x="132" y="12"/>
                      </a:lnTo>
                      <a:lnTo>
                        <a:pt x="120" y="18"/>
                      </a:lnTo>
                      <a:lnTo>
                        <a:pt x="114" y="18"/>
                      </a:lnTo>
                      <a:lnTo>
                        <a:pt x="108" y="12"/>
                      </a:lnTo>
                      <a:lnTo>
                        <a:pt x="102" y="12"/>
                      </a:lnTo>
                      <a:lnTo>
                        <a:pt x="90" y="18"/>
                      </a:lnTo>
                      <a:lnTo>
                        <a:pt x="84" y="24"/>
                      </a:lnTo>
                      <a:lnTo>
                        <a:pt x="66" y="60"/>
                      </a:lnTo>
                      <a:lnTo>
                        <a:pt x="60" y="66"/>
                      </a:lnTo>
                      <a:lnTo>
                        <a:pt x="60" y="90"/>
                      </a:lnTo>
                      <a:lnTo>
                        <a:pt x="48" y="96"/>
                      </a:lnTo>
                      <a:lnTo>
                        <a:pt x="30" y="132"/>
                      </a:lnTo>
                      <a:lnTo>
                        <a:pt x="0" y="162"/>
                      </a:lnTo>
                      <a:lnTo>
                        <a:pt x="6" y="168"/>
                      </a:lnTo>
                      <a:lnTo>
                        <a:pt x="12" y="168"/>
                      </a:lnTo>
                      <a:lnTo>
                        <a:pt x="18" y="174"/>
                      </a:lnTo>
                      <a:lnTo>
                        <a:pt x="24" y="186"/>
                      </a:lnTo>
                      <a:lnTo>
                        <a:pt x="24" y="204"/>
                      </a:lnTo>
                      <a:lnTo>
                        <a:pt x="42" y="222"/>
                      </a:lnTo>
                      <a:lnTo>
                        <a:pt x="42" y="246"/>
                      </a:lnTo>
                      <a:lnTo>
                        <a:pt x="48" y="252"/>
                      </a:lnTo>
                      <a:lnTo>
                        <a:pt x="126" y="252"/>
                      </a:lnTo>
                      <a:lnTo>
                        <a:pt x="126" y="240"/>
                      </a:lnTo>
                      <a:lnTo>
                        <a:pt x="180" y="240"/>
                      </a:lnTo>
                      <a:lnTo>
                        <a:pt x="180" y="252"/>
                      </a:lnTo>
                      <a:lnTo>
                        <a:pt x="192" y="246"/>
                      </a:lnTo>
                      <a:lnTo>
                        <a:pt x="198" y="252"/>
                      </a:lnTo>
                      <a:lnTo>
                        <a:pt x="204" y="264"/>
                      </a:lnTo>
                      <a:lnTo>
                        <a:pt x="216" y="264"/>
                      </a:lnTo>
                      <a:lnTo>
                        <a:pt x="222" y="258"/>
                      </a:lnTo>
                      <a:lnTo>
                        <a:pt x="246" y="258"/>
                      </a:lnTo>
                      <a:lnTo>
                        <a:pt x="252" y="264"/>
                      </a:lnTo>
                      <a:lnTo>
                        <a:pt x="252" y="270"/>
                      </a:lnTo>
                      <a:lnTo>
                        <a:pt x="246" y="276"/>
                      </a:lnTo>
                      <a:lnTo>
                        <a:pt x="234" y="282"/>
                      </a:lnTo>
                      <a:lnTo>
                        <a:pt x="228" y="288"/>
                      </a:lnTo>
                      <a:lnTo>
                        <a:pt x="204" y="288"/>
                      </a:lnTo>
                      <a:lnTo>
                        <a:pt x="186" y="282"/>
                      </a:lnTo>
                      <a:lnTo>
                        <a:pt x="180" y="270"/>
                      </a:lnTo>
                      <a:lnTo>
                        <a:pt x="168" y="264"/>
                      </a:lnTo>
                      <a:lnTo>
                        <a:pt x="162" y="258"/>
                      </a:lnTo>
                      <a:lnTo>
                        <a:pt x="156" y="264"/>
                      </a:lnTo>
                      <a:lnTo>
                        <a:pt x="150" y="276"/>
                      </a:lnTo>
                      <a:lnTo>
                        <a:pt x="126" y="276"/>
                      </a:lnTo>
                      <a:lnTo>
                        <a:pt x="120" y="282"/>
                      </a:lnTo>
                      <a:lnTo>
                        <a:pt x="108" y="282"/>
                      </a:lnTo>
                      <a:lnTo>
                        <a:pt x="108" y="294"/>
                      </a:lnTo>
                      <a:lnTo>
                        <a:pt x="36" y="294"/>
                      </a:lnTo>
                      <a:lnTo>
                        <a:pt x="36" y="318"/>
                      </a:lnTo>
                      <a:lnTo>
                        <a:pt x="30" y="324"/>
                      </a:lnTo>
                      <a:lnTo>
                        <a:pt x="30" y="336"/>
                      </a:lnTo>
                      <a:lnTo>
                        <a:pt x="36" y="342"/>
                      </a:lnTo>
                      <a:lnTo>
                        <a:pt x="42" y="354"/>
                      </a:lnTo>
                      <a:lnTo>
                        <a:pt x="48" y="360"/>
                      </a:lnTo>
                      <a:lnTo>
                        <a:pt x="60" y="366"/>
                      </a:lnTo>
                      <a:lnTo>
                        <a:pt x="66" y="366"/>
                      </a:lnTo>
                      <a:lnTo>
                        <a:pt x="72" y="360"/>
                      </a:lnTo>
                      <a:lnTo>
                        <a:pt x="78" y="360"/>
                      </a:lnTo>
                      <a:lnTo>
                        <a:pt x="90" y="348"/>
                      </a:lnTo>
                      <a:lnTo>
                        <a:pt x="126" y="348"/>
                      </a:lnTo>
                      <a:lnTo>
                        <a:pt x="156" y="324"/>
                      </a:lnTo>
                      <a:lnTo>
                        <a:pt x="294" y="330"/>
                      </a:lnTo>
                      <a:lnTo>
                        <a:pt x="294" y="336"/>
                      </a:lnTo>
                      <a:lnTo>
                        <a:pt x="300" y="348"/>
                      </a:lnTo>
                      <a:lnTo>
                        <a:pt x="318" y="348"/>
                      </a:lnTo>
                      <a:lnTo>
                        <a:pt x="324" y="342"/>
                      </a:lnTo>
                      <a:lnTo>
                        <a:pt x="330" y="348"/>
                      </a:lnTo>
                      <a:lnTo>
                        <a:pt x="336" y="360"/>
                      </a:lnTo>
                      <a:lnTo>
                        <a:pt x="342" y="366"/>
                      </a:lnTo>
                      <a:lnTo>
                        <a:pt x="354" y="366"/>
                      </a:lnTo>
                      <a:lnTo>
                        <a:pt x="366" y="360"/>
                      </a:lnTo>
                      <a:lnTo>
                        <a:pt x="372" y="354"/>
                      </a:lnTo>
                      <a:lnTo>
                        <a:pt x="414" y="354"/>
                      </a:lnTo>
                      <a:lnTo>
                        <a:pt x="414" y="288"/>
                      </a:lnTo>
                      <a:lnTo>
                        <a:pt x="408" y="276"/>
                      </a:lnTo>
                      <a:lnTo>
                        <a:pt x="402" y="270"/>
                      </a:lnTo>
                      <a:close/>
                    </a:path>
                  </a:pathLst>
                </a:custGeom>
                <a:solidFill>
                  <a:srgbClr val="A29C97"/>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10" name="Saudi Arabia" descr="© INSCALE GmbH, 05.05.2010&#10;http://www.presentationload.com/">
                  <a:extLst>
                    <a:ext uri="{FF2B5EF4-FFF2-40B4-BE49-F238E27FC236}">
                      <a16:creationId xmlns:a16="http://schemas.microsoft.com/office/drawing/2014/main" id="{59A50970-31A4-49D3-93C8-A2EA4AB33C11}"/>
                    </a:ext>
                  </a:extLst>
                </p:cNvPr>
                <p:cNvSpPr>
                  <a:spLocks/>
                </p:cNvSpPr>
                <p:nvPr/>
              </p:nvSpPr>
              <p:spPr bwMode="gray">
                <a:xfrm>
                  <a:off x="6697791" y="2706919"/>
                  <a:ext cx="671252" cy="575864"/>
                </a:xfrm>
                <a:custGeom>
                  <a:avLst/>
                  <a:gdLst>
                    <a:gd name="T0" fmla="*/ 2147483647 w 1488"/>
                    <a:gd name="T1" fmla="*/ 2147483647 h 1278"/>
                    <a:gd name="T2" fmla="*/ 2147483647 w 1488"/>
                    <a:gd name="T3" fmla="*/ 2147483647 h 1278"/>
                    <a:gd name="T4" fmla="*/ 2147483647 w 1488"/>
                    <a:gd name="T5" fmla="*/ 2147483647 h 1278"/>
                    <a:gd name="T6" fmla="*/ 2147483647 w 1488"/>
                    <a:gd name="T7" fmla="*/ 2147483647 h 1278"/>
                    <a:gd name="T8" fmla="*/ 2147483647 w 1488"/>
                    <a:gd name="T9" fmla="*/ 2147483647 h 1278"/>
                    <a:gd name="T10" fmla="*/ 2147483647 w 1488"/>
                    <a:gd name="T11" fmla="*/ 2147483647 h 1278"/>
                    <a:gd name="T12" fmla="*/ 2147483647 w 1488"/>
                    <a:gd name="T13" fmla="*/ 2147483647 h 1278"/>
                    <a:gd name="T14" fmla="*/ 2147483647 w 1488"/>
                    <a:gd name="T15" fmla="*/ 2147483647 h 1278"/>
                    <a:gd name="T16" fmla="*/ 2147483647 w 1488"/>
                    <a:gd name="T17" fmla="*/ 2147483647 h 1278"/>
                    <a:gd name="T18" fmla="*/ 2147483647 w 1488"/>
                    <a:gd name="T19" fmla="*/ 2147483647 h 1278"/>
                    <a:gd name="T20" fmla="*/ 2147483647 w 1488"/>
                    <a:gd name="T21" fmla="*/ 2147483647 h 1278"/>
                    <a:gd name="T22" fmla="*/ 2147483647 w 1488"/>
                    <a:gd name="T23" fmla="*/ 2147483647 h 1278"/>
                    <a:gd name="T24" fmla="*/ 2147483647 w 1488"/>
                    <a:gd name="T25" fmla="*/ 2147483647 h 1278"/>
                    <a:gd name="T26" fmla="*/ 2147483647 w 1488"/>
                    <a:gd name="T27" fmla="*/ 2147483647 h 1278"/>
                    <a:gd name="T28" fmla="*/ 2147483647 w 1488"/>
                    <a:gd name="T29" fmla="*/ 2147483647 h 1278"/>
                    <a:gd name="T30" fmla="*/ 2147483647 w 1488"/>
                    <a:gd name="T31" fmla="*/ 2147483647 h 1278"/>
                    <a:gd name="T32" fmla="*/ 2147483647 w 1488"/>
                    <a:gd name="T33" fmla="*/ 2147483647 h 1278"/>
                    <a:gd name="T34" fmla="*/ 2147483647 w 1488"/>
                    <a:gd name="T35" fmla="*/ 2147483647 h 1278"/>
                    <a:gd name="T36" fmla="*/ 2147483647 w 1488"/>
                    <a:gd name="T37" fmla="*/ 2147483647 h 1278"/>
                    <a:gd name="T38" fmla="*/ 2147483647 w 1488"/>
                    <a:gd name="T39" fmla="*/ 0 h 1278"/>
                    <a:gd name="T40" fmla="*/ 2147483647 w 1488"/>
                    <a:gd name="T41" fmla="*/ 2147483647 h 1278"/>
                    <a:gd name="T42" fmla="*/ 2147483647 w 1488"/>
                    <a:gd name="T43" fmla="*/ 2147483647 h 1278"/>
                    <a:gd name="T44" fmla="*/ 2147483647 w 1488"/>
                    <a:gd name="T45" fmla="*/ 2147483647 h 1278"/>
                    <a:gd name="T46" fmla="*/ 2147483647 w 1488"/>
                    <a:gd name="T47" fmla="*/ 2147483647 h 1278"/>
                    <a:gd name="T48" fmla="*/ 2147483647 w 1488"/>
                    <a:gd name="T49" fmla="*/ 2147483647 h 1278"/>
                    <a:gd name="T50" fmla="*/ 2147483647 w 1488"/>
                    <a:gd name="T51" fmla="*/ 2147483647 h 1278"/>
                    <a:gd name="T52" fmla="*/ 2147483647 w 1488"/>
                    <a:gd name="T53" fmla="*/ 2147483647 h 1278"/>
                    <a:gd name="T54" fmla="*/ 2147483647 w 1488"/>
                    <a:gd name="T55" fmla="*/ 2147483647 h 1278"/>
                    <a:gd name="T56" fmla="*/ 2147483647 w 1488"/>
                    <a:gd name="T57" fmla="*/ 2147483647 h 1278"/>
                    <a:gd name="T58" fmla="*/ 2147483647 w 1488"/>
                    <a:gd name="T59" fmla="*/ 2147483647 h 1278"/>
                    <a:gd name="T60" fmla="*/ 2147483647 w 1488"/>
                    <a:gd name="T61" fmla="*/ 2147483647 h 1278"/>
                    <a:gd name="T62" fmla="*/ 0 w 1488"/>
                    <a:gd name="T63" fmla="*/ 2147483647 h 1278"/>
                    <a:gd name="T64" fmla="*/ 2147483647 w 1488"/>
                    <a:gd name="T65" fmla="*/ 2147483647 h 1278"/>
                    <a:gd name="T66" fmla="*/ 2147483647 w 1488"/>
                    <a:gd name="T67" fmla="*/ 2147483647 h 1278"/>
                    <a:gd name="T68" fmla="*/ 2147483647 w 1488"/>
                    <a:gd name="T69" fmla="*/ 2147483647 h 1278"/>
                    <a:gd name="T70" fmla="*/ 2147483647 w 1488"/>
                    <a:gd name="T71" fmla="*/ 2147483647 h 1278"/>
                    <a:gd name="T72" fmla="*/ 2147483647 w 1488"/>
                    <a:gd name="T73" fmla="*/ 2147483647 h 1278"/>
                    <a:gd name="T74" fmla="*/ 2147483647 w 1488"/>
                    <a:gd name="T75" fmla="*/ 2147483647 h 1278"/>
                    <a:gd name="T76" fmla="*/ 2147483647 w 1488"/>
                    <a:gd name="T77" fmla="*/ 2147483647 h 1278"/>
                    <a:gd name="T78" fmla="*/ 2147483647 w 1488"/>
                    <a:gd name="T79" fmla="*/ 2147483647 h 1278"/>
                    <a:gd name="T80" fmla="*/ 2147483647 w 1488"/>
                    <a:gd name="T81" fmla="*/ 2147483647 h 1278"/>
                    <a:gd name="T82" fmla="*/ 2147483647 w 1488"/>
                    <a:gd name="T83" fmla="*/ 2147483647 h 1278"/>
                    <a:gd name="T84" fmla="*/ 2147483647 w 1488"/>
                    <a:gd name="T85" fmla="*/ 2147483647 h 1278"/>
                    <a:gd name="T86" fmla="*/ 2147483647 w 1488"/>
                    <a:gd name="T87" fmla="*/ 2147483647 h 1278"/>
                    <a:gd name="T88" fmla="*/ 2147483647 w 1488"/>
                    <a:gd name="T89" fmla="*/ 2147483647 h 1278"/>
                    <a:gd name="T90" fmla="*/ 2147483647 w 1488"/>
                    <a:gd name="T91" fmla="*/ 2147483647 h 1278"/>
                    <a:gd name="T92" fmla="*/ 2147483647 w 1488"/>
                    <a:gd name="T93" fmla="*/ 2147483647 h 1278"/>
                    <a:gd name="T94" fmla="*/ 2147483647 w 1488"/>
                    <a:gd name="T95" fmla="*/ 2147483647 h 1278"/>
                    <a:gd name="T96" fmla="*/ 2147483647 w 1488"/>
                    <a:gd name="T97" fmla="*/ 2147483647 h 1278"/>
                    <a:gd name="T98" fmla="*/ 2147483647 w 1488"/>
                    <a:gd name="T99" fmla="*/ 2147483647 h 1278"/>
                    <a:gd name="T100" fmla="*/ 2147483647 w 1488"/>
                    <a:gd name="T101" fmla="*/ 2147483647 h 1278"/>
                    <a:gd name="T102" fmla="*/ 2147483647 w 1488"/>
                    <a:gd name="T103" fmla="*/ 2147483647 h 1278"/>
                    <a:gd name="T104" fmla="*/ 2147483647 w 1488"/>
                    <a:gd name="T105" fmla="*/ 2147483647 h 1278"/>
                    <a:gd name="T106" fmla="*/ 2147483647 w 1488"/>
                    <a:gd name="T107" fmla="*/ 2147483647 h 1278"/>
                    <a:gd name="T108" fmla="*/ 2147483647 w 1488"/>
                    <a:gd name="T109" fmla="*/ 2147483647 h 1278"/>
                    <a:gd name="T110" fmla="*/ 2147483647 w 1488"/>
                    <a:gd name="T111" fmla="*/ 2147483647 h 1278"/>
                    <a:gd name="T112" fmla="*/ 2147483647 w 1488"/>
                    <a:gd name="T113" fmla="*/ 2147483647 h 1278"/>
                    <a:gd name="T114" fmla="*/ 2147483647 w 1488"/>
                    <a:gd name="T115" fmla="*/ 2147483647 h 1278"/>
                    <a:gd name="T116" fmla="*/ 2147483647 w 1488"/>
                    <a:gd name="T117" fmla="*/ 2147483647 h 1278"/>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488"/>
                    <a:gd name="T178" fmla="*/ 0 h 1278"/>
                    <a:gd name="T179" fmla="*/ 1488 w 1488"/>
                    <a:gd name="T180" fmla="*/ 1278 h 1278"/>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488" h="1278">
                      <a:moveTo>
                        <a:pt x="1464" y="792"/>
                      </a:moveTo>
                      <a:lnTo>
                        <a:pt x="1464" y="780"/>
                      </a:lnTo>
                      <a:lnTo>
                        <a:pt x="1458" y="774"/>
                      </a:lnTo>
                      <a:lnTo>
                        <a:pt x="1416" y="768"/>
                      </a:lnTo>
                      <a:lnTo>
                        <a:pt x="1320" y="756"/>
                      </a:lnTo>
                      <a:lnTo>
                        <a:pt x="1284" y="750"/>
                      </a:lnTo>
                      <a:lnTo>
                        <a:pt x="1266" y="750"/>
                      </a:lnTo>
                      <a:lnTo>
                        <a:pt x="1260" y="738"/>
                      </a:lnTo>
                      <a:lnTo>
                        <a:pt x="1248" y="732"/>
                      </a:lnTo>
                      <a:lnTo>
                        <a:pt x="1242" y="720"/>
                      </a:lnTo>
                      <a:lnTo>
                        <a:pt x="1218" y="696"/>
                      </a:lnTo>
                      <a:lnTo>
                        <a:pt x="1206" y="672"/>
                      </a:lnTo>
                      <a:lnTo>
                        <a:pt x="1188" y="654"/>
                      </a:lnTo>
                      <a:lnTo>
                        <a:pt x="1188" y="642"/>
                      </a:lnTo>
                      <a:lnTo>
                        <a:pt x="1182" y="636"/>
                      </a:lnTo>
                      <a:lnTo>
                        <a:pt x="1182" y="618"/>
                      </a:lnTo>
                      <a:lnTo>
                        <a:pt x="1176" y="624"/>
                      </a:lnTo>
                      <a:lnTo>
                        <a:pt x="1164" y="612"/>
                      </a:lnTo>
                      <a:lnTo>
                        <a:pt x="1146" y="612"/>
                      </a:lnTo>
                      <a:lnTo>
                        <a:pt x="1140" y="600"/>
                      </a:lnTo>
                      <a:lnTo>
                        <a:pt x="1134" y="594"/>
                      </a:lnTo>
                      <a:lnTo>
                        <a:pt x="1128" y="582"/>
                      </a:lnTo>
                      <a:lnTo>
                        <a:pt x="1122" y="564"/>
                      </a:lnTo>
                      <a:lnTo>
                        <a:pt x="1116" y="552"/>
                      </a:lnTo>
                      <a:lnTo>
                        <a:pt x="1116" y="540"/>
                      </a:lnTo>
                      <a:lnTo>
                        <a:pt x="1110" y="534"/>
                      </a:lnTo>
                      <a:lnTo>
                        <a:pt x="1098" y="528"/>
                      </a:lnTo>
                      <a:lnTo>
                        <a:pt x="1086" y="516"/>
                      </a:lnTo>
                      <a:lnTo>
                        <a:pt x="1074" y="510"/>
                      </a:lnTo>
                      <a:lnTo>
                        <a:pt x="1068" y="498"/>
                      </a:lnTo>
                      <a:lnTo>
                        <a:pt x="1068" y="462"/>
                      </a:lnTo>
                      <a:lnTo>
                        <a:pt x="1062" y="450"/>
                      </a:lnTo>
                      <a:lnTo>
                        <a:pt x="1062" y="438"/>
                      </a:lnTo>
                      <a:lnTo>
                        <a:pt x="1050" y="426"/>
                      </a:lnTo>
                      <a:lnTo>
                        <a:pt x="1002" y="402"/>
                      </a:lnTo>
                      <a:lnTo>
                        <a:pt x="996" y="396"/>
                      </a:lnTo>
                      <a:lnTo>
                        <a:pt x="990" y="384"/>
                      </a:lnTo>
                      <a:lnTo>
                        <a:pt x="990" y="360"/>
                      </a:lnTo>
                      <a:lnTo>
                        <a:pt x="972" y="342"/>
                      </a:lnTo>
                      <a:lnTo>
                        <a:pt x="966" y="330"/>
                      </a:lnTo>
                      <a:lnTo>
                        <a:pt x="960" y="324"/>
                      </a:lnTo>
                      <a:lnTo>
                        <a:pt x="960" y="300"/>
                      </a:lnTo>
                      <a:lnTo>
                        <a:pt x="954" y="300"/>
                      </a:lnTo>
                      <a:lnTo>
                        <a:pt x="948" y="294"/>
                      </a:lnTo>
                      <a:lnTo>
                        <a:pt x="882" y="294"/>
                      </a:lnTo>
                      <a:lnTo>
                        <a:pt x="876" y="288"/>
                      </a:lnTo>
                      <a:lnTo>
                        <a:pt x="876" y="252"/>
                      </a:lnTo>
                      <a:lnTo>
                        <a:pt x="852" y="246"/>
                      </a:lnTo>
                      <a:lnTo>
                        <a:pt x="804" y="246"/>
                      </a:lnTo>
                      <a:lnTo>
                        <a:pt x="750" y="240"/>
                      </a:lnTo>
                      <a:lnTo>
                        <a:pt x="684" y="240"/>
                      </a:lnTo>
                      <a:lnTo>
                        <a:pt x="492" y="96"/>
                      </a:lnTo>
                      <a:lnTo>
                        <a:pt x="480" y="90"/>
                      </a:lnTo>
                      <a:lnTo>
                        <a:pt x="474" y="84"/>
                      </a:lnTo>
                      <a:lnTo>
                        <a:pt x="426" y="60"/>
                      </a:lnTo>
                      <a:lnTo>
                        <a:pt x="414" y="48"/>
                      </a:lnTo>
                      <a:lnTo>
                        <a:pt x="402" y="42"/>
                      </a:lnTo>
                      <a:lnTo>
                        <a:pt x="372" y="12"/>
                      </a:lnTo>
                      <a:lnTo>
                        <a:pt x="306" y="12"/>
                      </a:lnTo>
                      <a:lnTo>
                        <a:pt x="294" y="0"/>
                      </a:lnTo>
                      <a:lnTo>
                        <a:pt x="288" y="6"/>
                      </a:lnTo>
                      <a:lnTo>
                        <a:pt x="276" y="12"/>
                      </a:lnTo>
                      <a:lnTo>
                        <a:pt x="270" y="12"/>
                      </a:lnTo>
                      <a:lnTo>
                        <a:pt x="264" y="18"/>
                      </a:lnTo>
                      <a:lnTo>
                        <a:pt x="252" y="24"/>
                      </a:lnTo>
                      <a:lnTo>
                        <a:pt x="210" y="24"/>
                      </a:lnTo>
                      <a:lnTo>
                        <a:pt x="198" y="48"/>
                      </a:lnTo>
                      <a:lnTo>
                        <a:pt x="132" y="48"/>
                      </a:lnTo>
                      <a:lnTo>
                        <a:pt x="120" y="54"/>
                      </a:lnTo>
                      <a:lnTo>
                        <a:pt x="108" y="54"/>
                      </a:lnTo>
                      <a:lnTo>
                        <a:pt x="108" y="60"/>
                      </a:lnTo>
                      <a:lnTo>
                        <a:pt x="132" y="60"/>
                      </a:lnTo>
                      <a:lnTo>
                        <a:pt x="144" y="66"/>
                      </a:lnTo>
                      <a:lnTo>
                        <a:pt x="156" y="66"/>
                      </a:lnTo>
                      <a:lnTo>
                        <a:pt x="180" y="90"/>
                      </a:lnTo>
                      <a:lnTo>
                        <a:pt x="192" y="114"/>
                      </a:lnTo>
                      <a:lnTo>
                        <a:pt x="198" y="120"/>
                      </a:lnTo>
                      <a:lnTo>
                        <a:pt x="198" y="132"/>
                      </a:lnTo>
                      <a:lnTo>
                        <a:pt x="192" y="138"/>
                      </a:lnTo>
                      <a:lnTo>
                        <a:pt x="192" y="150"/>
                      </a:lnTo>
                      <a:lnTo>
                        <a:pt x="186" y="156"/>
                      </a:lnTo>
                      <a:lnTo>
                        <a:pt x="180" y="168"/>
                      </a:lnTo>
                      <a:lnTo>
                        <a:pt x="174" y="174"/>
                      </a:lnTo>
                      <a:lnTo>
                        <a:pt x="162" y="180"/>
                      </a:lnTo>
                      <a:lnTo>
                        <a:pt x="150" y="180"/>
                      </a:lnTo>
                      <a:lnTo>
                        <a:pt x="138" y="186"/>
                      </a:lnTo>
                      <a:lnTo>
                        <a:pt x="132" y="186"/>
                      </a:lnTo>
                      <a:lnTo>
                        <a:pt x="120" y="198"/>
                      </a:lnTo>
                      <a:lnTo>
                        <a:pt x="120" y="210"/>
                      </a:lnTo>
                      <a:lnTo>
                        <a:pt x="108" y="234"/>
                      </a:lnTo>
                      <a:lnTo>
                        <a:pt x="96" y="246"/>
                      </a:lnTo>
                      <a:lnTo>
                        <a:pt x="60" y="246"/>
                      </a:lnTo>
                      <a:lnTo>
                        <a:pt x="36" y="234"/>
                      </a:lnTo>
                      <a:lnTo>
                        <a:pt x="6" y="234"/>
                      </a:lnTo>
                      <a:lnTo>
                        <a:pt x="6" y="264"/>
                      </a:lnTo>
                      <a:lnTo>
                        <a:pt x="0" y="306"/>
                      </a:lnTo>
                      <a:lnTo>
                        <a:pt x="0" y="348"/>
                      </a:lnTo>
                      <a:lnTo>
                        <a:pt x="6" y="372"/>
                      </a:lnTo>
                      <a:lnTo>
                        <a:pt x="24" y="378"/>
                      </a:lnTo>
                      <a:lnTo>
                        <a:pt x="36" y="390"/>
                      </a:lnTo>
                      <a:lnTo>
                        <a:pt x="54" y="390"/>
                      </a:lnTo>
                      <a:lnTo>
                        <a:pt x="72" y="408"/>
                      </a:lnTo>
                      <a:lnTo>
                        <a:pt x="90" y="438"/>
                      </a:lnTo>
                      <a:lnTo>
                        <a:pt x="102" y="474"/>
                      </a:lnTo>
                      <a:lnTo>
                        <a:pt x="120" y="504"/>
                      </a:lnTo>
                      <a:lnTo>
                        <a:pt x="132" y="516"/>
                      </a:lnTo>
                      <a:lnTo>
                        <a:pt x="150" y="528"/>
                      </a:lnTo>
                      <a:lnTo>
                        <a:pt x="162" y="540"/>
                      </a:lnTo>
                      <a:lnTo>
                        <a:pt x="174" y="558"/>
                      </a:lnTo>
                      <a:lnTo>
                        <a:pt x="180" y="570"/>
                      </a:lnTo>
                      <a:lnTo>
                        <a:pt x="186" y="594"/>
                      </a:lnTo>
                      <a:lnTo>
                        <a:pt x="192" y="612"/>
                      </a:lnTo>
                      <a:lnTo>
                        <a:pt x="198" y="636"/>
                      </a:lnTo>
                      <a:lnTo>
                        <a:pt x="210" y="648"/>
                      </a:lnTo>
                      <a:lnTo>
                        <a:pt x="234" y="660"/>
                      </a:lnTo>
                      <a:lnTo>
                        <a:pt x="264" y="660"/>
                      </a:lnTo>
                      <a:lnTo>
                        <a:pt x="282" y="666"/>
                      </a:lnTo>
                      <a:lnTo>
                        <a:pt x="294" y="678"/>
                      </a:lnTo>
                      <a:lnTo>
                        <a:pt x="312" y="708"/>
                      </a:lnTo>
                      <a:lnTo>
                        <a:pt x="330" y="756"/>
                      </a:lnTo>
                      <a:lnTo>
                        <a:pt x="336" y="804"/>
                      </a:lnTo>
                      <a:lnTo>
                        <a:pt x="342" y="840"/>
                      </a:lnTo>
                      <a:lnTo>
                        <a:pt x="348" y="870"/>
                      </a:lnTo>
                      <a:lnTo>
                        <a:pt x="366" y="906"/>
                      </a:lnTo>
                      <a:lnTo>
                        <a:pt x="384" y="924"/>
                      </a:lnTo>
                      <a:lnTo>
                        <a:pt x="390" y="936"/>
                      </a:lnTo>
                      <a:lnTo>
                        <a:pt x="414" y="936"/>
                      </a:lnTo>
                      <a:lnTo>
                        <a:pt x="438" y="948"/>
                      </a:lnTo>
                      <a:lnTo>
                        <a:pt x="456" y="972"/>
                      </a:lnTo>
                      <a:lnTo>
                        <a:pt x="480" y="1008"/>
                      </a:lnTo>
                      <a:lnTo>
                        <a:pt x="504" y="1056"/>
                      </a:lnTo>
                      <a:lnTo>
                        <a:pt x="552" y="1128"/>
                      </a:lnTo>
                      <a:lnTo>
                        <a:pt x="582" y="1170"/>
                      </a:lnTo>
                      <a:lnTo>
                        <a:pt x="606" y="1206"/>
                      </a:lnTo>
                      <a:lnTo>
                        <a:pt x="618" y="1236"/>
                      </a:lnTo>
                      <a:lnTo>
                        <a:pt x="618" y="1266"/>
                      </a:lnTo>
                      <a:lnTo>
                        <a:pt x="612" y="1278"/>
                      </a:lnTo>
                      <a:lnTo>
                        <a:pt x="624" y="1266"/>
                      </a:lnTo>
                      <a:lnTo>
                        <a:pt x="630" y="1254"/>
                      </a:lnTo>
                      <a:lnTo>
                        <a:pt x="636" y="1248"/>
                      </a:lnTo>
                      <a:lnTo>
                        <a:pt x="636" y="1200"/>
                      </a:lnTo>
                      <a:lnTo>
                        <a:pt x="642" y="1188"/>
                      </a:lnTo>
                      <a:lnTo>
                        <a:pt x="648" y="1182"/>
                      </a:lnTo>
                      <a:lnTo>
                        <a:pt x="654" y="1182"/>
                      </a:lnTo>
                      <a:lnTo>
                        <a:pt x="672" y="1200"/>
                      </a:lnTo>
                      <a:lnTo>
                        <a:pt x="696" y="1194"/>
                      </a:lnTo>
                      <a:lnTo>
                        <a:pt x="702" y="1188"/>
                      </a:lnTo>
                      <a:lnTo>
                        <a:pt x="792" y="1188"/>
                      </a:lnTo>
                      <a:lnTo>
                        <a:pt x="804" y="1194"/>
                      </a:lnTo>
                      <a:lnTo>
                        <a:pt x="810" y="1200"/>
                      </a:lnTo>
                      <a:lnTo>
                        <a:pt x="888" y="1200"/>
                      </a:lnTo>
                      <a:lnTo>
                        <a:pt x="894" y="1206"/>
                      </a:lnTo>
                      <a:lnTo>
                        <a:pt x="900" y="1218"/>
                      </a:lnTo>
                      <a:lnTo>
                        <a:pt x="912" y="1224"/>
                      </a:lnTo>
                      <a:lnTo>
                        <a:pt x="924" y="1224"/>
                      </a:lnTo>
                      <a:lnTo>
                        <a:pt x="930" y="1212"/>
                      </a:lnTo>
                      <a:lnTo>
                        <a:pt x="936" y="1206"/>
                      </a:lnTo>
                      <a:lnTo>
                        <a:pt x="936" y="1188"/>
                      </a:lnTo>
                      <a:lnTo>
                        <a:pt x="942" y="1176"/>
                      </a:lnTo>
                      <a:lnTo>
                        <a:pt x="948" y="1170"/>
                      </a:lnTo>
                      <a:lnTo>
                        <a:pt x="954" y="1158"/>
                      </a:lnTo>
                      <a:lnTo>
                        <a:pt x="966" y="1146"/>
                      </a:lnTo>
                      <a:lnTo>
                        <a:pt x="972" y="1134"/>
                      </a:lnTo>
                      <a:lnTo>
                        <a:pt x="990" y="1116"/>
                      </a:lnTo>
                      <a:lnTo>
                        <a:pt x="1020" y="1098"/>
                      </a:lnTo>
                      <a:lnTo>
                        <a:pt x="1050" y="1092"/>
                      </a:lnTo>
                      <a:lnTo>
                        <a:pt x="1068" y="1086"/>
                      </a:lnTo>
                      <a:lnTo>
                        <a:pt x="1092" y="1086"/>
                      </a:lnTo>
                      <a:lnTo>
                        <a:pt x="1140" y="1080"/>
                      </a:lnTo>
                      <a:lnTo>
                        <a:pt x="1188" y="1068"/>
                      </a:lnTo>
                      <a:lnTo>
                        <a:pt x="1230" y="1062"/>
                      </a:lnTo>
                      <a:lnTo>
                        <a:pt x="1248" y="1062"/>
                      </a:lnTo>
                      <a:lnTo>
                        <a:pt x="1452" y="990"/>
                      </a:lnTo>
                      <a:lnTo>
                        <a:pt x="1488" y="816"/>
                      </a:lnTo>
                      <a:lnTo>
                        <a:pt x="1482" y="810"/>
                      </a:lnTo>
                      <a:lnTo>
                        <a:pt x="1470" y="804"/>
                      </a:lnTo>
                      <a:lnTo>
                        <a:pt x="1464" y="798"/>
                      </a:lnTo>
                      <a:lnTo>
                        <a:pt x="1464" y="792"/>
                      </a:lnTo>
                      <a:close/>
                    </a:path>
                  </a:pathLst>
                </a:custGeom>
                <a:solidFill>
                  <a:srgbClr val="572772"/>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11" name="Rwanda" descr="© INSCALE GmbH, 05.05.2010&#10;http://www.presentationload.com/">
                  <a:extLst>
                    <a:ext uri="{FF2B5EF4-FFF2-40B4-BE49-F238E27FC236}">
                      <a16:creationId xmlns:a16="http://schemas.microsoft.com/office/drawing/2014/main" id="{C891F4ED-BCC4-4CE9-8F9C-2D5FEE6ADFBC}"/>
                    </a:ext>
                  </a:extLst>
                </p:cNvPr>
                <p:cNvSpPr>
                  <a:spLocks/>
                </p:cNvSpPr>
                <p:nvPr/>
              </p:nvSpPr>
              <p:spPr bwMode="gray">
                <a:xfrm>
                  <a:off x="6535277" y="3915176"/>
                  <a:ext cx="67125" cy="67125"/>
                </a:xfrm>
                <a:custGeom>
                  <a:avLst/>
                  <a:gdLst>
                    <a:gd name="T0" fmla="*/ 2147483647 w 150"/>
                    <a:gd name="T1" fmla="*/ 2147483647 h 150"/>
                    <a:gd name="T2" fmla="*/ 2147483647 w 150"/>
                    <a:gd name="T3" fmla="*/ 2147483647 h 150"/>
                    <a:gd name="T4" fmla="*/ 2147483647 w 150"/>
                    <a:gd name="T5" fmla="*/ 2147483647 h 150"/>
                    <a:gd name="T6" fmla="*/ 2147483647 w 150"/>
                    <a:gd name="T7" fmla="*/ 2147483647 h 150"/>
                    <a:gd name="T8" fmla="*/ 2147483647 w 150"/>
                    <a:gd name="T9" fmla="*/ 2147483647 h 150"/>
                    <a:gd name="T10" fmla="*/ 2147483647 w 150"/>
                    <a:gd name="T11" fmla="*/ 2147483647 h 150"/>
                    <a:gd name="T12" fmla="*/ 2147483647 w 150"/>
                    <a:gd name="T13" fmla="*/ 2147483647 h 150"/>
                    <a:gd name="T14" fmla="*/ 2147483647 w 150"/>
                    <a:gd name="T15" fmla="*/ 2147483647 h 150"/>
                    <a:gd name="T16" fmla="*/ 2147483647 w 150"/>
                    <a:gd name="T17" fmla="*/ 2147483647 h 150"/>
                    <a:gd name="T18" fmla="*/ 2147483647 w 150"/>
                    <a:gd name="T19" fmla="*/ 2147483647 h 150"/>
                    <a:gd name="T20" fmla="*/ 2147483647 w 150"/>
                    <a:gd name="T21" fmla="*/ 2147483647 h 150"/>
                    <a:gd name="T22" fmla="*/ 2147483647 w 150"/>
                    <a:gd name="T23" fmla="*/ 2147483647 h 150"/>
                    <a:gd name="T24" fmla="*/ 2147483647 w 150"/>
                    <a:gd name="T25" fmla="*/ 2147483647 h 150"/>
                    <a:gd name="T26" fmla="*/ 2147483647 w 150"/>
                    <a:gd name="T27" fmla="*/ 0 h 150"/>
                    <a:gd name="T28" fmla="*/ 2147483647 w 150"/>
                    <a:gd name="T29" fmla="*/ 2147483647 h 150"/>
                    <a:gd name="T30" fmla="*/ 2147483647 w 150"/>
                    <a:gd name="T31" fmla="*/ 2147483647 h 150"/>
                    <a:gd name="T32" fmla="*/ 2147483647 w 150"/>
                    <a:gd name="T33" fmla="*/ 2147483647 h 150"/>
                    <a:gd name="T34" fmla="*/ 2147483647 w 150"/>
                    <a:gd name="T35" fmla="*/ 2147483647 h 150"/>
                    <a:gd name="T36" fmla="*/ 2147483647 w 150"/>
                    <a:gd name="T37" fmla="*/ 2147483647 h 150"/>
                    <a:gd name="T38" fmla="*/ 2147483647 w 150"/>
                    <a:gd name="T39" fmla="*/ 2147483647 h 150"/>
                    <a:gd name="T40" fmla="*/ 2147483647 w 150"/>
                    <a:gd name="T41" fmla="*/ 2147483647 h 150"/>
                    <a:gd name="T42" fmla="*/ 2147483647 w 150"/>
                    <a:gd name="T43" fmla="*/ 2147483647 h 150"/>
                    <a:gd name="T44" fmla="*/ 2147483647 w 150"/>
                    <a:gd name="T45" fmla="*/ 2147483647 h 150"/>
                    <a:gd name="T46" fmla="*/ 2147483647 w 150"/>
                    <a:gd name="T47" fmla="*/ 2147483647 h 150"/>
                    <a:gd name="T48" fmla="*/ 2147483647 w 150"/>
                    <a:gd name="T49" fmla="*/ 2147483647 h 150"/>
                    <a:gd name="T50" fmla="*/ 2147483647 w 150"/>
                    <a:gd name="T51" fmla="*/ 2147483647 h 150"/>
                    <a:gd name="T52" fmla="*/ 2147483647 w 150"/>
                    <a:gd name="T53" fmla="*/ 2147483647 h 150"/>
                    <a:gd name="T54" fmla="*/ 2147483647 w 150"/>
                    <a:gd name="T55" fmla="*/ 2147483647 h 150"/>
                    <a:gd name="T56" fmla="*/ 2147483647 w 150"/>
                    <a:gd name="T57" fmla="*/ 2147483647 h 150"/>
                    <a:gd name="T58" fmla="*/ 2147483647 w 150"/>
                    <a:gd name="T59" fmla="*/ 2147483647 h 150"/>
                    <a:gd name="T60" fmla="*/ 0 w 150"/>
                    <a:gd name="T61" fmla="*/ 2147483647 h 150"/>
                    <a:gd name="T62" fmla="*/ 0 w 150"/>
                    <a:gd name="T63" fmla="*/ 2147483647 h 150"/>
                    <a:gd name="T64" fmla="*/ 2147483647 w 150"/>
                    <a:gd name="T65" fmla="*/ 2147483647 h 150"/>
                    <a:gd name="T66" fmla="*/ 2147483647 w 150"/>
                    <a:gd name="T67" fmla="*/ 2147483647 h 150"/>
                    <a:gd name="T68" fmla="*/ 2147483647 w 150"/>
                    <a:gd name="T69" fmla="*/ 2147483647 h 150"/>
                    <a:gd name="T70" fmla="*/ 2147483647 w 150"/>
                    <a:gd name="T71" fmla="*/ 2147483647 h 150"/>
                    <a:gd name="T72" fmla="*/ 2147483647 w 150"/>
                    <a:gd name="T73" fmla="*/ 2147483647 h 150"/>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50"/>
                    <a:gd name="T112" fmla="*/ 0 h 150"/>
                    <a:gd name="T113" fmla="*/ 150 w 150"/>
                    <a:gd name="T114" fmla="*/ 150 h 150"/>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50" h="150">
                      <a:moveTo>
                        <a:pt x="48" y="150"/>
                      </a:moveTo>
                      <a:lnTo>
                        <a:pt x="54" y="150"/>
                      </a:lnTo>
                      <a:lnTo>
                        <a:pt x="60" y="144"/>
                      </a:lnTo>
                      <a:lnTo>
                        <a:pt x="72" y="138"/>
                      </a:lnTo>
                      <a:lnTo>
                        <a:pt x="78" y="114"/>
                      </a:lnTo>
                      <a:lnTo>
                        <a:pt x="138" y="114"/>
                      </a:lnTo>
                      <a:lnTo>
                        <a:pt x="150" y="102"/>
                      </a:lnTo>
                      <a:lnTo>
                        <a:pt x="150" y="72"/>
                      </a:lnTo>
                      <a:lnTo>
                        <a:pt x="144" y="66"/>
                      </a:lnTo>
                      <a:lnTo>
                        <a:pt x="144" y="48"/>
                      </a:lnTo>
                      <a:lnTo>
                        <a:pt x="138" y="42"/>
                      </a:lnTo>
                      <a:lnTo>
                        <a:pt x="132" y="30"/>
                      </a:lnTo>
                      <a:lnTo>
                        <a:pt x="126" y="24"/>
                      </a:lnTo>
                      <a:lnTo>
                        <a:pt x="132" y="0"/>
                      </a:lnTo>
                      <a:lnTo>
                        <a:pt x="108" y="6"/>
                      </a:lnTo>
                      <a:lnTo>
                        <a:pt x="108" y="12"/>
                      </a:lnTo>
                      <a:lnTo>
                        <a:pt x="102" y="18"/>
                      </a:lnTo>
                      <a:lnTo>
                        <a:pt x="90" y="42"/>
                      </a:lnTo>
                      <a:lnTo>
                        <a:pt x="84" y="42"/>
                      </a:lnTo>
                      <a:lnTo>
                        <a:pt x="72" y="30"/>
                      </a:lnTo>
                      <a:lnTo>
                        <a:pt x="54" y="30"/>
                      </a:lnTo>
                      <a:lnTo>
                        <a:pt x="48" y="36"/>
                      </a:lnTo>
                      <a:lnTo>
                        <a:pt x="24" y="48"/>
                      </a:lnTo>
                      <a:lnTo>
                        <a:pt x="18" y="54"/>
                      </a:lnTo>
                      <a:lnTo>
                        <a:pt x="18" y="60"/>
                      </a:lnTo>
                      <a:lnTo>
                        <a:pt x="24" y="72"/>
                      </a:lnTo>
                      <a:lnTo>
                        <a:pt x="30" y="78"/>
                      </a:lnTo>
                      <a:lnTo>
                        <a:pt x="30" y="90"/>
                      </a:lnTo>
                      <a:lnTo>
                        <a:pt x="18" y="102"/>
                      </a:lnTo>
                      <a:lnTo>
                        <a:pt x="6" y="108"/>
                      </a:lnTo>
                      <a:lnTo>
                        <a:pt x="0" y="120"/>
                      </a:lnTo>
                      <a:lnTo>
                        <a:pt x="0" y="126"/>
                      </a:lnTo>
                      <a:lnTo>
                        <a:pt x="6" y="132"/>
                      </a:lnTo>
                      <a:lnTo>
                        <a:pt x="30" y="132"/>
                      </a:lnTo>
                      <a:lnTo>
                        <a:pt x="36" y="144"/>
                      </a:lnTo>
                      <a:lnTo>
                        <a:pt x="42" y="150"/>
                      </a:lnTo>
                      <a:lnTo>
                        <a:pt x="48" y="150"/>
                      </a:lnTo>
                      <a:close/>
                    </a:path>
                  </a:pathLst>
                </a:custGeom>
                <a:solidFill>
                  <a:srgbClr val="A29C97"/>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12" name="Russia (Urup,Simushir)" descr="© INSCALE GmbH, 05.05.2010&#10;http://www.presentationload.com/">
                  <a:extLst>
                    <a:ext uri="{FF2B5EF4-FFF2-40B4-BE49-F238E27FC236}">
                      <a16:creationId xmlns:a16="http://schemas.microsoft.com/office/drawing/2014/main" id="{690821BC-3C9F-40EF-B70D-A8573915D8C7}"/>
                    </a:ext>
                  </a:extLst>
                </p:cNvPr>
                <p:cNvSpPr>
                  <a:spLocks noEditPoints="1"/>
                </p:cNvSpPr>
                <p:nvPr/>
              </p:nvSpPr>
              <p:spPr bwMode="gray">
                <a:xfrm>
                  <a:off x="9863272" y="1745964"/>
                  <a:ext cx="136016" cy="540537"/>
                </a:xfrm>
                <a:custGeom>
                  <a:avLst/>
                  <a:gdLst>
                    <a:gd name="T0" fmla="*/ 0 w 300"/>
                    <a:gd name="T1" fmla="*/ 2147483647 h 1194"/>
                    <a:gd name="T2" fmla="*/ 2147483647 w 300"/>
                    <a:gd name="T3" fmla="*/ 2147483647 h 1194"/>
                    <a:gd name="T4" fmla="*/ 2147483647 w 300"/>
                    <a:gd name="T5" fmla="*/ 2147483647 h 1194"/>
                    <a:gd name="T6" fmla="*/ 2147483647 w 300"/>
                    <a:gd name="T7" fmla="*/ 2147483647 h 1194"/>
                    <a:gd name="T8" fmla="*/ 0 w 300"/>
                    <a:gd name="T9" fmla="*/ 2147483647 h 1194"/>
                    <a:gd name="T10" fmla="*/ 2147483647 w 300"/>
                    <a:gd name="T11" fmla="*/ 2147483647 h 1194"/>
                    <a:gd name="T12" fmla="*/ 2147483647 w 300"/>
                    <a:gd name="T13" fmla="*/ 2147483647 h 1194"/>
                    <a:gd name="T14" fmla="*/ 2147483647 w 300"/>
                    <a:gd name="T15" fmla="*/ 2147483647 h 1194"/>
                    <a:gd name="T16" fmla="*/ 2147483647 w 300"/>
                    <a:gd name="T17" fmla="*/ 2147483647 h 1194"/>
                    <a:gd name="T18" fmla="*/ 2147483647 w 300"/>
                    <a:gd name="T19" fmla="*/ 2147483647 h 1194"/>
                    <a:gd name="T20" fmla="*/ 2147483647 w 300"/>
                    <a:gd name="T21" fmla="*/ 2147483647 h 1194"/>
                    <a:gd name="T22" fmla="*/ 2147483647 w 300"/>
                    <a:gd name="T23" fmla="*/ 2147483647 h 1194"/>
                    <a:gd name="T24" fmla="*/ 2147483647 w 300"/>
                    <a:gd name="T25" fmla="*/ 2147483647 h 1194"/>
                    <a:gd name="T26" fmla="*/ 2147483647 w 300"/>
                    <a:gd name="T27" fmla="*/ 2147483647 h 1194"/>
                    <a:gd name="T28" fmla="*/ 2147483647 w 300"/>
                    <a:gd name="T29" fmla="*/ 2147483647 h 1194"/>
                    <a:gd name="T30" fmla="*/ 2147483647 w 300"/>
                    <a:gd name="T31" fmla="*/ 2147483647 h 1194"/>
                    <a:gd name="T32" fmla="*/ 2147483647 w 300"/>
                    <a:gd name="T33" fmla="*/ 2147483647 h 1194"/>
                    <a:gd name="T34" fmla="*/ 2147483647 w 300"/>
                    <a:gd name="T35" fmla="*/ 2147483647 h 1194"/>
                    <a:gd name="T36" fmla="*/ 2147483647 w 300"/>
                    <a:gd name="T37" fmla="*/ 2147483647 h 1194"/>
                    <a:gd name="T38" fmla="*/ 2147483647 w 300"/>
                    <a:gd name="T39" fmla="*/ 2147483647 h 1194"/>
                    <a:gd name="T40" fmla="*/ 2147483647 w 300"/>
                    <a:gd name="T41" fmla="*/ 2147483647 h 1194"/>
                    <a:gd name="T42" fmla="*/ 2147483647 w 300"/>
                    <a:gd name="T43" fmla="*/ 2147483647 h 1194"/>
                    <a:gd name="T44" fmla="*/ 2147483647 w 300"/>
                    <a:gd name="T45" fmla="*/ 2147483647 h 1194"/>
                    <a:gd name="T46" fmla="*/ 2147483647 w 300"/>
                    <a:gd name="T47" fmla="*/ 2147483647 h 1194"/>
                    <a:gd name="T48" fmla="*/ 2147483647 w 300"/>
                    <a:gd name="T49" fmla="*/ 2147483647 h 1194"/>
                    <a:gd name="T50" fmla="*/ 2147483647 w 300"/>
                    <a:gd name="T51" fmla="*/ 2147483647 h 1194"/>
                    <a:gd name="T52" fmla="*/ 2147483647 w 300"/>
                    <a:gd name="T53" fmla="*/ 2147483647 h 1194"/>
                    <a:gd name="T54" fmla="*/ 2147483647 w 300"/>
                    <a:gd name="T55" fmla="*/ 2147483647 h 1194"/>
                    <a:gd name="T56" fmla="*/ 2147483647 w 300"/>
                    <a:gd name="T57" fmla="*/ 2147483647 h 1194"/>
                    <a:gd name="T58" fmla="*/ 2147483647 w 300"/>
                    <a:gd name="T59" fmla="*/ 2147483647 h 1194"/>
                    <a:gd name="T60" fmla="*/ 2147483647 w 300"/>
                    <a:gd name="T61" fmla="*/ 2147483647 h 1194"/>
                    <a:gd name="T62" fmla="*/ 2147483647 w 300"/>
                    <a:gd name="T63" fmla="*/ 2147483647 h 1194"/>
                    <a:gd name="T64" fmla="*/ 2147483647 w 300"/>
                    <a:gd name="T65" fmla="*/ 2147483647 h 1194"/>
                    <a:gd name="T66" fmla="*/ 2147483647 w 300"/>
                    <a:gd name="T67" fmla="*/ 2147483647 h 1194"/>
                    <a:gd name="T68" fmla="*/ 2147483647 w 300"/>
                    <a:gd name="T69" fmla="*/ 2147483647 h 1194"/>
                    <a:gd name="T70" fmla="*/ 2147483647 w 300"/>
                    <a:gd name="T71" fmla="*/ 2147483647 h 1194"/>
                    <a:gd name="T72" fmla="*/ 2147483647 w 300"/>
                    <a:gd name="T73" fmla="*/ 2147483647 h 1194"/>
                    <a:gd name="T74" fmla="*/ 2147483647 w 300"/>
                    <a:gd name="T75" fmla="*/ 2147483647 h 1194"/>
                    <a:gd name="T76" fmla="*/ 2147483647 w 300"/>
                    <a:gd name="T77" fmla="*/ 2147483647 h 1194"/>
                    <a:gd name="T78" fmla="*/ 2147483647 w 300"/>
                    <a:gd name="T79" fmla="*/ 2147483647 h 1194"/>
                    <a:gd name="T80" fmla="*/ 2147483647 w 300"/>
                    <a:gd name="T81" fmla="*/ 2147483647 h 1194"/>
                    <a:gd name="T82" fmla="*/ 2147483647 w 300"/>
                    <a:gd name="T83" fmla="*/ 2147483647 h 1194"/>
                    <a:gd name="T84" fmla="*/ 2147483647 w 300"/>
                    <a:gd name="T85" fmla="*/ 2147483647 h 1194"/>
                    <a:gd name="T86" fmla="*/ 2147483647 w 300"/>
                    <a:gd name="T87" fmla="*/ 2147483647 h 1194"/>
                    <a:gd name="T88" fmla="*/ 2147483647 w 300"/>
                    <a:gd name="T89" fmla="*/ 2147483647 h 1194"/>
                    <a:gd name="T90" fmla="*/ 2147483647 w 300"/>
                    <a:gd name="T91" fmla="*/ 2147483647 h 1194"/>
                    <a:gd name="T92" fmla="*/ 2147483647 w 300"/>
                    <a:gd name="T93" fmla="*/ 2147483647 h 1194"/>
                    <a:gd name="T94" fmla="*/ 2147483647 w 300"/>
                    <a:gd name="T95" fmla="*/ 2147483647 h 1194"/>
                    <a:gd name="T96" fmla="*/ 2147483647 w 300"/>
                    <a:gd name="T97" fmla="*/ 2147483647 h 1194"/>
                    <a:gd name="T98" fmla="*/ 2147483647 w 300"/>
                    <a:gd name="T99" fmla="*/ 0 h 1194"/>
                    <a:gd name="T100" fmla="*/ 2147483647 w 300"/>
                    <a:gd name="T101" fmla="*/ 2147483647 h 1194"/>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300"/>
                    <a:gd name="T154" fmla="*/ 0 h 1194"/>
                    <a:gd name="T155" fmla="*/ 300 w 300"/>
                    <a:gd name="T156" fmla="*/ 1194 h 1194"/>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300" h="1194">
                      <a:moveTo>
                        <a:pt x="0" y="1194"/>
                      </a:moveTo>
                      <a:lnTo>
                        <a:pt x="12" y="1188"/>
                      </a:lnTo>
                      <a:lnTo>
                        <a:pt x="36" y="1146"/>
                      </a:lnTo>
                      <a:lnTo>
                        <a:pt x="18" y="1134"/>
                      </a:lnTo>
                      <a:lnTo>
                        <a:pt x="0" y="1194"/>
                      </a:lnTo>
                      <a:close/>
                      <a:moveTo>
                        <a:pt x="114" y="1068"/>
                      </a:moveTo>
                      <a:lnTo>
                        <a:pt x="72" y="1062"/>
                      </a:lnTo>
                      <a:lnTo>
                        <a:pt x="54" y="1134"/>
                      </a:lnTo>
                      <a:lnTo>
                        <a:pt x="66" y="1134"/>
                      </a:lnTo>
                      <a:lnTo>
                        <a:pt x="84" y="1104"/>
                      </a:lnTo>
                      <a:lnTo>
                        <a:pt x="132" y="1074"/>
                      </a:lnTo>
                      <a:lnTo>
                        <a:pt x="120" y="1050"/>
                      </a:lnTo>
                      <a:lnTo>
                        <a:pt x="114" y="1068"/>
                      </a:lnTo>
                      <a:close/>
                      <a:moveTo>
                        <a:pt x="192" y="1008"/>
                      </a:moveTo>
                      <a:lnTo>
                        <a:pt x="186" y="1008"/>
                      </a:lnTo>
                      <a:lnTo>
                        <a:pt x="180" y="1020"/>
                      </a:lnTo>
                      <a:lnTo>
                        <a:pt x="174" y="1026"/>
                      </a:lnTo>
                      <a:lnTo>
                        <a:pt x="168" y="1038"/>
                      </a:lnTo>
                      <a:lnTo>
                        <a:pt x="168" y="1044"/>
                      </a:lnTo>
                      <a:lnTo>
                        <a:pt x="174" y="1050"/>
                      </a:lnTo>
                      <a:lnTo>
                        <a:pt x="180" y="1050"/>
                      </a:lnTo>
                      <a:lnTo>
                        <a:pt x="198" y="1032"/>
                      </a:lnTo>
                      <a:lnTo>
                        <a:pt x="198" y="1014"/>
                      </a:lnTo>
                      <a:lnTo>
                        <a:pt x="192" y="1008"/>
                      </a:lnTo>
                      <a:close/>
                      <a:moveTo>
                        <a:pt x="282" y="636"/>
                      </a:moveTo>
                      <a:lnTo>
                        <a:pt x="264" y="654"/>
                      </a:lnTo>
                      <a:lnTo>
                        <a:pt x="276" y="678"/>
                      </a:lnTo>
                      <a:lnTo>
                        <a:pt x="258" y="678"/>
                      </a:lnTo>
                      <a:lnTo>
                        <a:pt x="258" y="702"/>
                      </a:lnTo>
                      <a:lnTo>
                        <a:pt x="282" y="702"/>
                      </a:lnTo>
                      <a:lnTo>
                        <a:pt x="294" y="684"/>
                      </a:lnTo>
                      <a:lnTo>
                        <a:pt x="282" y="654"/>
                      </a:lnTo>
                      <a:lnTo>
                        <a:pt x="300" y="654"/>
                      </a:lnTo>
                      <a:lnTo>
                        <a:pt x="282" y="636"/>
                      </a:lnTo>
                      <a:close/>
                      <a:moveTo>
                        <a:pt x="276" y="768"/>
                      </a:moveTo>
                      <a:lnTo>
                        <a:pt x="294" y="750"/>
                      </a:lnTo>
                      <a:lnTo>
                        <a:pt x="270" y="732"/>
                      </a:lnTo>
                      <a:lnTo>
                        <a:pt x="276" y="768"/>
                      </a:lnTo>
                      <a:close/>
                      <a:moveTo>
                        <a:pt x="258" y="954"/>
                      </a:moveTo>
                      <a:lnTo>
                        <a:pt x="258" y="924"/>
                      </a:lnTo>
                      <a:lnTo>
                        <a:pt x="240" y="948"/>
                      </a:lnTo>
                      <a:lnTo>
                        <a:pt x="258" y="954"/>
                      </a:lnTo>
                      <a:close/>
                      <a:moveTo>
                        <a:pt x="252" y="858"/>
                      </a:moveTo>
                      <a:lnTo>
                        <a:pt x="270" y="858"/>
                      </a:lnTo>
                      <a:lnTo>
                        <a:pt x="252" y="840"/>
                      </a:lnTo>
                      <a:lnTo>
                        <a:pt x="252" y="858"/>
                      </a:lnTo>
                      <a:close/>
                      <a:moveTo>
                        <a:pt x="126" y="24"/>
                      </a:moveTo>
                      <a:lnTo>
                        <a:pt x="144" y="60"/>
                      </a:lnTo>
                      <a:lnTo>
                        <a:pt x="174" y="24"/>
                      </a:lnTo>
                      <a:lnTo>
                        <a:pt x="162" y="0"/>
                      </a:lnTo>
                      <a:lnTo>
                        <a:pt x="126" y="24"/>
                      </a:lnTo>
                      <a:close/>
                    </a:path>
                  </a:pathLst>
                </a:custGeom>
                <a:solidFill>
                  <a:srgbClr val="572772"/>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13" name="Russia" descr="© INSCALE GmbH, 05.05.2010&#10;http://www.presentationload.com/">
                  <a:extLst>
                    <a:ext uri="{FF2B5EF4-FFF2-40B4-BE49-F238E27FC236}">
                      <a16:creationId xmlns:a16="http://schemas.microsoft.com/office/drawing/2014/main" id="{966E400C-300B-486D-A8AE-30FBE47D700E}"/>
                    </a:ext>
                  </a:extLst>
                </p:cNvPr>
                <p:cNvSpPr>
                  <a:spLocks noEditPoints="1"/>
                </p:cNvSpPr>
                <p:nvPr/>
              </p:nvSpPr>
              <p:spPr bwMode="gray">
                <a:xfrm>
                  <a:off x="6196118" y="1076474"/>
                  <a:ext cx="4087570" cy="1301880"/>
                </a:xfrm>
                <a:custGeom>
                  <a:avLst/>
                  <a:gdLst>
                    <a:gd name="T0" fmla="*/ 2147483647 w 9048"/>
                    <a:gd name="T1" fmla="*/ 2147483647 h 2880"/>
                    <a:gd name="T2" fmla="*/ 2147483647 w 9048"/>
                    <a:gd name="T3" fmla="*/ 2147483647 h 2880"/>
                    <a:gd name="T4" fmla="*/ 2147483647 w 9048"/>
                    <a:gd name="T5" fmla="*/ 2147483647 h 2880"/>
                    <a:gd name="T6" fmla="*/ 2147483647 w 9048"/>
                    <a:gd name="T7" fmla="*/ 2147483647 h 2880"/>
                    <a:gd name="T8" fmla="*/ 2147483647 w 9048"/>
                    <a:gd name="T9" fmla="*/ 2147483647 h 2880"/>
                    <a:gd name="T10" fmla="*/ 2147483647 w 9048"/>
                    <a:gd name="T11" fmla="*/ 2147483647 h 2880"/>
                    <a:gd name="T12" fmla="*/ 2147483647 w 9048"/>
                    <a:gd name="T13" fmla="*/ 2147483647 h 2880"/>
                    <a:gd name="T14" fmla="*/ 2147483647 w 9048"/>
                    <a:gd name="T15" fmla="*/ 2147483647 h 2880"/>
                    <a:gd name="T16" fmla="*/ 2147483647 w 9048"/>
                    <a:gd name="T17" fmla="*/ 2147483647 h 2880"/>
                    <a:gd name="T18" fmla="*/ 2147483647 w 9048"/>
                    <a:gd name="T19" fmla="*/ 2147483647 h 2880"/>
                    <a:gd name="T20" fmla="*/ 2147483647 w 9048"/>
                    <a:gd name="T21" fmla="*/ 2147483647 h 2880"/>
                    <a:gd name="T22" fmla="*/ 2147483647 w 9048"/>
                    <a:gd name="T23" fmla="*/ 2147483647 h 2880"/>
                    <a:gd name="T24" fmla="*/ 2147483647 w 9048"/>
                    <a:gd name="T25" fmla="*/ 2147483647 h 2880"/>
                    <a:gd name="T26" fmla="*/ 2147483647 w 9048"/>
                    <a:gd name="T27" fmla="*/ 2147483647 h 2880"/>
                    <a:gd name="T28" fmla="*/ 2147483647 w 9048"/>
                    <a:gd name="T29" fmla="*/ 2147483647 h 2880"/>
                    <a:gd name="T30" fmla="*/ 2147483647 w 9048"/>
                    <a:gd name="T31" fmla="*/ 2147483647 h 2880"/>
                    <a:gd name="T32" fmla="*/ 2147483647 w 9048"/>
                    <a:gd name="T33" fmla="*/ 2147483647 h 2880"/>
                    <a:gd name="T34" fmla="*/ 2147483647 w 9048"/>
                    <a:gd name="T35" fmla="*/ 2147483647 h 2880"/>
                    <a:gd name="T36" fmla="*/ 2147483647 w 9048"/>
                    <a:gd name="T37" fmla="*/ 2147483647 h 2880"/>
                    <a:gd name="T38" fmla="*/ 2147483647 w 9048"/>
                    <a:gd name="T39" fmla="*/ 2147483647 h 2880"/>
                    <a:gd name="T40" fmla="*/ 2147483647 w 9048"/>
                    <a:gd name="T41" fmla="*/ 2147483647 h 2880"/>
                    <a:gd name="T42" fmla="*/ 2147483647 w 9048"/>
                    <a:gd name="T43" fmla="*/ 2147483647 h 2880"/>
                    <a:gd name="T44" fmla="*/ 2147483647 w 9048"/>
                    <a:gd name="T45" fmla="*/ 2147483647 h 2880"/>
                    <a:gd name="T46" fmla="*/ 2147483647 w 9048"/>
                    <a:gd name="T47" fmla="*/ 2147483647 h 2880"/>
                    <a:gd name="T48" fmla="*/ 2147483647 w 9048"/>
                    <a:gd name="T49" fmla="*/ 2147483647 h 2880"/>
                    <a:gd name="T50" fmla="*/ 2147483647 w 9048"/>
                    <a:gd name="T51" fmla="*/ 2147483647 h 2880"/>
                    <a:gd name="T52" fmla="*/ 2147483647 w 9048"/>
                    <a:gd name="T53" fmla="*/ 2147483647 h 2880"/>
                    <a:gd name="T54" fmla="*/ 2147483647 w 9048"/>
                    <a:gd name="T55" fmla="*/ 2147483647 h 2880"/>
                    <a:gd name="T56" fmla="*/ 2147483647 w 9048"/>
                    <a:gd name="T57" fmla="*/ 2147483647 h 2880"/>
                    <a:gd name="T58" fmla="*/ 2147483647 w 9048"/>
                    <a:gd name="T59" fmla="*/ 2147483647 h 2880"/>
                    <a:gd name="T60" fmla="*/ 2147483647 w 9048"/>
                    <a:gd name="T61" fmla="*/ 2147483647 h 2880"/>
                    <a:gd name="T62" fmla="*/ 2147483647 w 9048"/>
                    <a:gd name="T63" fmla="*/ 2147483647 h 2880"/>
                    <a:gd name="T64" fmla="*/ 2147483647 w 9048"/>
                    <a:gd name="T65" fmla="*/ 2147483647 h 2880"/>
                    <a:gd name="T66" fmla="*/ 2147483647 w 9048"/>
                    <a:gd name="T67" fmla="*/ 2147483647 h 2880"/>
                    <a:gd name="T68" fmla="*/ 2147483647 w 9048"/>
                    <a:gd name="T69" fmla="*/ 2147483647 h 2880"/>
                    <a:gd name="T70" fmla="*/ 2147483647 w 9048"/>
                    <a:gd name="T71" fmla="*/ 2147483647 h 2880"/>
                    <a:gd name="T72" fmla="*/ 2147483647 w 9048"/>
                    <a:gd name="T73" fmla="*/ 2147483647 h 2880"/>
                    <a:gd name="T74" fmla="*/ 2147483647 w 9048"/>
                    <a:gd name="T75" fmla="*/ 2147483647 h 2880"/>
                    <a:gd name="T76" fmla="*/ 2147483647 w 9048"/>
                    <a:gd name="T77" fmla="*/ 2147483647 h 2880"/>
                    <a:gd name="T78" fmla="*/ 2147483647 w 9048"/>
                    <a:gd name="T79" fmla="*/ 2147483647 h 2880"/>
                    <a:gd name="T80" fmla="*/ 2147483647 w 9048"/>
                    <a:gd name="T81" fmla="*/ 2147483647 h 2880"/>
                    <a:gd name="T82" fmla="*/ 2147483647 w 9048"/>
                    <a:gd name="T83" fmla="*/ 2147483647 h 2880"/>
                    <a:gd name="T84" fmla="*/ 2147483647 w 9048"/>
                    <a:gd name="T85" fmla="*/ 2147483647 h 2880"/>
                    <a:gd name="T86" fmla="*/ 2147483647 w 9048"/>
                    <a:gd name="T87" fmla="*/ 2147483647 h 2880"/>
                    <a:gd name="T88" fmla="*/ 2147483647 w 9048"/>
                    <a:gd name="T89" fmla="*/ 2147483647 h 2880"/>
                    <a:gd name="T90" fmla="*/ 2147483647 w 9048"/>
                    <a:gd name="T91" fmla="*/ 2147483647 h 2880"/>
                    <a:gd name="T92" fmla="*/ 2147483647 w 9048"/>
                    <a:gd name="T93" fmla="*/ 2147483647 h 2880"/>
                    <a:gd name="T94" fmla="*/ 2147483647 w 9048"/>
                    <a:gd name="T95" fmla="*/ 2147483647 h 2880"/>
                    <a:gd name="T96" fmla="*/ 2147483647 w 9048"/>
                    <a:gd name="T97" fmla="*/ 2147483647 h 2880"/>
                    <a:gd name="T98" fmla="*/ 2147483647 w 9048"/>
                    <a:gd name="T99" fmla="*/ 2147483647 h 2880"/>
                    <a:gd name="T100" fmla="*/ 2147483647 w 9048"/>
                    <a:gd name="T101" fmla="*/ 2147483647 h 2880"/>
                    <a:gd name="T102" fmla="*/ 2147483647 w 9048"/>
                    <a:gd name="T103" fmla="*/ 2147483647 h 2880"/>
                    <a:gd name="T104" fmla="*/ 2147483647 w 9048"/>
                    <a:gd name="T105" fmla="*/ 2147483647 h 2880"/>
                    <a:gd name="T106" fmla="*/ 2147483647 w 9048"/>
                    <a:gd name="T107" fmla="*/ 2147483647 h 2880"/>
                    <a:gd name="T108" fmla="*/ 2147483647 w 9048"/>
                    <a:gd name="T109" fmla="*/ 2147483647 h 2880"/>
                    <a:gd name="T110" fmla="*/ 2147483647 w 9048"/>
                    <a:gd name="T111" fmla="*/ 2147483647 h 2880"/>
                    <a:gd name="T112" fmla="*/ 2147483647 w 9048"/>
                    <a:gd name="T113" fmla="*/ 2147483647 h 2880"/>
                    <a:gd name="T114" fmla="*/ 2147483647 w 9048"/>
                    <a:gd name="T115" fmla="*/ 2147483647 h 2880"/>
                    <a:gd name="T116" fmla="*/ 2147483647 w 9048"/>
                    <a:gd name="T117" fmla="*/ 2147483647 h 2880"/>
                    <a:gd name="T118" fmla="*/ 2147483647 w 9048"/>
                    <a:gd name="T119" fmla="*/ 2147483647 h 2880"/>
                    <a:gd name="T120" fmla="*/ 2147483647 w 9048"/>
                    <a:gd name="T121" fmla="*/ 2147483647 h 2880"/>
                    <a:gd name="T122" fmla="*/ 2147483647 w 9048"/>
                    <a:gd name="T123" fmla="*/ 2147483647 h 2880"/>
                    <a:gd name="T124" fmla="*/ 2147483647 w 9048"/>
                    <a:gd name="T125" fmla="*/ 2147483647 h 2880"/>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9048"/>
                    <a:gd name="T190" fmla="*/ 0 h 2880"/>
                    <a:gd name="T191" fmla="*/ 9048 w 9048"/>
                    <a:gd name="T192" fmla="*/ 2880 h 2880"/>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9048" h="2880">
                      <a:moveTo>
                        <a:pt x="2790" y="546"/>
                      </a:moveTo>
                      <a:lnTo>
                        <a:pt x="2760" y="540"/>
                      </a:lnTo>
                      <a:lnTo>
                        <a:pt x="2736" y="558"/>
                      </a:lnTo>
                      <a:lnTo>
                        <a:pt x="2778" y="570"/>
                      </a:lnTo>
                      <a:lnTo>
                        <a:pt x="2790" y="546"/>
                      </a:lnTo>
                      <a:close/>
                      <a:moveTo>
                        <a:pt x="2832" y="522"/>
                      </a:moveTo>
                      <a:lnTo>
                        <a:pt x="2820" y="516"/>
                      </a:lnTo>
                      <a:lnTo>
                        <a:pt x="2814" y="510"/>
                      </a:lnTo>
                      <a:lnTo>
                        <a:pt x="2808" y="510"/>
                      </a:lnTo>
                      <a:lnTo>
                        <a:pt x="2808" y="528"/>
                      </a:lnTo>
                      <a:lnTo>
                        <a:pt x="2820" y="534"/>
                      </a:lnTo>
                      <a:lnTo>
                        <a:pt x="2832" y="534"/>
                      </a:lnTo>
                      <a:lnTo>
                        <a:pt x="2844" y="540"/>
                      </a:lnTo>
                      <a:lnTo>
                        <a:pt x="2850" y="540"/>
                      </a:lnTo>
                      <a:lnTo>
                        <a:pt x="2850" y="534"/>
                      </a:lnTo>
                      <a:lnTo>
                        <a:pt x="2844" y="528"/>
                      </a:lnTo>
                      <a:lnTo>
                        <a:pt x="2832" y="522"/>
                      </a:lnTo>
                      <a:close/>
                      <a:moveTo>
                        <a:pt x="1704" y="18"/>
                      </a:moveTo>
                      <a:lnTo>
                        <a:pt x="1710" y="18"/>
                      </a:lnTo>
                      <a:lnTo>
                        <a:pt x="1716" y="12"/>
                      </a:lnTo>
                      <a:lnTo>
                        <a:pt x="1728" y="6"/>
                      </a:lnTo>
                      <a:lnTo>
                        <a:pt x="1734" y="0"/>
                      </a:lnTo>
                      <a:lnTo>
                        <a:pt x="1644" y="0"/>
                      </a:lnTo>
                      <a:lnTo>
                        <a:pt x="1638" y="12"/>
                      </a:lnTo>
                      <a:lnTo>
                        <a:pt x="1680" y="12"/>
                      </a:lnTo>
                      <a:lnTo>
                        <a:pt x="1686" y="18"/>
                      </a:lnTo>
                      <a:lnTo>
                        <a:pt x="1704" y="18"/>
                      </a:lnTo>
                      <a:close/>
                      <a:moveTo>
                        <a:pt x="1740" y="60"/>
                      </a:moveTo>
                      <a:lnTo>
                        <a:pt x="1746" y="60"/>
                      </a:lnTo>
                      <a:lnTo>
                        <a:pt x="1758" y="48"/>
                      </a:lnTo>
                      <a:lnTo>
                        <a:pt x="1764" y="48"/>
                      </a:lnTo>
                      <a:lnTo>
                        <a:pt x="1770" y="54"/>
                      </a:lnTo>
                      <a:lnTo>
                        <a:pt x="1782" y="54"/>
                      </a:lnTo>
                      <a:lnTo>
                        <a:pt x="1788" y="60"/>
                      </a:lnTo>
                      <a:lnTo>
                        <a:pt x="1800" y="60"/>
                      </a:lnTo>
                      <a:lnTo>
                        <a:pt x="1812" y="48"/>
                      </a:lnTo>
                      <a:lnTo>
                        <a:pt x="1812" y="36"/>
                      </a:lnTo>
                      <a:lnTo>
                        <a:pt x="1806" y="30"/>
                      </a:lnTo>
                      <a:lnTo>
                        <a:pt x="1794" y="24"/>
                      </a:lnTo>
                      <a:lnTo>
                        <a:pt x="1758" y="24"/>
                      </a:lnTo>
                      <a:lnTo>
                        <a:pt x="1710" y="48"/>
                      </a:lnTo>
                      <a:lnTo>
                        <a:pt x="1716" y="54"/>
                      </a:lnTo>
                      <a:lnTo>
                        <a:pt x="1728" y="60"/>
                      </a:lnTo>
                      <a:lnTo>
                        <a:pt x="1740" y="60"/>
                      </a:lnTo>
                      <a:close/>
                      <a:moveTo>
                        <a:pt x="2382" y="510"/>
                      </a:moveTo>
                      <a:lnTo>
                        <a:pt x="2400" y="504"/>
                      </a:lnTo>
                      <a:lnTo>
                        <a:pt x="2412" y="498"/>
                      </a:lnTo>
                      <a:lnTo>
                        <a:pt x="2412" y="486"/>
                      </a:lnTo>
                      <a:lnTo>
                        <a:pt x="2406" y="486"/>
                      </a:lnTo>
                      <a:lnTo>
                        <a:pt x="2400" y="480"/>
                      </a:lnTo>
                      <a:lnTo>
                        <a:pt x="2346" y="480"/>
                      </a:lnTo>
                      <a:lnTo>
                        <a:pt x="2346" y="492"/>
                      </a:lnTo>
                      <a:lnTo>
                        <a:pt x="2358" y="504"/>
                      </a:lnTo>
                      <a:lnTo>
                        <a:pt x="2370" y="510"/>
                      </a:lnTo>
                      <a:lnTo>
                        <a:pt x="2382" y="510"/>
                      </a:lnTo>
                      <a:close/>
                      <a:moveTo>
                        <a:pt x="1590" y="30"/>
                      </a:moveTo>
                      <a:lnTo>
                        <a:pt x="1548" y="24"/>
                      </a:lnTo>
                      <a:lnTo>
                        <a:pt x="1554" y="36"/>
                      </a:lnTo>
                      <a:lnTo>
                        <a:pt x="1590" y="30"/>
                      </a:lnTo>
                      <a:close/>
                      <a:moveTo>
                        <a:pt x="1890" y="696"/>
                      </a:moveTo>
                      <a:lnTo>
                        <a:pt x="1896" y="708"/>
                      </a:lnTo>
                      <a:lnTo>
                        <a:pt x="1920" y="720"/>
                      </a:lnTo>
                      <a:lnTo>
                        <a:pt x="1950" y="738"/>
                      </a:lnTo>
                      <a:lnTo>
                        <a:pt x="1974" y="744"/>
                      </a:lnTo>
                      <a:lnTo>
                        <a:pt x="1992" y="738"/>
                      </a:lnTo>
                      <a:lnTo>
                        <a:pt x="1980" y="720"/>
                      </a:lnTo>
                      <a:lnTo>
                        <a:pt x="1950" y="702"/>
                      </a:lnTo>
                      <a:lnTo>
                        <a:pt x="1914" y="696"/>
                      </a:lnTo>
                      <a:lnTo>
                        <a:pt x="1890" y="696"/>
                      </a:lnTo>
                      <a:close/>
                      <a:moveTo>
                        <a:pt x="3108" y="126"/>
                      </a:moveTo>
                      <a:lnTo>
                        <a:pt x="3120" y="108"/>
                      </a:lnTo>
                      <a:lnTo>
                        <a:pt x="3030" y="108"/>
                      </a:lnTo>
                      <a:lnTo>
                        <a:pt x="3108" y="126"/>
                      </a:lnTo>
                      <a:close/>
                      <a:moveTo>
                        <a:pt x="1560" y="102"/>
                      </a:moveTo>
                      <a:lnTo>
                        <a:pt x="1632" y="102"/>
                      </a:lnTo>
                      <a:lnTo>
                        <a:pt x="1608" y="84"/>
                      </a:lnTo>
                      <a:lnTo>
                        <a:pt x="1560" y="102"/>
                      </a:lnTo>
                      <a:close/>
                      <a:moveTo>
                        <a:pt x="1572" y="60"/>
                      </a:moveTo>
                      <a:lnTo>
                        <a:pt x="1584" y="66"/>
                      </a:lnTo>
                      <a:lnTo>
                        <a:pt x="1596" y="78"/>
                      </a:lnTo>
                      <a:lnTo>
                        <a:pt x="1620" y="66"/>
                      </a:lnTo>
                      <a:lnTo>
                        <a:pt x="1620" y="72"/>
                      </a:lnTo>
                      <a:lnTo>
                        <a:pt x="1644" y="72"/>
                      </a:lnTo>
                      <a:lnTo>
                        <a:pt x="1668" y="60"/>
                      </a:lnTo>
                      <a:lnTo>
                        <a:pt x="1674" y="54"/>
                      </a:lnTo>
                      <a:lnTo>
                        <a:pt x="1680" y="54"/>
                      </a:lnTo>
                      <a:lnTo>
                        <a:pt x="1626" y="48"/>
                      </a:lnTo>
                      <a:lnTo>
                        <a:pt x="1614" y="54"/>
                      </a:lnTo>
                      <a:lnTo>
                        <a:pt x="1608" y="54"/>
                      </a:lnTo>
                      <a:lnTo>
                        <a:pt x="1602" y="48"/>
                      </a:lnTo>
                      <a:lnTo>
                        <a:pt x="1584" y="48"/>
                      </a:lnTo>
                      <a:lnTo>
                        <a:pt x="1572" y="60"/>
                      </a:lnTo>
                      <a:close/>
                      <a:moveTo>
                        <a:pt x="1662" y="36"/>
                      </a:moveTo>
                      <a:lnTo>
                        <a:pt x="1602" y="36"/>
                      </a:lnTo>
                      <a:lnTo>
                        <a:pt x="1650" y="48"/>
                      </a:lnTo>
                      <a:lnTo>
                        <a:pt x="1662" y="36"/>
                      </a:lnTo>
                      <a:close/>
                      <a:moveTo>
                        <a:pt x="1542" y="522"/>
                      </a:moveTo>
                      <a:lnTo>
                        <a:pt x="1500" y="528"/>
                      </a:lnTo>
                      <a:lnTo>
                        <a:pt x="1512" y="552"/>
                      </a:lnTo>
                      <a:lnTo>
                        <a:pt x="1542" y="534"/>
                      </a:lnTo>
                      <a:lnTo>
                        <a:pt x="1524" y="558"/>
                      </a:lnTo>
                      <a:lnTo>
                        <a:pt x="1518" y="558"/>
                      </a:lnTo>
                      <a:lnTo>
                        <a:pt x="1512" y="564"/>
                      </a:lnTo>
                      <a:lnTo>
                        <a:pt x="1506" y="564"/>
                      </a:lnTo>
                      <a:lnTo>
                        <a:pt x="1494" y="570"/>
                      </a:lnTo>
                      <a:lnTo>
                        <a:pt x="1488" y="576"/>
                      </a:lnTo>
                      <a:lnTo>
                        <a:pt x="1488" y="582"/>
                      </a:lnTo>
                      <a:lnTo>
                        <a:pt x="1500" y="594"/>
                      </a:lnTo>
                      <a:lnTo>
                        <a:pt x="1524" y="606"/>
                      </a:lnTo>
                      <a:lnTo>
                        <a:pt x="1566" y="606"/>
                      </a:lnTo>
                      <a:lnTo>
                        <a:pt x="1590" y="612"/>
                      </a:lnTo>
                      <a:lnTo>
                        <a:pt x="1608" y="618"/>
                      </a:lnTo>
                      <a:lnTo>
                        <a:pt x="1614" y="624"/>
                      </a:lnTo>
                      <a:lnTo>
                        <a:pt x="1620" y="636"/>
                      </a:lnTo>
                      <a:lnTo>
                        <a:pt x="1620" y="648"/>
                      </a:lnTo>
                      <a:lnTo>
                        <a:pt x="1626" y="654"/>
                      </a:lnTo>
                      <a:lnTo>
                        <a:pt x="1626" y="660"/>
                      </a:lnTo>
                      <a:lnTo>
                        <a:pt x="1644" y="660"/>
                      </a:lnTo>
                      <a:lnTo>
                        <a:pt x="1662" y="666"/>
                      </a:lnTo>
                      <a:lnTo>
                        <a:pt x="1674" y="666"/>
                      </a:lnTo>
                      <a:lnTo>
                        <a:pt x="1692" y="672"/>
                      </a:lnTo>
                      <a:lnTo>
                        <a:pt x="1704" y="672"/>
                      </a:lnTo>
                      <a:lnTo>
                        <a:pt x="1818" y="666"/>
                      </a:lnTo>
                      <a:lnTo>
                        <a:pt x="1806" y="666"/>
                      </a:lnTo>
                      <a:lnTo>
                        <a:pt x="1734" y="642"/>
                      </a:lnTo>
                      <a:lnTo>
                        <a:pt x="1704" y="618"/>
                      </a:lnTo>
                      <a:lnTo>
                        <a:pt x="1692" y="600"/>
                      </a:lnTo>
                      <a:lnTo>
                        <a:pt x="1686" y="588"/>
                      </a:lnTo>
                      <a:lnTo>
                        <a:pt x="1674" y="582"/>
                      </a:lnTo>
                      <a:lnTo>
                        <a:pt x="1674" y="570"/>
                      </a:lnTo>
                      <a:lnTo>
                        <a:pt x="1668" y="564"/>
                      </a:lnTo>
                      <a:lnTo>
                        <a:pt x="1692" y="516"/>
                      </a:lnTo>
                      <a:lnTo>
                        <a:pt x="1686" y="510"/>
                      </a:lnTo>
                      <a:lnTo>
                        <a:pt x="1686" y="504"/>
                      </a:lnTo>
                      <a:lnTo>
                        <a:pt x="1674" y="504"/>
                      </a:lnTo>
                      <a:lnTo>
                        <a:pt x="1710" y="498"/>
                      </a:lnTo>
                      <a:lnTo>
                        <a:pt x="1698" y="480"/>
                      </a:lnTo>
                      <a:lnTo>
                        <a:pt x="1734" y="480"/>
                      </a:lnTo>
                      <a:lnTo>
                        <a:pt x="1710" y="468"/>
                      </a:lnTo>
                      <a:lnTo>
                        <a:pt x="1734" y="474"/>
                      </a:lnTo>
                      <a:lnTo>
                        <a:pt x="1740" y="462"/>
                      </a:lnTo>
                      <a:lnTo>
                        <a:pt x="1722" y="450"/>
                      </a:lnTo>
                      <a:lnTo>
                        <a:pt x="1764" y="450"/>
                      </a:lnTo>
                      <a:lnTo>
                        <a:pt x="1770" y="444"/>
                      </a:lnTo>
                      <a:lnTo>
                        <a:pt x="1752" y="426"/>
                      </a:lnTo>
                      <a:lnTo>
                        <a:pt x="1782" y="432"/>
                      </a:lnTo>
                      <a:lnTo>
                        <a:pt x="1782" y="402"/>
                      </a:lnTo>
                      <a:lnTo>
                        <a:pt x="1788" y="408"/>
                      </a:lnTo>
                      <a:lnTo>
                        <a:pt x="1800" y="414"/>
                      </a:lnTo>
                      <a:lnTo>
                        <a:pt x="1812" y="414"/>
                      </a:lnTo>
                      <a:lnTo>
                        <a:pt x="1830" y="408"/>
                      </a:lnTo>
                      <a:lnTo>
                        <a:pt x="1842" y="402"/>
                      </a:lnTo>
                      <a:lnTo>
                        <a:pt x="1860" y="390"/>
                      </a:lnTo>
                      <a:lnTo>
                        <a:pt x="1878" y="372"/>
                      </a:lnTo>
                      <a:lnTo>
                        <a:pt x="1896" y="372"/>
                      </a:lnTo>
                      <a:lnTo>
                        <a:pt x="1938" y="366"/>
                      </a:lnTo>
                      <a:lnTo>
                        <a:pt x="1992" y="354"/>
                      </a:lnTo>
                      <a:lnTo>
                        <a:pt x="2046" y="348"/>
                      </a:lnTo>
                      <a:lnTo>
                        <a:pt x="2094" y="336"/>
                      </a:lnTo>
                      <a:lnTo>
                        <a:pt x="2124" y="330"/>
                      </a:lnTo>
                      <a:lnTo>
                        <a:pt x="2136" y="324"/>
                      </a:lnTo>
                      <a:lnTo>
                        <a:pt x="2154" y="318"/>
                      </a:lnTo>
                      <a:lnTo>
                        <a:pt x="2160" y="312"/>
                      </a:lnTo>
                      <a:lnTo>
                        <a:pt x="2166" y="300"/>
                      </a:lnTo>
                      <a:lnTo>
                        <a:pt x="2166" y="294"/>
                      </a:lnTo>
                      <a:lnTo>
                        <a:pt x="2154" y="282"/>
                      </a:lnTo>
                      <a:lnTo>
                        <a:pt x="2136" y="276"/>
                      </a:lnTo>
                      <a:lnTo>
                        <a:pt x="2088" y="270"/>
                      </a:lnTo>
                      <a:lnTo>
                        <a:pt x="2046" y="276"/>
                      </a:lnTo>
                      <a:lnTo>
                        <a:pt x="2016" y="288"/>
                      </a:lnTo>
                      <a:lnTo>
                        <a:pt x="1980" y="300"/>
                      </a:lnTo>
                      <a:lnTo>
                        <a:pt x="1938" y="318"/>
                      </a:lnTo>
                      <a:lnTo>
                        <a:pt x="1860" y="318"/>
                      </a:lnTo>
                      <a:lnTo>
                        <a:pt x="1842" y="312"/>
                      </a:lnTo>
                      <a:lnTo>
                        <a:pt x="1824" y="312"/>
                      </a:lnTo>
                      <a:lnTo>
                        <a:pt x="1806" y="336"/>
                      </a:lnTo>
                      <a:lnTo>
                        <a:pt x="1782" y="318"/>
                      </a:lnTo>
                      <a:lnTo>
                        <a:pt x="1728" y="342"/>
                      </a:lnTo>
                      <a:lnTo>
                        <a:pt x="1698" y="342"/>
                      </a:lnTo>
                      <a:lnTo>
                        <a:pt x="1668" y="366"/>
                      </a:lnTo>
                      <a:lnTo>
                        <a:pt x="1692" y="372"/>
                      </a:lnTo>
                      <a:lnTo>
                        <a:pt x="1644" y="372"/>
                      </a:lnTo>
                      <a:lnTo>
                        <a:pt x="1614" y="378"/>
                      </a:lnTo>
                      <a:lnTo>
                        <a:pt x="1614" y="396"/>
                      </a:lnTo>
                      <a:lnTo>
                        <a:pt x="1638" y="378"/>
                      </a:lnTo>
                      <a:lnTo>
                        <a:pt x="1644" y="396"/>
                      </a:lnTo>
                      <a:lnTo>
                        <a:pt x="1668" y="396"/>
                      </a:lnTo>
                      <a:lnTo>
                        <a:pt x="1662" y="408"/>
                      </a:lnTo>
                      <a:lnTo>
                        <a:pt x="1620" y="408"/>
                      </a:lnTo>
                      <a:lnTo>
                        <a:pt x="1614" y="420"/>
                      </a:lnTo>
                      <a:lnTo>
                        <a:pt x="1644" y="426"/>
                      </a:lnTo>
                      <a:lnTo>
                        <a:pt x="1596" y="432"/>
                      </a:lnTo>
                      <a:lnTo>
                        <a:pt x="1632" y="438"/>
                      </a:lnTo>
                      <a:lnTo>
                        <a:pt x="1584" y="444"/>
                      </a:lnTo>
                      <a:lnTo>
                        <a:pt x="1584" y="462"/>
                      </a:lnTo>
                      <a:lnTo>
                        <a:pt x="1554" y="474"/>
                      </a:lnTo>
                      <a:lnTo>
                        <a:pt x="1560" y="486"/>
                      </a:lnTo>
                      <a:lnTo>
                        <a:pt x="1602" y="468"/>
                      </a:lnTo>
                      <a:lnTo>
                        <a:pt x="1590" y="498"/>
                      </a:lnTo>
                      <a:lnTo>
                        <a:pt x="1554" y="498"/>
                      </a:lnTo>
                      <a:lnTo>
                        <a:pt x="1542" y="504"/>
                      </a:lnTo>
                      <a:lnTo>
                        <a:pt x="1542" y="522"/>
                      </a:lnTo>
                      <a:close/>
                      <a:moveTo>
                        <a:pt x="5778" y="498"/>
                      </a:moveTo>
                      <a:lnTo>
                        <a:pt x="5850" y="486"/>
                      </a:lnTo>
                      <a:lnTo>
                        <a:pt x="5958" y="504"/>
                      </a:lnTo>
                      <a:lnTo>
                        <a:pt x="5952" y="492"/>
                      </a:lnTo>
                      <a:lnTo>
                        <a:pt x="5940" y="486"/>
                      </a:lnTo>
                      <a:lnTo>
                        <a:pt x="5928" y="474"/>
                      </a:lnTo>
                      <a:lnTo>
                        <a:pt x="5904" y="462"/>
                      </a:lnTo>
                      <a:lnTo>
                        <a:pt x="5844" y="462"/>
                      </a:lnTo>
                      <a:lnTo>
                        <a:pt x="5808" y="468"/>
                      </a:lnTo>
                      <a:lnTo>
                        <a:pt x="5796" y="468"/>
                      </a:lnTo>
                      <a:lnTo>
                        <a:pt x="5778" y="498"/>
                      </a:lnTo>
                      <a:close/>
                      <a:moveTo>
                        <a:pt x="5784" y="378"/>
                      </a:moveTo>
                      <a:lnTo>
                        <a:pt x="5838" y="384"/>
                      </a:lnTo>
                      <a:lnTo>
                        <a:pt x="5844" y="378"/>
                      </a:lnTo>
                      <a:lnTo>
                        <a:pt x="5850" y="366"/>
                      </a:lnTo>
                      <a:lnTo>
                        <a:pt x="5838" y="354"/>
                      </a:lnTo>
                      <a:lnTo>
                        <a:pt x="5802" y="354"/>
                      </a:lnTo>
                      <a:lnTo>
                        <a:pt x="5742" y="342"/>
                      </a:lnTo>
                      <a:lnTo>
                        <a:pt x="5724" y="342"/>
                      </a:lnTo>
                      <a:lnTo>
                        <a:pt x="5718" y="348"/>
                      </a:lnTo>
                      <a:lnTo>
                        <a:pt x="5730" y="354"/>
                      </a:lnTo>
                      <a:lnTo>
                        <a:pt x="5742" y="366"/>
                      </a:lnTo>
                      <a:lnTo>
                        <a:pt x="5754" y="372"/>
                      </a:lnTo>
                      <a:lnTo>
                        <a:pt x="5772" y="372"/>
                      </a:lnTo>
                      <a:lnTo>
                        <a:pt x="5778" y="378"/>
                      </a:lnTo>
                      <a:lnTo>
                        <a:pt x="5784" y="378"/>
                      </a:lnTo>
                      <a:close/>
                      <a:moveTo>
                        <a:pt x="5724" y="432"/>
                      </a:moveTo>
                      <a:lnTo>
                        <a:pt x="5712" y="444"/>
                      </a:lnTo>
                      <a:lnTo>
                        <a:pt x="5712" y="456"/>
                      </a:lnTo>
                      <a:lnTo>
                        <a:pt x="5724" y="462"/>
                      </a:lnTo>
                      <a:lnTo>
                        <a:pt x="5772" y="462"/>
                      </a:lnTo>
                      <a:lnTo>
                        <a:pt x="5778" y="456"/>
                      </a:lnTo>
                      <a:lnTo>
                        <a:pt x="5778" y="450"/>
                      </a:lnTo>
                      <a:lnTo>
                        <a:pt x="5766" y="438"/>
                      </a:lnTo>
                      <a:lnTo>
                        <a:pt x="5742" y="426"/>
                      </a:lnTo>
                      <a:lnTo>
                        <a:pt x="5730" y="426"/>
                      </a:lnTo>
                      <a:lnTo>
                        <a:pt x="5724" y="432"/>
                      </a:lnTo>
                      <a:close/>
                      <a:moveTo>
                        <a:pt x="3072" y="96"/>
                      </a:moveTo>
                      <a:lnTo>
                        <a:pt x="3192" y="96"/>
                      </a:lnTo>
                      <a:lnTo>
                        <a:pt x="3204" y="90"/>
                      </a:lnTo>
                      <a:lnTo>
                        <a:pt x="3228" y="90"/>
                      </a:lnTo>
                      <a:lnTo>
                        <a:pt x="3240" y="84"/>
                      </a:lnTo>
                      <a:lnTo>
                        <a:pt x="3240" y="72"/>
                      </a:lnTo>
                      <a:lnTo>
                        <a:pt x="3222" y="60"/>
                      </a:lnTo>
                      <a:lnTo>
                        <a:pt x="3192" y="42"/>
                      </a:lnTo>
                      <a:lnTo>
                        <a:pt x="3156" y="30"/>
                      </a:lnTo>
                      <a:lnTo>
                        <a:pt x="3132" y="24"/>
                      </a:lnTo>
                      <a:lnTo>
                        <a:pt x="3120" y="18"/>
                      </a:lnTo>
                      <a:lnTo>
                        <a:pt x="3108" y="18"/>
                      </a:lnTo>
                      <a:lnTo>
                        <a:pt x="3096" y="12"/>
                      </a:lnTo>
                      <a:lnTo>
                        <a:pt x="3060" y="12"/>
                      </a:lnTo>
                      <a:lnTo>
                        <a:pt x="3048" y="18"/>
                      </a:lnTo>
                      <a:lnTo>
                        <a:pt x="3036" y="18"/>
                      </a:lnTo>
                      <a:lnTo>
                        <a:pt x="3030" y="30"/>
                      </a:lnTo>
                      <a:lnTo>
                        <a:pt x="3030" y="42"/>
                      </a:lnTo>
                      <a:lnTo>
                        <a:pt x="3036" y="54"/>
                      </a:lnTo>
                      <a:lnTo>
                        <a:pt x="3048" y="66"/>
                      </a:lnTo>
                      <a:lnTo>
                        <a:pt x="3054" y="78"/>
                      </a:lnTo>
                      <a:lnTo>
                        <a:pt x="3072" y="96"/>
                      </a:lnTo>
                      <a:close/>
                      <a:moveTo>
                        <a:pt x="6138" y="408"/>
                      </a:moveTo>
                      <a:lnTo>
                        <a:pt x="6144" y="402"/>
                      </a:lnTo>
                      <a:lnTo>
                        <a:pt x="6132" y="396"/>
                      </a:lnTo>
                      <a:lnTo>
                        <a:pt x="6102" y="390"/>
                      </a:lnTo>
                      <a:lnTo>
                        <a:pt x="6036" y="390"/>
                      </a:lnTo>
                      <a:lnTo>
                        <a:pt x="6012" y="366"/>
                      </a:lnTo>
                      <a:lnTo>
                        <a:pt x="6000" y="360"/>
                      </a:lnTo>
                      <a:lnTo>
                        <a:pt x="5970" y="360"/>
                      </a:lnTo>
                      <a:lnTo>
                        <a:pt x="5958" y="366"/>
                      </a:lnTo>
                      <a:lnTo>
                        <a:pt x="5910" y="366"/>
                      </a:lnTo>
                      <a:lnTo>
                        <a:pt x="5946" y="390"/>
                      </a:lnTo>
                      <a:lnTo>
                        <a:pt x="5964" y="396"/>
                      </a:lnTo>
                      <a:lnTo>
                        <a:pt x="6000" y="402"/>
                      </a:lnTo>
                      <a:lnTo>
                        <a:pt x="6054" y="414"/>
                      </a:lnTo>
                      <a:lnTo>
                        <a:pt x="6102" y="414"/>
                      </a:lnTo>
                      <a:lnTo>
                        <a:pt x="6138" y="408"/>
                      </a:lnTo>
                      <a:close/>
                      <a:moveTo>
                        <a:pt x="7602" y="744"/>
                      </a:moveTo>
                      <a:lnTo>
                        <a:pt x="7596" y="732"/>
                      </a:lnTo>
                      <a:lnTo>
                        <a:pt x="7572" y="726"/>
                      </a:lnTo>
                      <a:lnTo>
                        <a:pt x="7512" y="714"/>
                      </a:lnTo>
                      <a:lnTo>
                        <a:pt x="7500" y="714"/>
                      </a:lnTo>
                      <a:lnTo>
                        <a:pt x="7512" y="726"/>
                      </a:lnTo>
                      <a:lnTo>
                        <a:pt x="7548" y="738"/>
                      </a:lnTo>
                      <a:lnTo>
                        <a:pt x="7584" y="744"/>
                      </a:lnTo>
                      <a:lnTo>
                        <a:pt x="7602" y="744"/>
                      </a:lnTo>
                      <a:close/>
                      <a:moveTo>
                        <a:pt x="3162" y="120"/>
                      </a:moveTo>
                      <a:lnTo>
                        <a:pt x="3216" y="138"/>
                      </a:lnTo>
                      <a:lnTo>
                        <a:pt x="3246" y="144"/>
                      </a:lnTo>
                      <a:lnTo>
                        <a:pt x="3264" y="144"/>
                      </a:lnTo>
                      <a:lnTo>
                        <a:pt x="3312" y="138"/>
                      </a:lnTo>
                      <a:lnTo>
                        <a:pt x="3372" y="156"/>
                      </a:lnTo>
                      <a:lnTo>
                        <a:pt x="3432" y="156"/>
                      </a:lnTo>
                      <a:lnTo>
                        <a:pt x="3426" y="138"/>
                      </a:lnTo>
                      <a:lnTo>
                        <a:pt x="3402" y="102"/>
                      </a:lnTo>
                      <a:lnTo>
                        <a:pt x="3384" y="96"/>
                      </a:lnTo>
                      <a:lnTo>
                        <a:pt x="3372" y="90"/>
                      </a:lnTo>
                      <a:lnTo>
                        <a:pt x="3354" y="96"/>
                      </a:lnTo>
                      <a:lnTo>
                        <a:pt x="3318" y="114"/>
                      </a:lnTo>
                      <a:lnTo>
                        <a:pt x="3294" y="90"/>
                      </a:lnTo>
                      <a:lnTo>
                        <a:pt x="3282" y="90"/>
                      </a:lnTo>
                      <a:lnTo>
                        <a:pt x="3210" y="102"/>
                      </a:lnTo>
                      <a:lnTo>
                        <a:pt x="3174" y="114"/>
                      </a:lnTo>
                      <a:lnTo>
                        <a:pt x="3162" y="120"/>
                      </a:lnTo>
                      <a:close/>
                      <a:moveTo>
                        <a:pt x="3582" y="198"/>
                      </a:moveTo>
                      <a:lnTo>
                        <a:pt x="3744" y="192"/>
                      </a:lnTo>
                      <a:lnTo>
                        <a:pt x="3702" y="168"/>
                      </a:lnTo>
                      <a:lnTo>
                        <a:pt x="3696" y="168"/>
                      </a:lnTo>
                      <a:lnTo>
                        <a:pt x="3690" y="162"/>
                      </a:lnTo>
                      <a:lnTo>
                        <a:pt x="3666" y="150"/>
                      </a:lnTo>
                      <a:lnTo>
                        <a:pt x="3648" y="144"/>
                      </a:lnTo>
                      <a:lnTo>
                        <a:pt x="3636" y="138"/>
                      </a:lnTo>
                      <a:lnTo>
                        <a:pt x="3618" y="138"/>
                      </a:lnTo>
                      <a:lnTo>
                        <a:pt x="3606" y="144"/>
                      </a:lnTo>
                      <a:lnTo>
                        <a:pt x="3600" y="150"/>
                      </a:lnTo>
                      <a:lnTo>
                        <a:pt x="3588" y="156"/>
                      </a:lnTo>
                      <a:lnTo>
                        <a:pt x="3588" y="150"/>
                      </a:lnTo>
                      <a:lnTo>
                        <a:pt x="3582" y="144"/>
                      </a:lnTo>
                      <a:lnTo>
                        <a:pt x="3576" y="132"/>
                      </a:lnTo>
                      <a:lnTo>
                        <a:pt x="3570" y="126"/>
                      </a:lnTo>
                      <a:lnTo>
                        <a:pt x="3546" y="114"/>
                      </a:lnTo>
                      <a:lnTo>
                        <a:pt x="3522" y="126"/>
                      </a:lnTo>
                      <a:lnTo>
                        <a:pt x="3504" y="162"/>
                      </a:lnTo>
                      <a:lnTo>
                        <a:pt x="3498" y="192"/>
                      </a:lnTo>
                      <a:lnTo>
                        <a:pt x="3492" y="210"/>
                      </a:lnTo>
                      <a:lnTo>
                        <a:pt x="3516" y="222"/>
                      </a:lnTo>
                      <a:lnTo>
                        <a:pt x="3534" y="216"/>
                      </a:lnTo>
                      <a:lnTo>
                        <a:pt x="3546" y="216"/>
                      </a:lnTo>
                      <a:lnTo>
                        <a:pt x="3582" y="198"/>
                      </a:lnTo>
                      <a:close/>
                      <a:moveTo>
                        <a:pt x="5622" y="420"/>
                      </a:moveTo>
                      <a:lnTo>
                        <a:pt x="5640" y="390"/>
                      </a:lnTo>
                      <a:lnTo>
                        <a:pt x="5754" y="390"/>
                      </a:lnTo>
                      <a:lnTo>
                        <a:pt x="5688" y="360"/>
                      </a:lnTo>
                      <a:lnTo>
                        <a:pt x="5700" y="336"/>
                      </a:lnTo>
                      <a:lnTo>
                        <a:pt x="5610" y="318"/>
                      </a:lnTo>
                      <a:lnTo>
                        <a:pt x="5628" y="348"/>
                      </a:lnTo>
                      <a:lnTo>
                        <a:pt x="5616" y="342"/>
                      </a:lnTo>
                      <a:lnTo>
                        <a:pt x="5592" y="336"/>
                      </a:lnTo>
                      <a:lnTo>
                        <a:pt x="5556" y="330"/>
                      </a:lnTo>
                      <a:lnTo>
                        <a:pt x="5514" y="318"/>
                      </a:lnTo>
                      <a:lnTo>
                        <a:pt x="5454" y="318"/>
                      </a:lnTo>
                      <a:lnTo>
                        <a:pt x="5448" y="330"/>
                      </a:lnTo>
                      <a:lnTo>
                        <a:pt x="5460" y="354"/>
                      </a:lnTo>
                      <a:lnTo>
                        <a:pt x="5496" y="372"/>
                      </a:lnTo>
                      <a:lnTo>
                        <a:pt x="5538" y="390"/>
                      </a:lnTo>
                      <a:lnTo>
                        <a:pt x="5574" y="408"/>
                      </a:lnTo>
                      <a:lnTo>
                        <a:pt x="5610" y="414"/>
                      </a:lnTo>
                      <a:lnTo>
                        <a:pt x="5622" y="420"/>
                      </a:lnTo>
                      <a:close/>
                      <a:moveTo>
                        <a:pt x="4320" y="432"/>
                      </a:moveTo>
                      <a:lnTo>
                        <a:pt x="4368" y="444"/>
                      </a:lnTo>
                      <a:lnTo>
                        <a:pt x="4380" y="444"/>
                      </a:lnTo>
                      <a:lnTo>
                        <a:pt x="4392" y="438"/>
                      </a:lnTo>
                      <a:lnTo>
                        <a:pt x="4398" y="438"/>
                      </a:lnTo>
                      <a:lnTo>
                        <a:pt x="4404" y="432"/>
                      </a:lnTo>
                      <a:lnTo>
                        <a:pt x="4404" y="426"/>
                      </a:lnTo>
                      <a:lnTo>
                        <a:pt x="4398" y="426"/>
                      </a:lnTo>
                      <a:lnTo>
                        <a:pt x="4362" y="414"/>
                      </a:lnTo>
                      <a:lnTo>
                        <a:pt x="4344" y="420"/>
                      </a:lnTo>
                      <a:lnTo>
                        <a:pt x="4332" y="420"/>
                      </a:lnTo>
                      <a:lnTo>
                        <a:pt x="4320" y="432"/>
                      </a:lnTo>
                      <a:close/>
                      <a:moveTo>
                        <a:pt x="5424" y="354"/>
                      </a:moveTo>
                      <a:lnTo>
                        <a:pt x="5370" y="336"/>
                      </a:lnTo>
                      <a:lnTo>
                        <a:pt x="5394" y="366"/>
                      </a:lnTo>
                      <a:lnTo>
                        <a:pt x="5424" y="354"/>
                      </a:lnTo>
                      <a:close/>
                      <a:moveTo>
                        <a:pt x="7986" y="666"/>
                      </a:moveTo>
                      <a:lnTo>
                        <a:pt x="8034" y="654"/>
                      </a:lnTo>
                      <a:lnTo>
                        <a:pt x="8088" y="654"/>
                      </a:lnTo>
                      <a:lnTo>
                        <a:pt x="8100" y="648"/>
                      </a:lnTo>
                      <a:lnTo>
                        <a:pt x="8106" y="642"/>
                      </a:lnTo>
                      <a:lnTo>
                        <a:pt x="8106" y="636"/>
                      </a:lnTo>
                      <a:lnTo>
                        <a:pt x="8100" y="630"/>
                      </a:lnTo>
                      <a:lnTo>
                        <a:pt x="8088" y="630"/>
                      </a:lnTo>
                      <a:lnTo>
                        <a:pt x="8052" y="618"/>
                      </a:lnTo>
                      <a:lnTo>
                        <a:pt x="8028" y="612"/>
                      </a:lnTo>
                      <a:lnTo>
                        <a:pt x="8010" y="606"/>
                      </a:lnTo>
                      <a:lnTo>
                        <a:pt x="7968" y="606"/>
                      </a:lnTo>
                      <a:lnTo>
                        <a:pt x="7944" y="618"/>
                      </a:lnTo>
                      <a:lnTo>
                        <a:pt x="7938" y="630"/>
                      </a:lnTo>
                      <a:lnTo>
                        <a:pt x="7938" y="654"/>
                      </a:lnTo>
                      <a:lnTo>
                        <a:pt x="7944" y="666"/>
                      </a:lnTo>
                      <a:lnTo>
                        <a:pt x="7950" y="666"/>
                      </a:lnTo>
                      <a:lnTo>
                        <a:pt x="7962" y="672"/>
                      </a:lnTo>
                      <a:lnTo>
                        <a:pt x="7968" y="672"/>
                      </a:lnTo>
                      <a:lnTo>
                        <a:pt x="7980" y="666"/>
                      </a:lnTo>
                      <a:lnTo>
                        <a:pt x="7986" y="666"/>
                      </a:lnTo>
                      <a:close/>
                      <a:moveTo>
                        <a:pt x="162" y="1788"/>
                      </a:moveTo>
                      <a:lnTo>
                        <a:pt x="150" y="1788"/>
                      </a:lnTo>
                      <a:lnTo>
                        <a:pt x="138" y="1794"/>
                      </a:lnTo>
                      <a:lnTo>
                        <a:pt x="114" y="1794"/>
                      </a:lnTo>
                      <a:lnTo>
                        <a:pt x="108" y="1788"/>
                      </a:lnTo>
                      <a:lnTo>
                        <a:pt x="96" y="1788"/>
                      </a:lnTo>
                      <a:lnTo>
                        <a:pt x="96" y="1782"/>
                      </a:lnTo>
                      <a:lnTo>
                        <a:pt x="84" y="1782"/>
                      </a:lnTo>
                      <a:lnTo>
                        <a:pt x="84" y="1788"/>
                      </a:lnTo>
                      <a:lnTo>
                        <a:pt x="72" y="1800"/>
                      </a:lnTo>
                      <a:lnTo>
                        <a:pt x="12" y="1800"/>
                      </a:lnTo>
                      <a:lnTo>
                        <a:pt x="0" y="1812"/>
                      </a:lnTo>
                      <a:lnTo>
                        <a:pt x="0" y="1818"/>
                      </a:lnTo>
                      <a:lnTo>
                        <a:pt x="12" y="1830"/>
                      </a:lnTo>
                      <a:lnTo>
                        <a:pt x="6" y="1842"/>
                      </a:lnTo>
                      <a:lnTo>
                        <a:pt x="12" y="1848"/>
                      </a:lnTo>
                      <a:lnTo>
                        <a:pt x="18" y="1848"/>
                      </a:lnTo>
                      <a:lnTo>
                        <a:pt x="24" y="1842"/>
                      </a:lnTo>
                      <a:lnTo>
                        <a:pt x="48" y="1842"/>
                      </a:lnTo>
                      <a:lnTo>
                        <a:pt x="54" y="1848"/>
                      </a:lnTo>
                      <a:lnTo>
                        <a:pt x="66" y="1848"/>
                      </a:lnTo>
                      <a:lnTo>
                        <a:pt x="72" y="1854"/>
                      </a:lnTo>
                      <a:lnTo>
                        <a:pt x="162" y="1854"/>
                      </a:lnTo>
                      <a:lnTo>
                        <a:pt x="162" y="1848"/>
                      </a:lnTo>
                      <a:lnTo>
                        <a:pt x="168" y="1848"/>
                      </a:lnTo>
                      <a:lnTo>
                        <a:pt x="162" y="1830"/>
                      </a:lnTo>
                      <a:lnTo>
                        <a:pt x="174" y="1818"/>
                      </a:lnTo>
                      <a:lnTo>
                        <a:pt x="174" y="1800"/>
                      </a:lnTo>
                      <a:lnTo>
                        <a:pt x="168" y="1788"/>
                      </a:lnTo>
                      <a:lnTo>
                        <a:pt x="162" y="1788"/>
                      </a:lnTo>
                      <a:close/>
                      <a:moveTo>
                        <a:pt x="1038" y="90"/>
                      </a:moveTo>
                      <a:lnTo>
                        <a:pt x="1062" y="72"/>
                      </a:lnTo>
                      <a:lnTo>
                        <a:pt x="1032" y="72"/>
                      </a:lnTo>
                      <a:lnTo>
                        <a:pt x="1032" y="84"/>
                      </a:lnTo>
                      <a:lnTo>
                        <a:pt x="1038" y="90"/>
                      </a:lnTo>
                      <a:close/>
                      <a:moveTo>
                        <a:pt x="990" y="72"/>
                      </a:moveTo>
                      <a:lnTo>
                        <a:pt x="1074" y="54"/>
                      </a:lnTo>
                      <a:lnTo>
                        <a:pt x="1044" y="42"/>
                      </a:lnTo>
                      <a:lnTo>
                        <a:pt x="996" y="54"/>
                      </a:lnTo>
                      <a:lnTo>
                        <a:pt x="948" y="54"/>
                      </a:lnTo>
                      <a:lnTo>
                        <a:pt x="966" y="66"/>
                      </a:lnTo>
                      <a:lnTo>
                        <a:pt x="990" y="72"/>
                      </a:lnTo>
                      <a:close/>
                      <a:moveTo>
                        <a:pt x="1122" y="90"/>
                      </a:moveTo>
                      <a:lnTo>
                        <a:pt x="1128" y="78"/>
                      </a:lnTo>
                      <a:lnTo>
                        <a:pt x="1152" y="78"/>
                      </a:lnTo>
                      <a:lnTo>
                        <a:pt x="1164" y="66"/>
                      </a:lnTo>
                      <a:lnTo>
                        <a:pt x="1218" y="66"/>
                      </a:lnTo>
                      <a:lnTo>
                        <a:pt x="1218" y="60"/>
                      </a:lnTo>
                      <a:lnTo>
                        <a:pt x="1206" y="54"/>
                      </a:lnTo>
                      <a:lnTo>
                        <a:pt x="1182" y="54"/>
                      </a:lnTo>
                      <a:lnTo>
                        <a:pt x="1182" y="48"/>
                      </a:lnTo>
                      <a:lnTo>
                        <a:pt x="1176" y="48"/>
                      </a:lnTo>
                      <a:lnTo>
                        <a:pt x="1164" y="42"/>
                      </a:lnTo>
                      <a:lnTo>
                        <a:pt x="1140" y="42"/>
                      </a:lnTo>
                      <a:lnTo>
                        <a:pt x="1134" y="48"/>
                      </a:lnTo>
                      <a:lnTo>
                        <a:pt x="1128" y="60"/>
                      </a:lnTo>
                      <a:lnTo>
                        <a:pt x="1128" y="66"/>
                      </a:lnTo>
                      <a:lnTo>
                        <a:pt x="1122" y="66"/>
                      </a:lnTo>
                      <a:lnTo>
                        <a:pt x="1116" y="72"/>
                      </a:lnTo>
                      <a:lnTo>
                        <a:pt x="1104" y="72"/>
                      </a:lnTo>
                      <a:lnTo>
                        <a:pt x="1086" y="78"/>
                      </a:lnTo>
                      <a:lnTo>
                        <a:pt x="1080" y="78"/>
                      </a:lnTo>
                      <a:lnTo>
                        <a:pt x="1074" y="84"/>
                      </a:lnTo>
                      <a:lnTo>
                        <a:pt x="1080" y="84"/>
                      </a:lnTo>
                      <a:lnTo>
                        <a:pt x="1092" y="90"/>
                      </a:lnTo>
                      <a:lnTo>
                        <a:pt x="1122" y="90"/>
                      </a:lnTo>
                      <a:close/>
                      <a:moveTo>
                        <a:pt x="1176" y="78"/>
                      </a:moveTo>
                      <a:lnTo>
                        <a:pt x="1158" y="90"/>
                      </a:lnTo>
                      <a:lnTo>
                        <a:pt x="1176" y="102"/>
                      </a:lnTo>
                      <a:lnTo>
                        <a:pt x="1194" y="108"/>
                      </a:lnTo>
                      <a:lnTo>
                        <a:pt x="1248" y="102"/>
                      </a:lnTo>
                      <a:lnTo>
                        <a:pt x="1242" y="90"/>
                      </a:lnTo>
                      <a:lnTo>
                        <a:pt x="1212" y="90"/>
                      </a:lnTo>
                      <a:lnTo>
                        <a:pt x="1176" y="78"/>
                      </a:lnTo>
                      <a:close/>
                      <a:moveTo>
                        <a:pt x="7812" y="2436"/>
                      </a:moveTo>
                      <a:lnTo>
                        <a:pt x="7782" y="2400"/>
                      </a:lnTo>
                      <a:lnTo>
                        <a:pt x="7776" y="2400"/>
                      </a:lnTo>
                      <a:lnTo>
                        <a:pt x="7770" y="2394"/>
                      </a:lnTo>
                      <a:lnTo>
                        <a:pt x="7752" y="2388"/>
                      </a:lnTo>
                      <a:lnTo>
                        <a:pt x="7728" y="2364"/>
                      </a:lnTo>
                      <a:lnTo>
                        <a:pt x="7722" y="2352"/>
                      </a:lnTo>
                      <a:lnTo>
                        <a:pt x="7704" y="2298"/>
                      </a:lnTo>
                      <a:lnTo>
                        <a:pt x="7698" y="2286"/>
                      </a:lnTo>
                      <a:lnTo>
                        <a:pt x="7698" y="2274"/>
                      </a:lnTo>
                      <a:lnTo>
                        <a:pt x="7674" y="2250"/>
                      </a:lnTo>
                      <a:lnTo>
                        <a:pt x="7680" y="2244"/>
                      </a:lnTo>
                      <a:lnTo>
                        <a:pt x="7698" y="2244"/>
                      </a:lnTo>
                      <a:lnTo>
                        <a:pt x="7770" y="2268"/>
                      </a:lnTo>
                      <a:lnTo>
                        <a:pt x="7800" y="2280"/>
                      </a:lnTo>
                      <a:lnTo>
                        <a:pt x="7812" y="2286"/>
                      </a:lnTo>
                      <a:lnTo>
                        <a:pt x="7740" y="2232"/>
                      </a:lnTo>
                      <a:lnTo>
                        <a:pt x="7734" y="2226"/>
                      </a:lnTo>
                      <a:lnTo>
                        <a:pt x="7722" y="2202"/>
                      </a:lnTo>
                      <a:lnTo>
                        <a:pt x="7710" y="2196"/>
                      </a:lnTo>
                      <a:lnTo>
                        <a:pt x="7704" y="2184"/>
                      </a:lnTo>
                      <a:lnTo>
                        <a:pt x="7698" y="2178"/>
                      </a:lnTo>
                      <a:lnTo>
                        <a:pt x="7674" y="2166"/>
                      </a:lnTo>
                      <a:lnTo>
                        <a:pt x="7668" y="2160"/>
                      </a:lnTo>
                      <a:lnTo>
                        <a:pt x="7656" y="2154"/>
                      </a:lnTo>
                      <a:lnTo>
                        <a:pt x="7578" y="2070"/>
                      </a:lnTo>
                      <a:lnTo>
                        <a:pt x="7554" y="2070"/>
                      </a:lnTo>
                      <a:lnTo>
                        <a:pt x="7542" y="2040"/>
                      </a:lnTo>
                      <a:lnTo>
                        <a:pt x="7524" y="2040"/>
                      </a:lnTo>
                      <a:lnTo>
                        <a:pt x="7512" y="2028"/>
                      </a:lnTo>
                      <a:lnTo>
                        <a:pt x="7500" y="2004"/>
                      </a:lnTo>
                      <a:lnTo>
                        <a:pt x="7500" y="1980"/>
                      </a:lnTo>
                      <a:lnTo>
                        <a:pt x="7470" y="1944"/>
                      </a:lnTo>
                      <a:lnTo>
                        <a:pt x="7446" y="1950"/>
                      </a:lnTo>
                      <a:lnTo>
                        <a:pt x="7434" y="1920"/>
                      </a:lnTo>
                      <a:lnTo>
                        <a:pt x="7392" y="1890"/>
                      </a:lnTo>
                      <a:lnTo>
                        <a:pt x="7380" y="1866"/>
                      </a:lnTo>
                      <a:lnTo>
                        <a:pt x="7368" y="1860"/>
                      </a:lnTo>
                      <a:lnTo>
                        <a:pt x="7362" y="1854"/>
                      </a:lnTo>
                      <a:lnTo>
                        <a:pt x="7344" y="1854"/>
                      </a:lnTo>
                      <a:lnTo>
                        <a:pt x="7344" y="1860"/>
                      </a:lnTo>
                      <a:lnTo>
                        <a:pt x="7392" y="1908"/>
                      </a:lnTo>
                      <a:lnTo>
                        <a:pt x="7392" y="1914"/>
                      </a:lnTo>
                      <a:lnTo>
                        <a:pt x="7386" y="1914"/>
                      </a:lnTo>
                      <a:lnTo>
                        <a:pt x="7380" y="1908"/>
                      </a:lnTo>
                      <a:lnTo>
                        <a:pt x="7368" y="1908"/>
                      </a:lnTo>
                      <a:lnTo>
                        <a:pt x="7362" y="1914"/>
                      </a:lnTo>
                      <a:lnTo>
                        <a:pt x="7362" y="1926"/>
                      </a:lnTo>
                      <a:lnTo>
                        <a:pt x="7374" y="1950"/>
                      </a:lnTo>
                      <a:lnTo>
                        <a:pt x="7386" y="1962"/>
                      </a:lnTo>
                      <a:lnTo>
                        <a:pt x="7392" y="1974"/>
                      </a:lnTo>
                      <a:lnTo>
                        <a:pt x="7404" y="1980"/>
                      </a:lnTo>
                      <a:lnTo>
                        <a:pt x="7404" y="1992"/>
                      </a:lnTo>
                      <a:lnTo>
                        <a:pt x="7416" y="2016"/>
                      </a:lnTo>
                      <a:lnTo>
                        <a:pt x="7422" y="2022"/>
                      </a:lnTo>
                      <a:lnTo>
                        <a:pt x="7440" y="2034"/>
                      </a:lnTo>
                      <a:lnTo>
                        <a:pt x="7470" y="2052"/>
                      </a:lnTo>
                      <a:lnTo>
                        <a:pt x="7500" y="2076"/>
                      </a:lnTo>
                      <a:lnTo>
                        <a:pt x="7518" y="2100"/>
                      </a:lnTo>
                      <a:lnTo>
                        <a:pt x="7524" y="2112"/>
                      </a:lnTo>
                      <a:lnTo>
                        <a:pt x="7536" y="2130"/>
                      </a:lnTo>
                      <a:lnTo>
                        <a:pt x="7536" y="2142"/>
                      </a:lnTo>
                      <a:lnTo>
                        <a:pt x="7548" y="2154"/>
                      </a:lnTo>
                      <a:lnTo>
                        <a:pt x="7554" y="2166"/>
                      </a:lnTo>
                      <a:lnTo>
                        <a:pt x="7572" y="2184"/>
                      </a:lnTo>
                      <a:lnTo>
                        <a:pt x="7590" y="2208"/>
                      </a:lnTo>
                      <a:lnTo>
                        <a:pt x="7608" y="2238"/>
                      </a:lnTo>
                      <a:lnTo>
                        <a:pt x="7620" y="2262"/>
                      </a:lnTo>
                      <a:lnTo>
                        <a:pt x="7626" y="2268"/>
                      </a:lnTo>
                      <a:lnTo>
                        <a:pt x="7626" y="2280"/>
                      </a:lnTo>
                      <a:lnTo>
                        <a:pt x="7632" y="2292"/>
                      </a:lnTo>
                      <a:lnTo>
                        <a:pt x="7644" y="2304"/>
                      </a:lnTo>
                      <a:lnTo>
                        <a:pt x="7656" y="2304"/>
                      </a:lnTo>
                      <a:lnTo>
                        <a:pt x="7668" y="2310"/>
                      </a:lnTo>
                      <a:lnTo>
                        <a:pt x="7674" y="2322"/>
                      </a:lnTo>
                      <a:lnTo>
                        <a:pt x="7686" y="2334"/>
                      </a:lnTo>
                      <a:lnTo>
                        <a:pt x="7698" y="2358"/>
                      </a:lnTo>
                      <a:lnTo>
                        <a:pt x="7698" y="2376"/>
                      </a:lnTo>
                      <a:lnTo>
                        <a:pt x="7740" y="2412"/>
                      </a:lnTo>
                      <a:lnTo>
                        <a:pt x="7752" y="2466"/>
                      </a:lnTo>
                      <a:lnTo>
                        <a:pt x="7794" y="2508"/>
                      </a:lnTo>
                      <a:lnTo>
                        <a:pt x="7794" y="2502"/>
                      </a:lnTo>
                      <a:lnTo>
                        <a:pt x="7788" y="2496"/>
                      </a:lnTo>
                      <a:lnTo>
                        <a:pt x="7788" y="2484"/>
                      </a:lnTo>
                      <a:lnTo>
                        <a:pt x="7782" y="2472"/>
                      </a:lnTo>
                      <a:lnTo>
                        <a:pt x="7782" y="2460"/>
                      </a:lnTo>
                      <a:lnTo>
                        <a:pt x="7776" y="2448"/>
                      </a:lnTo>
                      <a:lnTo>
                        <a:pt x="7782" y="2442"/>
                      </a:lnTo>
                      <a:lnTo>
                        <a:pt x="7788" y="2442"/>
                      </a:lnTo>
                      <a:lnTo>
                        <a:pt x="7800" y="2454"/>
                      </a:lnTo>
                      <a:lnTo>
                        <a:pt x="7830" y="2454"/>
                      </a:lnTo>
                      <a:lnTo>
                        <a:pt x="7866" y="2496"/>
                      </a:lnTo>
                      <a:lnTo>
                        <a:pt x="7866" y="2472"/>
                      </a:lnTo>
                      <a:lnTo>
                        <a:pt x="7836" y="2430"/>
                      </a:lnTo>
                      <a:lnTo>
                        <a:pt x="7812" y="2436"/>
                      </a:lnTo>
                      <a:close/>
                      <a:moveTo>
                        <a:pt x="1344" y="84"/>
                      </a:moveTo>
                      <a:lnTo>
                        <a:pt x="1350" y="72"/>
                      </a:lnTo>
                      <a:lnTo>
                        <a:pt x="1308" y="66"/>
                      </a:lnTo>
                      <a:lnTo>
                        <a:pt x="1284" y="78"/>
                      </a:lnTo>
                      <a:lnTo>
                        <a:pt x="1290" y="90"/>
                      </a:lnTo>
                      <a:lnTo>
                        <a:pt x="1344" y="84"/>
                      </a:lnTo>
                      <a:close/>
                      <a:moveTo>
                        <a:pt x="9048" y="996"/>
                      </a:moveTo>
                      <a:lnTo>
                        <a:pt x="9036" y="984"/>
                      </a:lnTo>
                      <a:lnTo>
                        <a:pt x="9024" y="978"/>
                      </a:lnTo>
                      <a:lnTo>
                        <a:pt x="9006" y="972"/>
                      </a:lnTo>
                      <a:lnTo>
                        <a:pt x="8994" y="966"/>
                      </a:lnTo>
                      <a:lnTo>
                        <a:pt x="8982" y="966"/>
                      </a:lnTo>
                      <a:lnTo>
                        <a:pt x="8940" y="948"/>
                      </a:lnTo>
                      <a:lnTo>
                        <a:pt x="8898" y="948"/>
                      </a:lnTo>
                      <a:lnTo>
                        <a:pt x="8868" y="930"/>
                      </a:lnTo>
                      <a:lnTo>
                        <a:pt x="8778" y="924"/>
                      </a:lnTo>
                      <a:lnTo>
                        <a:pt x="8736" y="906"/>
                      </a:lnTo>
                      <a:lnTo>
                        <a:pt x="8700" y="906"/>
                      </a:lnTo>
                      <a:lnTo>
                        <a:pt x="8754" y="942"/>
                      </a:lnTo>
                      <a:lnTo>
                        <a:pt x="8808" y="966"/>
                      </a:lnTo>
                      <a:lnTo>
                        <a:pt x="8796" y="966"/>
                      </a:lnTo>
                      <a:lnTo>
                        <a:pt x="8784" y="972"/>
                      </a:lnTo>
                      <a:lnTo>
                        <a:pt x="8754" y="972"/>
                      </a:lnTo>
                      <a:lnTo>
                        <a:pt x="8730" y="960"/>
                      </a:lnTo>
                      <a:lnTo>
                        <a:pt x="8676" y="906"/>
                      </a:lnTo>
                      <a:lnTo>
                        <a:pt x="8580" y="870"/>
                      </a:lnTo>
                      <a:lnTo>
                        <a:pt x="8496" y="846"/>
                      </a:lnTo>
                      <a:lnTo>
                        <a:pt x="8442" y="834"/>
                      </a:lnTo>
                      <a:lnTo>
                        <a:pt x="8370" y="822"/>
                      </a:lnTo>
                      <a:lnTo>
                        <a:pt x="8280" y="804"/>
                      </a:lnTo>
                      <a:lnTo>
                        <a:pt x="8190" y="780"/>
                      </a:lnTo>
                      <a:lnTo>
                        <a:pt x="8112" y="762"/>
                      </a:lnTo>
                      <a:lnTo>
                        <a:pt x="8052" y="750"/>
                      </a:lnTo>
                      <a:lnTo>
                        <a:pt x="7998" y="738"/>
                      </a:lnTo>
                      <a:lnTo>
                        <a:pt x="7956" y="732"/>
                      </a:lnTo>
                      <a:lnTo>
                        <a:pt x="7758" y="732"/>
                      </a:lnTo>
                      <a:lnTo>
                        <a:pt x="7746" y="714"/>
                      </a:lnTo>
                      <a:lnTo>
                        <a:pt x="7698" y="720"/>
                      </a:lnTo>
                      <a:lnTo>
                        <a:pt x="7680" y="708"/>
                      </a:lnTo>
                      <a:lnTo>
                        <a:pt x="7626" y="708"/>
                      </a:lnTo>
                      <a:lnTo>
                        <a:pt x="7650" y="726"/>
                      </a:lnTo>
                      <a:lnTo>
                        <a:pt x="7644" y="744"/>
                      </a:lnTo>
                      <a:lnTo>
                        <a:pt x="7656" y="744"/>
                      </a:lnTo>
                      <a:lnTo>
                        <a:pt x="7680" y="756"/>
                      </a:lnTo>
                      <a:lnTo>
                        <a:pt x="7716" y="762"/>
                      </a:lnTo>
                      <a:lnTo>
                        <a:pt x="7740" y="774"/>
                      </a:lnTo>
                      <a:lnTo>
                        <a:pt x="7758" y="786"/>
                      </a:lnTo>
                      <a:lnTo>
                        <a:pt x="7752" y="798"/>
                      </a:lnTo>
                      <a:lnTo>
                        <a:pt x="7728" y="804"/>
                      </a:lnTo>
                      <a:lnTo>
                        <a:pt x="7698" y="804"/>
                      </a:lnTo>
                      <a:lnTo>
                        <a:pt x="7686" y="798"/>
                      </a:lnTo>
                      <a:lnTo>
                        <a:pt x="7680" y="792"/>
                      </a:lnTo>
                      <a:lnTo>
                        <a:pt x="7656" y="774"/>
                      </a:lnTo>
                      <a:lnTo>
                        <a:pt x="7584" y="774"/>
                      </a:lnTo>
                      <a:lnTo>
                        <a:pt x="7530" y="738"/>
                      </a:lnTo>
                      <a:lnTo>
                        <a:pt x="7524" y="738"/>
                      </a:lnTo>
                      <a:lnTo>
                        <a:pt x="7518" y="744"/>
                      </a:lnTo>
                      <a:lnTo>
                        <a:pt x="7506" y="744"/>
                      </a:lnTo>
                      <a:lnTo>
                        <a:pt x="7500" y="750"/>
                      </a:lnTo>
                      <a:lnTo>
                        <a:pt x="7446" y="750"/>
                      </a:lnTo>
                      <a:lnTo>
                        <a:pt x="7440" y="738"/>
                      </a:lnTo>
                      <a:lnTo>
                        <a:pt x="7344" y="744"/>
                      </a:lnTo>
                      <a:lnTo>
                        <a:pt x="7320" y="726"/>
                      </a:lnTo>
                      <a:lnTo>
                        <a:pt x="7314" y="732"/>
                      </a:lnTo>
                      <a:lnTo>
                        <a:pt x="7212" y="732"/>
                      </a:lnTo>
                      <a:lnTo>
                        <a:pt x="7206" y="738"/>
                      </a:lnTo>
                      <a:lnTo>
                        <a:pt x="7212" y="744"/>
                      </a:lnTo>
                      <a:lnTo>
                        <a:pt x="7218" y="756"/>
                      </a:lnTo>
                      <a:lnTo>
                        <a:pt x="7254" y="792"/>
                      </a:lnTo>
                      <a:lnTo>
                        <a:pt x="7248" y="792"/>
                      </a:lnTo>
                      <a:lnTo>
                        <a:pt x="7242" y="786"/>
                      </a:lnTo>
                      <a:lnTo>
                        <a:pt x="7230" y="780"/>
                      </a:lnTo>
                      <a:lnTo>
                        <a:pt x="7218" y="768"/>
                      </a:lnTo>
                      <a:lnTo>
                        <a:pt x="7206" y="762"/>
                      </a:lnTo>
                      <a:lnTo>
                        <a:pt x="7194" y="750"/>
                      </a:lnTo>
                      <a:lnTo>
                        <a:pt x="7176" y="744"/>
                      </a:lnTo>
                      <a:lnTo>
                        <a:pt x="7104" y="732"/>
                      </a:lnTo>
                      <a:lnTo>
                        <a:pt x="7086" y="732"/>
                      </a:lnTo>
                      <a:lnTo>
                        <a:pt x="7086" y="726"/>
                      </a:lnTo>
                      <a:lnTo>
                        <a:pt x="7056" y="696"/>
                      </a:lnTo>
                      <a:lnTo>
                        <a:pt x="7032" y="684"/>
                      </a:lnTo>
                      <a:lnTo>
                        <a:pt x="6990" y="666"/>
                      </a:lnTo>
                      <a:lnTo>
                        <a:pt x="6948" y="660"/>
                      </a:lnTo>
                      <a:lnTo>
                        <a:pt x="6912" y="654"/>
                      </a:lnTo>
                      <a:lnTo>
                        <a:pt x="6882" y="654"/>
                      </a:lnTo>
                      <a:lnTo>
                        <a:pt x="6864" y="648"/>
                      </a:lnTo>
                      <a:lnTo>
                        <a:pt x="6834" y="648"/>
                      </a:lnTo>
                      <a:lnTo>
                        <a:pt x="6786" y="636"/>
                      </a:lnTo>
                      <a:lnTo>
                        <a:pt x="6774" y="642"/>
                      </a:lnTo>
                      <a:lnTo>
                        <a:pt x="6714" y="642"/>
                      </a:lnTo>
                      <a:lnTo>
                        <a:pt x="6696" y="660"/>
                      </a:lnTo>
                      <a:lnTo>
                        <a:pt x="6684" y="666"/>
                      </a:lnTo>
                      <a:lnTo>
                        <a:pt x="6648" y="666"/>
                      </a:lnTo>
                      <a:lnTo>
                        <a:pt x="6630" y="660"/>
                      </a:lnTo>
                      <a:lnTo>
                        <a:pt x="6594" y="660"/>
                      </a:lnTo>
                      <a:lnTo>
                        <a:pt x="6582" y="654"/>
                      </a:lnTo>
                      <a:lnTo>
                        <a:pt x="6576" y="648"/>
                      </a:lnTo>
                      <a:lnTo>
                        <a:pt x="6552" y="636"/>
                      </a:lnTo>
                      <a:lnTo>
                        <a:pt x="6534" y="630"/>
                      </a:lnTo>
                      <a:lnTo>
                        <a:pt x="6522" y="624"/>
                      </a:lnTo>
                      <a:lnTo>
                        <a:pt x="6498" y="624"/>
                      </a:lnTo>
                      <a:lnTo>
                        <a:pt x="6486" y="630"/>
                      </a:lnTo>
                      <a:lnTo>
                        <a:pt x="6474" y="612"/>
                      </a:lnTo>
                      <a:lnTo>
                        <a:pt x="6438" y="612"/>
                      </a:lnTo>
                      <a:lnTo>
                        <a:pt x="6372" y="606"/>
                      </a:lnTo>
                      <a:lnTo>
                        <a:pt x="6408" y="594"/>
                      </a:lnTo>
                      <a:lnTo>
                        <a:pt x="6372" y="570"/>
                      </a:lnTo>
                      <a:lnTo>
                        <a:pt x="6360" y="570"/>
                      </a:lnTo>
                      <a:lnTo>
                        <a:pt x="6324" y="564"/>
                      </a:lnTo>
                      <a:lnTo>
                        <a:pt x="6282" y="558"/>
                      </a:lnTo>
                      <a:lnTo>
                        <a:pt x="6246" y="558"/>
                      </a:lnTo>
                      <a:lnTo>
                        <a:pt x="6228" y="564"/>
                      </a:lnTo>
                      <a:lnTo>
                        <a:pt x="6228" y="594"/>
                      </a:lnTo>
                      <a:lnTo>
                        <a:pt x="6222" y="600"/>
                      </a:lnTo>
                      <a:lnTo>
                        <a:pt x="6192" y="600"/>
                      </a:lnTo>
                      <a:lnTo>
                        <a:pt x="6180" y="594"/>
                      </a:lnTo>
                      <a:lnTo>
                        <a:pt x="6168" y="594"/>
                      </a:lnTo>
                      <a:lnTo>
                        <a:pt x="6186" y="582"/>
                      </a:lnTo>
                      <a:lnTo>
                        <a:pt x="6168" y="570"/>
                      </a:lnTo>
                      <a:lnTo>
                        <a:pt x="6096" y="570"/>
                      </a:lnTo>
                      <a:lnTo>
                        <a:pt x="6114" y="558"/>
                      </a:lnTo>
                      <a:lnTo>
                        <a:pt x="6156" y="558"/>
                      </a:lnTo>
                      <a:lnTo>
                        <a:pt x="6216" y="588"/>
                      </a:lnTo>
                      <a:lnTo>
                        <a:pt x="6216" y="564"/>
                      </a:lnTo>
                      <a:lnTo>
                        <a:pt x="6162" y="540"/>
                      </a:lnTo>
                      <a:lnTo>
                        <a:pt x="6048" y="546"/>
                      </a:lnTo>
                      <a:lnTo>
                        <a:pt x="6048" y="534"/>
                      </a:lnTo>
                      <a:lnTo>
                        <a:pt x="5928" y="540"/>
                      </a:lnTo>
                      <a:lnTo>
                        <a:pt x="5880" y="522"/>
                      </a:lnTo>
                      <a:lnTo>
                        <a:pt x="5862" y="522"/>
                      </a:lnTo>
                      <a:lnTo>
                        <a:pt x="5898" y="546"/>
                      </a:lnTo>
                      <a:lnTo>
                        <a:pt x="5850" y="546"/>
                      </a:lnTo>
                      <a:lnTo>
                        <a:pt x="5838" y="552"/>
                      </a:lnTo>
                      <a:lnTo>
                        <a:pt x="5832" y="552"/>
                      </a:lnTo>
                      <a:lnTo>
                        <a:pt x="5832" y="558"/>
                      </a:lnTo>
                      <a:lnTo>
                        <a:pt x="5844" y="564"/>
                      </a:lnTo>
                      <a:lnTo>
                        <a:pt x="5850" y="570"/>
                      </a:lnTo>
                      <a:lnTo>
                        <a:pt x="5862" y="576"/>
                      </a:lnTo>
                      <a:lnTo>
                        <a:pt x="5892" y="576"/>
                      </a:lnTo>
                      <a:lnTo>
                        <a:pt x="5892" y="582"/>
                      </a:lnTo>
                      <a:lnTo>
                        <a:pt x="5952" y="618"/>
                      </a:lnTo>
                      <a:lnTo>
                        <a:pt x="5904" y="618"/>
                      </a:lnTo>
                      <a:lnTo>
                        <a:pt x="5898" y="612"/>
                      </a:lnTo>
                      <a:lnTo>
                        <a:pt x="5886" y="606"/>
                      </a:lnTo>
                      <a:lnTo>
                        <a:pt x="5874" y="606"/>
                      </a:lnTo>
                      <a:lnTo>
                        <a:pt x="5862" y="600"/>
                      </a:lnTo>
                      <a:lnTo>
                        <a:pt x="5844" y="618"/>
                      </a:lnTo>
                      <a:lnTo>
                        <a:pt x="5868" y="636"/>
                      </a:lnTo>
                      <a:lnTo>
                        <a:pt x="5814" y="630"/>
                      </a:lnTo>
                      <a:lnTo>
                        <a:pt x="5808" y="630"/>
                      </a:lnTo>
                      <a:lnTo>
                        <a:pt x="5802" y="624"/>
                      </a:lnTo>
                      <a:lnTo>
                        <a:pt x="5784" y="618"/>
                      </a:lnTo>
                      <a:lnTo>
                        <a:pt x="5766" y="618"/>
                      </a:lnTo>
                      <a:lnTo>
                        <a:pt x="5754" y="612"/>
                      </a:lnTo>
                      <a:lnTo>
                        <a:pt x="5736" y="606"/>
                      </a:lnTo>
                      <a:lnTo>
                        <a:pt x="5724" y="606"/>
                      </a:lnTo>
                      <a:lnTo>
                        <a:pt x="5712" y="612"/>
                      </a:lnTo>
                      <a:lnTo>
                        <a:pt x="5700" y="612"/>
                      </a:lnTo>
                      <a:lnTo>
                        <a:pt x="5688" y="618"/>
                      </a:lnTo>
                      <a:lnTo>
                        <a:pt x="5682" y="624"/>
                      </a:lnTo>
                      <a:lnTo>
                        <a:pt x="5676" y="624"/>
                      </a:lnTo>
                      <a:lnTo>
                        <a:pt x="5610" y="618"/>
                      </a:lnTo>
                      <a:lnTo>
                        <a:pt x="5604" y="618"/>
                      </a:lnTo>
                      <a:lnTo>
                        <a:pt x="5598" y="612"/>
                      </a:lnTo>
                      <a:lnTo>
                        <a:pt x="5562" y="594"/>
                      </a:lnTo>
                      <a:lnTo>
                        <a:pt x="5556" y="594"/>
                      </a:lnTo>
                      <a:lnTo>
                        <a:pt x="5550" y="588"/>
                      </a:lnTo>
                      <a:lnTo>
                        <a:pt x="5538" y="588"/>
                      </a:lnTo>
                      <a:lnTo>
                        <a:pt x="5538" y="606"/>
                      </a:lnTo>
                      <a:lnTo>
                        <a:pt x="5544" y="612"/>
                      </a:lnTo>
                      <a:lnTo>
                        <a:pt x="5550" y="624"/>
                      </a:lnTo>
                      <a:lnTo>
                        <a:pt x="5556" y="630"/>
                      </a:lnTo>
                      <a:lnTo>
                        <a:pt x="5562" y="642"/>
                      </a:lnTo>
                      <a:lnTo>
                        <a:pt x="5562" y="660"/>
                      </a:lnTo>
                      <a:lnTo>
                        <a:pt x="5556" y="666"/>
                      </a:lnTo>
                      <a:lnTo>
                        <a:pt x="5532" y="660"/>
                      </a:lnTo>
                      <a:lnTo>
                        <a:pt x="5424" y="624"/>
                      </a:lnTo>
                      <a:lnTo>
                        <a:pt x="5412" y="618"/>
                      </a:lnTo>
                      <a:lnTo>
                        <a:pt x="5406" y="618"/>
                      </a:lnTo>
                      <a:lnTo>
                        <a:pt x="5400" y="612"/>
                      </a:lnTo>
                      <a:lnTo>
                        <a:pt x="5394" y="600"/>
                      </a:lnTo>
                      <a:lnTo>
                        <a:pt x="5382" y="594"/>
                      </a:lnTo>
                      <a:lnTo>
                        <a:pt x="5376" y="588"/>
                      </a:lnTo>
                      <a:lnTo>
                        <a:pt x="5376" y="606"/>
                      </a:lnTo>
                      <a:lnTo>
                        <a:pt x="5322" y="588"/>
                      </a:lnTo>
                      <a:lnTo>
                        <a:pt x="5292" y="570"/>
                      </a:lnTo>
                      <a:lnTo>
                        <a:pt x="5298" y="570"/>
                      </a:lnTo>
                      <a:lnTo>
                        <a:pt x="5304" y="576"/>
                      </a:lnTo>
                      <a:lnTo>
                        <a:pt x="5328" y="576"/>
                      </a:lnTo>
                      <a:lnTo>
                        <a:pt x="5340" y="582"/>
                      </a:lnTo>
                      <a:lnTo>
                        <a:pt x="5352" y="582"/>
                      </a:lnTo>
                      <a:lnTo>
                        <a:pt x="5358" y="576"/>
                      </a:lnTo>
                      <a:lnTo>
                        <a:pt x="5358" y="570"/>
                      </a:lnTo>
                      <a:lnTo>
                        <a:pt x="5346" y="564"/>
                      </a:lnTo>
                      <a:lnTo>
                        <a:pt x="5334" y="552"/>
                      </a:lnTo>
                      <a:lnTo>
                        <a:pt x="5292" y="552"/>
                      </a:lnTo>
                      <a:lnTo>
                        <a:pt x="5304" y="540"/>
                      </a:lnTo>
                      <a:lnTo>
                        <a:pt x="5298" y="534"/>
                      </a:lnTo>
                      <a:lnTo>
                        <a:pt x="5286" y="528"/>
                      </a:lnTo>
                      <a:lnTo>
                        <a:pt x="5256" y="528"/>
                      </a:lnTo>
                      <a:lnTo>
                        <a:pt x="5268" y="510"/>
                      </a:lnTo>
                      <a:lnTo>
                        <a:pt x="5262" y="510"/>
                      </a:lnTo>
                      <a:lnTo>
                        <a:pt x="5256" y="504"/>
                      </a:lnTo>
                      <a:lnTo>
                        <a:pt x="5232" y="504"/>
                      </a:lnTo>
                      <a:lnTo>
                        <a:pt x="5220" y="498"/>
                      </a:lnTo>
                      <a:lnTo>
                        <a:pt x="5208" y="498"/>
                      </a:lnTo>
                      <a:lnTo>
                        <a:pt x="5202" y="492"/>
                      </a:lnTo>
                      <a:lnTo>
                        <a:pt x="5190" y="492"/>
                      </a:lnTo>
                      <a:lnTo>
                        <a:pt x="5184" y="486"/>
                      </a:lnTo>
                      <a:lnTo>
                        <a:pt x="5142" y="486"/>
                      </a:lnTo>
                      <a:lnTo>
                        <a:pt x="5130" y="492"/>
                      </a:lnTo>
                      <a:lnTo>
                        <a:pt x="5094" y="492"/>
                      </a:lnTo>
                      <a:lnTo>
                        <a:pt x="5076" y="486"/>
                      </a:lnTo>
                      <a:lnTo>
                        <a:pt x="5070" y="480"/>
                      </a:lnTo>
                      <a:lnTo>
                        <a:pt x="5064" y="480"/>
                      </a:lnTo>
                      <a:lnTo>
                        <a:pt x="5040" y="486"/>
                      </a:lnTo>
                      <a:lnTo>
                        <a:pt x="5040" y="474"/>
                      </a:lnTo>
                      <a:lnTo>
                        <a:pt x="4992" y="468"/>
                      </a:lnTo>
                      <a:lnTo>
                        <a:pt x="4980" y="456"/>
                      </a:lnTo>
                      <a:lnTo>
                        <a:pt x="4974" y="474"/>
                      </a:lnTo>
                      <a:lnTo>
                        <a:pt x="4956" y="480"/>
                      </a:lnTo>
                      <a:lnTo>
                        <a:pt x="4986" y="498"/>
                      </a:lnTo>
                      <a:lnTo>
                        <a:pt x="5010" y="528"/>
                      </a:lnTo>
                      <a:lnTo>
                        <a:pt x="4962" y="522"/>
                      </a:lnTo>
                      <a:lnTo>
                        <a:pt x="4956" y="516"/>
                      </a:lnTo>
                      <a:lnTo>
                        <a:pt x="4890" y="522"/>
                      </a:lnTo>
                      <a:lnTo>
                        <a:pt x="4872" y="528"/>
                      </a:lnTo>
                      <a:lnTo>
                        <a:pt x="4872" y="516"/>
                      </a:lnTo>
                      <a:lnTo>
                        <a:pt x="4824" y="522"/>
                      </a:lnTo>
                      <a:lnTo>
                        <a:pt x="4818" y="510"/>
                      </a:lnTo>
                      <a:lnTo>
                        <a:pt x="4764" y="510"/>
                      </a:lnTo>
                      <a:lnTo>
                        <a:pt x="4728" y="504"/>
                      </a:lnTo>
                      <a:lnTo>
                        <a:pt x="4746" y="480"/>
                      </a:lnTo>
                      <a:lnTo>
                        <a:pt x="4620" y="480"/>
                      </a:lnTo>
                      <a:lnTo>
                        <a:pt x="4608" y="468"/>
                      </a:lnTo>
                      <a:lnTo>
                        <a:pt x="4602" y="474"/>
                      </a:lnTo>
                      <a:lnTo>
                        <a:pt x="4590" y="468"/>
                      </a:lnTo>
                      <a:lnTo>
                        <a:pt x="4542" y="474"/>
                      </a:lnTo>
                      <a:lnTo>
                        <a:pt x="4548" y="486"/>
                      </a:lnTo>
                      <a:lnTo>
                        <a:pt x="4488" y="480"/>
                      </a:lnTo>
                      <a:lnTo>
                        <a:pt x="4476" y="486"/>
                      </a:lnTo>
                      <a:lnTo>
                        <a:pt x="4506" y="498"/>
                      </a:lnTo>
                      <a:lnTo>
                        <a:pt x="4464" y="492"/>
                      </a:lnTo>
                      <a:lnTo>
                        <a:pt x="4464" y="474"/>
                      </a:lnTo>
                      <a:lnTo>
                        <a:pt x="4434" y="456"/>
                      </a:lnTo>
                      <a:lnTo>
                        <a:pt x="4416" y="456"/>
                      </a:lnTo>
                      <a:lnTo>
                        <a:pt x="4428" y="474"/>
                      </a:lnTo>
                      <a:lnTo>
                        <a:pt x="4374" y="474"/>
                      </a:lnTo>
                      <a:lnTo>
                        <a:pt x="4368" y="468"/>
                      </a:lnTo>
                      <a:lnTo>
                        <a:pt x="4356" y="468"/>
                      </a:lnTo>
                      <a:lnTo>
                        <a:pt x="4350" y="456"/>
                      </a:lnTo>
                      <a:lnTo>
                        <a:pt x="4320" y="456"/>
                      </a:lnTo>
                      <a:lnTo>
                        <a:pt x="4296" y="444"/>
                      </a:lnTo>
                      <a:lnTo>
                        <a:pt x="4266" y="468"/>
                      </a:lnTo>
                      <a:lnTo>
                        <a:pt x="4320" y="474"/>
                      </a:lnTo>
                      <a:lnTo>
                        <a:pt x="4332" y="474"/>
                      </a:lnTo>
                      <a:lnTo>
                        <a:pt x="4326" y="480"/>
                      </a:lnTo>
                      <a:lnTo>
                        <a:pt x="4314" y="486"/>
                      </a:lnTo>
                      <a:lnTo>
                        <a:pt x="4308" y="492"/>
                      </a:lnTo>
                      <a:lnTo>
                        <a:pt x="4272" y="492"/>
                      </a:lnTo>
                      <a:lnTo>
                        <a:pt x="4266" y="498"/>
                      </a:lnTo>
                      <a:lnTo>
                        <a:pt x="4254" y="504"/>
                      </a:lnTo>
                      <a:lnTo>
                        <a:pt x="4182" y="504"/>
                      </a:lnTo>
                      <a:lnTo>
                        <a:pt x="4146" y="510"/>
                      </a:lnTo>
                      <a:lnTo>
                        <a:pt x="4134" y="534"/>
                      </a:lnTo>
                      <a:lnTo>
                        <a:pt x="4110" y="528"/>
                      </a:lnTo>
                      <a:lnTo>
                        <a:pt x="4110" y="516"/>
                      </a:lnTo>
                      <a:lnTo>
                        <a:pt x="4116" y="504"/>
                      </a:lnTo>
                      <a:lnTo>
                        <a:pt x="4122" y="498"/>
                      </a:lnTo>
                      <a:lnTo>
                        <a:pt x="4134" y="492"/>
                      </a:lnTo>
                      <a:lnTo>
                        <a:pt x="4152" y="492"/>
                      </a:lnTo>
                      <a:lnTo>
                        <a:pt x="4164" y="480"/>
                      </a:lnTo>
                      <a:lnTo>
                        <a:pt x="4206" y="474"/>
                      </a:lnTo>
                      <a:lnTo>
                        <a:pt x="4248" y="438"/>
                      </a:lnTo>
                      <a:lnTo>
                        <a:pt x="4248" y="426"/>
                      </a:lnTo>
                      <a:lnTo>
                        <a:pt x="4254" y="420"/>
                      </a:lnTo>
                      <a:lnTo>
                        <a:pt x="4266" y="414"/>
                      </a:lnTo>
                      <a:lnTo>
                        <a:pt x="4278" y="414"/>
                      </a:lnTo>
                      <a:lnTo>
                        <a:pt x="4290" y="408"/>
                      </a:lnTo>
                      <a:lnTo>
                        <a:pt x="4302" y="408"/>
                      </a:lnTo>
                      <a:lnTo>
                        <a:pt x="4320" y="402"/>
                      </a:lnTo>
                      <a:lnTo>
                        <a:pt x="4332" y="402"/>
                      </a:lnTo>
                      <a:lnTo>
                        <a:pt x="4344" y="396"/>
                      </a:lnTo>
                      <a:lnTo>
                        <a:pt x="4350" y="390"/>
                      </a:lnTo>
                      <a:lnTo>
                        <a:pt x="4356" y="378"/>
                      </a:lnTo>
                      <a:lnTo>
                        <a:pt x="4350" y="366"/>
                      </a:lnTo>
                      <a:lnTo>
                        <a:pt x="4344" y="360"/>
                      </a:lnTo>
                      <a:lnTo>
                        <a:pt x="4332" y="354"/>
                      </a:lnTo>
                      <a:lnTo>
                        <a:pt x="4326" y="348"/>
                      </a:lnTo>
                      <a:lnTo>
                        <a:pt x="4290" y="348"/>
                      </a:lnTo>
                      <a:lnTo>
                        <a:pt x="4320" y="336"/>
                      </a:lnTo>
                      <a:lnTo>
                        <a:pt x="4314" y="330"/>
                      </a:lnTo>
                      <a:lnTo>
                        <a:pt x="4302" y="324"/>
                      </a:lnTo>
                      <a:lnTo>
                        <a:pt x="4290" y="312"/>
                      </a:lnTo>
                      <a:lnTo>
                        <a:pt x="4284" y="312"/>
                      </a:lnTo>
                      <a:lnTo>
                        <a:pt x="4278" y="318"/>
                      </a:lnTo>
                      <a:lnTo>
                        <a:pt x="4254" y="318"/>
                      </a:lnTo>
                      <a:lnTo>
                        <a:pt x="4248" y="312"/>
                      </a:lnTo>
                      <a:lnTo>
                        <a:pt x="4242" y="300"/>
                      </a:lnTo>
                      <a:lnTo>
                        <a:pt x="4236" y="294"/>
                      </a:lnTo>
                      <a:lnTo>
                        <a:pt x="4194" y="294"/>
                      </a:lnTo>
                      <a:lnTo>
                        <a:pt x="4188" y="300"/>
                      </a:lnTo>
                      <a:lnTo>
                        <a:pt x="4182" y="300"/>
                      </a:lnTo>
                      <a:lnTo>
                        <a:pt x="4128" y="288"/>
                      </a:lnTo>
                      <a:lnTo>
                        <a:pt x="3990" y="282"/>
                      </a:lnTo>
                      <a:lnTo>
                        <a:pt x="3990" y="300"/>
                      </a:lnTo>
                      <a:lnTo>
                        <a:pt x="3924" y="300"/>
                      </a:lnTo>
                      <a:lnTo>
                        <a:pt x="3942" y="282"/>
                      </a:lnTo>
                      <a:lnTo>
                        <a:pt x="3942" y="276"/>
                      </a:lnTo>
                      <a:lnTo>
                        <a:pt x="3936" y="270"/>
                      </a:lnTo>
                      <a:lnTo>
                        <a:pt x="3912" y="264"/>
                      </a:lnTo>
                      <a:lnTo>
                        <a:pt x="3882" y="264"/>
                      </a:lnTo>
                      <a:lnTo>
                        <a:pt x="3852" y="270"/>
                      </a:lnTo>
                      <a:lnTo>
                        <a:pt x="3840" y="270"/>
                      </a:lnTo>
                      <a:lnTo>
                        <a:pt x="3780" y="264"/>
                      </a:lnTo>
                      <a:lnTo>
                        <a:pt x="3792" y="264"/>
                      </a:lnTo>
                      <a:lnTo>
                        <a:pt x="3810" y="258"/>
                      </a:lnTo>
                      <a:lnTo>
                        <a:pt x="3822" y="258"/>
                      </a:lnTo>
                      <a:lnTo>
                        <a:pt x="3834" y="252"/>
                      </a:lnTo>
                      <a:lnTo>
                        <a:pt x="3840" y="252"/>
                      </a:lnTo>
                      <a:lnTo>
                        <a:pt x="3840" y="246"/>
                      </a:lnTo>
                      <a:lnTo>
                        <a:pt x="3834" y="240"/>
                      </a:lnTo>
                      <a:lnTo>
                        <a:pt x="3822" y="240"/>
                      </a:lnTo>
                      <a:lnTo>
                        <a:pt x="3804" y="234"/>
                      </a:lnTo>
                      <a:lnTo>
                        <a:pt x="3762" y="234"/>
                      </a:lnTo>
                      <a:lnTo>
                        <a:pt x="3720" y="228"/>
                      </a:lnTo>
                      <a:lnTo>
                        <a:pt x="3714" y="240"/>
                      </a:lnTo>
                      <a:lnTo>
                        <a:pt x="3684" y="240"/>
                      </a:lnTo>
                      <a:lnTo>
                        <a:pt x="3672" y="246"/>
                      </a:lnTo>
                      <a:lnTo>
                        <a:pt x="3660" y="246"/>
                      </a:lnTo>
                      <a:lnTo>
                        <a:pt x="3648" y="252"/>
                      </a:lnTo>
                      <a:lnTo>
                        <a:pt x="3648" y="258"/>
                      </a:lnTo>
                      <a:lnTo>
                        <a:pt x="3654" y="270"/>
                      </a:lnTo>
                      <a:lnTo>
                        <a:pt x="3678" y="282"/>
                      </a:lnTo>
                      <a:lnTo>
                        <a:pt x="3696" y="294"/>
                      </a:lnTo>
                      <a:lnTo>
                        <a:pt x="3708" y="294"/>
                      </a:lnTo>
                      <a:lnTo>
                        <a:pt x="3714" y="300"/>
                      </a:lnTo>
                      <a:lnTo>
                        <a:pt x="3720" y="300"/>
                      </a:lnTo>
                      <a:lnTo>
                        <a:pt x="3576" y="294"/>
                      </a:lnTo>
                      <a:lnTo>
                        <a:pt x="3630" y="312"/>
                      </a:lnTo>
                      <a:lnTo>
                        <a:pt x="3576" y="324"/>
                      </a:lnTo>
                      <a:lnTo>
                        <a:pt x="3564" y="330"/>
                      </a:lnTo>
                      <a:lnTo>
                        <a:pt x="3534" y="336"/>
                      </a:lnTo>
                      <a:lnTo>
                        <a:pt x="3498" y="342"/>
                      </a:lnTo>
                      <a:lnTo>
                        <a:pt x="3474" y="342"/>
                      </a:lnTo>
                      <a:lnTo>
                        <a:pt x="3468" y="336"/>
                      </a:lnTo>
                      <a:lnTo>
                        <a:pt x="3474" y="324"/>
                      </a:lnTo>
                      <a:lnTo>
                        <a:pt x="3486" y="312"/>
                      </a:lnTo>
                      <a:lnTo>
                        <a:pt x="3420" y="312"/>
                      </a:lnTo>
                      <a:lnTo>
                        <a:pt x="3408" y="318"/>
                      </a:lnTo>
                      <a:lnTo>
                        <a:pt x="3390" y="318"/>
                      </a:lnTo>
                      <a:lnTo>
                        <a:pt x="3378" y="324"/>
                      </a:lnTo>
                      <a:lnTo>
                        <a:pt x="3366" y="336"/>
                      </a:lnTo>
                      <a:lnTo>
                        <a:pt x="3348" y="336"/>
                      </a:lnTo>
                      <a:lnTo>
                        <a:pt x="3318" y="342"/>
                      </a:lnTo>
                      <a:lnTo>
                        <a:pt x="3276" y="342"/>
                      </a:lnTo>
                      <a:lnTo>
                        <a:pt x="3246" y="348"/>
                      </a:lnTo>
                      <a:lnTo>
                        <a:pt x="3234" y="354"/>
                      </a:lnTo>
                      <a:lnTo>
                        <a:pt x="3216" y="354"/>
                      </a:lnTo>
                      <a:lnTo>
                        <a:pt x="3204" y="360"/>
                      </a:lnTo>
                      <a:lnTo>
                        <a:pt x="3186" y="360"/>
                      </a:lnTo>
                      <a:lnTo>
                        <a:pt x="3180" y="366"/>
                      </a:lnTo>
                      <a:lnTo>
                        <a:pt x="3174" y="366"/>
                      </a:lnTo>
                      <a:lnTo>
                        <a:pt x="3132" y="396"/>
                      </a:lnTo>
                      <a:lnTo>
                        <a:pt x="3114" y="396"/>
                      </a:lnTo>
                      <a:lnTo>
                        <a:pt x="3108" y="402"/>
                      </a:lnTo>
                      <a:lnTo>
                        <a:pt x="3102" y="402"/>
                      </a:lnTo>
                      <a:lnTo>
                        <a:pt x="3096" y="408"/>
                      </a:lnTo>
                      <a:lnTo>
                        <a:pt x="3102" y="414"/>
                      </a:lnTo>
                      <a:lnTo>
                        <a:pt x="3120" y="426"/>
                      </a:lnTo>
                      <a:lnTo>
                        <a:pt x="3132" y="438"/>
                      </a:lnTo>
                      <a:lnTo>
                        <a:pt x="3150" y="444"/>
                      </a:lnTo>
                      <a:lnTo>
                        <a:pt x="3156" y="450"/>
                      </a:lnTo>
                      <a:lnTo>
                        <a:pt x="3162" y="450"/>
                      </a:lnTo>
                      <a:lnTo>
                        <a:pt x="3120" y="462"/>
                      </a:lnTo>
                      <a:lnTo>
                        <a:pt x="3096" y="474"/>
                      </a:lnTo>
                      <a:lnTo>
                        <a:pt x="2994" y="474"/>
                      </a:lnTo>
                      <a:lnTo>
                        <a:pt x="2988" y="480"/>
                      </a:lnTo>
                      <a:lnTo>
                        <a:pt x="2952" y="468"/>
                      </a:lnTo>
                      <a:lnTo>
                        <a:pt x="2934" y="474"/>
                      </a:lnTo>
                      <a:lnTo>
                        <a:pt x="2880" y="474"/>
                      </a:lnTo>
                      <a:lnTo>
                        <a:pt x="2874" y="480"/>
                      </a:lnTo>
                      <a:lnTo>
                        <a:pt x="2874" y="498"/>
                      </a:lnTo>
                      <a:lnTo>
                        <a:pt x="2880" y="510"/>
                      </a:lnTo>
                      <a:lnTo>
                        <a:pt x="2892" y="522"/>
                      </a:lnTo>
                      <a:lnTo>
                        <a:pt x="2898" y="522"/>
                      </a:lnTo>
                      <a:lnTo>
                        <a:pt x="2904" y="528"/>
                      </a:lnTo>
                      <a:lnTo>
                        <a:pt x="2910" y="540"/>
                      </a:lnTo>
                      <a:lnTo>
                        <a:pt x="2916" y="546"/>
                      </a:lnTo>
                      <a:lnTo>
                        <a:pt x="2922" y="546"/>
                      </a:lnTo>
                      <a:lnTo>
                        <a:pt x="2928" y="552"/>
                      </a:lnTo>
                      <a:lnTo>
                        <a:pt x="2940" y="552"/>
                      </a:lnTo>
                      <a:lnTo>
                        <a:pt x="2952" y="558"/>
                      </a:lnTo>
                      <a:lnTo>
                        <a:pt x="2964" y="558"/>
                      </a:lnTo>
                      <a:lnTo>
                        <a:pt x="2976" y="564"/>
                      </a:lnTo>
                      <a:lnTo>
                        <a:pt x="2994" y="564"/>
                      </a:lnTo>
                      <a:lnTo>
                        <a:pt x="3012" y="570"/>
                      </a:lnTo>
                      <a:lnTo>
                        <a:pt x="3024" y="570"/>
                      </a:lnTo>
                      <a:lnTo>
                        <a:pt x="3036" y="576"/>
                      </a:lnTo>
                      <a:lnTo>
                        <a:pt x="3042" y="576"/>
                      </a:lnTo>
                      <a:lnTo>
                        <a:pt x="3054" y="588"/>
                      </a:lnTo>
                      <a:lnTo>
                        <a:pt x="3054" y="594"/>
                      </a:lnTo>
                      <a:lnTo>
                        <a:pt x="3060" y="600"/>
                      </a:lnTo>
                      <a:lnTo>
                        <a:pt x="3030" y="600"/>
                      </a:lnTo>
                      <a:lnTo>
                        <a:pt x="3012" y="606"/>
                      </a:lnTo>
                      <a:lnTo>
                        <a:pt x="3000" y="606"/>
                      </a:lnTo>
                      <a:lnTo>
                        <a:pt x="2964" y="588"/>
                      </a:lnTo>
                      <a:lnTo>
                        <a:pt x="2928" y="576"/>
                      </a:lnTo>
                      <a:lnTo>
                        <a:pt x="2904" y="570"/>
                      </a:lnTo>
                      <a:lnTo>
                        <a:pt x="2886" y="564"/>
                      </a:lnTo>
                      <a:lnTo>
                        <a:pt x="2862" y="564"/>
                      </a:lnTo>
                      <a:lnTo>
                        <a:pt x="2844" y="558"/>
                      </a:lnTo>
                      <a:lnTo>
                        <a:pt x="2802" y="558"/>
                      </a:lnTo>
                      <a:lnTo>
                        <a:pt x="2796" y="564"/>
                      </a:lnTo>
                      <a:lnTo>
                        <a:pt x="2796" y="576"/>
                      </a:lnTo>
                      <a:lnTo>
                        <a:pt x="2802" y="582"/>
                      </a:lnTo>
                      <a:lnTo>
                        <a:pt x="2808" y="582"/>
                      </a:lnTo>
                      <a:lnTo>
                        <a:pt x="2820" y="594"/>
                      </a:lnTo>
                      <a:lnTo>
                        <a:pt x="2784" y="594"/>
                      </a:lnTo>
                      <a:lnTo>
                        <a:pt x="2772" y="582"/>
                      </a:lnTo>
                      <a:lnTo>
                        <a:pt x="2754" y="582"/>
                      </a:lnTo>
                      <a:lnTo>
                        <a:pt x="2748" y="576"/>
                      </a:lnTo>
                      <a:lnTo>
                        <a:pt x="2724" y="576"/>
                      </a:lnTo>
                      <a:lnTo>
                        <a:pt x="2724" y="582"/>
                      </a:lnTo>
                      <a:lnTo>
                        <a:pt x="2730" y="600"/>
                      </a:lnTo>
                      <a:lnTo>
                        <a:pt x="2736" y="612"/>
                      </a:lnTo>
                      <a:lnTo>
                        <a:pt x="2748" y="618"/>
                      </a:lnTo>
                      <a:lnTo>
                        <a:pt x="2766" y="624"/>
                      </a:lnTo>
                      <a:lnTo>
                        <a:pt x="2802" y="624"/>
                      </a:lnTo>
                      <a:lnTo>
                        <a:pt x="2820" y="630"/>
                      </a:lnTo>
                      <a:lnTo>
                        <a:pt x="2844" y="630"/>
                      </a:lnTo>
                      <a:lnTo>
                        <a:pt x="2856" y="636"/>
                      </a:lnTo>
                      <a:lnTo>
                        <a:pt x="2862" y="648"/>
                      </a:lnTo>
                      <a:lnTo>
                        <a:pt x="2874" y="654"/>
                      </a:lnTo>
                      <a:lnTo>
                        <a:pt x="2844" y="654"/>
                      </a:lnTo>
                      <a:lnTo>
                        <a:pt x="2838" y="648"/>
                      </a:lnTo>
                      <a:lnTo>
                        <a:pt x="2826" y="642"/>
                      </a:lnTo>
                      <a:lnTo>
                        <a:pt x="2772" y="642"/>
                      </a:lnTo>
                      <a:lnTo>
                        <a:pt x="2760" y="636"/>
                      </a:lnTo>
                      <a:lnTo>
                        <a:pt x="2730" y="636"/>
                      </a:lnTo>
                      <a:lnTo>
                        <a:pt x="2724" y="624"/>
                      </a:lnTo>
                      <a:lnTo>
                        <a:pt x="2700" y="624"/>
                      </a:lnTo>
                      <a:lnTo>
                        <a:pt x="2694" y="606"/>
                      </a:lnTo>
                      <a:lnTo>
                        <a:pt x="2664" y="594"/>
                      </a:lnTo>
                      <a:lnTo>
                        <a:pt x="2670" y="588"/>
                      </a:lnTo>
                      <a:lnTo>
                        <a:pt x="2682" y="582"/>
                      </a:lnTo>
                      <a:lnTo>
                        <a:pt x="2688" y="576"/>
                      </a:lnTo>
                      <a:lnTo>
                        <a:pt x="2688" y="564"/>
                      </a:lnTo>
                      <a:lnTo>
                        <a:pt x="2658" y="534"/>
                      </a:lnTo>
                      <a:lnTo>
                        <a:pt x="2646" y="528"/>
                      </a:lnTo>
                      <a:lnTo>
                        <a:pt x="2616" y="528"/>
                      </a:lnTo>
                      <a:lnTo>
                        <a:pt x="2628" y="534"/>
                      </a:lnTo>
                      <a:lnTo>
                        <a:pt x="2652" y="558"/>
                      </a:lnTo>
                      <a:lnTo>
                        <a:pt x="2640" y="570"/>
                      </a:lnTo>
                      <a:lnTo>
                        <a:pt x="2616" y="582"/>
                      </a:lnTo>
                      <a:lnTo>
                        <a:pt x="2604" y="582"/>
                      </a:lnTo>
                      <a:lnTo>
                        <a:pt x="2586" y="624"/>
                      </a:lnTo>
                      <a:lnTo>
                        <a:pt x="2658" y="660"/>
                      </a:lnTo>
                      <a:lnTo>
                        <a:pt x="2676" y="660"/>
                      </a:lnTo>
                      <a:lnTo>
                        <a:pt x="2676" y="696"/>
                      </a:lnTo>
                      <a:lnTo>
                        <a:pt x="2670" y="708"/>
                      </a:lnTo>
                      <a:lnTo>
                        <a:pt x="2670" y="720"/>
                      </a:lnTo>
                      <a:lnTo>
                        <a:pt x="2676" y="738"/>
                      </a:lnTo>
                      <a:lnTo>
                        <a:pt x="2712" y="744"/>
                      </a:lnTo>
                      <a:lnTo>
                        <a:pt x="2712" y="768"/>
                      </a:lnTo>
                      <a:lnTo>
                        <a:pt x="2772" y="780"/>
                      </a:lnTo>
                      <a:lnTo>
                        <a:pt x="2778" y="780"/>
                      </a:lnTo>
                      <a:lnTo>
                        <a:pt x="2784" y="774"/>
                      </a:lnTo>
                      <a:lnTo>
                        <a:pt x="2796" y="774"/>
                      </a:lnTo>
                      <a:lnTo>
                        <a:pt x="2814" y="768"/>
                      </a:lnTo>
                      <a:lnTo>
                        <a:pt x="2850" y="768"/>
                      </a:lnTo>
                      <a:lnTo>
                        <a:pt x="2868" y="774"/>
                      </a:lnTo>
                      <a:lnTo>
                        <a:pt x="2874" y="780"/>
                      </a:lnTo>
                      <a:lnTo>
                        <a:pt x="2886" y="786"/>
                      </a:lnTo>
                      <a:lnTo>
                        <a:pt x="2904" y="786"/>
                      </a:lnTo>
                      <a:lnTo>
                        <a:pt x="2916" y="792"/>
                      </a:lnTo>
                      <a:lnTo>
                        <a:pt x="2952" y="804"/>
                      </a:lnTo>
                      <a:lnTo>
                        <a:pt x="2976" y="828"/>
                      </a:lnTo>
                      <a:lnTo>
                        <a:pt x="2976" y="834"/>
                      </a:lnTo>
                      <a:lnTo>
                        <a:pt x="2964" y="834"/>
                      </a:lnTo>
                      <a:lnTo>
                        <a:pt x="2958" y="840"/>
                      </a:lnTo>
                      <a:lnTo>
                        <a:pt x="2946" y="840"/>
                      </a:lnTo>
                      <a:lnTo>
                        <a:pt x="2940" y="846"/>
                      </a:lnTo>
                      <a:lnTo>
                        <a:pt x="2946" y="852"/>
                      </a:lnTo>
                      <a:lnTo>
                        <a:pt x="2958" y="858"/>
                      </a:lnTo>
                      <a:lnTo>
                        <a:pt x="2976" y="876"/>
                      </a:lnTo>
                      <a:lnTo>
                        <a:pt x="3024" y="876"/>
                      </a:lnTo>
                      <a:lnTo>
                        <a:pt x="3012" y="882"/>
                      </a:lnTo>
                      <a:lnTo>
                        <a:pt x="3006" y="882"/>
                      </a:lnTo>
                      <a:lnTo>
                        <a:pt x="2994" y="888"/>
                      </a:lnTo>
                      <a:lnTo>
                        <a:pt x="2970" y="888"/>
                      </a:lnTo>
                      <a:lnTo>
                        <a:pt x="2958" y="882"/>
                      </a:lnTo>
                      <a:lnTo>
                        <a:pt x="2952" y="876"/>
                      </a:lnTo>
                      <a:lnTo>
                        <a:pt x="2940" y="870"/>
                      </a:lnTo>
                      <a:lnTo>
                        <a:pt x="2940" y="858"/>
                      </a:lnTo>
                      <a:lnTo>
                        <a:pt x="2928" y="834"/>
                      </a:lnTo>
                      <a:lnTo>
                        <a:pt x="2916" y="822"/>
                      </a:lnTo>
                      <a:lnTo>
                        <a:pt x="2892" y="810"/>
                      </a:lnTo>
                      <a:lnTo>
                        <a:pt x="2886" y="804"/>
                      </a:lnTo>
                      <a:lnTo>
                        <a:pt x="2880" y="804"/>
                      </a:lnTo>
                      <a:lnTo>
                        <a:pt x="2874" y="798"/>
                      </a:lnTo>
                      <a:lnTo>
                        <a:pt x="2874" y="786"/>
                      </a:lnTo>
                      <a:lnTo>
                        <a:pt x="2868" y="780"/>
                      </a:lnTo>
                      <a:lnTo>
                        <a:pt x="2844" y="780"/>
                      </a:lnTo>
                      <a:lnTo>
                        <a:pt x="2832" y="786"/>
                      </a:lnTo>
                      <a:lnTo>
                        <a:pt x="2814" y="786"/>
                      </a:lnTo>
                      <a:lnTo>
                        <a:pt x="2802" y="792"/>
                      </a:lnTo>
                      <a:lnTo>
                        <a:pt x="2778" y="792"/>
                      </a:lnTo>
                      <a:lnTo>
                        <a:pt x="2760" y="810"/>
                      </a:lnTo>
                      <a:lnTo>
                        <a:pt x="2766" y="816"/>
                      </a:lnTo>
                      <a:lnTo>
                        <a:pt x="2772" y="828"/>
                      </a:lnTo>
                      <a:lnTo>
                        <a:pt x="2784" y="834"/>
                      </a:lnTo>
                      <a:lnTo>
                        <a:pt x="2802" y="852"/>
                      </a:lnTo>
                      <a:lnTo>
                        <a:pt x="2814" y="858"/>
                      </a:lnTo>
                      <a:lnTo>
                        <a:pt x="2814" y="864"/>
                      </a:lnTo>
                      <a:lnTo>
                        <a:pt x="2790" y="888"/>
                      </a:lnTo>
                      <a:lnTo>
                        <a:pt x="2784" y="888"/>
                      </a:lnTo>
                      <a:lnTo>
                        <a:pt x="2778" y="930"/>
                      </a:lnTo>
                      <a:lnTo>
                        <a:pt x="2736" y="948"/>
                      </a:lnTo>
                      <a:lnTo>
                        <a:pt x="2736" y="954"/>
                      </a:lnTo>
                      <a:lnTo>
                        <a:pt x="2730" y="966"/>
                      </a:lnTo>
                      <a:lnTo>
                        <a:pt x="2724" y="972"/>
                      </a:lnTo>
                      <a:lnTo>
                        <a:pt x="2694" y="972"/>
                      </a:lnTo>
                      <a:lnTo>
                        <a:pt x="2682" y="966"/>
                      </a:lnTo>
                      <a:lnTo>
                        <a:pt x="2652" y="966"/>
                      </a:lnTo>
                      <a:lnTo>
                        <a:pt x="2592" y="960"/>
                      </a:lnTo>
                      <a:lnTo>
                        <a:pt x="2586" y="960"/>
                      </a:lnTo>
                      <a:lnTo>
                        <a:pt x="2580" y="954"/>
                      </a:lnTo>
                      <a:lnTo>
                        <a:pt x="2568" y="948"/>
                      </a:lnTo>
                      <a:lnTo>
                        <a:pt x="2556" y="948"/>
                      </a:lnTo>
                      <a:lnTo>
                        <a:pt x="2544" y="936"/>
                      </a:lnTo>
                      <a:lnTo>
                        <a:pt x="2598" y="936"/>
                      </a:lnTo>
                      <a:lnTo>
                        <a:pt x="2616" y="942"/>
                      </a:lnTo>
                      <a:lnTo>
                        <a:pt x="2640" y="924"/>
                      </a:lnTo>
                      <a:lnTo>
                        <a:pt x="2652" y="924"/>
                      </a:lnTo>
                      <a:lnTo>
                        <a:pt x="2664" y="930"/>
                      </a:lnTo>
                      <a:lnTo>
                        <a:pt x="2682" y="930"/>
                      </a:lnTo>
                      <a:lnTo>
                        <a:pt x="2694" y="924"/>
                      </a:lnTo>
                      <a:lnTo>
                        <a:pt x="2694" y="906"/>
                      </a:lnTo>
                      <a:lnTo>
                        <a:pt x="2700" y="894"/>
                      </a:lnTo>
                      <a:lnTo>
                        <a:pt x="2700" y="882"/>
                      </a:lnTo>
                      <a:lnTo>
                        <a:pt x="2724" y="876"/>
                      </a:lnTo>
                      <a:lnTo>
                        <a:pt x="2724" y="852"/>
                      </a:lnTo>
                      <a:lnTo>
                        <a:pt x="2712" y="852"/>
                      </a:lnTo>
                      <a:lnTo>
                        <a:pt x="2718" y="846"/>
                      </a:lnTo>
                      <a:lnTo>
                        <a:pt x="2724" y="834"/>
                      </a:lnTo>
                      <a:lnTo>
                        <a:pt x="2724" y="822"/>
                      </a:lnTo>
                      <a:lnTo>
                        <a:pt x="2718" y="816"/>
                      </a:lnTo>
                      <a:lnTo>
                        <a:pt x="2712" y="816"/>
                      </a:lnTo>
                      <a:lnTo>
                        <a:pt x="2700" y="810"/>
                      </a:lnTo>
                      <a:lnTo>
                        <a:pt x="2682" y="810"/>
                      </a:lnTo>
                      <a:lnTo>
                        <a:pt x="2664" y="804"/>
                      </a:lnTo>
                      <a:lnTo>
                        <a:pt x="2652" y="804"/>
                      </a:lnTo>
                      <a:lnTo>
                        <a:pt x="2634" y="786"/>
                      </a:lnTo>
                      <a:lnTo>
                        <a:pt x="2634" y="744"/>
                      </a:lnTo>
                      <a:lnTo>
                        <a:pt x="2628" y="732"/>
                      </a:lnTo>
                      <a:lnTo>
                        <a:pt x="2616" y="720"/>
                      </a:lnTo>
                      <a:lnTo>
                        <a:pt x="2604" y="714"/>
                      </a:lnTo>
                      <a:lnTo>
                        <a:pt x="2598" y="702"/>
                      </a:lnTo>
                      <a:lnTo>
                        <a:pt x="2592" y="696"/>
                      </a:lnTo>
                      <a:lnTo>
                        <a:pt x="2586" y="660"/>
                      </a:lnTo>
                      <a:lnTo>
                        <a:pt x="2520" y="624"/>
                      </a:lnTo>
                      <a:lnTo>
                        <a:pt x="2532" y="612"/>
                      </a:lnTo>
                      <a:lnTo>
                        <a:pt x="2544" y="588"/>
                      </a:lnTo>
                      <a:lnTo>
                        <a:pt x="2544" y="576"/>
                      </a:lnTo>
                      <a:lnTo>
                        <a:pt x="2538" y="564"/>
                      </a:lnTo>
                      <a:lnTo>
                        <a:pt x="2514" y="540"/>
                      </a:lnTo>
                      <a:lnTo>
                        <a:pt x="2496" y="540"/>
                      </a:lnTo>
                      <a:lnTo>
                        <a:pt x="2484" y="534"/>
                      </a:lnTo>
                      <a:lnTo>
                        <a:pt x="2472" y="534"/>
                      </a:lnTo>
                      <a:lnTo>
                        <a:pt x="2340" y="522"/>
                      </a:lnTo>
                      <a:lnTo>
                        <a:pt x="2328" y="552"/>
                      </a:lnTo>
                      <a:lnTo>
                        <a:pt x="2346" y="570"/>
                      </a:lnTo>
                      <a:lnTo>
                        <a:pt x="2334" y="600"/>
                      </a:lnTo>
                      <a:lnTo>
                        <a:pt x="2280" y="624"/>
                      </a:lnTo>
                      <a:lnTo>
                        <a:pt x="2268" y="654"/>
                      </a:lnTo>
                      <a:lnTo>
                        <a:pt x="2304" y="660"/>
                      </a:lnTo>
                      <a:lnTo>
                        <a:pt x="2334" y="708"/>
                      </a:lnTo>
                      <a:lnTo>
                        <a:pt x="2322" y="726"/>
                      </a:lnTo>
                      <a:lnTo>
                        <a:pt x="2352" y="750"/>
                      </a:lnTo>
                      <a:lnTo>
                        <a:pt x="2388" y="744"/>
                      </a:lnTo>
                      <a:lnTo>
                        <a:pt x="2394" y="750"/>
                      </a:lnTo>
                      <a:lnTo>
                        <a:pt x="2400" y="762"/>
                      </a:lnTo>
                      <a:lnTo>
                        <a:pt x="2412" y="768"/>
                      </a:lnTo>
                      <a:lnTo>
                        <a:pt x="2418" y="774"/>
                      </a:lnTo>
                      <a:lnTo>
                        <a:pt x="2430" y="780"/>
                      </a:lnTo>
                      <a:lnTo>
                        <a:pt x="2472" y="780"/>
                      </a:lnTo>
                      <a:lnTo>
                        <a:pt x="2466" y="840"/>
                      </a:lnTo>
                      <a:lnTo>
                        <a:pt x="2448" y="816"/>
                      </a:lnTo>
                      <a:lnTo>
                        <a:pt x="2430" y="828"/>
                      </a:lnTo>
                      <a:lnTo>
                        <a:pt x="2418" y="822"/>
                      </a:lnTo>
                      <a:lnTo>
                        <a:pt x="2388" y="804"/>
                      </a:lnTo>
                      <a:lnTo>
                        <a:pt x="2352" y="792"/>
                      </a:lnTo>
                      <a:lnTo>
                        <a:pt x="2328" y="780"/>
                      </a:lnTo>
                      <a:lnTo>
                        <a:pt x="2268" y="780"/>
                      </a:lnTo>
                      <a:lnTo>
                        <a:pt x="2250" y="762"/>
                      </a:lnTo>
                      <a:lnTo>
                        <a:pt x="2244" y="780"/>
                      </a:lnTo>
                      <a:lnTo>
                        <a:pt x="2220" y="756"/>
                      </a:lnTo>
                      <a:lnTo>
                        <a:pt x="2214" y="756"/>
                      </a:lnTo>
                      <a:lnTo>
                        <a:pt x="2208" y="750"/>
                      </a:lnTo>
                      <a:lnTo>
                        <a:pt x="2196" y="744"/>
                      </a:lnTo>
                      <a:lnTo>
                        <a:pt x="2178" y="744"/>
                      </a:lnTo>
                      <a:lnTo>
                        <a:pt x="2154" y="732"/>
                      </a:lnTo>
                      <a:lnTo>
                        <a:pt x="2130" y="732"/>
                      </a:lnTo>
                      <a:lnTo>
                        <a:pt x="2118" y="738"/>
                      </a:lnTo>
                      <a:lnTo>
                        <a:pt x="2088" y="738"/>
                      </a:lnTo>
                      <a:lnTo>
                        <a:pt x="2076" y="732"/>
                      </a:lnTo>
                      <a:lnTo>
                        <a:pt x="2022" y="732"/>
                      </a:lnTo>
                      <a:lnTo>
                        <a:pt x="2016" y="738"/>
                      </a:lnTo>
                      <a:lnTo>
                        <a:pt x="2010" y="738"/>
                      </a:lnTo>
                      <a:lnTo>
                        <a:pt x="2004" y="744"/>
                      </a:lnTo>
                      <a:lnTo>
                        <a:pt x="2004" y="750"/>
                      </a:lnTo>
                      <a:lnTo>
                        <a:pt x="2016" y="762"/>
                      </a:lnTo>
                      <a:lnTo>
                        <a:pt x="2028" y="768"/>
                      </a:lnTo>
                      <a:lnTo>
                        <a:pt x="2040" y="780"/>
                      </a:lnTo>
                      <a:lnTo>
                        <a:pt x="2046" y="780"/>
                      </a:lnTo>
                      <a:lnTo>
                        <a:pt x="2022" y="810"/>
                      </a:lnTo>
                      <a:lnTo>
                        <a:pt x="2010" y="798"/>
                      </a:lnTo>
                      <a:lnTo>
                        <a:pt x="2010" y="828"/>
                      </a:lnTo>
                      <a:lnTo>
                        <a:pt x="1998" y="828"/>
                      </a:lnTo>
                      <a:lnTo>
                        <a:pt x="1986" y="822"/>
                      </a:lnTo>
                      <a:lnTo>
                        <a:pt x="1980" y="822"/>
                      </a:lnTo>
                      <a:lnTo>
                        <a:pt x="1974" y="816"/>
                      </a:lnTo>
                      <a:lnTo>
                        <a:pt x="1974" y="786"/>
                      </a:lnTo>
                      <a:lnTo>
                        <a:pt x="1968" y="780"/>
                      </a:lnTo>
                      <a:lnTo>
                        <a:pt x="1950" y="780"/>
                      </a:lnTo>
                      <a:lnTo>
                        <a:pt x="1938" y="786"/>
                      </a:lnTo>
                      <a:lnTo>
                        <a:pt x="1920" y="792"/>
                      </a:lnTo>
                      <a:lnTo>
                        <a:pt x="1908" y="804"/>
                      </a:lnTo>
                      <a:lnTo>
                        <a:pt x="1884" y="816"/>
                      </a:lnTo>
                      <a:lnTo>
                        <a:pt x="1866" y="816"/>
                      </a:lnTo>
                      <a:lnTo>
                        <a:pt x="1842" y="804"/>
                      </a:lnTo>
                      <a:lnTo>
                        <a:pt x="1824" y="804"/>
                      </a:lnTo>
                      <a:lnTo>
                        <a:pt x="1800" y="810"/>
                      </a:lnTo>
                      <a:lnTo>
                        <a:pt x="1782" y="816"/>
                      </a:lnTo>
                      <a:lnTo>
                        <a:pt x="1764" y="828"/>
                      </a:lnTo>
                      <a:lnTo>
                        <a:pt x="1752" y="834"/>
                      </a:lnTo>
                      <a:lnTo>
                        <a:pt x="1746" y="840"/>
                      </a:lnTo>
                      <a:lnTo>
                        <a:pt x="1680" y="840"/>
                      </a:lnTo>
                      <a:lnTo>
                        <a:pt x="1692" y="816"/>
                      </a:lnTo>
                      <a:lnTo>
                        <a:pt x="1692" y="780"/>
                      </a:lnTo>
                      <a:lnTo>
                        <a:pt x="1680" y="780"/>
                      </a:lnTo>
                      <a:lnTo>
                        <a:pt x="1668" y="786"/>
                      </a:lnTo>
                      <a:lnTo>
                        <a:pt x="1650" y="792"/>
                      </a:lnTo>
                      <a:lnTo>
                        <a:pt x="1638" y="792"/>
                      </a:lnTo>
                      <a:lnTo>
                        <a:pt x="1626" y="804"/>
                      </a:lnTo>
                      <a:lnTo>
                        <a:pt x="1626" y="816"/>
                      </a:lnTo>
                      <a:lnTo>
                        <a:pt x="1632" y="822"/>
                      </a:lnTo>
                      <a:lnTo>
                        <a:pt x="1632" y="828"/>
                      </a:lnTo>
                      <a:lnTo>
                        <a:pt x="1608" y="834"/>
                      </a:lnTo>
                      <a:lnTo>
                        <a:pt x="1608" y="810"/>
                      </a:lnTo>
                      <a:lnTo>
                        <a:pt x="1584" y="816"/>
                      </a:lnTo>
                      <a:lnTo>
                        <a:pt x="1530" y="822"/>
                      </a:lnTo>
                      <a:lnTo>
                        <a:pt x="1488" y="852"/>
                      </a:lnTo>
                      <a:lnTo>
                        <a:pt x="1440" y="858"/>
                      </a:lnTo>
                      <a:lnTo>
                        <a:pt x="1452" y="876"/>
                      </a:lnTo>
                      <a:lnTo>
                        <a:pt x="1440" y="876"/>
                      </a:lnTo>
                      <a:lnTo>
                        <a:pt x="1428" y="870"/>
                      </a:lnTo>
                      <a:lnTo>
                        <a:pt x="1422" y="870"/>
                      </a:lnTo>
                      <a:lnTo>
                        <a:pt x="1410" y="876"/>
                      </a:lnTo>
                      <a:lnTo>
                        <a:pt x="1404" y="882"/>
                      </a:lnTo>
                      <a:lnTo>
                        <a:pt x="1404" y="924"/>
                      </a:lnTo>
                      <a:lnTo>
                        <a:pt x="1332" y="930"/>
                      </a:lnTo>
                      <a:lnTo>
                        <a:pt x="1326" y="924"/>
                      </a:lnTo>
                      <a:lnTo>
                        <a:pt x="1314" y="918"/>
                      </a:lnTo>
                      <a:lnTo>
                        <a:pt x="1308" y="912"/>
                      </a:lnTo>
                      <a:lnTo>
                        <a:pt x="1266" y="912"/>
                      </a:lnTo>
                      <a:lnTo>
                        <a:pt x="1260" y="906"/>
                      </a:lnTo>
                      <a:lnTo>
                        <a:pt x="1260" y="876"/>
                      </a:lnTo>
                      <a:lnTo>
                        <a:pt x="1266" y="870"/>
                      </a:lnTo>
                      <a:lnTo>
                        <a:pt x="1266" y="864"/>
                      </a:lnTo>
                      <a:lnTo>
                        <a:pt x="1272" y="858"/>
                      </a:lnTo>
                      <a:lnTo>
                        <a:pt x="1284" y="864"/>
                      </a:lnTo>
                      <a:lnTo>
                        <a:pt x="1344" y="864"/>
                      </a:lnTo>
                      <a:lnTo>
                        <a:pt x="1332" y="858"/>
                      </a:lnTo>
                      <a:lnTo>
                        <a:pt x="1326" y="846"/>
                      </a:lnTo>
                      <a:lnTo>
                        <a:pt x="1314" y="840"/>
                      </a:lnTo>
                      <a:lnTo>
                        <a:pt x="1302" y="828"/>
                      </a:lnTo>
                      <a:lnTo>
                        <a:pt x="1290" y="822"/>
                      </a:lnTo>
                      <a:lnTo>
                        <a:pt x="1278" y="810"/>
                      </a:lnTo>
                      <a:lnTo>
                        <a:pt x="1152" y="810"/>
                      </a:lnTo>
                      <a:lnTo>
                        <a:pt x="1164" y="822"/>
                      </a:lnTo>
                      <a:lnTo>
                        <a:pt x="1188" y="822"/>
                      </a:lnTo>
                      <a:lnTo>
                        <a:pt x="1200" y="828"/>
                      </a:lnTo>
                      <a:lnTo>
                        <a:pt x="1200" y="846"/>
                      </a:lnTo>
                      <a:lnTo>
                        <a:pt x="1194" y="864"/>
                      </a:lnTo>
                      <a:lnTo>
                        <a:pt x="1194" y="876"/>
                      </a:lnTo>
                      <a:lnTo>
                        <a:pt x="1188" y="894"/>
                      </a:lnTo>
                      <a:lnTo>
                        <a:pt x="1188" y="918"/>
                      </a:lnTo>
                      <a:lnTo>
                        <a:pt x="1194" y="918"/>
                      </a:lnTo>
                      <a:lnTo>
                        <a:pt x="1206" y="924"/>
                      </a:lnTo>
                      <a:lnTo>
                        <a:pt x="1230" y="924"/>
                      </a:lnTo>
                      <a:lnTo>
                        <a:pt x="1236" y="930"/>
                      </a:lnTo>
                      <a:lnTo>
                        <a:pt x="1242" y="930"/>
                      </a:lnTo>
                      <a:lnTo>
                        <a:pt x="1236" y="966"/>
                      </a:lnTo>
                      <a:lnTo>
                        <a:pt x="1248" y="996"/>
                      </a:lnTo>
                      <a:lnTo>
                        <a:pt x="1212" y="972"/>
                      </a:lnTo>
                      <a:lnTo>
                        <a:pt x="1194" y="996"/>
                      </a:lnTo>
                      <a:lnTo>
                        <a:pt x="1188" y="966"/>
                      </a:lnTo>
                      <a:lnTo>
                        <a:pt x="1116" y="948"/>
                      </a:lnTo>
                      <a:lnTo>
                        <a:pt x="1086" y="984"/>
                      </a:lnTo>
                      <a:lnTo>
                        <a:pt x="1062" y="984"/>
                      </a:lnTo>
                      <a:lnTo>
                        <a:pt x="1056" y="996"/>
                      </a:lnTo>
                      <a:lnTo>
                        <a:pt x="1044" y="1002"/>
                      </a:lnTo>
                      <a:lnTo>
                        <a:pt x="1038" y="1008"/>
                      </a:lnTo>
                      <a:lnTo>
                        <a:pt x="1026" y="1014"/>
                      </a:lnTo>
                      <a:lnTo>
                        <a:pt x="1014" y="1014"/>
                      </a:lnTo>
                      <a:lnTo>
                        <a:pt x="1002" y="1020"/>
                      </a:lnTo>
                      <a:lnTo>
                        <a:pt x="1002" y="1032"/>
                      </a:lnTo>
                      <a:lnTo>
                        <a:pt x="1008" y="1038"/>
                      </a:lnTo>
                      <a:lnTo>
                        <a:pt x="1020" y="1044"/>
                      </a:lnTo>
                      <a:lnTo>
                        <a:pt x="1032" y="1056"/>
                      </a:lnTo>
                      <a:lnTo>
                        <a:pt x="1044" y="1062"/>
                      </a:lnTo>
                      <a:lnTo>
                        <a:pt x="1050" y="1068"/>
                      </a:lnTo>
                      <a:lnTo>
                        <a:pt x="1062" y="1074"/>
                      </a:lnTo>
                      <a:lnTo>
                        <a:pt x="1080" y="1104"/>
                      </a:lnTo>
                      <a:lnTo>
                        <a:pt x="1050" y="1086"/>
                      </a:lnTo>
                      <a:lnTo>
                        <a:pt x="1038" y="1092"/>
                      </a:lnTo>
                      <a:lnTo>
                        <a:pt x="1032" y="1098"/>
                      </a:lnTo>
                      <a:lnTo>
                        <a:pt x="1020" y="1098"/>
                      </a:lnTo>
                      <a:lnTo>
                        <a:pt x="1008" y="1092"/>
                      </a:lnTo>
                      <a:lnTo>
                        <a:pt x="996" y="1092"/>
                      </a:lnTo>
                      <a:lnTo>
                        <a:pt x="978" y="1086"/>
                      </a:lnTo>
                      <a:lnTo>
                        <a:pt x="966" y="1080"/>
                      </a:lnTo>
                      <a:lnTo>
                        <a:pt x="948" y="1080"/>
                      </a:lnTo>
                      <a:lnTo>
                        <a:pt x="936" y="1074"/>
                      </a:lnTo>
                      <a:lnTo>
                        <a:pt x="924" y="1074"/>
                      </a:lnTo>
                      <a:lnTo>
                        <a:pt x="918" y="1068"/>
                      </a:lnTo>
                      <a:lnTo>
                        <a:pt x="918" y="1056"/>
                      </a:lnTo>
                      <a:lnTo>
                        <a:pt x="906" y="1050"/>
                      </a:lnTo>
                      <a:lnTo>
                        <a:pt x="888" y="1050"/>
                      </a:lnTo>
                      <a:lnTo>
                        <a:pt x="864" y="1062"/>
                      </a:lnTo>
                      <a:lnTo>
                        <a:pt x="858" y="1068"/>
                      </a:lnTo>
                      <a:lnTo>
                        <a:pt x="840" y="1068"/>
                      </a:lnTo>
                      <a:lnTo>
                        <a:pt x="882" y="1104"/>
                      </a:lnTo>
                      <a:lnTo>
                        <a:pt x="900" y="1104"/>
                      </a:lnTo>
                      <a:lnTo>
                        <a:pt x="912" y="1110"/>
                      </a:lnTo>
                      <a:lnTo>
                        <a:pt x="924" y="1110"/>
                      </a:lnTo>
                      <a:lnTo>
                        <a:pt x="936" y="1116"/>
                      </a:lnTo>
                      <a:lnTo>
                        <a:pt x="942" y="1116"/>
                      </a:lnTo>
                      <a:lnTo>
                        <a:pt x="942" y="1122"/>
                      </a:lnTo>
                      <a:lnTo>
                        <a:pt x="936" y="1134"/>
                      </a:lnTo>
                      <a:lnTo>
                        <a:pt x="924" y="1140"/>
                      </a:lnTo>
                      <a:lnTo>
                        <a:pt x="918" y="1146"/>
                      </a:lnTo>
                      <a:lnTo>
                        <a:pt x="852" y="1128"/>
                      </a:lnTo>
                      <a:lnTo>
                        <a:pt x="840" y="1122"/>
                      </a:lnTo>
                      <a:lnTo>
                        <a:pt x="834" y="1116"/>
                      </a:lnTo>
                      <a:lnTo>
                        <a:pt x="822" y="1110"/>
                      </a:lnTo>
                      <a:lnTo>
                        <a:pt x="762" y="1110"/>
                      </a:lnTo>
                      <a:lnTo>
                        <a:pt x="756" y="1104"/>
                      </a:lnTo>
                      <a:lnTo>
                        <a:pt x="756" y="1056"/>
                      </a:lnTo>
                      <a:lnTo>
                        <a:pt x="738" y="1044"/>
                      </a:lnTo>
                      <a:lnTo>
                        <a:pt x="750" y="1032"/>
                      </a:lnTo>
                      <a:lnTo>
                        <a:pt x="756" y="1020"/>
                      </a:lnTo>
                      <a:lnTo>
                        <a:pt x="756" y="1002"/>
                      </a:lnTo>
                      <a:lnTo>
                        <a:pt x="738" y="990"/>
                      </a:lnTo>
                      <a:lnTo>
                        <a:pt x="702" y="978"/>
                      </a:lnTo>
                      <a:lnTo>
                        <a:pt x="672" y="972"/>
                      </a:lnTo>
                      <a:lnTo>
                        <a:pt x="660" y="966"/>
                      </a:lnTo>
                      <a:lnTo>
                        <a:pt x="630" y="948"/>
                      </a:lnTo>
                      <a:lnTo>
                        <a:pt x="606" y="930"/>
                      </a:lnTo>
                      <a:lnTo>
                        <a:pt x="594" y="912"/>
                      </a:lnTo>
                      <a:lnTo>
                        <a:pt x="630" y="912"/>
                      </a:lnTo>
                      <a:lnTo>
                        <a:pt x="630" y="924"/>
                      </a:lnTo>
                      <a:lnTo>
                        <a:pt x="642" y="924"/>
                      </a:lnTo>
                      <a:lnTo>
                        <a:pt x="654" y="930"/>
                      </a:lnTo>
                      <a:lnTo>
                        <a:pt x="672" y="930"/>
                      </a:lnTo>
                      <a:lnTo>
                        <a:pt x="690" y="936"/>
                      </a:lnTo>
                      <a:lnTo>
                        <a:pt x="720" y="936"/>
                      </a:lnTo>
                      <a:lnTo>
                        <a:pt x="732" y="942"/>
                      </a:lnTo>
                      <a:lnTo>
                        <a:pt x="738" y="954"/>
                      </a:lnTo>
                      <a:lnTo>
                        <a:pt x="762" y="966"/>
                      </a:lnTo>
                      <a:lnTo>
                        <a:pt x="816" y="966"/>
                      </a:lnTo>
                      <a:lnTo>
                        <a:pt x="846" y="972"/>
                      </a:lnTo>
                      <a:lnTo>
                        <a:pt x="858" y="972"/>
                      </a:lnTo>
                      <a:lnTo>
                        <a:pt x="870" y="978"/>
                      </a:lnTo>
                      <a:lnTo>
                        <a:pt x="894" y="984"/>
                      </a:lnTo>
                      <a:lnTo>
                        <a:pt x="930" y="990"/>
                      </a:lnTo>
                      <a:lnTo>
                        <a:pt x="978" y="984"/>
                      </a:lnTo>
                      <a:lnTo>
                        <a:pt x="1026" y="972"/>
                      </a:lnTo>
                      <a:lnTo>
                        <a:pt x="1062" y="954"/>
                      </a:lnTo>
                      <a:lnTo>
                        <a:pt x="1080" y="936"/>
                      </a:lnTo>
                      <a:lnTo>
                        <a:pt x="1074" y="912"/>
                      </a:lnTo>
                      <a:lnTo>
                        <a:pt x="1032" y="870"/>
                      </a:lnTo>
                      <a:lnTo>
                        <a:pt x="1014" y="858"/>
                      </a:lnTo>
                      <a:lnTo>
                        <a:pt x="996" y="852"/>
                      </a:lnTo>
                      <a:lnTo>
                        <a:pt x="948" y="840"/>
                      </a:lnTo>
                      <a:lnTo>
                        <a:pt x="900" y="822"/>
                      </a:lnTo>
                      <a:lnTo>
                        <a:pt x="828" y="798"/>
                      </a:lnTo>
                      <a:lnTo>
                        <a:pt x="792" y="780"/>
                      </a:lnTo>
                      <a:lnTo>
                        <a:pt x="756" y="774"/>
                      </a:lnTo>
                      <a:lnTo>
                        <a:pt x="624" y="774"/>
                      </a:lnTo>
                      <a:lnTo>
                        <a:pt x="612" y="756"/>
                      </a:lnTo>
                      <a:lnTo>
                        <a:pt x="588" y="762"/>
                      </a:lnTo>
                      <a:lnTo>
                        <a:pt x="552" y="744"/>
                      </a:lnTo>
                      <a:lnTo>
                        <a:pt x="588" y="738"/>
                      </a:lnTo>
                      <a:lnTo>
                        <a:pt x="606" y="726"/>
                      </a:lnTo>
                      <a:lnTo>
                        <a:pt x="600" y="726"/>
                      </a:lnTo>
                      <a:lnTo>
                        <a:pt x="594" y="720"/>
                      </a:lnTo>
                      <a:lnTo>
                        <a:pt x="582" y="720"/>
                      </a:lnTo>
                      <a:lnTo>
                        <a:pt x="564" y="714"/>
                      </a:lnTo>
                      <a:lnTo>
                        <a:pt x="546" y="714"/>
                      </a:lnTo>
                      <a:lnTo>
                        <a:pt x="534" y="708"/>
                      </a:lnTo>
                      <a:lnTo>
                        <a:pt x="522" y="720"/>
                      </a:lnTo>
                      <a:lnTo>
                        <a:pt x="522" y="726"/>
                      </a:lnTo>
                      <a:lnTo>
                        <a:pt x="516" y="732"/>
                      </a:lnTo>
                      <a:lnTo>
                        <a:pt x="498" y="732"/>
                      </a:lnTo>
                      <a:lnTo>
                        <a:pt x="486" y="744"/>
                      </a:lnTo>
                      <a:lnTo>
                        <a:pt x="450" y="744"/>
                      </a:lnTo>
                      <a:lnTo>
                        <a:pt x="444" y="756"/>
                      </a:lnTo>
                      <a:lnTo>
                        <a:pt x="420" y="762"/>
                      </a:lnTo>
                      <a:lnTo>
                        <a:pt x="420" y="768"/>
                      </a:lnTo>
                      <a:lnTo>
                        <a:pt x="414" y="780"/>
                      </a:lnTo>
                      <a:lnTo>
                        <a:pt x="390" y="780"/>
                      </a:lnTo>
                      <a:lnTo>
                        <a:pt x="384" y="792"/>
                      </a:lnTo>
                      <a:lnTo>
                        <a:pt x="396" y="804"/>
                      </a:lnTo>
                      <a:lnTo>
                        <a:pt x="396" y="810"/>
                      </a:lnTo>
                      <a:lnTo>
                        <a:pt x="378" y="810"/>
                      </a:lnTo>
                      <a:lnTo>
                        <a:pt x="378" y="822"/>
                      </a:lnTo>
                      <a:lnTo>
                        <a:pt x="384" y="834"/>
                      </a:lnTo>
                      <a:lnTo>
                        <a:pt x="384" y="840"/>
                      </a:lnTo>
                      <a:lnTo>
                        <a:pt x="390" y="846"/>
                      </a:lnTo>
                      <a:lnTo>
                        <a:pt x="396" y="846"/>
                      </a:lnTo>
                      <a:lnTo>
                        <a:pt x="402" y="840"/>
                      </a:lnTo>
                      <a:lnTo>
                        <a:pt x="420" y="840"/>
                      </a:lnTo>
                      <a:lnTo>
                        <a:pt x="468" y="888"/>
                      </a:lnTo>
                      <a:lnTo>
                        <a:pt x="468" y="900"/>
                      </a:lnTo>
                      <a:lnTo>
                        <a:pt x="462" y="900"/>
                      </a:lnTo>
                      <a:lnTo>
                        <a:pt x="450" y="906"/>
                      </a:lnTo>
                      <a:lnTo>
                        <a:pt x="444" y="906"/>
                      </a:lnTo>
                      <a:lnTo>
                        <a:pt x="444" y="918"/>
                      </a:lnTo>
                      <a:lnTo>
                        <a:pt x="438" y="918"/>
                      </a:lnTo>
                      <a:lnTo>
                        <a:pt x="426" y="924"/>
                      </a:lnTo>
                      <a:lnTo>
                        <a:pt x="420" y="930"/>
                      </a:lnTo>
                      <a:lnTo>
                        <a:pt x="438" y="948"/>
                      </a:lnTo>
                      <a:lnTo>
                        <a:pt x="450" y="954"/>
                      </a:lnTo>
                      <a:lnTo>
                        <a:pt x="456" y="966"/>
                      </a:lnTo>
                      <a:lnTo>
                        <a:pt x="468" y="972"/>
                      </a:lnTo>
                      <a:lnTo>
                        <a:pt x="492" y="996"/>
                      </a:lnTo>
                      <a:lnTo>
                        <a:pt x="504" y="1002"/>
                      </a:lnTo>
                      <a:lnTo>
                        <a:pt x="510" y="1008"/>
                      </a:lnTo>
                      <a:lnTo>
                        <a:pt x="510" y="1014"/>
                      </a:lnTo>
                      <a:lnTo>
                        <a:pt x="504" y="1020"/>
                      </a:lnTo>
                      <a:lnTo>
                        <a:pt x="492" y="1020"/>
                      </a:lnTo>
                      <a:lnTo>
                        <a:pt x="480" y="1014"/>
                      </a:lnTo>
                      <a:lnTo>
                        <a:pt x="474" y="1014"/>
                      </a:lnTo>
                      <a:lnTo>
                        <a:pt x="468" y="1044"/>
                      </a:lnTo>
                      <a:lnTo>
                        <a:pt x="480" y="1056"/>
                      </a:lnTo>
                      <a:lnTo>
                        <a:pt x="480" y="1068"/>
                      </a:lnTo>
                      <a:lnTo>
                        <a:pt x="492" y="1068"/>
                      </a:lnTo>
                      <a:lnTo>
                        <a:pt x="498" y="1074"/>
                      </a:lnTo>
                      <a:lnTo>
                        <a:pt x="504" y="1074"/>
                      </a:lnTo>
                      <a:lnTo>
                        <a:pt x="510" y="1080"/>
                      </a:lnTo>
                      <a:lnTo>
                        <a:pt x="510" y="1086"/>
                      </a:lnTo>
                      <a:lnTo>
                        <a:pt x="504" y="1092"/>
                      </a:lnTo>
                      <a:lnTo>
                        <a:pt x="498" y="1104"/>
                      </a:lnTo>
                      <a:lnTo>
                        <a:pt x="522" y="1110"/>
                      </a:lnTo>
                      <a:lnTo>
                        <a:pt x="534" y="1116"/>
                      </a:lnTo>
                      <a:lnTo>
                        <a:pt x="540" y="1122"/>
                      </a:lnTo>
                      <a:lnTo>
                        <a:pt x="540" y="1128"/>
                      </a:lnTo>
                      <a:lnTo>
                        <a:pt x="516" y="1152"/>
                      </a:lnTo>
                      <a:lnTo>
                        <a:pt x="510" y="1152"/>
                      </a:lnTo>
                      <a:lnTo>
                        <a:pt x="582" y="1188"/>
                      </a:lnTo>
                      <a:lnTo>
                        <a:pt x="588" y="1200"/>
                      </a:lnTo>
                      <a:lnTo>
                        <a:pt x="594" y="1206"/>
                      </a:lnTo>
                      <a:lnTo>
                        <a:pt x="600" y="1218"/>
                      </a:lnTo>
                      <a:lnTo>
                        <a:pt x="600" y="1230"/>
                      </a:lnTo>
                      <a:lnTo>
                        <a:pt x="594" y="1236"/>
                      </a:lnTo>
                      <a:lnTo>
                        <a:pt x="588" y="1248"/>
                      </a:lnTo>
                      <a:lnTo>
                        <a:pt x="552" y="1284"/>
                      </a:lnTo>
                      <a:lnTo>
                        <a:pt x="546" y="1284"/>
                      </a:lnTo>
                      <a:lnTo>
                        <a:pt x="486" y="1344"/>
                      </a:lnTo>
                      <a:lnTo>
                        <a:pt x="426" y="1374"/>
                      </a:lnTo>
                      <a:lnTo>
                        <a:pt x="432" y="1386"/>
                      </a:lnTo>
                      <a:lnTo>
                        <a:pt x="462" y="1368"/>
                      </a:lnTo>
                      <a:lnTo>
                        <a:pt x="468" y="1386"/>
                      </a:lnTo>
                      <a:lnTo>
                        <a:pt x="480" y="1398"/>
                      </a:lnTo>
                      <a:lnTo>
                        <a:pt x="492" y="1404"/>
                      </a:lnTo>
                      <a:lnTo>
                        <a:pt x="498" y="1410"/>
                      </a:lnTo>
                      <a:lnTo>
                        <a:pt x="546" y="1410"/>
                      </a:lnTo>
                      <a:lnTo>
                        <a:pt x="558" y="1428"/>
                      </a:lnTo>
                      <a:lnTo>
                        <a:pt x="546" y="1428"/>
                      </a:lnTo>
                      <a:lnTo>
                        <a:pt x="534" y="1422"/>
                      </a:lnTo>
                      <a:lnTo>
                        <a:pt x="504" y="1422"/>
                      </a:lnTo>
                      <a:lnTo>
                        <a:pt x="492" y="1434"/>
                      </a:lnTo>
                      <a:lnTo>
                        <a:pt x="492" y="1440"/>
                      </a:lnTo>
                      <a:lnTo>
                        <a:pt x="456" y="1440"/>
                      </a:lnTo>
                      <a:lnTo>
                        <a:pt x="450" y="1470"/>
                      </a:lnTo>
                      <a:lnTo>
                        <a:pt x="438" y="1470"/>
                      </a:lnTo>
                      <a:lnTo>
                        <a:pt x="432" y="1482"/>
                      </a:lnTo>
                      <a:lnTo>
                        <a:pt x="438" y="1494"/>
                      </a:lnTo>
                      <a:lnTo>
                        <a:pt x="432" y="1500"/>
                      </a:lnTo>
                      <a:lnTo>
                        <a:pt x="426" y="1500"/>
                      </a:lnTo>
                      <a:lnTo>
                        <a:pt x="414" y="1512"/>
                      </a:lnTo>
                      <a:lnTo>
                        <a:pt x="414" y="1530"/>
                      </a:lnTo>
                      <a:lnTo>
                        <a:pt x="432" y="1536"/>
                      </a:lnTo>
                      <a:lnTo>
                        <a:pt x="420" y="1560"/>
                      </a:lnTo>
                      <a:lnTo>
                        <a:pt x="432" y="1566"/>
                      </a:lnTo>
                      <a:lnTo>
                        <a:pt x="444" y="1584"/>
                      </a:lnTo>
                      <a:lnTo>
                        <a:pt x="426" y="1596"/>
                      </a:lnTo>
                      <a:lnTo>
                        <a:pt x="426" y="1608"/>
                      </a:lnTo>
                      <a:lnTo>
                        <a:pt x="432" y="1608"/>
                      </a:lnTo>
                      <a:lnTo>
                        <a:pt x="444" y="1620"/>
                      </a:lnTo>
                      <a:lnTo>
                        <a:pt x="456" y="1626"/>
                      </a:lnTo>
                      <a:lnTo>
                        <a:pt x="462" y="1632"/>
                      </a:lnTo>
                      <a:lnTo>
                        <a:pt x="462" y="1638"/>
                      </a:lnTo>
                      <a:lnTo>
                        <a:pt x="444" y="1638"/>
                      </a:lnTo>
                      <a:lnTo>
                        <a:pt x="438" y="1656"/>
                      </a:lnTo>
                      <a:lnTo>
                        <a:pt x="462" y="1662"/>
                      </a:lnTo>
                      <a:lnTo>
                        <a:pt x="468" y="1668"/>
                      </a:lnTo>
                      <a:lnTo>
                        <a:pt x="474" y="1680"/>
                      </a:lnTo>
                      <a:lnTo>
                        <a:pt x="486" y="1692"/>
                      </a:lnTo>
                      <a:lnTo>
                        <a:pt x="486" y="1716"/>
                      </a:lnTo>
                      <a:lnTo>
                        <a:pt x="510" y="1716"/>
                      </a:lnTo>
                      <a:lnTo>
                        <a:pt x="516" y="1722"/>
                      </a:lnTo>
                      <a:lnTo>
                        <a:pt x="516" y="1728"/>
                      </a:lnTo>
                      <a:lnTo>
                        <a:pt x="528" y="1722"/>
                      </a:lnTo>
                      <a:lnTo>
                        <a:pt x="564" y="1728"/>
                      </a:lnTo>
                      <a:lnTo>
                        <a:pt x="570" y="1746"/>
                      </a:lnTo>
                      <a:lnTo>
                        <a:pt x="600" y="1728"/>
                      </a:lnTo>
                      <a:lnTo>
                        <a:pt x="606" y="1728"/>
                      </a:lnTo>
                      <a:lnTo>
                        <a:pt x="612" y="1734"/>
                      </a:lnTo>
                      <a:lnTo>
                        <a:pt x="648" y="1752"/>
                      </a:lnTo>
                      <a:lnTo>
                        <a:pt x="654" y="1758"/>
                      </a:lnTo>
                      <a:lnTo>
                        <a:pt x="654" y="1770"/>
                      </a:lnTo>
                      <a:lnTo>
                        <a:pt x="648" y="1776"/>
                      </a:lnTo>
                      <a:lnTo>
                        <a:pt x="660" y="1794"/>
                      </a:lnTo>
                      <a:lnTo>
                        <a:pt x="654" y="1812"/>
                      </a:lnTo>
                      <a:lnTo>
                        <a:pt x="660" y="1818"/>
                      </a:lnTo>
                      <a:lnTo>
                        <a:pt x="672" y="1824"/>
                      </a:lnTo>
                      <a:lnTo>
                        <a:pt x="690" y="1842"/>
                      </a:lnTo>
                      <a:lnTo>
                        <a:pt x="690" y="1854"/>
                      </a:lnTo>
                      <a:lnTo>
                        <a:pt x="720" y="1866"/>
                      </a:lnTo>
                      <a:lnTo>
                        <a:pt x="720" y="1890"/>
                      </a:lnTo>
                      <a:lnTo>
                        <a:pt x="756" y="1890"/>
                      </a:lnTo>
                      <a:lnTo>
                        <a:pt x="762" y="1896"/>
                      </a:lnTo>
                      <a:lnTo>
                        <a:pt x="768" y="1896"/>
                      </a:lnTo>
                      <a:lnTo>
                        <a:pt x="768" y="1902"/>
                      </a:lnTo>
                      <a:lnTo>
                        <a:pt x="762" y="1908"/>
                      </a:lnTo>
                      <a:lnTo>
                        <a:pt x="786" y="1920"/>
                      </a:lnTo>
                      <a:lnTo>
                        <a:pt x="774" y="1926"/>
                      </a:lnTo>
                      <a:lnTo>
                        <a:pt x="768" y="1938"/>
                      </a:lnTo>
                      <a:lnTo>
                        <a:pt x="744" y="1950"/>
                      </a:lnTo>
                      <a:lnTo>
                        <a:pt x="738" y="1950"/>
                      </a:lnTo>
                      <a:lnTo>
                        <a:pt x="732" y="1944"/>
                      </a:lnTo>
                      <a:lnTo>
                        <a:pt x="726" y="1944"/>
                      </a:lnTo>
                      <a:lnTo>
                        <a:pt x="726" y="1938"/>
                      </a:lnTo>
                      <a:lnTo>
                        <a:pt x="702" y="1938"/>
                      </a:lnTo>
                      <a:lnTo>
                        <a:pt x="696" y="1944"/>
                      </a:lnTo>
                      <a:lnTo>
                        <a:pt x="696" y="1950"/>
                      </a:lnTo>
                      <a:lnTo>
                        <a:pt x="720" y="1974"/>
                      </a:lnTo>
                      <a:lnTo>
                        <a:pt x="720" y="1992"/>
                      </a:lnTo>
                      <a:lnTo>
                        <a:pt x="726" y="1998"/>
                      </a:lnTo>
                      <a:lnTo>
                        <a:pt x="732" y="2010"/>
                      </a:lnTo>
                      <a:lnTo>
                        <a:pt x="732" y="2028"/>
                      </a:lnTo>
                      <a:lnTo>
                        <a:pt x="720" y="2028"/>
                      </a:lnTo>
                      <a:lnTo>
                        <a:pt x="714" y="2022"/>
                      </a:lnTo>
                      <a:lnTo>
                        <a:pt x="708" y="2022"/>
                      </a:lnTo>
                      <a:lnTo>
                        <a:pt x="720" y="2028"/>
                      </a:lnTo>
                      <a:lnTo>
                        <a:pt x="768" y="2028"/>
                      </a:lnTo>
                      <a:lnTo>
                        <a:pt x="774" y="2022"/>
                      </a:lnTo>
                      <a:lnTo>
                        <a:pt x="774" y="2010"/>
                      </a:lnTo>
                      <a:lnTo>
                        <a:pt x="804" y="2010"/>
                      </a:lnTo>
                      <a:lnTo>
                        <a:pt x="816" y="2004"/>
                      </a:lnTo>
                      <a:lnTo>
                        <a:pt x="864" y="2004"/>
                      </a:lnTo>
                      <a:lnTo>
                        <a:pt x="870" y="2022"/>
                      </a:lnTo>
                      <a:lnTo>
                        <a:pt x="876" y="2022"/>
                      </a:lnTo>
                      <a:lnTo>
                        <a:pt x="882" y="2028"/>
                      </a:lnTo>
                      <a:lnTo>
                        <a:pt x="894" y="2034"/>
                      </a:lnTo>
                      <a:lnTo>
                        <a:pt x="900" y="2034"/>
                      </a:lnTo>
                      <a:lnTo>
                        <a:pt x="900" y="2046"/>
                      </a:lnTo>
                      <a:lnTo>
                        <a:pt x="894" y="2052"/>
                      </a:lnTo>
                      <a:lnTo>
                        <a:pt x="888" y="2052"/>
                      </a:lnTo>
                      <a:lnTo>
                        <a:pt x="894" y="2070"/>
                      </a:lnTo>
                      <a:lnTo>
                        <a:pt x="894" y="2088"/>
                      </a:lnTo>
                      <a:lnTo>
                        <a:pt x="930" y="2088"/>
                      </a:lnTo>
                      <a:lnTo>
                        <a:pt x="972" y="2106"/>
                      </a:lnTo>
                      <a:lnTo>
                        <a:pt x="984" y="2154"/>
                      </a:lnTo>
                      <a:lnTo>
                        <a:pt x="990" y="2154"/>
                      </a:lnTo>
                      <a:lnTo>
                        <a:pt x="1014" y="2148"/>
                      </a:lnTo>
                      <a:lnTo>
                        <a:pt x="1020" y="2154"/>
                      </a:lnTo>
                      <a:lnTo>
                        <a:pt x="1032" y="2154"/>
                      </a:lnTo>
                      <a:lnTo>
                        <a:pt x="1038" y="2160"/>
                      </a:lnTo>
                      <a:lnTo>
                        <a:pt x="1086" y="2160"/>
                      </a:lnTo>
                      <a:lnTo>
                        <a:pt x="1092" y="2166"/>
                      </a:lnTo>
                      <a:lnTo>
                        <a:pt x="1092" y="2160"/>
                      </a:lnTo>
                      <a:lnTo>
                        <a:pt x="1098" y="2154"/>
                      </a:lnTo>
                      <a:lnTo>
                        <a:pt x="1110" y="2154"/>
                      </a:lnTo>
                      <a:lnTo>
                        <a:pt x="1116" y="2166"/>
                      </a:lnTo>
                      <a:lnTo>
                        <a:pt x="1140" y="2190"/>
                      </a:lnTo>
                      <a:lnTo>
                        <a:pt x="1152" y="2184"/>
                      </a:lnTo>
                      <a:lnTo>
                        <a:pt x="1170" y="2184"/>
                      </a:lnTo>
                      <a:lnTo>
                        <a:pt x="1176" y="2190"/>
                      </a:lnTo>
                      <a:lnTo>
                        <a:pt x="1188" y="2196"/>
                      </a:lnTo>
                      <a:lnTo>
                        <a:pt x="1230" y="2196"/>
                      </a:lnTo>
                      <a:lnTo>
                        <a:pt x="1230" y="2202"/>
                      </a:lnTo>
                      <a:lnTo>
                        <a:pt x="1236" y="2208"/>
                      </a:lnTo>
                      <a:lnTo>
                        <a:pt x="1254" y="2220"/>
                      </a:lnTo>
                      <a:lnTo>
                        <a:pt x="1278" y="2220"/>
                      </a:lnTo>
                      <a:lnTo>
                        <a:pt x="1284" y="2226"/>
                      </a:lnTo>
                      <a:lnTo>
                        <a:pt x="1284" y="2250"/>
                      </a:lnTo>
                      <a:lnTo>
                        <a:pt x="1266" y="2262"/>
                      </a:lnTo>
                      <a:lnTo>
                        <a:pt x="1272" y="2262"/>
                      </a:lnTo>
                      <a:lnTo>
                        <a:pt x="1278" y="2268"/>
                      </a:lnTo>
                      <a:lnTo>
                        <a:pt x="1284" y="2268"/>
                      </a:lnTo>
                      <a:lnTo>
                        <a:pt x="1290" y="2274"/>
                      </a:lnTo>
                      <a:lnTo>
                        <a:pt x="1284" y="2280"/>
                      </a:lnTo>
                      <a:lnTo>
                        <a:pt x="1266" y="2280"/>
                      </a:lnTo>
                      <a:lnTo>
                        <a:pt x="1260" y="2286"/>
                      </a:lnTo>
                      <a:lnTo>
                        <a:pt x="1272" y="2298"/>
                      </a:lnTo>
                      <a:lnTo>
                        <a:pt x="1284" y="2304"/>
                      </a:lnTo>
                      <a:lnTo>
                        <a:pt x="1284" y="2316"/>
                      </a:lnTo>
                      <a:lnTo>
                        <a:pt x="1290" y="2328"/>
                      </a:lnTo>
                      <a:lnTo>
                        <a:pt x="1290" y="2334"/>
                      </a:lnTo>
                      <a:lnTo>
                        <a:pt x="1278" y="2346"/>
                      </a:lnTo>
                      <a:lnTo>
                        <a:pt x="1266" y="2346"/>
                      </a:lnTo>
                      <a:lnTo>
                        <a:pt x="1254" y="2352"/>
                      </a:lnTo>
                      <a:lnTo>
                        <a:pt x="1224" y="2352"/>
                      </a:lnTo>
                      <a:lnTo>
                        <a:pt x="1212" y="2364"/>
                      </a:lnTo>
                      <a:lnTo>
                        <a:pt x="1212" y="2370"/>
                      </a:lnTo>
                      <a:lnTo>
                        <a:pt x="1206" y="2376"/>
                      </a:lnTo>
                      <a:lnTo>
                        <a:pt x="1188" y="2376"/>
                      </a:lnTo>
                      <a:lnTo>
                        <a:pt x="1188" y="2412"/>
                      </a:lnTo>
                      <a:lnTo>
                        <a:pt x="1194" y="2412"/>
                      </a:lnTo>
                      <a:lnTo>
                        <a:pt x="1200" y="2406"/>
                      </a:lnTo>
                      <a:lnTo>
                        <a:pt x="1212" y="2406"/>
                      </a:lnTo>
                      <a:lnTo>
                        <a:pt x="1224" y="2400"/>
                      </a:lnTo>
                      <a:lnTo>
                        <a:pt x="1254" y="2400"/>
                      </a:lnTo>
                      <a:lnTo>
                        <a:pt x="1254" y="2412"/>
                      </a:lnTo>
                      <a:lnTo>
                        <a:pt x="1248" y="2418"/>
                      </a:lnTo>
                      <a:lnTo>
                        <a:pt x="1242" y="2430"/>
                      </a:lnTo>
                      <a:lnTo>
                        <a:pt x="1230" y="2436"/>
                      </a:lnTo>
                      <a:lnTo>
                        <a:pt x="1224" y="2442"/>
                      </a:lnTo>
                      <a:lnTo>
                        <a:pt x="1170" y="2454"/>
                      </a:lnTo>
                      <a:lnTo>
                        <a:pt x="1218" y="2490"/>
                      </a:lnTo>
                      <a:lnTo>
                        <a:pt x="1212" y="2490"/>
                      </a:lnTo>
                      <a:lnTo>
                        <a:pt x="1206" y="2496"/>
                      </a:lnTo>
                      <a:lnTo>
                        <a:pt x="1194" y="2496"/>
                      </a:lnTo>
                      <a:lnTo>
                        <a:pt x="1188" y="2502"/>
                      </a:lnTo>
                      <a:lnTo>
                        <a:pt x="1176" y="2526"/>
                      </a:lnTo>
                      <a:lnTo>
                        <a:pt x="1176" y="2544"/>
                      </a:lnTo>
                      <a:lnTo>
                        <a:pt x="1164" y="2550"/>
                      </a:lnTo>
                      <a:lnTo>
                        <a:pt x="1158" y="2556"/>
                      </a:lnTo>
                      <a:lnTo>
                        <a:pt x="1146" y="2556"/>
                      </a:lnTo>
                      <a:lnTo>
                        <a:pt x="1140" y="2550"/>
                      </a:lnTo>
                      <a:lnTo>
                        <a:pt x="1128" y="2544"/>
                      </a:lnTo>
                      <a:lnTo>
                        <a:pt x="1122" y="2538"/>
                      </a:lnTo>
                      <a:lnTo>
                        <a:pt x="1116" y="2556"/>
                      </a:lnTo>
                      <a:lnTo>
                        <a:pt x="1122" y="2562"/>
                      </a:lnTo>
                      <a:lnTo>
                        <a:pt x="1128" y="2574"/>
                      </a:lnTo>
                      <a:lnTo>
                        <a:pt x="1134" y="2580"/>
                      </a:lnTo>
                      <a:lnTo>
                        <a:pt x="1146" y="2580"/>
                      </a:lnTo>
                      <a:lnTo>
                        <a:pt x="1146" y="2586"/>
                      </a:lnTo>
                      <a:lnTo>
                        <a:pt x="1152" y="2598"/>
                      </a:lnTo>
                      <a:lnTo>
                        <a:pt x="1158" y="2604"/>
                      </a:lnTo>
                      <a:lnTo>
                        <a:pt x="1194" y="2604"/>
                      </a:lnTo>
                      <a:lnTo>
                        <a:pt x="1200" y="2610"/>
                      </a:lnTo>
                      <a:lnTo>
                        <a:pt x="1212" y="2616"/>
                      </a:lnTo>
                      <a:lnTo>
                        <a:pt x="1218" y="2628"/>
                      </a:lnTo>
                      <a:lnTo>
                        <a:pt x="1224" y="2634"/>
                      </a:lnTo>
                      <a:lnTo>
                        <a:pt x="1254" y="2634"/>
                      </a:lnTo>
                      <a:lnTo>
                        <a:pt x="1272" y="2652"/>
                      </a:lnTo>
                      <a:lnTo>
                        <a:pt x="1278" y="2664"/>
                      </a:lnTo>
                      <a:lnTo>
                        <a:pt x="1290" y="2670"/>
                      </a:lnTo>
                      <a:lnTo>
                        <a:pt x="1314" y="2694"/>
                      </a:lnTo>
                      <a:lnTo>
                        <a:pt x="1320" y="2694"/>
                      </a:lnTo>
                      <a:lnTo>
                        <a:pt x="1332" y="2700"/>
                      </a:lnTo>
                      <a:lnTo>
                        <a:pt x="1338" y="2700"/>
                      </a:lnTo>
                      <a:lnTo>
                        <a:pt x="1350" y="2706"/>
                      </a:lnTo>
                      <a:lnTo>
                        <a:pt x="1344" y="2706"/>
                      </a:lnTo>
                      <a:lnTo>
                        <a:pt x="1368" y="2688"/>
                      </a:lnTo>
                      <a:lnTo>
                        <a:pt x="1380" y="2688"/>
                      </a:lnTo>
                      <a:lnTo>
                        <a:pt x="1398" y="2694"/>
                      </a:lnTo>
                      <a:lnTo>
                        <a:pt x="1410" y="2700"/>
                      </a:lnTo>
                      <a:lnTo>
                        <a:pt x="1428" y="2706"/>
                      </a:lnTo>
                      <a:lnTo>
                        <a:pt x="1488" y="2718"/>
                      </a:lnTo>
                      <a:lnTo>
                        <a:pt x="1524" y="2718"/>
                      </a:lnTo>
                      <a:lnTo>
                        <a:pt x="1530" y="2724"/>
                      </a:lnTo>
                      <a:lnTo>
                        <a:pt x="1536" y="2724"/>
                      </a:lnTo>
                      <a:lnTo>
                        <a:pt x="1584" y="2754"/>
                      </a:lnTo>
                      <a:lnTo>
                        <a:pt x="1584" y="2760"/>
                      </a:lnTo>
                      <a:lnTo>
                        <a:pt x="1590" y="2760"/>
                      </a:lnTo>
                      <a:lnTo>
                        <a:pt x="1602" y="2766"/>
                      </a:lnTo>
                      <a:lnTo>
                        <a:pt x="1626" y="2766"/>
                      </a:lnTo>
                      <a:lnTo>
                        <a:pt x="1632" y="2760"/>
                      </a:lnTo>
                      <a:lnTo>
                        <a:pt x="1644" y="2760"/>
                      </a:lnTo>
                      <a:lnTo>
                        <a:pt x="1644" y="2754"/>
                      </a:lnTo>
                      <a:lnTo>
                        <a:pt x="1674" y="2754"/>
                      </a:lnTo>
                      <a:lnTo>
                        <a:pt x="1686" y="2760"/>
                      </a:lnTo>
                      <a:lnTo>
                        <a:pt x="1698" y="2772"/>
                      </a:lnTo>
                      <a:lnTo>
                        <a:pt x="1728" y="2778"/>
                      </a:lnTo>
                      <a:lnTo>
                        <a:pt x="1728" y="2790"/>
                      </a:lnTo>
                      <a:lnTo>
                        <a:pt x="1722" y="2796"/>
                      </a:lnTo>
                      <a:lnTo>
                        <a:pt x="1722" y="2802"/>
                      </a:lnTo>
                      <a:lnTo>
                        <a:pt x="1740" y="2802"/>
                      </a:lnTo>
                      <a:lnTo>
                        <a:pt x="1752" y="2814"/>
                      </a:lnTo>
                      <a:lnTo>
                        <a:pt x="1764" y="2820"/>
                      </a:lnTo>
                      <a:lnTo>
                        <a:pt x="1776" y="2832"/>
                      </a:lnTo>
                      <a:lnTo>
                        <a:pt x="1788" y="2826"/>
                      </a:lnTo>
                      <a:lnTo>
                        <a:pt x="1794" y="2826"/>
                      </a:lnTo>
                      <a:lnTo>
                        <a:pt x="1818" y="2838"/>
                      </a:lnTo>
                      <a:lnTo>
                        <a:pt x="1836" y="2856"/>
                      </a:lnTo>
                      <a:lnTo>
                        <a:pt x="1842" y="2868"/>
                      </a:lnTo>
                      <a:lnTo>
                        <a:pt x="1854" y="2874"/>
                      </a:lnTo>
                      <a:lnTo>
                        <a:pt x="1860" y="2880"/>
                      </a:lnTo>
                      <a:lnTo>
                        <a:pt x="1884" y="2880"/>
                      </a:lnTo>
                      <a:lnTo>
                        <a:pt x="1890" y="2874"/>
                      </a:lnTo>
                      <a:lnTo>
                        <a:pt x="1890" y="2862"/>
                      </a:lnTo>
                      <a:lnTo>
                        <a:pt x="1908" y="2862"/>
                      </a:lnTo>
                      <a:lnTo>
                        <a:pt x="1914" y="2856"/>
                      </a:lnTo>
                      <a:lnTo>
                        <a:pt x="1914" y="2826"/>
                      </a:lnTo>
                      <a:lnTo>
                        <a:pt x="1908" y="2820"/>
                      </a:lnTo>
                      <a:lnTo>
                        <a:pt x="1908" y="2814"/>
                      </a:lnTo>
                      <a:lnTo>
                        <a:pt x="1896" y="2802"/>
                      </a:lnTo>
                      <a:lnTo>
                        <a:pt x="1890" y="2790"/>
                      </a:lnTo>
                      <a:lnTo>
                        <a:pt x="1884" y="2784"/>
                      </a:lnTo>
                      <a:lnTo>
                        <a:pt x="1872" y="2778"/>
                      </a:lnTo>
                      <a:lnTo>
                        <a:pt x="1866" y="2772"/>
                      </a:lnTo>
                      <a:lnTo>
                        <a:pt x="1854" y="2772"/>
                      </a:lnTo>
                      <a:lnTo>
                        <a:pt x="1854" y="2748"/>
                      </a:lnTo>
                      <a:lnTo>
                        <a:pt x="1848" y="2742"/>
                      </a:lnTo>
                      <a:lnTo>
                        <a:pt x="1836" y="2736"/>
                      </a:lnTo>
                      <a:lnTo>
                        <a:pt x="1830" y="2724"/>
                      </a:lnTo>
                      <a:lnTo>
                        <a:pt x="1824" y="2718"/>
                      </a:lnTo>
                      <a:lnTo>
                        <a:pt x="1824" y="2706"/>
                      </a:lnTo>
                      <a:lnTo>
                        <a:pt x="1830" y="2694"/>
                      </a:lnTo>
                      <a:lnTo>
                        <a:pt x="1830" y="2682"/>
                      </a:lnTo>
                      <a:lnTo>
                        <a:pt x="1818" y="2658"/>
                      </a:lnTo>
                      <a:lnTo>
                        <a:pt x="1812" y="2652"/>
                      </a:lnTo>
                      <a:lnTo>
                        <a:pt x="1806" y="2640"/>
                      </a:lnTo>
                      <a:lnTo>
                        <a:pt x="1794" y="2634"/>
                      </a:lnTo>
                      <a:lnTo>
                        <a:pt x="1788" y="2628"/>
                      </a:lnTo>
                      <a:lnTo>
                        <a:pt x="1776" y="2628"/>
                      </a:lnTo>
                      <a:lnTo>
                        <a:pt x="1758" y="2622"/>
                      </a:lnTo>
                      <a:lnTo>
                        <a:pt x="1758" y="2604"/>
                      </a:lnTo>
                      <a:lnTo>
                        <a:pt x="1794" y="2568"/>
                      </a:lnTo>
                      <a:lnTo>
                        <a:pt x="1800" y="2556"/>
                      </a:lnTo>
                      <a:lnTo>
                        <a:pt x="1806" y="2550"/>
                      </a:lnTo>
                      <a:lnTo>
                        <a:pt x="1806" y="2544"/>
                      </a:lnTo>
                      <a:lnTo>
                        <a:pt x="1800" y="2532"/>
                      </a:lnTo>
                      <a:lnTo>
                        <a:pt x="1788" y="2520"/>
                      </a:lnTo>
                      <a:lnTo>
                        <a:pt x="1800" y="2520"/>
                      </a:lnTo>
                      <a:lnTo>
                        <a:pt x="1812" y="2526"/>
                      </a:lnTo>
                      <a:lnTo>
                        <a:pt x="1830" y="2526"/>
                      </a:lnTo>
                      <a:lnTo>
                        <a:pt x="1842" y="2514"/>
                      </a:lnTo>
                      <a:lnTo>
                        <a:pt x="1872" y="2514"/>
                      </a:lnTo>
                      <a:lnTo>
                        <a:pt x="1878" y="2508"/>
                      </a:lnTo>
                      <a:lnTo>
                        <a:pt x="1860" y="2490"/>
                      </a:lnTo>
                      <a:lnTo>
                        <a:pt x="1890" y="2490"/>
                      </a:lnTo>
                      <a:lnTo>
                        <a:pt x="1890" y="2472"/>
                      </a:lnTo>
                      <a:lnTo>
                        <a:pt x="1878" y="2472"/>
                      </a:lnTo>
                      <a:lnTo>
                        <a:pt x="1854" y="2460"/>
                      </a:lnTo>
                      <a:lnTo>
                        <a:pt x="1842" y="2448"/>
                      </a:lnTo>
                      <a:lnTo>
                        <a:pt x="1842" y="2442"/>
                      </a:lnTo>
                      <a:lnTo>
                        <a:pt x="1878" y="2442"/>
                      </a:lnTo>
                      <a:lnTo>
                        <a:pt x="1878" y="2430"/>
                      </a:lnTo>
                      <a:lnTo>
                        <a:pt x="1866" y="2418"/>
                      </a:lnTo>
                      <a:lnTo>
                        <a:pt x="1860" y="2406"/>
                      </a:lnTo>
                      <a:lnTo>
                        <a:pt x="1812" y="2358"/>
                      </a:lnTo>
                      <a:lnTo>
                        <a:pt x="1800" y="2358"/>
                      </a:lnTo>
                      <a:lnTo>
                        <a:pt x="1788" y="2364"/>
                      </a:lnTo>
                      <a:lnTo>
                        <a:pt x="1746" y="2364"/>
                      </a:lnTo>
                      <a:lnTo>
                        <a:pt x="1740" y="2358"/>
                      </a:lnTo>
                      <a:lnTo>
                        <a:pt x="1740" y="2328"/>
                      </a:lnTo>
                      <a:lnTo>
                        <a:pt x="1734" y="2322"/>
                      </a:lnTo>
                      <a:lnTo>
                        <a:pt x="1710" y="2322"/>
                      </a:lnTo>
                      <a:lnTo>
                        <a:pt x="1704" y="2316"/>
                      </a:lnTo>
                      <a:lnTo>
                        <a:pt x="1698" y="2316"/>
                      </a:lnTo>
                      <a:lnTo>
                        <a:pt x="1698" y="2286"/>
                      </a:lnTo>
                      <a:lnTo>
                        <a:pt x="1710" y="2262"/>
                      </a:lnTo>
                      <a:lnTo>
                        <a:pt x="1710" y="2238"/>
                      </a:lnTo>
                      <a:lnTo>
                        <a:pt x="1704" y="2232"/>
                      </a:lnTo>
                      <a:lnTo>
                        <a:pt x="1698" y="2196"/>
                      </a:lnTo>
                      <a:lnTo>
                        <a:pt x="1722" y="2196"/>
                      </a:lnTo>
                      <a:lnTo>
                        <a:pt x="1722" y="2172"/>
                      </a:lnTo>
                      <a:lnTo>
                        <a:pt x="1716" y="2166"/>
                      </a:lnTo>
                      <a:lnTo>
                        <a:pt x="1716" y="2154"/>
                      </a:lnTo>
                      <a:lnTo>
                        <a:pt x="1722" y="2148"/>
                      </a:lnTo>
                      <a:lnTo>
                        <a:pt x="1734" y="2148"/>
                      </a:lnTo>
                      <a:lnTo>
                        <a:pt x="1746" y="2154"/>
                      </a:lnTo>
                      <a:lnTo>
                        <a:pt x="1758" y="2166"/>
                      </a:lnTo>
                      <a:lnTo>
                        <a:pt x="1770" y="2172"/>
                      </a:lnTo>
                      <a:lnTo>
                        <a:pt x="1776" y="2184"/>
                      </a:lnTo>
                      <a:lnTo>
                        <a:pt x="1788" y="2190"/>
                      </a:lnTo>
                      <a:lnTo>
                        <a:pt x="1800" y="2190"/>
                      </a:lnTo>
                      <a:lnTo>
                        <a:pt x="1806" y="2184"/>
                      </a:lnTo>
                      <a:lnTo>
                        <a:pt x="1812" y="2172"/>
                      </a:lnTo>
                      <a:lnTo>
                        <a:pt x="1818" y="2166"/>
                      </a:lnTo>
                      <a:lnTo>
                        <a:pt x="1812" y="2154"/>
                      </a:lnTo>
                      <a:lnTo>
                        <a:pt x="1800" y="2142"/>
                      </a:lnTo>
                      <a:lnTo>
                        <a:pt x="1830" y="2130"/>
                      </a:lnTo>
                      <a:lnTo>
                        <a:pt x="1830" y="2106"/>
                      </a:lnTo>
                      <a:lnTo>
                        <a:pt x="1836" y="2106"/>
                      </a:lnTo>
                      <a:lnTo>
                        <a:pt x="1848" y="2100"/>
                      </a:lnTo>
                      <a:lnTo>
                        <a:pt x="1860" y="2100"/>
                      </a:lnTo>
                      <a:lnTo>
                        <a:pt x="1872" y="2094"/>
                      </a:lnTo>
                      <a:lnTo>
                        <a:pt x="1884" y="2082"/>
                      </a:lnTo>
                      <a:lnTo>
                        <a:pt x="1884" y="2064"/>
                      </a:lnTo>
                      <a:lnTo>
                        <a:pt x="1878" y="2058"/>
                      </a:lnTo>
                      <a:lnTo>
                        <a:pt x="1878" y="2052"/>
                      </a:lnTo>
                      <a:lnTo>
                        <a:pt x="1908" y="2052"/>
                      </a:lnTo>
                      <a:lnTo>
                        <a:pt x="1920" y="2058"/>
                      </a:lnTo>
                      <a:lnTo>
                        <a:pt x="1926" y="2058"/>
                      </a:lnTo>
                      <a:lnTo>
                        <a:pt x="1926" y="2064"/>
                      </a:lnTo>
                      <a:lnTo>
                        <a:pt x="1932" y="2070"/>
                      </a:lnTo>
                      <a:lnTo>
                        <a:pt x="1962" y="2070"/>
                      </a:lnTo>
                      <a:lnTo>
                        <a:pt x="1974" y="2058"/>
                      </a:lnTo>
                      <a:lnTo>
                        <a:pt x="1986" y="2052"/>
                      </a:lnTo>
                      <a:lnTo>
                        <a:pt x="2004" y="2052"/>
                      </a:lnTo>
                      <a:lnTo>
                        <a:pt x="2010" y="2058"/>
                      </a:lnTo>
                      <a:lnTo>
                        <a:pt x="2016" y="2070"/>
                      </a:lnTo>
                      <a:lnTo>
                        <a:pt x="2076" y="2070"/>
                      </a:lnTo>
                      <a:lnTo>
                        <a:pt x="2082" y="2076"/>
                      </a:lnTo>
                      <a:lnTo>
                        <a:pt x="2082" y="2082"/>
                      </a:lnTo>
                      <a:lnTo>
                        <a:pt x="2088" y="2094"/>
                      </a:lnTo>
                      <a:lnTo>
                        <a:pt x="2124" y="2094"/>
                      </a:lnTo>
                      <a:lnTo>
                        <a:pt x="2136" y="2124"/>
                      </a:lnTo>
                      <a:lnTo>
                        <a:pt x="2136" y="2130"/>
                      </a:lnTo>
                      <a:lnTo>
                        <a:pt x="2148" y="2142"/>
                      </a:lnTo>
                      <a:lnTo>
                        <a:pt x="2160" y="2142"/>
                      </a:lnTo>
                      <a:lnTo>
                        <a:pt x="2160" y="2124"/>
                      </a:lnTo>
                      <a:lnTo>
                        <a:pt x="2148" y="2112"/>
                      </a:lnTo>
                      <a:lnTo>
                        <a:pt x="2148" y="2106"/>
                      </a:lnTo>
                      <a:lnTo>
                        <a:pt x="2160" y="2106"/>
                      </a:lnTo>
                      <a:lnTo>
                        <a:pt x="2232" y="2142"/>
                      </a:lnTo>
                      <a:lnTo>
                        <a:pt x="2238" y="2136"/>
                      </a:lnTo>
                      <a:lnTo>
                        <a:pt x="2244" y="2124"/>
                      </a:lnTo>
                      <a:lnTo>
                        <a:pt x="2256" y="2118"/>
                      </a:lnTo>
                      <a:lnTo>
                        <a:pt x="2268" y="2106"/>
                      </a:lnTo>
                      <a:lnTo>
                        <a:pt x="2280" y="2100"/>
                      </a:lnTo>
                      <a:lnTo>
                        <a:pt x="2286" y="2100"/>
                      </a:lnTo>
                      <a:lnTo>
                        <a:pt x="2322" y="2118"/>
                      </a:lnTo>
                      <a:lnTo>
                        <a:pt x="2334" y="2118"/>
                      </a:lnTo>
                      <a:lnTo>
                        <a:pt x="2352" y="2112"/>
                      </a:lnTo>
                      <a:lnTo>
                        <a:pt x="2364" y="2106"/>
                      </a:lnTo>
                      <a:lnTo>
                        <a:pt x="2370" y="2100"/>
                      </a:lnTo>
                      <a:lnTo>
                        <a:pt x="2382" y="2100"/>
                      </a:lnTo>
                      <a:lnTo>
                        <a:pt x="2388" y="2106"/>
                      </a:lnTo>
                      <a:lnTo>
                        <a:pt x="2400" y="2112"/>
                      </a:lnTo>
                      <a:lnTo>
                        <a:pt x="2406" y="2124"/>
                      </a:lnTo>
                      <a:lnTo>
                        <a:pt x="2430" y="2136"/>
                      </a:lnTo>
                      <a:lnTo>
                        <a:pt x="2454" y="2136"/>
                      </a:lnTo>
                      <a:lnTo>
                        <a:pt x="2466" y="2142"/>
                      </a:lnTo>
                      <a:lnTo>
                        <a:pt x="2478" y="2142"/>
                      </a:lnTo>
                      <a:lnTo>
                        <a:pt x="2490" y="2118"/>
                      </a:lnTo>
                      <a:lnTo>
                        <a:pt x="2496" y="2124"/>
                      </a:lnTo>
                      <a:lnTo>
                        <a:pt x="2508" y="2124"/>
                      </a:lnTo>
                      <a:lnTo>
                        <a:pt x="2514" y="2130"/>
                      </a:lnTo>
                      <a:lnTo>
                        <a:pt x="2526" y="2136"/>
                      </a:lnTo>
                      <a:lnTo>
                        <a:pt x="2562" y="2136"/>
                      </a:lnTo>
                      <a:lnTo>
                        <a:pt x="2568" y="2130"/>
                      </a:lnTo>
                      <a:lnTo>
                        <a:pt x="2574" y="2118"/>
                      </a:lnTo>
                      <a:lnTo>
                        <a:pt x="2574" y="2106"/>
                      </a:lnTo>
                      <a:lnTo>
                        <a:pt x="2568" y="2088"/>
                      </a:lnTo>
                      <a:lnTo>
                        <a:pt x="2544" y="2064"/>
                      </a:lnTo>
                      <a:lnTo>
                        <a:pt x="2532" y="2058"/>
                      </a:lnTo>
                      <a:lnTo>
                        <a:pt x="2514" y="2052"/>
                      </a:lnTo>
                      <a:lnTo>
                        <a:pt x="2490" y="2052"/>
                      </a:lnTo>
                      <a:lnTo>
                        <a:pt x="2460" y="2022"/>
                      </a:lnTo>
                      <a:lnTo>
                        <a:pt x="2472" y="2022"/>
                      </a:lnTo>
                      <a:lnTo>
                        <a:pt x="2484" y="2016"/>
                      </a:lnTo>
                      <a:lnTo>
                        <a:pt x="2496" y="2016"/>
                      </a:lnTo>
                      <a:lnTo>
                        <a:pt x="2508" y="2004"/>
                      </a:lnTo>
                      <a:lnTo>
                        <a:pt x="2508" y="1992"/>
                      </a:lnTo>
                      <a:lnTo>
                        <a:pt x="2502" y="1986"/>
                      </a:lnTo>
                      <a:lnTo>
                        <a:pt x="2496" y="1974"/>
                      </a:lnTo>
                      <a:lnTo>
                        <a:pt x="2490" y="1968"/>
                      </a:lnTo>
                      <a:lnTo>
                        <a:pt x="2502" y="1956"/>
                      </a:lnTo>
                      <a:lnTo>
                        <a:pt x="2556" y="1956"/>
                      </a:lnTo>
                      <a:lnTo>
                        <a:pt x="2544" y="1944"/>
                      </a:lnTo>
                      <a:lnTo>
                        <a:pt x="2532" y="1944"/>
                      </a:lnTo>
                      <a:lnTo>
                        <a:pt x="2508" y="1932"/>
                      </a:lnTo>
                      <a:lnTo>
                        <a:pt x="2496" y="1932"/>
                      </a:lnTo>
                      <a:lnTo>
                        <a:pt x="2508" y="1914"/>
                      </a:lnTo>
                      <a:lnTo>
                        <a:pt x="2484" y="1914"/>
                      </a:lnTo>
                      <a:lnTo>
                        <a:pt x="2484" y="1908"/>
                      </a:lnTo>
                      <a:lnTo>
                        <a:pt x="2478" y="1902"/>
                      </a:lnTo>
                      <a:lnTo>
                        <a:pt x="2478" y="1896"/>
                      </a:lnTo>
                      <a:lnTo>
                        <a:pt x="2490" y="1884"/>
                      </a:lnTo>
                      <a:lnTo>
                        <a:pt x="2526" y="1872"/>
                      </a:lnTo>
                      <a:lnTo>
                        <a:pt x="2586" y="1866"/>
                      </a:lnTo>
                      <a:lnTo>
                        <a:pt x="2640" y="1866"/>
                      </a:lnTo>
                      <a:lnTo>
                        <a:pt x="2646" y="1848"/>
                      </a:lnTo>
                      <a:lnTo>
                        <a:pt x="2712" y="1848"/>
                      </a:lnTo>
                      <a:lnTo>
                        <a:pt x="2712" y="1830"/>
                      </a:lnTo>
                      <a:lnTo>
                        <a:pt x="2718" y="1824"/>
                      </a:lnTo>
                      <a:lnTo>
                        <a:pt x="2808" y="1824"/>
                      </a:lnTo>
                      <a:lnTo>
                        <a:pt x="2862" y="1806"/>
                      </a:lnTo>
                      <a:lnTo>
                        <a:pt x="2874" y="1806"/>
                      </a:lnTo>
                      <a:lnTo>
                        <a:pt x="2874" y="1794"/>
                      </a:lnTo>
                      <a:lnTo>
                        <a:pt x="2886" y="1782"/>
                      </a:lnTo>
                      <a:lnTo>
                        <a:pt x="2898" y="1776"/>
                      </a:lnTo>
                      <a:lnTo>
                        <a:pt x="2916" y="1770"/>
                      </a:lnTo>
                      <a:lnTo>
                        <a:pt x="2940" y="1770"/>
                      </a:lnTo>
                      <a:lnTo>
                        <a:pt x="2958" y="1776"/>
                      </a:lnTo>
                      <a:lnTo>
                        <a:pt x="2976" y="1776"/>
                      </a:lnTo>
                      <a:lnTo>
                        <a:pt x="2988" y="1788"/>
                      </a:lnTo>
                      <a:lnTo>
                        <a:pt x="3000" y="1788"/>
                      </a:lnTo>
                      <a:lnTo>
                        <a:pt x="3012" y="1776"/>
                      </a:lnTo>
                      <a:lnTo>
                        <a:pt x="3018" y="1776"/>
                      </a:lnTo>
                      <a:lnTo>
                        <a:pt x="3036" y="1794"/>
                      </a:lnTo>
                      <a:lnTo>
                        <a:pt x="3042" y="1806"/>
                      </a:lnTo>
                      <a:lnTo>
                        <a:pt x="3048" y="1812"/>
                      </a:lnTo>
                      <a:lnTo>
                        <a:pt x="3060" y="1812"/>
                      </a:lnTo>
                      <a:lnTo>
                        <a:pt x="3066" y="1818"/>
                      </a:lnTo>
                      <a:lnTo>
                        <a:pt x="3066" y="1860"/>
                      </a:lnTo>
                      <a:lnTo>
                        <a:pt x="3072" y="1866"/>
                      </a:lnTo>
                      <a:lnTo>
                        <a:pt x="3090" y="1866"/>
                      </a:lnTo>
                      <a:lnTo>
                        <a:pt x="3102" y="1860"/>
                      </a:lnTo>
                      <a:lnTo>
                        <a:pt x="3120" y="1860"/>
                      </a:lnTo>
                      <a:lnTo>
                        <a:pt x="3132" y="1842"/>
                      </a:lnTo>
                      <a:lnTo>
                        <a:pt x="3156" y="1878"/>
                      </a:lnTo>
                      <a:lnTo>
                        <a:pt x="3180" y="1866"/>
                      </a:lnTo>
                      <a:lnTo>
                        <a:pt x="3204" y="1878"/>
                      </a:lnTo>
                      <a:lnTo>
                        <a:pt x="3210" y="1872"/>
                      </a:lnTo>
                      <a:lnTo>
                        <a:pt x="3216" y="1872"/>
                      </a:lnTo>
                      <a:lnTo>
                        <a:pt x="3228" y="1878"/>
                      </a:lnTo>
                      <a:lnTo>
                        <a:pt x="3228" y="1902"/>
                      </a:lnTo>
                      <a:lnTo>
                        <a:pt x="3222" y="1908"/>
                      </a:lnTo>
                      <a:lnTo>
                        <a:pt x="3222" y="1914"/>
                      </a:lnTo>
                      <a:lnTo>
                        <a:pt x="3228" y="1914"/>
                      </a:lnTo>
                      <a:lnTo>
                        <a:pt x="3234" y="1908"/>
                      </a:lnTo>
                      <a:lnTo>
                        <a:pt x="3240" y="1908"/>
                      </a:lnTo>
                      <a:lnTo>
                        <a:pt x="3246" y="1902"/>
                      </a:lnTo>
                      <a:lnTo>
                        <a:pt x="3252" y="1902"/>
                      </a:lnTo>
                      <a:lnTo>
                        <a:pt x="3258" y="1908"/>
                      </a:lnTo>
                      <a:lnTo>
                        <a:pt x="3270" y="1914"/>
                      </a:lnTo>
                      <a:lnTo>
                        <a:pt x="3276" y="1920"/>
                      </a:lnTo>
                      <a:lnTo>
                        <a:pt x="3288" y="1926"/>
                      </a:lnTo>
                      <a:lnTo>
                        <a:pt x="3300" y="1914"/>
                      </a:lnTo>
                      <a:lnTo>
                        <a:pt x="3300" y="1896"/>
                      </a:lnTo>
                      <a:lnTo>
                        <a:pt x="3306" y="1890"/>
                      </a:lnTo>
                      <a:lnTo>
                        <a:pt x="3318" y="1884"/>
                      </a:lnTo>
                      <a:lnTo>
                        <a:pt x="3330" y="1884"/>
                      </a:lnTo>
                      <a:lnTo>
                        <a:pt x="3342" y="1866"/>
                      </a:lnTo>
                      <a:lnTo>
                        <a:pt x="3378" y="1854"/>
                      </a:lnTo>
                      <a:lnTo>
                        <a:pt x="3396" y="1836"/>
                      </a:lnTo>
                      <a:lnTo>
                        <a:pt x="3402" y="1836"/>
                      </a:lnTo>
                      <a:lnTo>
                        <a:pt x="3408" y="1842"/>
                      </a:lnTo>
                      <a:lnTo>
                        <a:pt x="3408" y="1860"/>
                      </a:lnTo>
                      <a:lnTo>
                        <a:pt x="3396" y="1872"/>
                      </a:lnTo>
                      <a:lnTo>
                        <a:pt x="3390" y="1872"/>
                      </a:lnTo>
                      <a:lnTo>
                        <a:pt x="3426" y="1890"/>
                      </a:lnTo>
                      <a:lnTo>
                        <a:pt x="3456" y="1902"/>
                      </a:lnTo>
                      <a:lnTo>
                        <a:pt x="3486" y="1920"/>
                      </a:lnTo>
                      <a:lnTo>
                        <a:pt x="3498" y="1926"/>
                      </a:lnTo>
                      <a:lnTo>
                        <a:pt x="3516" y="1938"/>
                      </a:lnTo>
                      <a:lnTo>
                        <a:pt x="3546" y="1968"/>
                      </a:lnTo>
                      <a:lnTo>
                        <a:pt x="3618" y="2028"/>
                      </a:lnTo>
                      <a:lnTo>
                        <a:pt x="3636" y="2052"/>
                      </a:lnTo>
                      <a:lnTo>
                        <a:pt x="3672" y="2088"/>
                      </a:lnTo>
                      <a:lnTo>
                        <a:pt x="3684" y="2106"/>
                      </a:lnTo>
                      <a:lnTo>
                        <a:pt x="3696" y="2118"/>
                      </a:lnTo>
                      <a:lnTo>
                        <a:pt x="3708" y="2124"/>
                      </a:lnTo>
                      <a:lnTo>
                        <a:pt x="3720" y="2124"/>
                      </a:lnTo>
                      <a:lnTo>
                        <a:pt x="3732" y="2118"/>
                      </a:lnTo>
                      <a:lnTo>
                        <a:pt x="3744" y="2106"/>
                      </a:lnTo>
                      <a:lnTo>
                        <a:pt x="3744" y="2094"/>
                      </a:lnTo>
                      <a:lnTo>
                        <a:pt x="3750" y="2088"/>
                      </a:lnTo>
                      <a:lnTo>
                        <a:pt x="3750" y="2082"/>
                      </a:lnTo>
                      <a:lnTo>
                        <a:pt x="3762" y="2082"/>
                      </a:lnTo>
                      <a:lnTo>
                        <a:pt x="3768" y="2088"/>
                      </a:lnTo>
                      <a:lnTo>
                        <a:pt x="3768" y="2100"/>
                      </a:lnTo>
                      <a:lnTo>
                        <a:pt x="3774" y="2106"/>
                      </a:lnTo>
                      <a:lnTo>
                        <a:pt x="3774" y="2112"/>
                      </a:lnTo>
                      <a:lnTo>
                        <a:pt x="3804" y="2112"/>
                      </a:lnTo>
                      <a:lnTo>
                        <a:pt x="3816" y="2118"/>
                      </a:lnTo>
                      <a:lnTo>
                        <a:pt x="3822" y="2130"/>
                      </a:lnTo>
                      <a:lnTo>
                        <a:pt x="3834" y="2136"/>
                      </a:lnTo>
                      <a:lnTo>
                        <a:pt x="3858" y="2136"/>
                      </a:lnTo>
                      <a:lnTo>
                        <a:pt x="3864" y="2124"/>
                      </a:lnTo>
                      <a:lnTo>
                        <a:pt x="3876" y="2118"/>
                      </a:lnTo>
                      <a:lnTo>
                        <a:pt x="3894" y="2112"/>
                      </a:lnTo>
                      <a:lnTo>
                        <a:pt x="3906" y="2106"/>
                      </a:lnTo>
                      <a:lnTo>
                        <a:pt x="3924" y="2106"/>
                      </a:lnTo>
                      <a:lnTo>
                        <a:pt x="3948" y="2118"/>
                      </a:lnTo>
                      <a:lnTo>
                        <a:pt x="3972" y="2142"/>
                      </a:lnTo>
                      <a:lnTo>
                        <a:pt x="3984" y="2148"/>
                      </a:lnTo>
                      <a:lnTo>
                        <a:pt x="3990" y="2160"/>
                      </a:lnTo>
                      <a:lnTo>
                        <a:pt x="4002" y="2160"/>
                      </a:lnTo>
                      <a:lnTo>
                        <a:pt x="4014" y="2166"/>
                      </a:lnTo>
                      <a:lnTo>
                        <a:pt x="4026" y="2166"/>
                      </a:lnTo>
                      <a:lnTo>
                        <a:pt x="4038" y="2172"/>
                      </a:lnTo>
                      <a:lnTo>
                        <a:pt x="4044" y="2172"/>
                      </a:lnTo>
                      <a:lnTo>
                        <a:pt x="4044" y="2178"/>
                      </a:lnTo>
                      <a:lnTo>
                        <a:pt x="4050" y="2190"/>
                      </a:lnTo>
                      <a:lnTo>
                        <a:pt x="4056" y="2196"/>
                      </a:lnTo>
                      <a:lnTo>
                        <a:pt x="4062" y="2208"/>
                      </a:lnTo>
                      <a:lnTo>
                        <a:pt x="4068" y="2214"/>
                      </a:lnTo>
                      <a:lnTo>
                        <a:pt x="4068" y="2220"/>
                      </a:lnTo>
                      <a:lnTo>
                        <a:pt x="4140" y="2226"/>
                      </a:lnTo>
                      <a:lnTo>
                        <a:pt x="4152" y="2190"/>
                      </a:lnTo>
                      <a:lnTo>
                        <a:pt x="4176" y="2214"/>
                      </a:lnTo>
                      <a:lnTo>
                        <a:pt x="4212" y="2256"/>
                      </a:lnTo>
                      <a:lnTo>
                        <a:pt x="4254" y="2256"/>
                      </a:lnTo>
                      <a:lnTo>
                        <a:pt x="4266" y="2244"/>
                      </a:lnTo>
                      <a:lnTo>
                        <a:pt x="4266" y="2226"/>
                      </a:lnTo>
                      <a:lnTo>
                        <a:pt x="4326" y="2226"/>
                      </a:lnTo>
                      <a:lnTo>
                        <a:pt x="4320" y="2214"/>
                      </a:lnTo>
                      <a:lnTo>
                        <a:pt x="4344" y="2214"/>
                      </a:lnTo>
                      <a:lnTo>
                        <a:pt x="4338" y="2208"/>
                      </a:lnTo>
                      <a:lnTo>
                        <a:pt x="4338" y="2202"/>
                      </a:lnTo>
                      <a:lnTo>
                        <a:pt x="4374" y="2166"/>
                      </a:lnTo>
                      <a:lnTo>
                        <a:pt x="4392" y="2166"/>
                      </a:lnTo>
                      <a:lnTo>
                        <a:pt x="4404" y="2148"/>
                      </a:lnTo>
                      <a:lnTo>
                        <a:pt x="4428" y="2148"/>
                      </a:lnTo>
                      <a:lnTo>
                        <a:pt x="4428" y="2142"/>
                      </a:lnTo>
                      <a:lnTo>
                        <a:pt x="4434" y="2136"/>
                      </a:lnTo>
                      <a:lnTo>
                        <a:pt x="4434" y="2130"/>
                      </a:lnTo>
                      <a:lnTo>
                        <a:pt x="4440" y="2124"/>
                      </a:lnTo>
                      <a:lnTo>
                        <a:pt x="4458" y="2124"/>
                      </a:lnTo>
                      <a:lnTo>
                        <a:pt x="4464" y="2130"/>
                      </a:lnTo>
                      <a:lnTo>
                        <a:pt x="4482" y="2124"/>
                      </a:lnTo>
                      <a:lnTo>
                        <a:pt x="4482" y="2130"/>
                      </a:lnTo>
                      <a:lnTo>
                        <a:pt x="4518" y="2130"/>
                      </a:lnTo>
                      <a:lnTo>
                        <a:pt x="4524" y="2148"/>
                      </a:lnTo>
                      <a:lnTo>
                        <a:pt x="4548" y="2148"/>
                      </a:lnTo>
                      <a:lnTo>
                        <a:pt x="4566" y="2142"/>
                      </a:lnTo>
                      <a:lnTo>
                        <a:pt x="4608" y="2142"/>
                      </a:lnTo>
                      <a:lnTo>
                        <a:pt x="4608" y="2148"/>
                      </a:lnTo>
                      <a:lnTo>
                        <a:pt x="4614" y="2154"/>
                      </a:lnTo>
                      <a:lnTo>
                        <a:pt x="4614" y="2166"/>
                      </a:lnTo>
                      <a:lnTo>
                        <a:pt x="4620" y="2172"/>
                      </a:lnTo>
                      <a:lnTo>
                        <a:pt x="4638" y="2178"/>
                      </a:lnTo>
                      <a:lnTo>
                        <a:pt x="4668" y="2178"/>
                      </a:lnTo>
                      <a:lnTo>
                        <a:pt x="4674" y="2190"/>
                      </a:lnTo>
                      <a:lnTo>
                        <a:pt x="4698" y="2184"/>
                      </a:lnTo>
                      <a:lnTo>
                        <a:pt x="4704" y="2196"/>
                      </a:lnTo>
                      <a:lnTo>
                        <a:pt x="4704" y="2190"/>
                      </a:lnTo>
                      <a:lnTo>
                        <a:pt x="4710" y="2184"/>
                      </a:lnTo>
                      <a:lnTo>
                        <a:pt x="4752" y="2184"/>
                      </a:lnTo>
                      <a:lnTo>
                        <a:pt x="4752" y="2196"/>
                      </a:lnTo>
                      <a:lnTo>
                        <a:pt x="4800" y="2190"/>
                      </a:lnTo>
                      <a:lnTo>
                        <a:pt x="4800" y="2202"/>
                      </a:lnTo>
                      <a:lnTo>
                        <a:pt x="4806" y="2208"/>
                      </a:lnTo>
                      <a:lnTo>
                        <a:pt x="4830" y="2196"/>
                      </a:lnTo>
                      <a:lnTo>
                        <a:pt x="4836" y="2190"/>
                      </a:lnTo>
                      <a:lnTo>
                        <a:pt x="4836" y="2184"/>
                      </a:lnTo>
                      <a:lnTo>
                        <a:pt x="4854" y="2184"/>
                      </a:lnTo>
                      <a:lnTo>
                        <a:pt x="4854" y="2160"/>
                      </a:lnTo>
                      <a:lnTo>
                        <a:pt x="4848" y="2148"/>
                      </a:lnTo>
                      <a:lnTo>
                        <a:pt x="4842" y="2142"/>
                      </a:lnTo>
                      <a:lnTo>
                        <a:pt x="4836" y="2142"/>
                      </a:lnTo>
                      <a:lnTo>
                        <a:pt x="4812" y="2106"/>
                      </a:lnTo>
                      <a:lnTo>
                        <a:pt x="4806" y="2088"/>
                      </a:lnTo>
                      <a:lnTo>
                        <a:pt x="4794" y="2076"/>
                      </a:lnTo>
                      <a:lnTo>
                        <a:pt x="4794" y="2064"/>
                      </a:lnTo>
                      <a:lnTo>
                        <a:pt x="4812" y="2064"/>
                      </a:lnTo>
                      <a:lnTo>
                        <a:pt x="4806" y="2052"/>
                      </a:lnTo>
                      <a:lnTo>
                        <a:pt x="4812" y="2052"/>
                      </a:lnTo>
                      <a:lnTo>
                        <a:pt x="4824" y="2046"/>
                      </a:lnTo>
                      <a:lnTo>
                        <a:pt x="4830" y="2034"/>
                      </a:lnTo>
                      <a:lnTo>
                        <a:pt x="4830" y="2016"/>
                      </a:lnTo>
                      <a:lnTo>
                        <a:pt x="4890" y="2046"/>
                      </a:lnTo>
                      <a:lnTo>
                        <a:pt x="4902" y="2046"/>
                      </a:lnTo>
                      <a:lnTo>
                        <a:pt x="4926" y="2052"/>
                      </a:lnTo>
                      <a:lnTo>
                        <a:pt x="4962" y="2052"/>
                      </a:lnTo>
                      <a:lnTo>
                        <a:pt x="4974" y="2058"/>
                      </a:lnTo>
                      <a:lnTo>
                        <a:pt x="4980" y="2064"/>
                      </a:lnTo>
                      <a:lnTo>
                        <a:pt x="5004" y="2076"/>
                      </a:lnTo>
                      <a:lnTo>
                        <a:pt x="5010" y="2076"/>
                      </a:lnTo>
                      <a:lnTo>
                        <a:pt x="5022" y="2070"/>
                      </a:lnTo>
                      <a:lnTo>
                        <a:pt x="5040" y="2070"/>
                      </a:lnTo>
                      <a:lnTo>
                        <a:pt x="5052" y="2076"/>
                      </a:lnTo>
                      <a:lnTo>
                        <a:pt x="5058" y="2082"/>
                      </a:lnTo>
                      <a:lnTo>
                        <a:pt x="5064" y="2094"/>
                      </a:lnTo>
                      <a:lnTo>
                        <a:pt x="5076" y="2106"/>
                      </a:lnTo>
                      <a:lnTo>
                        <a:pt x="5088" y="2130"/>
                      </a:lnTo>
                      <a:lnTo>
                        <a:pt x="5094" y="2136"/>
                      </a:lnTo>
                      <a:lnTo>
                        <a:pt x="5094" y="2142"/>
                      </a:lnTo>
                      <a:lnTo>
                        <a:pt x="5118" y="2136"/>
                      </a:lnTo>
                      <a:lnTo>
                        <a:pt x="5118" y="2142"/>
                      </a:lnTo>
                      <a:lnTo>
                        <a:pt x="5136" y="2160"/>
                      </a:lnTo>
                      <a:lnTo>
                        <a:pt x="5166" y="2160"/>
                      </a:lnTo>
                      <a:lnTo>
                        <a:pt x="5172" y="2166"/>
                      </a:lnTo>
                      <a:lnTo>
                        <a:pt x="5184" y="2166"/>
                      </a:lnTo>
                      <a:lnTo>
                        <a:pt x="5196" y="2172"/>
                      </a:lnTo>
                      <a:lnTo>
                        <a:pt x="5208" y="2172"/>
                      </a:lnTo>
                      <a:lnTo>
                        <a:pt x="5220" y="2166"/>
                      </a:lnTo>
                      <a:lnTo>
                        <a:pt x="5274" y="2148"/>
                      </a:lnTo>
                      <a:lnTo>
                        <a:pt x="5322" y="2148"/>
                      </a:lnTo>
                      <a:lnTo>
                        <a:pt x="5334" y="2154"/>
                      </a:lnTo>
                      <a:lnTo>
                        <a:pt x="5340" y="2154"/>
                      </a:lnTo>
                      <a:lnTo>
                        <a:pt x="5346" y="2160"/>
                      </a:lnTo>
                      <a:lnTo>
                        <a:pt x="5382" y="2160"/>
                      </a:lnTo>
                      <a:lnTo>
                        <a:pt x="5406" y="2184"/>
                      </a:lnTo>
                      <a:lnTo>
                        <a:pt x="5466" y="2184"/>
                      </a:lnTo>
                      <a:lnTo>
                        <a:pt x="5472" y="2190"/>
                      </a:lnTo>
                      <a:lnTo>
                        <a:pt x="5472" y="2196"/>
                      </a:lnTo>
                      <a:lnTo>
                        <a:pt x="5484" y="2208"/>
                      </a:lnTo>
                      <a:lnTo>
                        <a:pt x="5484" y="2214"/>
                      </a:lnTo>
                      <a:lnTo>
                        <a:pt x="5502" y="2214"/>
                      </a:lnTo>
                      <a:lnTo>
                        <a:pt x="5514" y="2220"/>
                      </a:lnTo>
                      <a:lnTo>
                        <a:pt x="5514" y="2232"/>
                      </a:lnTo>
                      <a:lnTo>
                        <a:pt x="5520" y="2238"/>
                      </a:lnTo>
                      <a:lnTo>
                        <a:pt x="5586" y="2238"/>
                      </a:lnTo>
                      <a:lnTo>
                        <a:pt x="5592" y="2244"/>
                      </a:lnTo>
                      <a:lnTo>
                        <a:pt x="5598" y="2244"/>
                      </a:lnTo>
                      <a:lnTo>
                        <a:pt x="5610" y="2250"/>
                      </a:lnTo>
                      <a:lnTo>
                        <a:pt x="5634" y="2250"/>
                      </a:lnTo>
                      <a:lnTo>
                        <a:pt x="5646" y="2244"/>
                      </a:lnTo>
                      <a:lnTo>
                        <a:pt x="5664" y="2244"/>
                      </a:lnTo>
                      <a:lnTo>
                        <a:pt x="5670" y="2250"/>
                      </a:lnTo>
                      <a:lnTo>
                        <a:pt x="5670" y="2256"/>
                      </a:lnTo>
                      <a:lnTo>
                        <a:pt x="5676" y="2256"/>
                      </a:lnTo>
                      <a:lnTo>
                        <a:pt x="5694" y="2238"/>
                      </a:lnTo>
                      <a:lnTo>
                        <a:pt x="5694" y="2232"/>
                      </a:lnTo>
                      <a:lnTo>
                        <a:pt x="5742" y="2232"/>
                      </a:lnTo>
                      <a:lnTo>
                        <a:pt x="5754" y="2220"/>
                      </a:lnTo>
                      <a:lnTo>
                        <a:pt x="5790" y="2220"/>
                      </a:lnTo>
                      <a:lnTo>
                        <a:pt x="5802" y="2208"/>
                      </a:lnTo>
                      <a:lnTo>
                        <a:pt x="5802" y="2196"/>
                      </a:lnTo>
                      <a:lnTo>
                        <a:pt x="5832" y="2166"/>
                      </a:lnTo>
                      <a:lnTo>
                        <a:pt x="5850" y="2166"/>
                      </a:lnTo>
                      <a:lnTo>
                        <a:pt x="5862" y="2172"/>
                      </a:lnTo>
                      <a:lnTo>
                        <a:pt x="5898" y="2172"/>
                      </a:lnTo>
                      <a:lnTo>
                        <a:pt x="5916" y="2190"/>
                      </a:lnTo>
                      <a:lnTo>
                        <a:pt x="5928" y="2196"/>
                      </a:lnTo>
                      <a:lnTo>
                        <a:pt x="5952" y="2196"/>
                      </a:lnTo>
                      <a:lnTo>
                        <a:pt x="5964" y="2190"/>
                      </a:lnTo>
                      <a:lnTo>
                        <a:pt x="5970" y="2184"/>
                      </a:lnTo>
                      <a:lnTo>
                        <a:pt x="5994" y="2190"/>
                      </a:lnTo>
                      <a:lnTo>
                        <a:pt x="6012" y="2190"/>
                      </a:lnTo>
                      <a:lnTo>
                        <a:pt x="6048" y="2214"/>
                      </a:lnTo>
                      <a:lnTo>
                        <a:pt x="6084" y="2214"/>
                      </a:lnTo>
                      <a:lnTo>
                        <a:pt x="6090" y="2220"/>
                      </a:lnTo>
                      <a:lnTo>
                        <a:pt x="6102" y="2220"/>
                      </a:lnTo>
                      <a:lnTo>
                        <a:pt x="6120" y="2202"/>
                      </a:lnTo>
                      <a:lnTo>
                        <a:pt x="6120" y="2190"/>
                      </a:lnTo>
                      <a:lnTo>
                        <a:pt x="6144" y="2190"/>
                      </a:lnTo>
                      <a:lnTo>
                        <a:pt x="6156" y="2184"/>
                      </a:lnTo>
                      <a:lnTo>
                        <a:pt x="6162" y="2178"/>
                      </a:lnTo>
                      <a:lnTo>
                        <a:pt x="6162" y="2166"/>
                      </a:lnTo>
                      <a:lnTo>
                        <a:pt x="6150" y="2166"/>
                      </a:lnTo>
                      <a:lnTo>
                        <a:pt x="6144" y="2160"/>
                      </a:lnTo>
                      <a:lnTo>
                        <a:pt x="6138" y="2118"/>
                      </a:lnTo>
                      <a:lnTo>
                        <a:pt x="6138" y="2046"/>
                      </a:lnTo>
                      <a:lnTo>
                        <a:pt x="6156" y="2028"/>
                      </a:lnTo>
                      <a:lnTo>
                        <a:pt x="6156" y="2016"/>
                      </a:lnTo>
                      <a:lnTo>
                        <a:pt x="6150" y="2010"/>
                      </a:lnTo>
                      <a:lnTo>
                        <a:pt x="6138" y="2004"/>
                      </a:lnTo>
                      <a:lnTo>
                        <a:pt x="6126" y="1992"/>
                      </a:lnTo>
                      <a:lnTo>
                        <a:pt x="6114" y="1992"/>
                      </a:lnTo>
                      <a:lnTo>
                        <a:pt x="6108" y="1986"/>
                      </a:lnTo>
                      <a:lnTo>
                        <a:pt x="6096" y="1986"/>
                      </a:lnTo>
                      <a:lnTo>
                        <a:pt x="6078" y="1980"/>
                      </a:lnTo>
                      <a:lnTo>
                        <a:pt x="6072" y="1980"/>
                      </a:lnTo>
                      <a:lnTo>
                        <a:pt x="6072" y="1968"/>
                      </a:lnTo>
                      <a:lnTo>
                        <a:pt x="6078" y="1968"/>
                      </a:lnTo>
                      <a:lnTo>
                        <a:pt x="6120" y="1926"/>
                      </a:lnTo>
                      <a:lnTo>
                        <a:pt x="6156" y="1920"/>
                      </a:lnTo>
                      <a:lnTo>
                        <a:pt x="6162" y="1908"/>
                      </a:lnTo>
                      <a:lnTo>
                        <a:pt x="6204" y="1914"/>
                      </a:lnTo>
                      <a:lnTo>
                        <a:pt x="6258" y="1902"/>
                      </a:lnTo>
                      <a:lnTo>
                        <a:pt x="6294" y="1920"/>
                      </a:lnTo>
                      <a:lnTo>
                        <a:pt x="6330" y="1944"/>
                      </a:lnTo>
                      <a:lnTo>
                        <a:pt x="6402" y="1944"/>
                      </a:lnTo>
                      <a:lnTo>
                        <a:pt x="6408" y="1950"/>
                      </a:lnTo>
                      <a:lnTo>
                        <a:pt x="6420" y="1956"/>
                      </a:lnTo>
                      <a:lnTo>
                        <a:pt x="6426" y="1962"/>
                      </a:lnTo>
                      <a:lnTo>
                        <a:pt x="6438" y="1968"/>
                      </a:lnTo>
                      <a:lnTo>
                        <a:pt x="6438" y="1980"/>
                      </a:lnTo>
                      <a:lnTo>
                        <a:pt x="6444" y="1980"/>
                      </a:lnTo>
                      <a:lnTo>
                        <a:pt x="6456" y="1992"/>
                      </a:lnTo>
                      <a:lnTo>
                        <a:pt x="6468" y="1998"/>
                      </a:lnTo>
                      <a:lnTo>
                        <a:pt x="6480" y="2010"/>
                      </a:lnTo>
                      <a:lnTo>
                        <a:pt x="6492" y="2010"/>
                      </a:lnTo>
                      <a:lnTo>
                        <a:pt x="6498" y="2016"/>
                      </a:lnTo>
                      <a:lnTo>
                        <a:pt x="6504" y="2016"/>
                      </a:lnTo>
                      <a:lnTo>
                        <a:pt x="6510" y="2046"/>
                      </a:lnTo>
                      <a:lnTo>
                        <a:pt x="6558" y="2070"/>
                      </a:lnTo>
                      <a:lnTo>
                        <a:pt x="6570" y="2100"/>
                      </a:lnTo>
                      <a:lnTo>
                        <a:pt x="6582" y="2100"/>
                      </a:lnTo>
                      <a:lnTo>
                        <a:pt x="6630" y="2124"/>
                      </a:lnTo>
                      <a:lnTo>
                        <a:pt x="6636" y="2136"/>
                      </a:lnTo>
                      <a:lnTo>
                        <a:pt x="6654" y="2154"/>
                      </a:lnTo>
                      <a:lnTo>
                        <a:pt x="6660" y="2166"/>
                      </a:lnTo>
                      <a:lnTo>
                        <a:pt x="6672" y="2166"/>
                      </a:lnTo>
                      <a:lnTo>
                        <a:pt x="6678" y="2190"/>
                      </a:lnTo>
                      <a:lnTo>
                        <a:pt x="6684" y="2190"/>
                      </a:lnTo>
                      <a:lnTo>
                        <a:pt x="6690" y="2196"/>
                      </a:lnTo>
                      <a:lnTo>
                        <a:pt x="6714" y="2208"/>
                      </a:lnTo>
                      <a:lnTo>
                        <a:pt x="6720" y="2214"/>
                      </a:lnTo>
                      <a:lnTo>
                        <a:pt x="6732" y="2220"/>
                      </a:lnTo>
                      <a:lnTo>
                        <a:pt x="6780" y="2220"/>
                      </a:lnTo>
                      <a:lnTo>
                        <a:pt x="6792" y="2226"/>
                      </a:lnTo>
                      <a:lnTo>
                        <a:pt x="6798" y="2232"/>
                      </a:lnTo>
                      <a:lnTo>
                        <a:pt x="6810" y="2238"/>
                      </a:lnTo>
                      <a:lnTo>
                        <a:pt x="6822" y="2226"/>
                      </a:lnTo>
                      <a:lnTo>
                        <a:pt x="6834" y="2226"/>
                      </a:lnTo>
                      <a:lnTo>
                        <a:pt x="6852" y="2244"/>
                      </a:lnTo>
                      <a:lnTo>
                        <a:pt x="6864" y="2250"/>
                      </a:lnTo>
                      <a:lnTo>
                        <a:pt x="6882" y="2268"/>
                      </a:lnTo>
                      <a:lnTo>
                        <a:pt x="6924" y="2268"/>
                      </a:lnTo>
                      <a:lnTo>
                        <a:pt x="6942" y="2298"/>
                      </a:lnTo>
                      <a:lnTo>
                        <a:pt x="6960" y="2298"/>
                      </a:lnTo>
                      <a:lnTo>
                        <a:pt x="6966" y="2304"/>
                      </a:lnTo>
                      <a:lnTo>
                        <a:pt x="6966" y="2310"/>
                      </a:lnTo>
                      <a:lnTo>
                        <a:pt x="6972" y="2322"/>
                      </a:lnTo>
                      <a:lnTo>
                        <a:pt x="6972" y="2334"/>
                      </a:lnTo>
                      <a:lnTo>
                        <a:pt x="7014" y="2364"/>
                      </a:lnTo>
                      <a:lnTo>
                        <a:pt x="7038" y="2358"/>
                      </a:lnTo>
                      <a:lnTo>
                        <a:pt x="7050" y="2370"/>
                      </a:lnTo>
                      <a:lnTo>
                        <a:pt x="7068" y="2370"/>
                      </a:lnTo>
                      <a:lnTo>
                        <a:pt x="7068" y="2358"/>
                      </a:lnTo>
                      <a:lnTo>
                        <a:pt x="7098" y="2364"/>
                      </a:lnTo>
                      <a:lnTo>
                        <a:pt x="7098" y="2346"/>
                      </a:lnTo>
                      <a:lnTo>
                        <a:pt x="7104" y="2340"/>
                      </a:lnTo>
                      <a:lnTo>
                        <a:pt x="7110" y="2340"/>
                      </a:lnTo>
                      <a:lnTo>
                        <a:pt x="7122" y="2334"/>
                      </a:lnTo>
                      <a:lnTo>
                        <a:pt x="7152" y="2334"/>
                      </a:lnTo>
                      <a:lnTo>
                        <a:pt x="7158" y="2310"/>
                      </a:lnTo>
                      <a:lnTo>
                        <a:pt x="7200" y="2310"/>
                      </a:lnTo>
                      <a:lnTo>
                        <a:pt x="7212" y="2316"/>
                      </a:lnTo>
                      <a:lnTo>
                        <a:pt x="7218" y="2328"/>
                      </a:lnTo>
                      <a:lnTo>
                        <a:pt x="7218" y="2346"/>
                      </a:lnTo>
                      <a:lnTo>
                        <a:pt x="7242" y="2358"/>
                      </a:lnTo>
                      <a:lnTo>
                        <a:pt x="7242" y="2388"/>
                      </a:lnTo>
                      <a:lnTo>
                        <a:pt x="7224" y="2394"/>
                      </a:lnTo>
                      <a:lnTo>
                        <a:pt x="7236" y="2412"/>
                      </a:lnTo>
                      <a:lnTo>
                        <a:pt x="7236" y="2430"/>
                      </a:lnTo>
                      <a:lnTo>
                        <a:pt x="7248" y="2442"/>
                      </a:lnTo>
                      <a:lnTo>
                        <a:pt x="7248" y="2466"/>
                      </a:lnTo>
                      <a:lnTo>
                        <a:pt x="7266" y="2472"/>
                      </a:lnTo>
                      <a:lnTo>
                        <a:pt x="7260" y="2502"/>
                      </a:lnTo>
                      <a:lnTo>
                        <a:pt x="7266" y="2526"/>
                      </a:lnTo>
                      <a:lnTo>
                        <a:pt x="7260" y="2532"/>
                      </a:lnTo>
                      <a:lnTo>
                        <a:pt x="7254" y="2532"/>
                      </a:lnTo>
                      <a:lnTo>
                        <a:pt x="7254" y="2550"/>
                      </a:lnTo>
                      <a:lnTo>
                        <a:pt x="7260" y="2562"/>
                      </a:lnTo>
                      <a:lnTo>
                        <a:pt x="7260" y="2574"/>
                      </a:lnTo>
                      <a:lnTo>
                        <a:pt x="7254" y="2580"/>
                      </a:lnTo>
                      <a:lnTo>
                        <a:pt x="7248" y="2580"/>
                      </a:lnTo>
                      <a:lnTo>
                        <a:pt x="7236" y="2574"/>
                      </a:lnTo>
                      <a:lnTo>
                        <a:pt x="7224" y="2574"/>
                      </a:lnTo>
                      <a:lnTo>
                        <a:pt x="7206" y="2568"/>
                      </a:lnTo>
                      <a:lnTo>
                        <a:pt x="7194" y="2562"/>
                      </a:lnTo>
                      <a:lnTo>
                        <a:pt x="7170" y="2562"/>
                      </a:lnTo>
                      <a:lnTo>
                        <a:pt x="7164" y="2568"/>
                      </a:lnTo>
                      <a:lnTo>
                        <a:pt x="7170" y="2574"/>
                      </a:lnTo>
                      <a:lnTo>
                        <a:pt x="7170" y="2586"/>
                      </a:lnTo>
                      <a:lnTo>
                        <a:pt x="7146" y="2586"/>
                      </a:lnTo>
                      <a:lnTo>
                        <a:pt x="7146" y="2598"/>
                      </a:lnTo>
                      <a:lnTo>
                        <a:pt x="7152" y="2610"/>
                      </a:lnTo>
                      <a:lnTo>
                        <a:pt x="7158" y="2610"/>
                      </a:lnTo>
                      <a:lnTo>
                        <a:pt x="7170" y="2622"/>
                      </a:lnTo>
                      <a:lnTo>
                        <a:pt x="7182" y="2628"/>
                      </a:lnTo>
                      <a:lnTo>
                        <a:pt x="7194" y="2646"/>
                      </a:lnTo>
                      <a:lnTo>
                        <a:pt x="7206" y="2658"/>
                      </a:lnTo>
                      <a:lnTo>
                        <a:pt x="7212" y="2676"/>
                      </a:lnTo>
                      <a:lnTo>
                        <a:pt x="7212" y="2688"/>
                      </a:lnTo>
                      <a:lnTo>
                        <a:pt x="7224" y="2700"/>
                      </a:lnTo>
                      <a:lnTo>
                        <a:pt x="7230" y="2712"/>
                      </a:lnTo>
                      <a:lnTo>
                        <a:pt x="7236" y="2748"/>
                      </a:lnTo>
                      <a:lnTo>
                        <a:pt x="7206" y="2742"/>
                      </a:lnTo>
                      <a:lnTo>
                        <a:pt x="7200" y="2766"/>
                      </a:lnTo>
                      <a:lnTo>
                        <a:pt x="7224" y="2778"/>
                      </a:lnTo>
                      <a:lnTo>
                        <a:pt x="7260" y="2778"/>
                      </a:lnTo>
                      <a:lnTo>
                        <a:pt x="7260" y="2718"/>
                      </a:lnTo>
                      <a:lnTo>
                        <a:pt x="7266" y="2712"/>
                      </a:lnTo>
                      <a:lnTo>
                        <a:pt x="7272" y="2712"/>
                      </a:lnTo>
                      <a:lnTo>
                        <a:pt x="7284" y="2718"/>
                      </a:lnTo>
                      <a:lnTo>
                        <a:pt x="7290" y="2724"/>
                      </a:lnTo>
                      <a:lnTo>
                        <a:pt x="7302" y="2712"/>
                      </a:lnTo>
                      <a:lnTo>
                        <a:pt x="7308" y="2724"/>
                      </a:lnTo>
                      <a:lnTo>
                        <a:pt x="7314" y="2730"/>
                      </a:lnTo>
                      <a:lnTo>
                        <a:pt x="7320" y="2742"/>
                      </a:lnTo>
                      <a:lnTo>
                        <a:pt x="7332" y="2754"/>
                      </a:lnTo>
                      <a:lnTo>
                        <a:pt x="7344" y="2754"/>
                      </a:lnTo>
                      <a:lnTo>
                        <a:pt x="7356" y="2748"/>
                      </a:lnTo>
                      <a:lnTo>
                        <a:pt x="7368" y="2748"/>
                      </a:lnTo>
                      <a:lnTo>
                        <a:pt x="7374" y="2742"/>
                      </a:lnTo>
                      <a:lnTo>
                        <a:pt x="7380" y="2742"/>
                      </a:lnTo>
                      <a:lnTo>
                        <a:pt x="7380" y="2760"/>
                      </a:lnTo>
                      <a:lnTo>
                        <a:pt x="7386" y="2760"/>
                      </a:lnTo>
                      <a:lnTo>
                        <a:pt x="7392" y="2754"/>
                      </a:lnTo>
                      <a:lnTo>
                        <a:pt x="7404" y="2748"/>
                      </a:lnTo>
                      <a:lnTo>
                        <a:pt x="7422" y="2742"/>
                      </a:lnTo>
                      <a:lnTo>
                        <a:pt x="7440" y="2730"/>
                      </a:lnTo>
                      <a:lnTo>
                        <a:pt x="7452" y="2724"/>
                      </a:lnTo>
                      <a:lnTo>
                        <a:pt x="7464" y="2700"/>
                      </a:lnTo>
                      <a:lnTo>
                        <a:pt x="7464" y="2682"/>
                      </a:lnTo>
                      <a:lnTo>
                        <a:pt x="7470" y="2664"/>
                      </a:lnTo>
                      <a:lnTo>
                        <a:pt x="7470" y="2628"/>
                      </a:lnTo>
                      <a:lnTo>
                        <a:pt x="7494" y="2622"/>
                      </a:lnTo>
                      <a:lnTo>
                        <a:pt x="7494" y="2562"/>
                      </a:lnTo>
                      <a:lnTo>
                        <a:pt x="7500" y="2550"/>
                      </a:lnTo>
                      <a:lnTo>
                        <a:pt x="7506" y="2544"/>
                      </a:lnTo>
                      <a:lnTo>
                        <a:pt x="7518" y="2520"/>
                      </a:lnTo>
                      <a:lnTo>
                        <a:pt x="7518" y="2490"/>
                      </a:lnTo>
                      <a:lnTo>
                        <a:pt x="7524" y="2472"/>
                      </a:lnTo>
                      <a:lnTo>
                        <a:pt x="7524" y="2454"/>
                      </a:lnTo>
                      <a:lnTo>
                        <a:pt x="7518" y="2442"/>
                      </a:lnTo>
                      <a:lnTo>
                        <a:pt x="7518" y="2424"/>
                      </a:lnTo>
                      <a:lnTo>
                        <a:pt x="7512" y="2418"/>
                      </a:lnTo>
                      <a:lnTo>
                        <a:pt x="7512" y="2412"/>
                      </a:lnTo>
                      <a:lnTo>
                        <a:pt x="7518" y="2400"/>
                      </a:lnTo>
                      <a:lnTo>
                        <a:pt x="7524" y="2394"/>
                      </a:lnTo>
                      <a:lnTo>
                        <a:pt x="7524" y="2382"/>
                      </a:lnTo>
                      <a:lnTo>
                        <a:pt x="7530" y="2376"/>
                      </a:lnTo>
                      <a:lnTo>
                        <a:pt x="7530" y="2364"/>
                      </a:lnTo>
                      <a:lnTo>
                        <a:pt x="7524" y="2358"/>
                      </a:lnTo>
                      <a:lnTo>
                        <a:pt x="7518" y="2346"/>
                      </a:lnTo>
                      <a:lnTo>
                        <a:pt x="7524" y="2334"/>
                      </a:lnTo>
                      <a:lnTo>
                        <a:pt x="7530" y="2328"/>
                      </a:lnTo>
                      <a:lnTo>
                        <a:pt x="7536" y="2316"/>
                      </a:lnTo>
                      <a:lnTo>
                        <a:pt x="7536" y="2298"/>
                      </a:lnTo>
                      <a:lnTo>
                        <a:pt x="7530" y="2292"/>
                      </a:lnTo>
                      <a:lnTo>
                        <a:pt x="7530" y="2280"/>
                      </a:lnTo>
                      <a:lnTo>
                        <a:pt x="7518" y="2256"/>
                      </a:lnTo>
                      <a:lnTo>
                        <a:pt x="7512" y="2250"/>
                      </a:lnTo>
                      <a:lnTo>
                        <a:pt x="7512" y="2238"/>
                      </a:lnTo>
                      <a:lnTo>
                        <a:pt x="7506" y="2232"/>
                      </a:lnTo>
                      <a:lnTo>
                        <a:pt x="7506" y="2220"/>
                      </a:lnTo>
                      <a:lnTo>
                        <a:pt x="7500" y="2214"/>
                      </a:lnTo>
                      <a:lnTo>
                        <a:pt x="7500" y="2202"/>
                      </a:lnTo>
                      <a:lnTo>
                        <a:pt x="7494" y="2196"/>
                      </a:lnTo>
                      <a:lnTo>
                        <a:pt x="7482" y="2190"/>
                      </a:lnTo>
                      <a:lnTo>
                        <a:pt x="7476" y="2184"/>
                      </a:lnTo>
                      <a:lnTo>
                        <a:pt x="7482" y="2178"/>
                      </a:lnTo>
                      <a:lnTo>
                        <a:pt x="7476" y="2178"/>
                      </a:lnTo>
                      <a:lnTo>
                        <a:pt x="7470" y="2172"/>
                      </a:lnTo>
                      <a:lnTo>
                        <a:pt x="7458" y="2166"/>
                      </a:lnTo>
                      <a:lnTo>
                        <a:pt x="7446" y="2154"/>
                      </a:lnTo>
                      <a:lnTo>
                        <a:pt x="7440" y="2142"/>
                      </a:lnTo>
                      <a:lnTo>
                        <a:pt x="7434" y="2124"/>
                      </a:lnTo>
                      <a:lnTo>
                        <a:pt x="7434" y="2112"/>
                      </a:lnTo>
                      <a:lnTo>
                        <a:pt x="7428" y="2106"/>
                      </a:lnTo>
                      <a:lnTo>
                        <a:pt x="7428" y="2100"/>
                      </a:lnTo>
                      <a:lnTo>
                        <a:pt x="7416" y="2094"/>
                      </a:lnTo>
                      <a:lnTo>
                        <a:pt x="7416" y="2082"/>
                      </a:lnTo>
                      <a:lnTo>
                        <a:pt x="7422" y="2070"/>
                      </a:lnTo>
                      <a:lnTo>
                        <a:pt x="7422" y="2040"/>
                      </a:lnTo>
                      <a:lnTo>
                        <a:pt x="7410" y="2028"/>
                      </a:lnTo>
                      <a:lnTo>
                        <a:pt x="7404" y="2016"/>
                      </a:lnTo>
                      <a:lnTo>
                        <a:pt x="7398" y="2010"/>
                      </a:lnTo>
                      <a:lnTo>
                        <a:pt x="7380" y="2004"/>
                      </a:lnTo>
                      <a:lnTo>
                        <a:pt x="7380" y="1998"/>
                      </a:lnTo>
                      <a:lnTo>
                        <a:pt x="7374" y="1992"/>
                      </a:lnTo>
                      <a:lnTo>
                        <a:pt x="7368" y="1980"/>
                      </a:lnTo>
                      <a:lnTo>
                        <a:pt x="7356" y="1968"/>
                      </a:lnTo>
                      <a:lnTo>
                        <a:pt x="7344" y="1968"/>
                      </a:lnTo>
                      <a:lnTo>
                        <a:pt x="7332" y="1956"/>
                      </a:lnTo>
                      <a:lnTo>
                        <a:pt x="7326" y="1956"/>
                      </a:lnTo>
                      <a:lnTo>
                        <a:pt x="7308" y="1950"/>
                      </a:lnTo>
                      <a:lnTo>
                        <a:pt x="7302" y="1938"/>
                      </a:lnTo>
                      <a:lnTo>
                        <a:pt x="7308" y="1938"/>
                      </a:lnTo>
                      <a:lnTo>
                        <a:pt x="7314" y="1944"/>
                      </a:lnTo>
                      <a:lnTo>
                        <a:pt x="7326" y="1944"/>
                      </a:lnTo>
                      <a:lnTo>
                        <a:pt x="7332" y="1950"/>
                      </a:lnTo>
                      <a:lnTo>
                        <a:pt x="7344" y="1950"/>
                      </a:lnTo>
                      <a:lnTo>
                        <a:pt x="7350" y="1944"/>
                      </a:lnTo>
                      <a:lnTo>
                        <a:pt x="7350" y="1938"/>
                      </a:lnTo>
                      <a:lnTo>
                        <a:pt x="7344" y="1938"/>
                      </a:lnTo>
                      <a:lnTo>
                        <a:pt x="7332" y="1932"/>
                      </a:lnTo>
                      <a:lnTo>
                        <a:pt x="7326" y="1926"/>
                      </a:lnTo>
                      <a:lnTo>
                        <a:pt x="7320" y="1926"/>
                      </a:lnTo>
                      <a:lnTo>
                        <a:pt x="7242" y="1890"/>
                      </a:lnTo>
                      <a:lnTo>
                        <a:pt x="7236" y="1890"/>
                      </a:lnTo>
                      <a:lnTo>
                        <a:pt x="7230" y="1884"/>
                      </a:lnTo>
                      <a:lnTo>
                        <a:pt x="7218" y="1878"/>
                      </a:lnTo>
                      <a:lnTo>
                        <a:pt x="7206" y="1866"/>
                      </a:lnTo>
                      <a:lnTo>
                        <a:pt x="7194" y="1860"/>
                      </a:lnTo>
                      <a:lnTo>
                        <a:pt x="7188" y="1854"/>
                      </a:lnTo>
                      <a:lnTo>
                        <a:pt x="7170" y="1854"/>
                      </a:lnTo>
                      <a:lnTo>
                        <a:pt x="7164" y="1860"/>
                      </a:lnTo>
                      <a:lnTo>
                        <a:pt x="7152" y="1866"/>
                      </a:lnTo>
                      <a:lnTo>
                        <a:pt x="7116" y="1854"/>
                      </a:lnTo>
                      <a:lnTo>
                        <a:pt x="7152" y="1896"/>
                      </a:lnTo>
                      <a:lnTo>
                        <a:pt x="7146" y="1920"/>
                      </a:lnTo>
                      <a:lnTo>
                        <a:pt x="7134" y="1920"/>
                      </a:lnTo>
                      <a:lnTo>
                        <a:pt x="7134" y="1890"/>
                      </a:lnTo>
                      <a:lnTo>
                        <a:pt x="7116" y="1878"/>
                      </a:lnTo>
                      <a:lnTo>
                        <a:pt x="7116" y="1908"/>
                      </a:lnTo>
                      <a:lnTo>
                        <a:pt x="7068" y="1908"/>
                      </a:lnTo>
                      <a:lnTo>
                        <a:pt x="7074" y="1902"/>
                      </a:lnTo>
                      <a:lnTo>
                        <a:pt x="7074" y="1884"/>
                      </a:lnTo>
                      <a:lnTo>
                        <a:pt x="7068" y="1878"/>
                      </a:lnTo>
                      <a:lnTo>
                        <a:pt x="7044" y="1878"/>
                      </a:lnTo>
                      <a:lnTo>
                        <a:pt x="7038" y="1890"/>
                      </a:lnTo>
                      <a:lnTo>
                        <a:pt x="7014" y="1890"/>
                      </a:lnTo>
                      <a:lnTo>
                        <a:pt x="7002" y="1854"/>
                      </a:lnTo>
                      <a:lnTo>
                        <a:pt x="6996" y="1854"/>
                      </a:lnTo>
                      <a:lnTo>
                        <a:pt x="6984" y="1830"/>
                      </a:lnTo>
                      <a:lnTo>
                        <a:pt x="6912" y="1836"/>
                      </a:lnTo>
                      <a:lnTo>
                        <a:pt x="6906" y="1824"/>
                      </a:lnTo>
                      <a:lnTo>
                        <a:pt x="6882" y="1824"/>
                      </a:lnTo>
                      <a:lnTo>
                        <a:pt x="6870" y="1818"/>
                      </a:lnTo>
                      <a:lnTo>
                        <a:pt x="6864" y="1812"/>
                      </a:lnTo>
                      <a:lnTo>
                        <a:pt x="6864" y="1794"/>
                      </a:lnTo>
                      <a:lnTo>
                        <a:pt x="6876" y="1788"/>
                      </a:lnTo>
                      <a:lnTo>
                        <a:pt x="6888" y="1776"/>
                      </a:lnTo>
                      <a:lnTo>
                        <a:pt x="6900" y="1776"/>
                      </a:lnTo>
                      <a:lnTo>
                        <a:pt x="6900" y="1752"/>
                      </a:lnTo>
                      <a:lnTo>
                        <a:pt x="6906" y="1752"/>
                      </a:lnTo>
                      <a:lnTo>
                        <a:pt x="6918" y="1746"/>
                      </a:lnTo>
                      <a:lnTo>
                        <a:pt x="6930" y="1734"/>
                      </a:lnTo>
                      <a:lnTo>
                        <a:pt x="6930" y="1728"/>
                      </a:lnTo>
                      <a:lnTo>
                        <a:pt x="6936" y="1716"/>
                      </a:lnTo>
                      <a:lnTo>
                        <a:pt x="6936" y="1710"/>
                      </a:lnTo>
                      <a:lnTo>
                        <a:pt x="6942" y="1698"/>
                      </a:lnTo>
                      <a:lnTo>
                        <a:pt x="6930" y="1686"/>
                      </a:lnTo>
                      <a:lnTo>
                        <a:pt x="6942" y="1662"/>
                      </a:lnTo>
                      <a:lnTo>
                        <a:pt x="6930" y="1650"/>
                      </a:lnTo>
                      <a:lnTo>
                        <a:pt x="6948" y="1632"/>
                      </a:lnTo>
                      <a:lnTo>
                        <a:pt x="6972" y="1626"/>
                      </a:lnTo>
                      <a:lnTo>
                        <a:pt x="6960" y="1596"/>
                      </a:lnTo>
                      <a:lnTo>
                        <a:pt x="6984" y="1590"/>
                      </a:lnTo>
                      <a:lnTo>
                        <a:pt x="6960" y="1554"/>
                      </a:lnTo>
                      <a:lnTo>
                        <a:pt x="6990" y="1542"/>
                      </a:lnTo>
                      <a:lnTo>
                        <a:pt x="6990" y="1500"/>
                      </a:lnTo>
                      <a:lnTo>
                        <a:pt x="6996" y="1488"/>
                      </a:lnTo>
                      <a:lnTo>
                        <a:pt x="7002" y="1482"/>
                      </a:lnTo>
                      <a:lnTo>
                        <a:pt x="7020" y="1470"/>
                      </a:lnTo>
                      <a:lnTo>
                        <a:pt x="7032" y="1464"/>
                      </a:lnTo>
                      <a:lnTo>
                        <a:pt x="7050" y="1464"/>
                      </a:lnTo>
                      <a:lnTo>
                        <a:pt x="7068" y="1470"/>
                      </a:lnTo>
                      <a:lnTo>
                        <a:pt x="7188" y="1470"/>
                      </a:lnTo>
                      <a:lnTo>
                        <a:pt x="7206" y="1488"/>
                      </a:lnTo>
                      <a:lnTo>
                        <a:pt x="7224" y="1482"/>
                      </a:lnTo>
                      <a:lnTo>
                        <a:pt x="7218" y="1464"/>
                      </a:lnTo>
                      <a:lnTo>
                        <a:pt x="7290" y="1482"/>
                      </a:lnTo>
                      <a:lnTo>
                        <a:pt x="7320" y="1464"/>
                      </a:lnTo>
                      <a:lnTo>
                        <a:pt x="7350" y="1488"/>
                      </a:lnTo>
                      <a:lnTo>
                        <a:pt x="7356" y="1452"/>
                      </a:lnTo>
                      <a:lnTo>
                        <a:pt x="7434" y="1452"/>
                      </a:lnTo>
                      <a:lnTo>
                        <a:pt x="7446" y="1458"/>
                      </a:lnTo>
                      <a:lnTo>
                        <a:pt x="7452" y="1470"/>
                      </a:lnTo>
                      <a:lnTo>
                        <a:pt x="7458" y="1470"/>
                      </a:lnTo>
                      <a:lnTo>
                        <a:pt x="7464" y="1464"/>
                      </a:lnTo>
                      <a:lnTo>
                        <a:pt x="7476" y="1464"/>
                      </a:lnTo>
                      <a:lnTo>
                        <a:pt x="7482" y="1458"/>
                      </a:lnTo>
                      <a:lnTo>
                        <a:pt x="7494" y="1452"/>
                      </a:lnTo>
                      <a:lnTo>
                        <a:pt x="7518" y="1470"/>
                      </a:lnTo>
                      <a:lnTo>
                        <a:pt x="7560" y="1476"/>
                      </a:lnTo>
                      <a:lnTo>
                        <a:pt x="7506" y="1488"/>
                      </a:lnTo>
                      <a:lnTo>
                        <a:pt x="7506" y="1494"/>
                      </a:lnTo>
                      <a:lnTo>
                        <a:pt x="7512" y="1500"/>
                      </a:lnTo>
                      <a:lnTo>
                        <a:pt x="7524" y="1506"/>
                      </a:lnTo>
                      <a:lnTo>
                        <a:pt x="7530" y="1512"/>
                      </a:lnTo>
                      <a:lnTo>
                        <a:pt x="7542" y="1512"/>
                      </a:lnTo>
                      <a:lnTo>
                        <a:pt x="7548" y="1506"/>
                      </a:lnTo>
                      <a:lnTo>
                        <a:pt x="7560" y="1506"/>
                      </a:lnTo>
                      <a:lnTo>
                        <a:pt x="7572" y="1500"/>
                      </a:lnTo>
                      <a:lnTo>
                        <a:pt x="7578" y="1494"/>
                      </a:lnTo>
                      <a:lnTo>
                        <a:pt x="7584" y="1494"/>
                      </a:lnTo>
                      <a:lnTo>
                        <a:pt x="7614" y="1506"/>
                      </a:lnTo>
                      <a:lnTo>
                        <a:pt x="7638" y="1488"/>
                      </a:lnTo>
                      <a:lnTo>
                        <a:pt x="7644" y="1488"/>
                      </a:lnTo>
                      <a:lnTo>
                        <a:pt x="7650" y="1494"/>
                      </a:lnTo>
                      <a:lnTo>
                        <a:pt x="7686" y="1494"/>
                      </a:lnTo>
                      <a:lnTo>
                        <a:pt x="7692" y="1488"/>
                      </a:lnTo>
                      <a:lnTo>
                        <a:pt x="7692" y="1476"/>
                      </a:lnTo>
                      <a:lnTo>
                        <a:pt x="7728" y="1482"/>
                      </a:lnTo>
                      <a:lnTo>
                        <a:pt x="7680" y="1452"/>
                      </a:lnTo>
                      <a:lnTo>
                        <a:pt x="7650" y="1464"/>
                      </a:lnTo>
                      <a:lnTo>
                        <a:pt x="7644" y="1446"/>
                      </a:lnTo>
                      <a:lnTo>
                        <a:pt x="7638" y="1434"/>
                      </a:lnTo>
                      <a:lnTo>
                        <a:pt x="7632" y="1428"/>
                      </a:lnTo>
                      <a:lnTo>
                        <a:pt x="7626" y="1416"/>
                      </a:lnTo>
                      <a:lnTo>
                        <a:pt x="7626" y="1398"/>
                      </a:lnTo>
                      <a:lnTo>
                        <a:pt x="7650" y="1374"/>
                      </a:lnTo>
                      <a:lnTo>
                        <a:pt x="7644" y="1344"/>
                      </a:lnTo>
                      <a:lnTo>
                        <a:pt x="7662" y="1332"/>
                      </a:lnTo>
                      <a:lnTo>
                        <a:pt x="7650" y="1326"/>
                      </a:lnTo>
                      <a:lnTo>
                        <a:pt x="7638" y="1314"/>
                      </a:lnTo>
                      <a:lnTo>
                        <a:pt x="7638" y="1302"/>
                      </a:lnTo>
                      <a:lnTo>
                        <a:pt x="7644" y="1296"/>
                      </a:lnTo>
                      <a:lnTo>
                        <a:pt x="7662" y="1290"/>
                      </a:lnTo>
                      <a:lnTo>
                        <a:pt x="7698" y="1290"/>
                      </a:lnTo>
                      <a:lnTo>
                        <a:pt x="7710" y="1296"/>
                      </a:lnTo>
                      <a:lnTo>
                        <a:pt x="7728" y="1296"/>
                      </a:lnTo>
                      <a:lnTo>
                        <a:pt x="7746" y="1278"/>
                      </a:lnTo>
                      <a:lnTo>
                        <a:pt x="7782" y="1308"/>
                      </a:lnTo>
                      <a:lnTo>
                        <a:pt x="7806" y="1290"/>
                      </a:lnTo>
                      <a:lnTo>
                        <a:pt x="7812" y="1302"/>
                      </a:lnTo>
                      <a:lnTo>
                        <a:pt x="7818" y="1308"/>
                      </a:lnTo>
                      <a:lnTo>
                        <a:pt x="7830" y="1332"/>
                      </a:lnTo>
                      <a:lnTo>
                        <a:pt x="7830" y="1338"/>
                      </a:lnTo>
                      <a:lnTo>
                        <a:pt x="7836" y="1344"/>
                      </a:lnTo>
                      <a:lnTo>
                        <a:pt x="7878" y="1344"/>
                      </a:lnTo>
                      <a:lnTo>
                        <a:pt x="7878" y="1362"/>
                      </a:lnTo>
                      <a:lnTo>
                        <a:pt x="7884" y="1374"/>
                      </a:lnTo>
                      <a:lnTo>
                        <a:pt x="7890" y="1380"/>
                      </a:lnTo>
                      <a:lnTo>
                        <a:pt x="7896" y="1380"/>
                      </a:lnTo>
                      <a:lnTo>
                        <a:pt x="7914" y="1362"/>
                      </a:lnTo>
                      <a:lnTo>
                        <a:pt x="7932" y="1326"/>
                      </a:lnTo>
                      <a:lnTo>
                        <a:pt x="7938" y="1320"/>
                      </a:lnTo>
                      <a:lnTo>
                        <a:pt x="7938" y="1314"/>
                      </a:lnTo>
                      <a:lnTo>
                        <a:pt x="7962" y="1302"/>
                      </a:lnTo>
                      <a:lnTo>
                        <a:pt x="7992" y="1314"/>
                      </a:lnTo>
                      <a:lnTo>
                        <a:pt x="7986" y="1302"/>
                      </a:lnTo>
                      <a:lnTo>
                        <a:pt x="7962" y="1284"/>
                      </a:lnTo>
                      <a:lnTo>
                        <a:pt x="7956" y="1278"/>
                      </a:lnTo>
                      <a:lnTo>
                        <a:pt x="7932" y="1266"/>
                      </a:lnTo>
                      <a:lnTo>
                        <a:pt x="7926" y="1254"/>
                      </a:lnTo>
                      <a:lnTo>
                        <a:pt x="7914" y="1248"/>
                      </a:lnTo>
                      <a:lnTo>
                        <a:pt x="7908" y="1242"/>
                      </a:lnTo>
                      <a:lnTo>
                        <a:pt x="7908" y="1230"/>
                      </a:lnTo>
                      <a:lnTo>
                        <a:pt x="7962" y="1230"/>
                      </a:lnTo>
                      <a:lnTo>
                        <a:pt x="7992" y="1236"/>
                      </a:lnTo>
                      <a:lnTo>
                        <a:pt x="8052" y="1236"/>
                      </a:lnTo>
                      <a:lnTo>
                        <a:pt x="8052" y="1254"/>
                      </a:lnTo>
                      <a:lnTo>
                        <a:pt x="8040" y="1254"/>
                      </a:lnTo>
                      <a:lnTo>
                        <a:pt x="8028" y="1248"/>
                      </a:lnTo>
                      <a:lnTo>
                        <a:pt x="7992" y="1248"/>
                      </a:lnTo>
                      <a:lnTo>
                        <a:pt x="7992" y="1266"/>
                      </a:lnTo>
                      <a:lnTo>
                        <a:pt x="8016" y="1290"/>
                      </a:lnTo>
                      <a:lnTo>
                        <a:pt x="8028" y="1296"/>
                      </a:lnTo>
                      <a:lnTo>
                        <a:pt x="8034" y="1320"/>
                      </a:lnTo>
                      <a:lnTo>
                        <a:pt x="8064" y="1326"/>
                      </a:lnTo>
                      <a:lnTo>
                        <a:pt x="8058" y="1344"/>
                      </a:lnTo>
                      <a:lnTo>
                        <a:pt x="8076" y="1362"/>
                      </a:lnTo>
                      <a:lnTo>
                        <a:pt x="8046" y="1368"/>
                      </a:lnTo>
                      <a:lnTo>
                        <a:pt x="8040" y="1380"/>
                      </a:lnTo>
                      <a:lnTo>
                        <a:pt x="8022" y="1386"/>
                      </a:lnTo>
                      <a:lnTo>
                        <a:pt x="8028" y="1398"/>
                      </a:lnTo>
                      <a:lnTo>
                        <a:pt x="8028" y="1404"/>
                      </a:lnTo>
                      <a:lnTo>
                        <a:pt x="8034" y="1416"/>
                      </a:lnTo>
                      <a:lnTo>
                        <a:pt x="8034" y="1440"/>
                      </a:lnTo>
                      <a:lnTo>
                        <a:pt x="8028" y="1452"/>
                      </a:lnTo>
                      <a:lnTo>
                        <a:pt x="8016" y="1464"/>
                      </a:lnTo>
                      <a:lnTo>
                        <a:pt x="8004" y="1488"/>
                      </a:lnTo>
                      <a:lnTo>
                        <a:pt x="8004" y="1506"/>
                      </a:lnTo>
                      <a:lnTo>
                        <a:pt x="8010" y="1506"/>
                      </a:lnTo>
                      <a:lnTo>
                        <a:pt x="8016" y="1512"/>
                      </a:lnTo>
                      <a:lnTo>
                        <a:pt x="8022" y="1524"/>
                      </a:lnTo>
                      <a:lnTo>
                        <a:pt x="8016" y="1530"/>
                      </a:lnTo>
                      <a:lnTo>
                        <a:pt x="8010" y="1542"/>
                      </a:lnTo>
                      <a:lnTo>
                        <a:pt x="7986" y="1566"/>
                      </a:lnTo>
                      <a:lnTo>
                        <a:pt x="7974" y="1572"/>
                      </a:lnTo>
                      <a:lnTo>
                        <a:pt x="7968" y="1578"/>
                      </a:lnTo>
                      <a:lnTo>
                        <a:pt x="7962" y="1578"/>
                      </a:lnTo>
                      <a:lnTo>
                        <a:pt x="7962" y="1596"/>
                      </a:lnTo>
                      <a:lnTo>
                        <a:pt x="7944" y="1596"/>
                      </a:lnTo>
                      <a:lnTo>
                        <a:pt x="7950" y="1596"/>
                      </a:lnTo>
                      <a:lnTo>
                        <a:pt x="7956" y="1602"/>
                      </a:lnTo>
                      <a:lnTo>
                        <a:pt x="7968" y="1608"/>
                      </a:lnTo>
                      <a:lnTo>
                        <a:pt x="7980" y="1632"/>
                      </a:lnTo>
                      <a:lnTo>
                        <a:pt x="7974" y="1650"/>
                      </a:lnTo>
                      <a:lnTo>
                        <a:pt x="7974" y="1662"/>
                      </a:lnTo>
                      <a:lnTo>
                        <a:pt x="7968" y="1674"/>
                      </a:lnTo>
                      <a:lnTo>
                        <a:pt x="7968" y="1686"/>
                      </a:lnTo>
                      <a:lnTo>
                        <a:pt x="7974" y="1704"/>
                      </a:lnTo>
                      <a:lnTo>
                        <a:pt x="7992" y="1722"/>
                      </a:lnTo>
                      <a:lnTo>
                        <a:pt x="8016" y="1752"/>
                      </a:lnTo>
                      <a:lnTo>
                        <a:pt x="8046" y="1776"/>
                      </a:lnTo>
                      <a:lnTo>
                        <a:pt x="8070" y="1800"/>
                      </a:lnTo>
                      <a:lnTo>
                        <a:pt x="8082" y="1806"/>
                      </a:lnTo>
                      <a:lnTo>
                        <a:pt x="8142" y="1872"/>
                      </a:lnTo>
                      <a:lnTo>
                        <a:pt x="8154" y="1866"/>
                      </a:lnTo>
                      <a:lnTo>
                        <a:pt x="8238" y="1962"/>
                      </a:lnTo>
                      <a:lnTo>
                        <a:pt x="8286" y="1980"/>
                      </a:lnTo>
                      <a:lnTo>
                        <a:pt x="8310" y="2004"/>
                      </a:lnTo>
                      <a:lnTo>
                        <a:pt x="8316" y="2016"/>
                      </a:lnTo>
                      <a:lnTo>
                        <a:pt x="8328" y="2022"/>
                      </a:lnTo>
                      <a:lnTo>
                        <a:pt x="8334" y="2034"/>
                      </a:lnTo>
                      <a:lnTo>
                        <a:pt x="8388" y="2088"/>
                      </a:lnTo>
                      <a:lnTo>
                        <a:pt x="8406" y="2088"/>
                      </a:lnTo>
                      <a:lnTo>
                        <a:pt x="8406" y="2106"/>
                      </a:lnTo>
                      <a:lnTo>
                        <a:pt x="8418" y="2106"/>
                      </a:lnTo>
                      <a:lnTo>
                        <a:pt x="8430" y="2100"/>
                      </a:lnTo>
                      <a:lnTo>
                        <a:pt x="8436" y="2094"/>
                      </a:lnTo>
                      <a:lnTo>
                        <a:pt x="8442" y="2082"/>
                      </a:lnTo>
                      <a:lnTo>
                        <a:pt x="8442" y="2076"/>
                      </a:lnTo>
                      <a:lnTo>
                        <a:pt x="8430" y="2064"/>
                      </a:lnTo>
                      <a:lnTo>
                        <a:pt x="8436" y="2058"/>
                      </a:lnTo>
                      <a:lnTo>
                        <a:pt x="8442" y="2046"/>
                      </a:lnTo>
                      <a:lnTo>
                        <a:pt x="8448" y="2040"/>
                      </a:lnTo>
                      <a:lnTo>
                        <a:pt x="8448" y="2022"/>
                      </a:lnTo>
                      <a:lnTo>
                        <a:pt x="8430" y="2004"/>
                      </a:lnTo>
                      <a:lnTo>
                        <a:pt x="8418" y="1998"/>
                      </a:lnTo>
                      <a:lnTo>
                        <a:pt x="8406" y="1974"/>
                      </a:lnTo>
                      <a:lnTo>
                        <a:pt x="8406" y="1962"/>
                      </a:lnTo>
                      <a:lnTo>
                        <a:pt x="8412" y="1950"/>
                      </a:lnTo>
                      <a:lnTo>
                        <a:pt x="8430" y="1932"/>
                      </a:lnTo>
                      <a:lnTo>
                        <a:pt x="8442" y="1932"/>
                      </a:lnTo>
                      <a:lnTo>
                        <a:pt x="8454" y="1938"/>
                      </a:lnTo>
                      <a:lnTo>
                        <a:pt x="8460" y="1938"/>
                      </a:lnTo>
                      <a:lnTo>
                        <a:pt x="8466" y="1944"/>
                      </a:lnTo>
                      <a:lnTo>
                        <a:pt x="8472" y="1944"/>
                      </a:lnTo>
                      <a:lnTo>
                        <a:pt x="8466" y="1938"/>
                      </a:lnTo>
                      <a:lnTo>
                        <a:pt x="8460" y="1926"/>
                      </a:lnTo>
                      <a:lnTo>
                        <a:pt x="8448" y="1920"/>
                      </a:lnTo>
                      <a:lnTo>
                        <a:pt x="8442" y="1908"/>
                      </a:lnTo>
                      <a:lnTo>
                        <a:pt x="8424" y="1890"/>
                      </a:lnTo>
                      <a:lnTo>
                        <a:pt x="8412" y="1890"/>
                      </a:lnTo>
                      <a:lnTo>
                        <a:pt x="8406" y="1884"/>
                      </a:lnTo>
                      <a:lnTo>
                        <a:pt x="8400" y="1872"/>
                      </a:lnTo>
                      <a:lnTo>
                        <a:pt x="8400" y="1860"/>
                      </a:lnTo>
                      <a:lnTo>
                        <a:pt x="8406" y="1848"/>
                      </a:lnTo>
                      <a:lnTo>
                        <a:pt x="8412" y="1842"/>
                      </a:lnTo>
                      <a:lnTo>
                        <a:pt x="8424" y="1836"/>
                      </a:lnTo>
                      <a:lnTo>
                        <a:pt x="8430" y="1830"/>
                      </a:lnTo>
                      <a:lnTo>
                        <a:pt x="8442" y="1836"/>
                      </a:lnTo>
                      <a:lnTo>
                        <a:pt x="8466" y="1836"/>
                      </a:lnTo>
                      <a:lnTo>
                        <a:pt x="8472" y="1830"/>
                      </a:lnTo>
                      <a:lnTo>
                        <a:pt x="8472" y="1812"/>
                      </a:lnTo>
                      <a:lnTo>
                        <a:pt x="8454" y="1794"/>
                      </a:lnTo>
                      <a:lnTo>
                        <a:pt x="8436" y="1788"/>
                      </a:lnTo>
                      <a:lnTo>
                        <a:pt x="8424" y="1782"/>
                      </a:lnTo>
                      <a:lnTo>
                        <a:pt x="8406" y="1770"/>
                      </a:lnTo>
                      <a:lnTo>
                        <a:pt x="8394" y="1758"/>
                      </a:lnTo>
                      <a:lnTo>
                        <a:pt x="8388" y="1740"/>
                      </a:lnTo>
                      <a:lnTo>
                        <a:pt x="8376" y="1716"/>
                      </a:lnTo>
                      <a:lnTo>
                        <a:pt x="8376" y="1704"/>
                      </a:lnTo>
                      <a:lnTo>
                        <a:pt x="8370" y="1698"/>
                      </a:lnTo>
                      <a:lnTo>
                        <a:pt x="8370" y="1692"/>
                      </a:lnTo>
                      <a:lnTo>
                        <a:pt x="8382" y="1686"/>
                      </a:lnTo>
                      <a:lnTo>
                        <a:pt x="8406" y="1710"/>
                      </a:lnTo>
                      <a:lnTo>
                        <a:pt x="8418" y="1716"/>
                      </a:lnTo>
                      <a:lnTo>
                        <a:pt x="8430" y="1716"/>
                      </a:lnTo>
                      <a:lnTo>
                        <a:pt x="8430" y="1710"/>
                      </a:lnTo>
                      <a:lnTo>
                        <a:pt x="8424" y="1704"/>
                      </a:lnTo>
                      <a:lnTo>
                        <a:pt x="8418" y="1692"/>
                      </a:lnTo>
                      <a:lnTo>
                        <a:pt x="8412" y="1686"/>
                      </a:lnTo>
                      <a:lnTo>
                        <a:pt x="8406" y="1674"/>
                      </a:lnTo>
                      <a:lnTo>
                        <a:pt x="8400" y="1668"/>
                      </a:lnTo>
                      <a:lnTo>
                        <a:pt x="8364" y="1668"/>
                      </a:lnTo>
                      <a:lnTo>
                        <a:pt x="8316" y="1626"/>
                      </a:lnTo>
                      <a:lnTo>
                        <a:pt x="8316" y="1596"/>
                      </a:lnTo>
                      <a:lnTo>
                        <a:pt x="8310" y="1590"/>
                      </a:lnTo>
                      <a:lnTo>
                        <a:pt x="8298" y="1584"/>
                      </a:lnTo>
                      <a:lnTo>
                        <a:pt x="8280" y="1578"/>
                      </a:lnTo>
                      <a:lnTo>
                        <a:pt x="8268" y="1572"/>
                      </a:lnTo>
                      <a:lnTo>
                        <a:pt x="8256" y="1572"/>
                      </a:lnTo>
                      <a:lnTo>
                        <a:pt x="8256" y="1590"/>
                      </a:lnTo>
                      <a:lnTo>
                        <a:pt x="8250" y="1590"/>
                      </a:lnTo>
                      <a:lnTo>
                        <a:pt x="8244" y="1584"/>
                      </a:lnTo>
                      <a:lnTo>
                        <a:pt x="8232" y="1584"/>
                      </a:lnTo>
                      <a:lnTo>
                        <a:pt x="8214" y="1572"/>
                      </a:lnTo>
                      <a:lnTo>
                        <a:pt x="8202" y="1566"/>
                      </a:lnTo>
                      <a:lnTo>
                        <a:pt x="8196" y="1560"/>
                      </a:lnTo>
                      <a:lnTo>
                        <a:pt x="8190" y="1548"/>
                      </a:lnTo>
                      <a:lnTo>
                        <a:pt x="8190" y="1536"/>
                      </a:lnTo>
                      <a:lnTo>
                        <a:pt x="8196" y="1524"/>
                      </a:lnTo>
                      <a:lnTo>
                        <a:pt x="8196" y="1500"/>
                      </a:lnTo>
                      <a:lnTo>
                        <a:pt x="8184" y="1476"/>
                      </a:lnTo>
                      <a:lnTo>
                        <a:pt x="8166" y="1458"/>
                      </a:lnTo>
                      <a:lnTo>
                        <a:pt x="8154" y="1452"/>
                      </a:lnTo>
                      <a:lnTo>
                        <a:pt x="8154" y="1434"/>
                      </a:lnTo>
                      <a:lnTo>
                        <a:pt x="8160" y="1428"/>
                      </a:lnTo>
                      <a:lnTo>
                        <a:pt x="8172" y="1428"/>
                      </a:lnTo>
                      <a:lnTo>
                        <a:pt x="8184" y="1434"/>
                      </a:lnTo>
                      <a:lnTo>
                        <a:pt x="8196" y="1416"/>
                      </a:lnTo>
                      <a:lnTo>
                        <a:pt x="8232" y="1446"/>
                      </a:lnTo>
                      <a:lnTo>
                        <a:pt x="8238" y="1440"/>
                      </a:lnTo>
                      <a:lnTo>
                        <a:pt x="8226" y="1428"/>
                      </a:lnTo>
                      <a:lnTo>
                        <a:pt x="8226" y="1422"/>
                      </a:lnTo>
                      <a:lnTo>
                        <a:pt x="8232" y="1416"/>
                      </a:lnTo>
                      <a:lnTo>
                        <a:pt x="8232" y="1404"/>
                      </a:lnTo>
                      <a:lnTo>
                        <a:pt x="8238" y="1392"/>
                      </a:lnTo>
                      <a:lnTo>
                        <a:pt x="8250" y="1386"/>
                      </a:lnTo>
                      <a:lnTo>
                        <a:pt x="8256" y="1386"/>
                      </a:lnTo>
                      <a:lnTo>
                        <a:pt x="8274" y="1404"/>
                      </a:lnTo>
                      <a:lnTo>
                        <a:pt x="8280" y="1416"/>
                      </a:lnTo>
                      <a:lnTo>
                        <a:pt x="8292" y="1428"/>
                      </a:lnTo>
                      <a:lnTo>
                        <a:pt x="8304" y="1434"/>
                      </a:lnTo>
                      <a:lnTo>
                        <a:pt x="8310" y="1446"/>
                      </a:lnTo>
                      <a:lnTo>
                        <a:pt x="8322" y="1398"/>
                      </a:lnTo>
                      <a:lnTo>
                        <a:pt x="8334" y="1398"/>
                      </a:lnTo>
                      <a:lnTo>
                        <a:pt x="8364" y="1392"/>
                      </a:lnTo>
                      <a:lnTo>
                        <a:pt x="8400" y="1386"/>
                      </a:lnTo>
                      <a:lnTo>
                        <a:pt x="8430" y="1386"/>
                      </a:lnTo>
                      <a:lnTo>
                        <a:pt x="8478" y="1410"/>
                      </a:lnTo>
                      <a:lnTo>
                        <a:pt x="8484" y="1416"/>
                      </a:lnTo>
                      <a:lnTo>
                        <a:pt x="8490" y="1416"/>
                      </a:lnTo>
                      <a:lnTo>
                        <a:pt x="8532" y="1434"/>
                      </a:lnTo>
                      <a:lnTo>
                        <a:pt x="8502" y="1374"/>
                      </a:lnTo>
                      <a:lnTo>
                        <a:pt x="8526" y="1374"/>
                      </a:lnTo>
                      <a:lnTo>
                        <a:pt x="8538" y="1368"/>
                      </a:lnTo>
                      <a:lnTo>
                        <a:pt x="8550" y="1356"/>
                      </a:lnTo>
                      <a:lnTo>
                        <a:pt x="8550" y="1332"/>
                      </a:lnTo>
                      <a:lnTo>
                        <a:pt x="8544" y="1326"/>
                      </a:lnTo>
                      <a:lnTo>
                        <a:pt x="8538" y="1314"/>
                      </a:lnTo>
                      <a:lnTo>
                        <a:pt x="8562" y="1314"/>
                      </a:lnTo>
                      <a:lnTo>
                        <a:pt x="8562" y="1290"/>
                      </a:lnTo>
                      <a:lnTo>
                        <a:pt x="8574" y="1290"/>
                      </a:lnTo>
                      <a:lnTo>
                        <a:pt x="8586" y="1296"/>
                      </a:lnTo>
                      <a:lnTo>
                        <a:pt x="8616" y="1296"/>
                      </a:lnTo>
                      <a:lnTo>
                        <a:pt x="8628" y="1290"/>
                      </a:lnTo>
                      <a:lnTo>
                        <a:pt x="8634" y="1284"/>
                      </a:lnTo>
                      <a:lnTo>
                        <a:pt x="8640" y="1272"/>
                      </a:lnTo>
                      <a:lnTo>
                        <a:pt x="8652" y="1260"/>
                      </a:lnTo>
                      <a:lnTo>
                        <a:pt x="8658" y="1248"/>
                      </a:lnTo>
                      <a:lnTo>
                        <a:pt x="8664" y="1242"/>
                      </a:lnTo>
                      <a:lnTo>
                        <a:pt x="8670" y="1242"/>
                      </a:lnTo>
                      <a:lnTo>
                        <a:pt x="8652" y="1218"/>
                      </a:lnTo>
                      <a:lnTo>
                        <a:pt x="8682" y="1218"/>
                      </a:lnTo>
                      <a:lnTo>
                        <a:pt x="8688" y="1236"/>
                      </a:lnTo>
                      <a:lnTo>
                        <a:pt x="8748" y="1242"/>
                      </a:lnTo>
                      <a:lnTo>
                        <a:pt x="8760" y="1242"/>
                      </a:lnTo>
                      <a:lnTo>
                        <a:pt x="8772" y="1248"/>
                      </a:lnTo>
                      <a:lnTo>
                        <a:pt x="8808" y="1248"/>
                      </a:lnTo>
                      <a:lnTo>
                        <a:pt x="8808" y="1230"/>
                      </a:lnTo>
                      <a:lnTo>
                        <a:pt x="8802" y="1218"/>
                      </a:lnTo>
                      <a:lnTo>
                        <a:pt x="8766" y="1218"/>
                      </a:lnTo>
                      <a:lnTo>
                        <a:pt x="8760" y="1194"/>
                      </a:lnTo>
                      <a:lnTo>
                        <a:pt x="8754" y="1194"/>
                      </a:lnTo>
                      <a:lnTo>
                        <a:pt x="8748" y="1188"/>
                      </a:lnTo>
                      <a:lnTo>
                        <a:pt x="8736" y="1188"/>
                      </a:lnTo>
                      <a:lnTo>
                        <a:pt x="8712" y="1176"/>
                      </a:lnTo>
                      <a:lnTo>
                        <a:pt x="8700" y="1176"/>
                      </a:lnTo>
                      <a:lnTo>
                        <a:pt x="8688" y="1170"/>
                      </a:lnTo>
                      <a:lnTo>
                        <a:pt x="8658" y="1170"/>
                      </a:lnTo>
                      <a:lnTo>
                        <a:pt x="8664" y="1152"/>
                      </a:lnTo>
                      <a:lnTo>
                        <a:pt x="8592" y="1104"/>
                      </a:lnTo>
                      <a:lnTo>
                        <a:pt x="8574" y="1122"/>
                      </a:lnTo>
                      <a:lnTo>
                        <a:pt x="8568" y="1122"/>
                      </a:lnTo>
                      <a:lnTo>
                        <a:pt x="8562" y="1116"/>
                      </a:lnTo>
                      <a:lnTo>
                        <a:pt x="8550" y="1116"/>
                      </a:lnTo>
                      <a:lnTo>
                        <a:pt x="8538" y="1110"/>
                      </a:lnTo>
                      <a:lnTo>
                        <a:pt x="8532" y="1110"/>
                      </a:lnTo>
                      <a:lnTo>
                        <a:pt x="8520" y="1104"/>
                      </a:lnTo>
                      <a:lnTo>
                        <a:pt x="8508" y="1092"/>
                      </a:lnTo>
                      <a:lnTo>
                        <a:pt x="8502" y="1092"/>
                      </a:lnTo>
                      <a:lnTo>
                        <a:pt x="8466" y="1098"/>
                      </a:lnTo>
                      <a:lnTo>
                        <a:pt x="8442" y="1092"/>
                      </a:lnTo>
                      <a:lnTo>
                        <a:pt x="8430" y="1086"/>
                      </a:lnTo>
                      <a:lnTo>
                        <a:pt x="8412" y="1068"/>
                      </a:lnTo>
                      <a:lnTo>
                        <a:pt x="8406" y="1068"/>
                      </a:lnTo>
                      <a:lnTo>
                        <a:pt x="8412" y="1062"/>
                      </a:lnTo>
                      <a:lnTo>
                        <a:pt x="8436" y="1062"/>
                      </a:lnTo>
                      <a:lnTo>
                        <a:pt x="8460" y="1074"/>
                      </a:lnTo>
                      <a:lnTo>
                        <a:pt x="8478" y="1074"/>
                      </a:lnTo>
                      <a:lnTo>
                        <a:pt x="8496" y="1080"/>
                      </a:lnTo>
                      <a:lnTo>
                        <a:pt x="8514" y="1080"/>
                      </a:lnTo>
                      <a:lnTo>
                        <a:pt x="8526" y="1086"/>
                      </a:lnTo>
                      <a:lnTo>
                        <a:pt x="8544" y="1086"/>
                      </a:lnTo>
                      <a:lnTo>
                        <a:pt x="8550" y="1080"/>
                      </a:lnTo>
                      <a:lnTo>
                        <a:pt x="8562" y="1080"/>
                      </a:lnTo>
                      <a:lnTo>
                        <a:pt x="8580" y="1074"/>
                      </a:lnTo>
                      <a:lnTo>
                        <a:pt x="8604" y="1062"/>
                      </a:lnTo>
                      <a:lnTo>
                        <a:pt x="8616" y="1050"/>
                      </a:lnTo>
                      <a:lnTo>
                        <a:pt x="8604" y="1038"/>
                      </a:lnTo>
                      <a:lnTo>
                        <a:pt x="8592" y="1032"/>
                      </a:lnTo>
                      <a:lnTo>
                        <a:pt x="8586" y="1026"/>
                      </a:lnTo>
                      <a:lnTo>
                        <a:pt x="8574" y="1020"/>
                      </a:lnTo>
                      <a:lnTo>
                        <a:pt x="8568" y="1014"/>
                      </a:lnTo>
                      <a:lnTo>
                        <a:pt x="8562" y="1014"/>
                      </a:lnTo>
                      <a:lnTo>
                        <a:pt x="8556" y="1008"/>
                      </a:lnTo>
                      <a:lnTo>
                        <a:pt x="8520" y="990"/>
                      </a:lnTo>
                      <a:lnTo>
                        <a:pt x="8508" y="978"/>
                      </a:lnTo>
                      <a:lnTo>
                        <a:pt x="8514" y="972"/>
                      </a:lnTo>
                      <a:lnTo>
                        <a:pt x="8538" y="972"/>
                      </a:lnTo>
                      <a:lnTo>
                        <a:pt x="8556" y="978"/>
                      </a:lnTo>
                      <a:lnTo>
                        <a:pt x="8562" y="984"/>
                      </a:lnTo>
                      <a:lnTo>
                        <a:pt x="8574" y="990"/>
                      </a:lnTo>
                      <a:lnTo>
                        <a:pt x="8580" y="990"/>
                      </a:lnTo>
                      <a:lnTo>
                        <a:pt x="8586" y="996"/>
                      </a:lnTo>
                      <a:lnTo>
                        <a:pt x="8610" y="1008"/>
                      </a:lnTo>
                      <a:lnTo>
                        <a:pt x="8628" y="1020"/>
                      </a:lnTo>
                      <a:lnTo>
                        <a:pt x="8652" y="1032"/>
                      </a:lnTo>
                      <a:lnTo>
                        <a:pt x="8664" y="1032"/>
                      </a:lnTo>
                      <a:lnTo>
                        <a:pt x="8676" y="1026"/>
                      </a:lnTo>
                      <a:lnTo>
                        <a:pt x="8682" y="1026"/>
                      </a:lnTo>
                      <a:lnTo>
                        <a:pt x="8688" y="1020"/>
                      </a:lnTo>
                      <a:lnTo>
                        <a:pt x="8730" y="1020"/>
                      </a:lnTo>
                      <a:lnTo>
                        <a:pt x="8754" y="1026"/>
                      </a:lnTo>
                      <a:lnTo>
                        <a:pt x="8808" y="1044"/>
                      </a:lnTo>
                      <a:lnTo>
                        <a:pt x="8850" y="1062"/>
                      </a:lnTo>
                      <a:lnTo>
                        <a:pt x="8880" y="1068"/>
                      </a:lnTo>
                      <a:lnTo>
                        <a:pt x="8886" y="1074"/>
                      </a:lnTo>
                      <a:lnTo>
                        <a:pt x="8898" y="1074"/>
                      </a:lnTo>
                      <a:lnTo>
                        <a:pt x="8934" y="1086"/>
                      </a:lnTo>
                      <a:lnTo>
                        <a:pt x="8946" y="1086"/>
                      </a:lnTo>
                      <a:lnTo>
                        <a:pt x="8952" y="1092"/>
                      </a:lnTo>
                      <a:lnTo>
                        <a:pt x="8958" y="1092"/>
                      </a:lnTo>
                      <a:lnTo>
                        <a:pt x="8970" y="1098"/>
                      </a:lnTo>
                      <a:lnTo>
                        <a:pt x="8976" y="1104"/>
                      </a:lnTo>
                      <a:lnTo>
                        <a:pt x="8988" y="1110"/>
                      </a:lnTo>
                      <a:lnTo>
                        <a:pt x="9000" y="1110"/>
                      </a:lnTo>
                      <a:lnTo>
                        <a:pt x="9018" y="1116"/>
                      </a:lnTo>
                      <a:lnTo>
                        <a:pt x="9024" y="1122"/>
                      </a:lnTo>
                      <a:lnTo>
                        <a:pt x="9042" y="1122"/>
                      </a:lnTo>
                      <a:lnTo>
                        <a:pt x="9042" y="1116"/>
                      </a:lnTo>
                      <a:lnTo>
                        <a:pt x="9036" y="1098"/>
                      </a:lnTo>
                      <a:lnTo>
                        <a:pt x="9012" y="1074"/>
                      </a:lnTo>
                      <a:lnTo>
                        <a:pt x="9006" y="1074"/>
                      </a:lnTo>
                      <a:lnTo>
                        <a:pt x="9024" y="1056"/>
                      </a:lnTo>
                      <a:lnTo>
                        <a:pt x="8976" y="1038"/>
                      </a:lnTo>
                      <a:lnTo>
                        <a:pt x="8988" y="1032"/>
                      </a:lnTo>
                      <a:lnTo>
                        <a:pt x="8940" y="1008"/>
                      </a:lnTo>
                      <a:lnTo>
                        <a:pt x="8994" y="1020"/>
                      </a:lnTo>
                      <a:lnTo>
                        <a:pt x="8988" y="996"/>
                      </a:lnTo>
                      <a:lnTo>
                        <a:pt x="9000" y="996"/>
                      </a:lnTo>
                      <a:lnTo>
                        <a:pt x="9012" y="1002"/>
                      </a:lnTo>
                      <a:lnTo>
                        <a:pt x="9048" y="1002"/>
                      </a:lnTo>
                      <a:lnTo>
                        <a:pt x="9048" y="996"/>
                      </a:lnTo>
                      <a:close/>
                    </a:path>
                  </a:pathLst>
                </a:custGeom>
                <a:solidFill>
                  <a:srgbClr val="572772"/>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14" name="Romania" descr="© INSCALE GmbH, 05.05.2010&#10;http://www.presentationload.com/">
                  <a:extLst>
                    <a:ext uri="{FF2B5EF4-FFF2-40B4-BE49-F238E27FC236}">
                      <a16:creationId xmlns:a16="http://schemas.microsoft.com/office/drawing/2014/main" id="{09263048-9E6F-4A43-80A4-240FA6D38FE0}"/>
                    </a:ext>
                  </a:extLst>
                </p:cNvPr>
                <p:cNvSpPr>
                  <a:spLocks/>
                </p:cNvSpPr>
                <p:nvPr/>
              </p:nvSpPr>
              <p:spPr bwMode="gray">
                <a:xfrm>
                  <a:off x="6222616" y="2125752"/>
                  <a:ext cx="277333" cy="166046"/>
                </a:xfrm>
                <a:custGeom>
                  <a:avLst/>
                  <a:gdLst>
                    <a:gd name="T0" fmla="*/ 2147483647 w 612"/>
                    <a:gd name="T1" fmla="*/ 2147483647 h 366"/>
                    <a:gd name="T2" fmla="*/ 2147483647 w 612"/>
                    <a:gd name="T3" fmla="*/ 2147483647 h 366"/>
                    <a:gd name="T4" fmla="*/ 2147483647 w 612"/>
                    <a:gd name="T5" fmla="*/ 2147483647 h 366"/>
                    <a:gd name="T6" fmla="*/ 2147483647 w 612"/>
                    <a:gd name="T7" fmla="*/ 2147483647 h 366"/>
                    <a:gd name="T8" fmla="*/ 2147483647 w 612"/>
                    <a:gd name="T9" fmla="*/ 2147483647 h 366"/>
                    <a:gd name="T10" fmla="*/ 2147483647 w 612"/>
                    <a:gd name="T11" fmla="*/ 2147483647 h 366"/>
                    <a:gd name="T12" fmla="*/ 2147483647 w 612"/>
                    <a:gd name="T13" fmla="*/ 2147483647 h 366"/>
                    <a:gd name="T14" fmla="*/ 2147483647 w 612"/>
                    <a:gd name="T15" fmla="*/ 2147483647 h 366"/>
                    <a:gd name="T16" fmla="*/ 2147483647 w 612"/>
                    <a:gd name="T17" fmla="*/ 2147483647 h 366"/>
                    <a:gd name="T18" fmla="*/ 2147483647 w 612"/>
                    <a:gd name="T19" fmla="*/ 2147483647 h 366"/>
                    <a:gd name="T20" fmla="*/ 2147483647 w 612"/>
                    <a:gd name="T21" fmla="*/ 2147483647 h 366"/>
                    <a:gd name="T22" fmla="*/ 2147483647 w 612"/>
                    <a:gd name="T23" fmla="*/ 2147483647 h 366"/>
                    <a:gd name="T24" fmla="*/ 2147483647 w 612"/>
                    <a:gd name="T25" fmla="*/ 2147483647 h 366"/>
                    <a:gd name="T26" fmla="*/ 2147483647 w 612"/>
                    <a:gd name="T27" fmla="*/ 0 h 366"/>
                    <a:gd name="T28" fmla="*/ 2147483647 w 612"/>
                    <a:gd name="T29" fmla="*/ 2147483647 h 366"/>
                    <a:gd name="T30" fmla="*/ 2147483647 w 612"/>
                    <a:gd name="T31" fmla="*/ 2147483647 h 366"/>
                    <a:gd name="T32" fmla="*/ 2147483647 w 612"/>
                    <a:gd name="T33" fmla="*/ 2147483647 h 366"/>
                    <a:gd name="T34" fmla="*/ 2147483647 w 612"/>
                    <a:gd name="T35" fmla="*/ 2147483647 h 366"/>
                    <a:gd name="T36" fmla="*/ 2147483647 w 612"/>
                    <a:gd name="T37" fmla="*/ 2147483647 h 366"/>
                    <a:gd name="T38" fmla="*/ 2147483647 w 612"/>
                    <a:gd name="T39" fmla="*/ 2147483647 h 366"/>
                    <a:gd name="T40" fmla="*/ 2147483647 w 612"/>
                    <a:gd name="T41" fmla="*/ 2147483647 h 366"/>
                    <a:gd name="T42" fmla="*/ 2147483647 w 612"/>
                    <a:gd name="T43" fmla="*/ 2147483647 h 366"/>
                    <a:gd name="T44" fmla="*/ 2147483647 w 612"/>
                    <a:gd name="T45" fmla="*/ 2147483647 h 366"/>
                    <a:gd name="T46" fmla="*/ 2147483647 w 612"/>
                    <a:gd name="T47" fmla="*/ 2147483647 h 366"/>
                    <a:gd name="T48" fmla="*/ 0 w 612"/>
                    <a:gd name="T49" fmla="*/ 2147483647 h 366"/>
                    <a:gd name="T50" fmla="*/ 2147483647 w 612"/>
                    <a:gd name="T51" fmla="*/ 2147483647 h 366"/>
                    <a:gd name="T52" fmla="*/ 2147483647 w 612"/>
                    <a:gd name="T53" fmla="*/ 2147483647 h 366"/>
                    <a:gd name="T54" fmla="*/ 2147483647 w 612"/>
                    <a:gd name="T55" fmla="*/ 2147483647 h 366"/>
                    <a:gd name="T56" fmla="*/ 2147483647 w 612"/>
                    <a:gd name="T57" fmla="*/ 2147483647 h 366"/>
                    <a:gd name="T58" fmla="*/ 2147483647 w 612"/>
                    <a:gd name="T59" fmla="*/ 2147483647 h 366"/>
                    <a:gd name="T60" fmla="*/ 2147483647 w 612"/>
                    <a:gd name="T61" fmla="*/ 2147483647 h 366"/>
                    <a:gd name="T62" fmla="*/ 2147483647 w 612"/>
                    <a:gd name="T63" fmla="*/ 2147483647 h 366"/>
                    <a:gd name="T64" fmla="*/ 2147483647 w 612"/>
                    <a:gd name="T65" fmla="*/ 2147483647 h 366"/>
                    <a:gd name="T66" fmla="*/ 2147483647 w 612"/>
                    <a:gd name="T67" fmla="*/ 2147483647 h 366"/>
                    <a:gd name="T68" fmla="*/ 2147483647 w 612"/>
                    <a:gd name="T69" fmla="*/ 2147483647 h 366"/>
                    <a:gd name="T70" fmla="*/ 2147483647 w 612"/>
                    <a:gd name="T71" fmla="*/ 2147483647 h 366"/>
                    <a:gd name="T72" fmla="*/ 2147483647 w 612"/>
                    <a:gd name="T73" fmla="*/ 2147483647 h 366"/>
                    <a:gd name="T74" fmla="*/ 2147483647 w 612"/>
                    <a:gd name="T75" fmla="*/ 2147483647 h 366"/>
                    <a:gd name="T76" fmla="*/ 2147483647 w 612"/>
                    <a:gd name="T77" fmla="*/ 2147483647 h 366"/>
                    <a:gd name="T78" fmla="*/ 2147483647 w 612"/>
                    <a:gd name="T79" fmla="*/ 2147483647 h 366"/>
                    <a:gd name="T80" fmla="*/ 2147483647 w 612"/>
                    <a:gd name="T81" fmla="*/ 2147483647 h 366"/>
                    <a:gd name="T82" fmla="*/ 2147483647 w 612"/>
                    <a:gd name="T83" fmla="*/ 2147483647 h 366"/>
                    <a:gd name="T84" fmla="*/ 2147483647 w 612"/>
                    <a:gd name="T85" fmla="*/ 2147483647 h 36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612"/>
                    <a:gd name="T130" fmla="*/ 0 h 366"/>
                    <a:gd name="T131" fmla="*/ 612 w 612"/>
                    <a:gd name="T132" fmla="*/ 366 h 36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612" h="366">
                      <a:moveTo>
                        <a:pt x="516" y="354"/>
                      </a:moveTo>
                      <a:lnTo>
                        <a:pt x="522" y="360"/>
                      </a:lnTo>
                      <a:lnTo>
                        <a:pt x="540" y="360"/>
                      </a:lnTo>
                      <a:lnTo>
                        <a:pt x="540" y="318"/>
                      </a:lnTo>
                      <a:lnTo>
                        <a:pt x="546" y="312"/>
                      </a:lnTo>
                      <a:lnTo>
                        <a:pt x="558" y="294"/>
                      </a:lnTo>
                      <a:lnTo>
                        <a:pt x="564" y="282"/>
                      </a:lnTo>
                      <a:lnTo>
                        <a:pt x="570" y="276"/>
                      </a:lnTo>
                      <a:lnTo>
                        <a:pt x="606" y="276"/>
                      </a:lnTo>
                      <a:lnTo>
                        <a:pt x="612" y="270"/>
                      </a:lnTo>
                      <a:lnTo>
                        <a:pt x="612" y="258"/>
                      </a:lnTo>
                      <a:lnTo>
                        <a:pt x="600" y="222"/>
                      </a:lnTo>
                      <a:lnTo>
                        <a:pt x="600" y="216"/>
                      </a:lnTo>
                      <a:lnTo>
                        <a:pt x="594" y="216"/>
                      </a:lnTo>
                      <a:lnTo>
                        <a:pt x="588" y="222"/>
                      </a:lnTo>
                      <a:lnTo>
                        <a:pt x="570" y="222"/>
                      </a:lnTo>
                      <a:lnTo>
                        <a:pt x="564" y="228"/>
                      </a:lnTo>
                      <a:lnTo>
                        <a:pt x="558" y="228"/>
                      </a:lnTo>
                      <a:lnTo>
                        <a:pt x="552" y="234"/>
                      </a:lnTo>
                      <a:lnTo>
                        <a:pt x="522" y="234"/>
                      </a:lnTo>
                      <a:lnTo>
                        <a:pt x="510" y="222"/>
                      </a:lnTo>
                      <a:lnTo>
                        <a:pt x="510" y="198"/>
                      </a:lnTo>
                      <a:lnTo>
                        <a:pt x="504" y="192"/>
                      </a:lnTo>
                      <a:lnTo>
                        <a:pt x="498" y="180"/>
                      </a:lnTo>
                      <a:lnTo>
                        <a:pt x="498" y="168"/>
                      </a:lnTo>
                      <a:lnTo>
                        <a:pt x="504" y="162"/>
                      </a:lnTo>
                      <a:lnTo>
                        <a:pt x="504" y="150"/>
                      </a:lnTo>
                      <a:lnTo>
                        <a:pt x="510" y="144"/>
                      </a:lnTo>
                      <a:lnTo>
                        <a:pt x="504" y="144"/>
                      </a:lnTo>
                      <a:lnTo>
                        <a:pt x="504" y="102"/>
                      </a:lnTo>
                      <a:lnTo>
                        <a:pt x="498" y="96"/>
                      </a:lnTo>
                      <a:lnTo>
                        <a:pt x="480" y="96"/>
                      </a:lnTo>
                      <a:lnTo>
                        <a:pt x="474" y="78"/>
                      </a:lnTo>
                      <a:lnTo>
                        <a:pt x="462" y="78"/>
                      </a:lnTo>
                      <a:lnTo>
                        <a:pt x="456" y="54"/>
                      </a:lnTo>
                      <a:lnTo>
                        <a:pt x="432" y="42"/>
                      </a:lnTo>
                      <a:lnTo>
                        <a:pt x="432" y="30"/>
                      </a:lnTo>
                      <a:lnTo>
                        <a:pt x="426" y="24"/>
                      </a:lnTo>
                      <a:lnTo>
                        <a:pt x="420" y="12"/>
                      </a:lnTo>
                      <a:lnTo>
                        <a:pt x="414" y="6"/>
                      </a:lnTo>
                      <a:lnTo>
                        <a:pt x="396" y="0"/>
                      </a:lnTo>
                      <a:lnTo>
                        <a:pt x="384" y="0"/>
                      </a:lnTo>
                      <a:lnTo>
                        <a:pt x="378" y="6"/>
                      </a:lnTo>
                      <a:lnTo>
                        <a:pt x="378" y="12"/>
                      </a:lnTo>
                      <a:lnTo>
                        <a:pt x="366" y="24"/>
                      </a:lnTo>
                      <a:lnTo>
                        <a:pt x="348" y="24"/>
                      </a:lnTo>
                      <a:lnTo>
                        <a:pt x="342" y="18"/>
                      </a:lnTo>
                      <a:lnTo>
                        <a:pt x="336" y="30"/>
                      </a:lnTo>
                      <a:lnTo>
                        <a:pt x="312" y="24"/>
                      </a:lnTo>
                      <a:lnTo>
                        <a:pt x="312" y="30"/>
                      </a:lnTo>
                      <a:lnTo>
                        <a:pt x="300" y="42"/>
                      </a:lnTo>
                      <a:lnTo>
                        <a:pt x="288" y="42"/>
                      </a:lnTo>
                      <a:lnTo>
                        <a:pt x="264" y="18"/>
                      </a:lnTo>
                      <a:lnTo>
                        <a:pt x="258" y="18"/>
                      </a:lnTo>
                      <a:lnTo>
                        <a:pt x="246" y="24"/>
                      </a:lnTo>
                      <a:lnTo>
                        <a:pt x="240" y="24"/>
                      </a:lnTo>
                      <a:lnTo>
                        <a:pt x="228" y="30"/>
                      </a:lnTo>
                      <a:lnTo>
                        <a:pt x="222" y="24"/>
                      </a:lnTo>
                      <a:lnTo>
                        <a:pt x="198" y="24"/>
                      </a:lnTo>
                      <a:lnTo>
                        <a:pt x="192" y="18"/>
                      </a:lnTo>
                      <a:lnTo>
                        <a:pt x="168" y="18"/>
                      </a:lnTo>
                      <a:lnTo>
                        <a:pt x="150" y="36"/>
                      </a:lnTo>
                      <a:lnTo>
                        <a:pt x="120" y="36"/>
                      </a:lnTo>
                      <a:lnTo>
                        <a:pt x="108" y="48"/>
                      </a:lnTo>
                      <a:lnTo>
                        <a:pt x="108" y="90"/>
                      </a:lnTo>
                      <a:lnTo>
                        <a:pt x="90" y="108"/>
                      </a:lnTo>
                      <a:lnTo>
                        <a:pt x="78" y="114"/>
                      </a:lnTo>
                      <a:lnTo>
                        <a:pt x="72" y="120"/>
                      </a:lnTo>
                      <a:lnTo>
                        <a:pt x="72" y="138"/>
                      </a:lnTo>
                      <a:lnTo>
                        <a:pt x="66" y="144"/>
                      </a:lnTo>
                      <a:lnTo>
                        <a:pt x="54" y="150"/>
                      </a:lnTo>
                      <a:lnTo>
                        <a:pt x="48" y="156"/>
                      </a:lnTo>
                      <a:lnTo>
                        <a:pt x="30" y="150"/>
                      </a:lnTo>
                      <a:lnTo>
                        <a:pt x="30" y="168"/>
                      </a:lnTo>
                      <a:lnTo>
                        <a:pt x="0" y="174"/>
                      </a:lnTo>
                      <a:lnTo>
                        <a:pt x="6" y="174"/>
                      </a:lnTo>
                      <a:lnTo>
                        <a:pt x="30" y="192"/>
                      </a:lnTo>
                      <a:lnTo>
                        <a:pt x="36" y="192"/>
                      </a:lnTo>
                      <a:lnTo>
                        <a:pt x="48" y="228"/>
                      </a:lnTo>
                      <a:lnTo>
                        <a:pt x="54" y="234"/>
                      </a:lnTo>
                      <a:lnTo>
                        <a:pt x="60" y="234"/>
                      </a:lnTo>
                      <a:lnTo>
                        <a:pt x="66" y="228"/>
                      </a:lnTo>
                      <a:lnTo>
                        <a:pt x="72" y="228"/>
                      </a:lnTo>
                      <a:lnTo>
                        <a:pt x="84" y="234"/>
                      </a:lnTo>
                      <a:lnTo>
                        <a:pt x="84" y="252"/>
                      </a:lnTo>
                      <a:lnTo>
                        <a:pt x="78" y="258"/>
                      </a:lnTo>
                      <a:lnTo>
                        <a:pt x="90" y="276"/>
                      </a:lnTo>
                      <a:lnTo>
                        <a:pt x="114" y="282"/>
                      </a:lnTo>
                      <a:lnTo>
                        <a:pt x="120" y="288"/>
                      </a:lnTo>
                      <a:lnTo>
                        <a:pt x="144" y="282"/>
                      </a:lnTo>
                      <a:lnTo>
                        <a:pt x="168" y="288"/>
                      </a:lnTo>
                      <a:lnTo>
                        <a:pt x="162" y="294"/>
                      </a:lnTo>
                      <a:lnTo>
                        <a:pt x="156" y="306"/>
                      </a:lnTo>
                      <a:lnTo>
                        <a:pt x="162" y="312"/>
                      </a:lnTo>
                      <a:lnTo>
                        <a:pt x="162" y="324"/>
                      </a:lnTo>
                      <a:lnTo>
                        <a:pt x="186" y="324"/>
                      </a:lnTo>
                      <a:lnTo>
                        <a:pt x="192" y="330"/>
                      </a:lnTo>
                      <a:lnTo>
                        <a:pt x="186" y="336"/>
                      </a:lnTo>
                      <a:lnTo>
                        <a:pt x="186" y="342"/>
                      </a:lnTo>
                      <a:lnTo>
                        <a:pt x="180" y="348"/>
                      </a:lnTo>
                      <a:lnTo>
                        <a:pt x="186" y="354"/>
                      </a:lnTo>
                      <a:lnTo>
                        <a:pt x="204" y="354"/>
                      </a:lnTo>
                      <a:lnTo>
                        <a:pt x="216" y="342"/>
                      </a:lnTo>
                      <a:lnTo>
                        <a:pt x="240" y="354"/>
                      </a:lnTo>
                      <a:lnTo>
                        <a:pt x="252" y="354"/>
                      </a:lnTo>
                      <a:lnTo>
                        <a:pt x="258" y="360"/>
                      </a:lnTo>
                      <a:lnTo>
                        <a:pt x="282" y="360"/>
                      </a:lnTo>
                      <a:lnTo>
                        <a:pt x="288" y="354"/>
                      </a:lnTo>
                      <a:lnTo>
                        <a:pt x="288" y="348"/>
                      </a:lnTo>
                      <a:lnTo>
                        <a:pt x="306" y="354"/>
                      </a:lnTo>
                      <a:lnTo>
                        <a:pt x="330" y="354"/>
                      </a:lnTo>
                      <a:lnTo>
                        <a:pt x="336" y="360"/>
                      </a:lnTo>
                      <a:lnTo>
                        <a:pt x="348" y="366"/>
                      </a:lnTo>
                      <a:lnTo>
                        <a:pt x="366" y="366"/>
                      </a:lnTo>
                      <a:lnTo>
                        <a:pt x="372" y="360"/>
                      </a:lnTo>
                      <a:lnTo>
                        <a:pt x="372" y="348"/>
                      </a:lnTo>
                      <a:lnTo>
                        <a:pt x="378" y="342"/>
                      </a:lnTo>
                      <a:lnTo>
                        <a:pt x="384" y="342"/>
                      </a:lnTo>
                      <a:lnTo>
                        <a:pt x="396" y="336"/>
                      </a:lnTo>
                      <a:lnTo>
                        <a:pt x="402" y="336"/>
                      </a:lnTo>
                      <a:lnTo>
                        <a:pt x="402" y="330"/>
                      </a:lnTo>
                      <a:lnTo>
                        <a:pt x="432" y="336"/>
                      </a:lnTo>
                      <a:lnTo>
                        <a:pt x="432" y="324"/>
                      </a:lnTo>
                      <a:lnTo>
                        <a:pt x="438" y="324"/>
                      </a:lnTo>
                      <a:lnTo>
                        <a:pt x="450" y="330"/>
                      </a:lnTo>
                      <a:lnTo>
                        <a:pt x="462" y="330"/>
                      </a:lnTo>
                      <a:lnTo>
                        <a:pt x="474" y="336"/>
                      </a:lnTo>
                      <a:lnTo>
                        <a:pt x="498" y="336"/>
                      </a:lnTo>
                      <a:lnTo>
                        <a:pt x="516" y="354"/>
                      </a:lnTo>
                      <a:close/>
                    </a:path>
                  </a:pathLst>
                </a:custGeom>
                <a:solidFill>
                  <a:srgbClr val="D40D8D"/>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15" name="Qatar" descr="© INSCALE GmbH, 05.05.2010&#10;http://www.presentationload.com/">
                  <a:extLst>
                    <a:ext uri="{FF2B5EF4-FFF2-40B4-BE49-F238E27FC236}">
                      <a16:creationId xmlns:a16="http://schemas.microsoft.com/office/drawing/2014/main" id="{68EE2667-8166-4180-A57E-3688C8BEA341}"/>
                    </a:ext>
                  </a:extLst>
                </p:cNvPr>
                <p:cNvSpPr>
                  <a:spLocks/>
                </p:cNvSpPr>
                <p:nvPr/>
              </p:nvSpPr>
              <p:spPr bwMode="gray">
                <a:xfrm>
                  <a:off x="7211828" y="2922423"/>
                  <a:ext cx="30031" cy="65359"/>
                </a:xfrm>
                <a:custGeom>
                  <a:avLst/>
                  <a:gdLst>
                    <a:gd name="T0" fmla="*/ 2147483647 w 66"/>
                    <a:gd name="T1" fmla="*/ 2147483647 h 144"/>
                    <a:gd name="T2" fmla="*/ 2147483647 w 66"/>
                    <a:gd name="T3" fmla="*/ 2147483647 h 144"/>
                    <a:gd name="T4" fmla="*/ 2147483647 w 66"/>
                    <a:gd name="T5" fmla="*/ 2147483647 h 144"/>
                    <a:gd name="T6" fmla="*/ 2147483647 w 66"/>
                    <a:gd name="T7" fmla="*/ 2147483647 h 144"/>
                    <a:gd name="T8" fmla="*/ 2147483647 w 66"/>
                    <a:gd name="T9" fmla="*/ 2147483647 h 144"/>
                    <a:gd name="T10" fmla="*/ 2147483647 w 66"/>
                    <a:gd name="T11" fmla="*/ 2147483647 h 144"/>
                    <a:gd name="T12" fmla="*/ 2147483647 w 66"/>
                    <a:gd name="T13" fmla="*/ 2147483647 h 144"/>
                    <a:gd name="T14" fmla="*/ 2147483647 w 66"/>
                    <a:gd name="T15" fmla="*/ 2147483647 h 144"/>
                    <a:gd name="T16" fmla="*/ 2147483647 w 66"/>
                    <a:gd name="T17" fmla="*/ 2147483647 h 144"/>
                    <a:gd name="T18" fmla="*/ 2147483647 w 66"/>
                    <a:gd name="T19" fmla="*/ 0 h 144"/>
                    <a:gd name="T20" fmla="*/ 2147483647 w 66"/>
                    <a:gd name="T21" fmla="*/ 0 h 144"/>
                    <a:gd name="T22" fmla="*/ 2147483647 w 66"/>
                    <a:gd name="T23" fmla="*/ 2147483647 h 144"/>
                    <a:gd name="T24" fmla="*/ 2147483647 w 66"/>
                    <a:gd name="T25" fmla="*/ 2147483647 h 144"/>
                    <a:gd name="T26" fmla="*/ 2147483647 w 66"/>
                    <a:gd name="T27" fmla="*/ 2147483647 h 144"/>
                    <a:gd name="T28" fmla="*/ 2147483647 w 66"/>
                    <a:gd name="T29" fmla="*/ 2147483647 h 144"/>
                    <a:gd name="T30" fmla="*/ 0 w 66"/>
                    <a:gd name="T31" fmla="*/ 2147483647 h 144"/>
                    <a:gd name="T32" fmla="*/ 2147483647 w 66"/>
                    <a:gd name="T33" fmla="*/ 2147483647 h 144"/>
                    <a:gd name="T34" fmla="*/ 2147483647 w 66"/>
                    <a:gd name="T35" fmla="*/ 2147483647 h 14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66"/>
                    <a:gd name="T55" fmla="*/ 0 h 144"/>
                    <a:gd name="T56" fmla="*/ 66 w 66"/>
                    <a:gd name="T57" fmla="*/ 144 h 14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66" h="144">
                      <a:moveTo>
                        <a:pt x="24" y="132"/>
                      </a:moveTo>
                      <a:lnTo>
                        <a:pt x="36" y="144"/>
                      </a:lnTo>
                      <a:lnTo>
                        <a:pt x="48" y="132"/>
                      </a:lnTo>
                      <a:lnTo>
                        <a:pt x="54" y="114"/>
                      </a:lnTo>
                      <a:lnTo>
                        <a:pt x="60" y="102"/>
                      </a:lnTo>
                      <a:lnTo>
                        <a:pt x="66" y="84"/>
                      </a:lnTo>
                      <a:lnTo>
                        <a:pt x="66" y="30"/>
                      </a:lnTo>
                      <a:lnTo>
                        <a:pt x="54" y="18"/>
                      </a:lnTo>
                      <a:lnTo>
                        <a:pt x="48" y="6"/>
                      </a:lnTo>
                      <a:lnTo>
                        <a:pt x="36" y="0"/>
                      </a:lnTo>
                      <a:lnTo>
                        <a:pt x="30" y="0"/>
                      </a:lnTo>
                      <a:lnTo>
                        <a:pt x="24" y="6"/>
                      </a:lnTo>
                      <a:lnTo>
                        <a:pt x="18" y="18"/>
                      </a:lnTo>
                      <a:lnTo>
                        <a:pt x="12" y="36"/>
                      </a:lnTo>
                      <a:lnTo>
                        <a:pt x="12" y="108"/>
                      </a:lnTo>
                      <a:lnTo>
                        <a:pt x="0" y="120"/>
                      </a:lnTo>
                      <a:lnTo>
                        <a:pt x="6" y="132"/>
                      </a:lnTo>
                      <a:lnTo>
                        <a:pt x="24" y="132"/>
                      </a:lnTo>
                      <a:close/>
                    </a:path>
                  </a:pathLst>
                </a:custGeom>
                <a:solidFill>
                  <a:srgbClr val="572772"/>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16" name="Puerto Rico" descr="© INSCALE GmbH, 05.05.2010&#10;http://www.presentationload.com/">
                  <a:extLst>
                    <a:ext uri="{FF2B5EF4-FFF2-40B4-BE49-F238E27FC236}">
                      <a16:creationId xmlns:a16="http://schemas.microsoft.com/office/drawing/2014/main" id="{60D66788-F292-4A80-9DF5-7764F79EF9E8}"/>
                    </a:ext>
                  </a:extLst>
                </p:cNvPr>
                <p:cNvSpPr>
                  <a:spLocks/>
                </p:cNvSpPr>
                <p:nvPr/>
              </p:nvSpPr>
              <p:spPr bwMode="gray">
                <a:xfrm>
                  <a:off x="3486380" y="3208591"/>
                  <a:ext cx="61827" cy="26497"/>
                </a:xfrm>
                <a:custGeom>
                  <a:avLst/>
                  <a:gdLst>
                    <a:gd name="T0" fmla="*/ 2147483647 w 138"/>
                    <a:gd name="T1" fmla="*/ 2147483647 h 60"/>
                    <a:gd name="T2" fmla="*/ 2147483647 w 138"/>
                    <a:gd name="T3" fmla="*/ 2147483647 h 60"/>
                    <a:gd name="T4" fmla="*/ 2147483647 w 138"/>
                    <a:gd name="T5" fmla="*/ 0 h 60"/>
                    <a:gd name="T6" fmla="*/ 2147483647 w 138"/>
                    <a:gd name="T7" fmla="*/ 0 h 60"/>
                    <a:gd name="T8" fmla="*/ 2147483647 w 138"/>
                    <a:gd name="T9" fmla="*/ 2147483647 h 60"/>
                    <a:gd name="T10" fmla="*/ 0 w 138"/>
                    <a:gd name="T11" fmla="*/ 2147483647 h 60"/>
                    <a:gd name="T12" fmla="*/ 0 w 138"/>
                    <a:gd name="T13" fmla="*/ 2147483647 h 60"/>
                    <a:gd name="T14" fmla="*/ 2147483647 w 138"/>
                    <a:gd name="T15" fmla="*/ 2147483647 h 60"/>
                    <a:gd name="T16" fmla="*/ 2147483647 w 138"/>
                    <a:gd name="T17" fmla="*/ 2147483647 h 60"/>
                    <a:gd name="T18" fmla="*/ 2147483647 w 138"/>
                    <a:gd name="T19" fmla="*/ 2147483647 h 60"/>
                    <a:gd name="T20" fmla="*/ 2147483647 w 138"/>
                    <a:gd name="T21" fmla="*/ 2147483647 h 60"/>
                    <a:gd name="T22" fmla="*/ 2147483647 w 138"/>
                    <a:gd name="T23" fmla="*/ 2147483647 h 60"/>
                    <a:gd name="T24" fmla="*/ 2147483647 w 138"/>
                    <a:gd name="T25" fmla="*/ 2147483647 h 60"/>
                    <a:gd name="T26" fmla="*/ 2147483647 w 138"/>
                    <a:gd name="T27" fmla="*/ 2147483647 h 60"/>
                    <a:gd name="T28" fmla="*/ 2147483647 w 138"/>
                    <a:gd name="T29" fmla="*/ 2147483647 h 60"/>
                    <a:gd name="T30" fmla="*/ 2147483647 w 138"/>
                    <a:gd name="T31" fmla="*/ 2147483647 h 60"/>
                    <a:gd name="T32" fmla="*/ 2147483647 w 138"/>
                    <a:gd name="T33" fmla="*/ 2147483647 h 60"/>
                    <a:gd name="T34" fmla="*/ 2147483647 w 138"/>
                    <a:gd name="T35" fmla="*/ 2147483647 h 6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38"/>
                    <a:gd name="T55" fmla="*/ 0 h 60"/>
                    <a:gd name="T56" fmla="*/ 138 w 138"/>
                    <a:gd name="T57" fmla="*/ 60 h 6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38" h="60">
                      <a:moveTo>
                        <a:pt x="84" y="12"/>
                      </a:moveTo>
                      <a:lnTo>
                        <a:pt x="72" y="12"/>
                      </a:lnTo>
                      <a:lnTo>
                        <a:pt x="36" y="0"/>
                      </a:lnTo>
                      <a:lnTo>
                        <a:pt x="12" y="0"/>
                      </a:lnTo>
                      <a:lnTo>
                        <a:pt x="6" y="12"/>
                      </a:lnTo>
                      <a:lnTo>
                        <a:pt x="0" y="18"/>
                      </a:lnTo>
                      <a:lnTo>
                        <a:pt x="0" y="48"/>
                      </a:lnTo>
                      <a:lnTo>
                        <a:pt x="36" y="60"/>
                      </a:lnTo>
                      <a:lnTo>
                        <a:pt x="48" y="48"/>
                      </a:lnTo>
                      <a:lnTo>
                        <a:pt x="102" y="48"/>
                      </a:lnTo>
                      <a:lnTo>
                        <a:pt x="120" y="36"/>
                      </a:lnTo>
                      <a:lnTo>
                        <a:pt x="132" y="30"/>
                      </a:lnTo>
                      <a:lnTo>
                        <a:pt x="138" y="18"/>
                      </a:lnTo>
                      <a:lnTo>
                        <a:pt x="138" y="12"/>
                      </a:lnTo>
                      <a:lnTo>
                        <a:pt x="132" y="6"/>
                      </a:lnTo>
                      <a:lnTo>
                        <a:pt x="114" y="6"/>
                      </a:lnTo>
                      <a:lnTo>
                        <a:pt x="102" y="12"/>
                      </a:lnTo>
                      <a:lnTo>
                        <a:pt x="84" y="12"/>
                      </a:lnTo>
                      <a:close/>
                    </a:path>
                  </a:pathLst>
                </a:custGeom>
                <a:solidFill>
                  <a:srgbClr val="572772"/>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17" name="Portugal" descr="© INSCALE GmbH, 05.05.2010&#10;http://www.presentationload.com/">
                  <a:extLst>
                    <a:ext uri="{FF2B5EF4-FFF2-40B4-BE49-F238E27FC236}">
                      <a16:creationId xmlns:a16="http://schemas.microsoft.com/office/drawing/2014/main" id="{030F0012-68E2-4C2B-9946-444D5FB2F596}"/>
                    </a:ext>
                  </a:extLst>
                </p:cNvPr>
                <p:cNvSpPr>
                  <a:spLocks/>
                </p:cNvSpPr>
                <p:nvPr/>
              </p:nvSpPr>
              <p:spPr bwMode="gray">
                <a:xfrm>
                  <a:off x="5349988" y="2346559"/>
                  <a:ext cx="102454" cy="185480"/>
                </a:xfrm>
                <a:custGeom>
                  <a:avLst/>
                  <a:gdLst>
                    <a:gd name="T0" fmla="*/ 2147483647 w 228"/>
                    <a:gd name="T1" fmla="*/ 2147483647 h 414"/>
                    <a:gd name="T2" fmla="*/ 2147483647 w 228"/>
                    <a:gd name="T3" fmla="*/ 2147483647 h 414"/>
                    <a:gd name="T4" fmla="*/ 2147483647 w 228"/>
                    <a:gd name="T5" fmla="*/ 2147483647 h 414"/>
                    <a:gd name="T6" fmla="*/ 2147483647 w 228"/>
                    <a:gd name="T7" fmla="*/ 2147483647 h 414"/>
                    <a:gd name="T8" fmla="*/ 2147483647 w 228"/>
                    <a:gd name="T9" fmla="*/ 2147483647 h 414"/>
                    <a:gd name="T10" fmla="*/ 2147483647 w 228"/>
                    <a:gd name="T11" fmla="*/ 2147483647 h 414"/>
                    <a:gd name="T12" fmla="*/ 2147483647 w 228"/>
                    <a:gd name="T13" fmla="*/ 0 h 414"/>
                    <a:gd name="T14" fmla="*/ 2147483647 w 228"/>
                    <a:gd name="T15" fmla="*/ 2147483647 h 414"/>
                    <a:gd name="T16" fmla="*/ 2147483647 w 228"/>
                    <a:gd name="T17" fmla="*/ 2147483647 h 414"/>
                    <a:gd name="T18" fmla="*/ 2147483647 w 228"/>
                    <a:gd name="T19" fmla="*/ 2147483647 h 414"/>
                    <a:gd name="T20" fmla="*/ 2147483647 w 228"/>
                    <a:gd name="T21" fmla="*/ 2147483647 h 414"/>
                    <a:gd name="T22" fmla="*/ 2147483647 w 228"/>
                    <a:gd name="T23" fmla="*/ 2147483647 h 414"/>
                    <a:gd name="T24" fmla="*/ 2147483647 w 228"/>
                    <a:gd name="T25" fmla="*/ 2147483647 h 414"/>
                    <a:gd name="T26" fmla="*/ 0 w 228"/>
                    <a:gd name="T27" fmla="*/ 2147483647 h 414"/>
                    <a:gd name="T28" fmla="*/ 2147483647 w 228"/>
                    <a:gd name="T29" fmla="*/ 2147483647 h 414"/>
                    <a:gd name="T30" fmla="*/ 2147483647 w 228"/>
                    <a:gd name="T31" fmla="*/ 2147483647 h 414"/>
                    <a:gd name="T32" fmla="*/ 2147483647 w 228"/>
                    <a:gd name="T33" fmla="*/ 2147483647 h 414"/>
                    <a:gd name="T34" fmla="*/ 2147483647 w 228"/>
                    <a:gd name="T35" fmla="*/ 2147483647 h 414"/>
                    <a:gd name="T36" fmla="*/ 2147483647 w 228"/>
                    <a:gd name="T37" fmla="*/ 2147483647 h 414"/>
                    <a:gd name="T38" fmla="*/ 2147483647 w 228"/>
                    <a:gd name="T39" fmla="*/ 2147483647 h 414"/>
                    <a:gd name="T40" fmla="*/ 2147483647 w 228"/>
                    <a:gd name="T41" fmla="*/ 2147483647 h 414"/>
                    <a:gd name="T42" fmla="*/ 2147483647 w 228"/>
                    <a:gd name="T43" fmla="*/ 2147483647 h 414"/>
                    <a:gd name="T44" fmla="*/ 2147483647 w 228"/>
                    <a:gd name="T45" fmla="*/ 2147483647 h 414"/>
                    <a:gd name="T46" fmla="*/ 2147483647 w 228"/>
                    <a:gd name="T47" fmla="*/ 2147483647 h 414"/>
                    <a:gd name="T48" fmla="*/ 2147483647 w 228"/>
                    <a:gd name="T49" fmla="*/ 2147483647 h 414"/>
                    <a:gd name="T50" fmla="*/ 2147483647 w 228"/>
                    <a:gd name="T51" fmla="*/ 2147483647 h 414"/>
                    <a:gd name="T52" fmla="*/ 2147483647 w 228"/>
                    <a:gd name="T53" fmla="*/ 2147483647 h 414"/>
                    <a:gd name="T54" fmla="*/ 2147483647 w 228"/>
                    <a:gd name="T55" fmla="*/ 2147483647 h 414"/>
                    <a:gd name="T56" fmla="*/ 2147483647 w 228"/>
                    <a:gd name="T57" fmla="*/ 2147483647 h 414"/>
                    <a:gd name="T58" fmla="*/ 2147483647 w 228"/>
                    <a:gd name="T59" fmla="*/ 2147483647 h 414"/>
                    <a:gd name="T60" fmla="*/ 2147483647 w 228"/>
                    <a:gd name="T61" fmla="*/ 2147483647 h 414"/>
                    <a:gd name="T62" fmla="*/ 2147483647 w 228"/>
                    <a:gd name="T63" fmla="*/ 2147483647 h 414"/>
                    <a:gd name="T64" fmla="*/ 2147483647 w 228"/>
                    <a:gd name="T65" fmla="*/ 2147483647 h 414"/>
                    <a:gd name="T66" fmla="*/ 2147483647 w 228"/>
                    <a:gd name="T67" fmla="*/ 2147483647 h 414"/>
                    <a:gd name="T68" fmla="*/ 2147483647 w 228"/>
                    <a:gd name="T69" fmla="*/ 2147483647 h 414"/>
                    <a:gd name="T70" fmla="*/ 2147483647 w 228"/>
                    <a:gd name="T71" fmla="*/ 2147483647 h 414"/>
                    <a:gd name="T72" fmla="*/ 2147483647 w 228"/>
                    <a:gd name="T73" fmla="*/ 2147483647 h 414"/>
                    <a:gd name="T74" fmla="*/ 2147483647 w 228"/>
                    <a:gd name="T75" fmla="*/ 2147483647 h 414"/>
                    <a:gd name="T76" fmla="*/ 2147483647 w 228"/>
                    <a:gd name="T77" fmla="*/ 2147483647 h 414"/>
                    <a:gd name="T78" fmla="*/ 2147483647 w 228"/>
                    <a:gd name="T79" fmla="*/ 2147483647 h 414"/>
                    <a:gd name="T80" fmla="*/ 2147483647 w 228"/>
                    <a:gd name="T81" fmla="*/ 2147483647 h 414"/>
                    <a:gd name="T82" fmla="*/ 2147483647 w 228"/>
                    <a:gd name="T83" fmla="*/ 2147483647 h 414"/>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228"/>
                    <a:gd name="T127" fmla="*/ 0 h 414"/>
                    <a:gd name="T128" fmla="*/ 228 w 228"/>
                    <a:gd name="T129" fmla="*/ 414 h 414"/>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228" h="414">
                      <a:moveTo>
                        <a:pt x="210" y="30"/>
                      </a:moveTo>
                      <a:lnTo>
                        <a:pt x="210" y="12"/>
                      </a:lnTo>
                      <a:lnTo>
                        <a:pt x="156" y="12"/>
                      </a:lnTo>
                      <a:lnTo>
                        <a:pt x="156" y="18"/>
                      </a:lnTo>
                      <a:lnTo>
                        <a:pt x="150" y="24"/>
                      </a:lnTo>
                      <a:lnTo>
                        <a:pt x="138" y="24"/>
                      </a:lnTo>
                      <a:lnTo>
                        <a:pt x="132" y="18"/>
                      </a:lnTo>
                      <a:lnTo>
                        <a:pt x="114" y="18"/>
                      </a:lnTo>
                      <a:lnTo>
                        <a:pt x="108" y="24"/>
                      </a:lnTo>
                      <a:lnTo>
                        <a:pt x="96" y="24"/>
                      </a:lnTo>
                      <a:lnTo>
                        <a:pt x="96" y="18"/>
                      </a:lnTo>
                      <a:lnTo>
                        <a:pt x="102" y="18"/>
                      </a:lnTo>
                      <a:lnTo>
                        <a:pt x="114" y="6"/>
                      </a:lnTo>
                      <a:lnTo>
                        <a:pt x="114" y="0"/>
                      </a:lnTo>
                      <a:lnTo>
                        <a:pt x="90" y="0"/>
                      </a:lnTo>
                      <a:lnTo>
                        <a:pt x="66" y="12"/>
                      </a:lnTo>
                      <a:lnTo>
                        <a:pt x="60" y="18"/>
                      </a:lnTo>
                      <a:lnTo>
                        <a:pt x="60" y="36"/>
                      </a:lnTo>
                      <a:lnTo>
                        <a:pt x="66" y="60"/>
                      </a:lnTo>
                      <a:lnTo>
                        <a:pt x="66" y="78"/>
                      </a:lnTo>
                      <a:lnTo>
                        <a:pt x="60" y="108"/>
                      </a:lnTo>
                      <a:lnTo>
                        <a:pt x="48" y="138"/>
                      </a:lnTo>
                      <a:lnTo>
                        <a:pt x="30" y="174"/>
                      </a:lnTo>
                      <a:lnTo>
                        <a:pt x="12" y="222"/>
                      </a:lnTo>
                      <a:lnTo>
                        <a:pt x="6" y="234"/>
                      </a:lnTo>
                      <a:lnTo>
                        <a:pt x="6" y="240"/>
                      </a:lnTo>
                      <a:lnTo>
                        <a:pt x="0" y="252"/>
                      </a:lnTo>
                      <a:lnTo>
                        <a:pt x="0" y="264"/>
                      </a:lnTo>
                      <a:lnTo>
                        <a:pt x="18" y="282"/>
                      </a:lnTo>
                      <a:lnTo>
                        <a:pt x="30" y="288"/>
                      </a:lnTo>
                      <a:lnTo>
                        <a:pt x="42" y="342"/>
                      </a:lnTo>
                      <a:lnTo>
                        <a:pt x="42" y="348"/>
                      </a:lnTo>
                      <a:lnTo>
                        <a:pt x="36" y="354"/>
                      </a:lnTo>
                      <a:lnTo>
                        <a:pt x="36" y="366"/>
                      </a:lnTo>
                      <a:lnTo>
                        <a:pt x="30" y="384"/>
                      </a:lnTo>
                      <a:lnTo>
                        <a:pt x="24" y="396"/>
                      </a:lnTo>
                      <a:lnTo>
                        <a:pt x="24" y="408"/>
                      </a:lnTo>
                      <a:lnTo>
                        <a:pt x="48" y="408"/>
                      </a:lnTo>
                      <a:lnTo>
                        <a:pt x="60" y="402"/>
                      </a:lnTo>
                      <a:lnTo>
                        <a:pt x="72" y="402"/>
                      </a:lnTo>
                      <a:lnTo>
                        <a:pt x="84" y="414"/>
                      </a:lnTo>
                      <a:lnTo>
                        <a:pt x="96" y="414"/>
                      </a:lnTo>
                      <a:lnTo>
                        <a:pt x="108" y="408"/>
                      </a:lnTo>
                      <a:lnTo>
                        <a:pt x="114" y="402"/>
                      </a:lnTo>
                      <a:lnTo>
                        <a:pt x="120" y="402"/>
                      </a:lnTo>
                      <a:lnTo>
                        <a:pt x="126" y="396"/>
                      </a:lnTo>
                      <a:lnTo>
                        <a:pt x="126" y="348"/>
                      </a:lnTo>
                      <a:lnTo>
                        <a:pt x="132" y="342"/>
                      </a:lnTo>
                      <a:lnTo>
                        <a:pt x="138" y="330"/>
                      </a:lnTo>
                      <a:lnTo>
                        <a:pt x="150" y="330"/>
                      </a:lnTo>
                      <a:lnTo>
                        <a:pt x="162" y="318"/>
                      </a:lnTo>
                      <a:lnTo>
                        <a:pt x="162" y="312"/>
                      </a:lnTo>
                      <a:lnTo>
                        <a:pt x="150" y="312"/>
                      </a:lnTo>
                      <a:lnTo>
                        <a:pt x="144" y="306"/>
                      </a:lnTo>
                      <a:lnTo>
                        <a:pt x="138" y="294"/>
                      </a:lnTo>
                      <a:lnTo>
                        <a:pt x="138" y="288"/>
                      </a:lnTo>
                      <a:lnTo>
                        <a:pt x="132" y="282"/>
                      </a:lnTo>
                      <a:lnTo>
                        <a:pt x="132" y="276"/>
                      </a:lnTo>
                      <a:lnTo>
                        <a:pt x="144" y="264"/>
                      </a:lnTo>
                      <a:lnTo>
                        <a:pt x="156" y="258"/>
                      </a:lnTo>
                      <a:lnTo>
                        <a:pt x="168" y="246"/>
                      </a:lnTo>
                      <a:lnTo>
                        <a:pt x="168" y="240"/>
                      </a:lnTo>
                      <a:lnTo>
                        <a:pt x="156" y="234"/>
                      </a:lnTo>
                      <a:lnTo>
                        <a:pt x="150" y="228"/>
                      </a:lnTo>
                      <a:lnTo>
                        <a:pt x="150" y="216"/>
                      </a:lnTo>
                      <a:lnTo>
                        <a:pt x="126" y="192"/>
                      </a:lnTo>
                      <a:lnTo>
                        <a:pt x="162" y="192"/>
                      </a:lnTo>
                      <a:lnTo>
                        <a:pt x="174" y="180"/>
                      </a:lnTo>
                      <a:lnTo>
                        <a:pt x="174" y="168"/>
                      </a:lnTo>
                      <a:lnTo>
                        <a:pt x="168" y="162"/>
                      </a:lnTo>
                      <a:lnTo>
                        <a:pt x="168" y="150"/>
                      </a:lnTo>
                      <a:lnTo>
                        <a:pt x="174" y="144"/>
                      </a:lnTo>
                      <a:lnTo>
                        <a:pt x="180" y="144"/>
                      </a:lnTo>
                      <a:lnTo>
                        <a:pt x="180" y="126"/>
                      </a:lnTo>
                      <a:lnTo>
                        <a:pt x="186" y="108"/>
                      </a:lnTo>
                      <a:lnTo>
                        <a:pt x="186" y="96"/>
                      </a:lnTo>
                      <a:lnTo>
                        <a:pt x="180" y="90"/>
                      </a:lnTo>
                      <a:lnTo>
                        <a:pt x="174" y="90"/>
                      </a:lnTo>
                      <a:lnTo>
                        <a:pt x="174" y="84"/>
                      </a:lnTo>
                      <a:lnTo>
                        <a:pt x="180" y="78"/>
                      </a:lnTo>
                      <a:lnTo>
                        <a:pt x="204" y="66"/>
                      </a:lnTo>
                      <a:lnTo>
                        <a:pt x="228" y="42"/>
                      </a:lnTo>
                      <a:lnTo>
                        <a:pt x="228" y="36"/>
                      </a:lnTo>
                      <a:lnTo>
                        <a:pt x="216" y="30"/>
                      </a:lnTo>
                      <a:lnTo>
                        <a:pt x="210" y="30"/>
                      </a:lnTo>
                      <a:close/>
                    </a:path>
                  </a:pathLst>
                </a:custGeom>
                <a:solidFill>
                  <a:srgbClr val="D40D8D"/>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18" name="Poland" descr="© INSCALE GmbH, 05.05.2010&#10;http://www.presentationload.com/">
                  <a:extLst>
                    <a:ext uri="{FF2B5EF4-FFF2-40B4-BE49-F238E27FC236}">
                      <a16:creationId xmlns:a16="http://schemas.microsoft.com/office/drawing/2014/main" id="{0E7CD773-4DCD-41CE-B44D-BB22DDCBC297}"/>
                    </a:ext>
                  </a:extLst>
                </p:cNvPr>
                <p:cNvSpPr>
                  <a:spLocks/>
                </p:cNvSpPr>
                <p:nvPr/>
              </p:nvSpPr>
              <p:spPr bwMode="gray">
                <a:xfrm>
                  <a:off x="6044202" y="1896111"/>
                  <a:ext cx="282634" cy="203143"/>
                </a:xfrm>
                <a:custGeom>
                  <a:avLst/>
                  <a:gdLst>
                    <a:gd name="T0" fmla="*/ 2147483647 w 624"/>
                    <a:gd name="T1" fmla="*/ 2147483647 h 450"/>
                    <a:gd name="T2" fmla="*/ 2147483647 w 624"/>
                    <a:gd name="T3" fmla="*/ 2147483647 h 450"/>
                    <a:gd name="T4" fmla="*/ 2147483647 w 624"/>
                    <a:gd name="T5" fmla="*/ 2147483647 h 450"/>
                    <a:gd name="T6" fmla="*/ 2147483647 w 624"/>
                    <a:gd name="T7" fmla="*/ 2147483647 h 450"/>
                    <a:gd name="T8" fmla="*/ 2147483647 w 624"/>
                    <a:gd name="T9" fmla="*/ 2147483647 h 450"/>
                    <a:gd name="T10" fmla="*/ 2147483647 w 624"/>
                    <a:gd name="T11" fmla="*/ 2147483647 h 450"/>
                    <a:gd name="T12" fmla="*/ 2147483647 w 624"/>
                    <a:gd name="T13" fmla="*/ 2147483647 h 450"/>
                    <a:gd name="T14" fmla="*/ 2147483647 w 624"/>
                    <a:gd name="T15" fmla="*/ 2147483647 h 450"/>
                    <a:gd name="T16" fmla="*/ 2147483647 w 624"/>
                    <a:gd name="T17" fmla="*/ 2147483647 h 450"/>
                    <a:gd name="T18" fmla="*/ 2147483647 w 624"/>
                    <a:gd name="T19" fmla="*/ 2147483647 h 450"/>
                    <a:gd name="T20" fmla="*/ 2147483647 w 624"/>
                    <a:gd name="T21" fmla="*/ 2147483647 h 450"/>
                    <a:gd name="T22" fmla="*/ 2147483647 w 624"/>
                    <a:gd name="T23" fmla="*/ 2147483647 h 450"/>
                    <a:gd name="T24" fmla="*/ 2147483647 w 624"/>
                    <a:gd name="T25" fmla="*/ 2147483647 h 450"/>
                    <a:gd name="T26" fmla="*/ 2147483647 w 624"/>
                    <a:gd name="T27" fmla="*/ 2147483647 h 450"/>
                    <a:gd name="T28" fmla="*/ 2147483647 w 624"/>
                    <a:gd name="T29" fmla="*/ 2147483647 h 450"/>
                    <a:gd name="T30" fmla="*/ 2147483647 w 624"/>
                    <a:gd name="T31" fmla="*/ 2147483647 h 450"/>
                    <a:gd name="T32" fmla="*/ 2147483647 w 624"/>
                    <a:gd name="T33" fmla="*/ 2147483647 h 450"/>
                    <a:gd name="T34" fmla="*/ 2147483647 w 624"/>
                    <a:gd name="T35" fmla="*/ 2147483647 h 450"/>
                    <a:gd name="T36" fmla="*/ 2147483647 w 624"/>
                    <a:gd name="T37" fmla="*/ 2147483647 h 450"/>
                    <a:gd name="T38" fmla="*/ 2147483647 w 624"/>
                    <a:gd name="T39" fmla="*/ 2147483647 h 450"/>
                    <a:gd name="T40" fmla="*/ 2147483647 w 624"/>
                    <a:gd name="T41" fmla="*/ 2147483647 h 450"/>
                    <a:gd name="T42" fmla="*/ 2147483647 w 624"/>
                    <a:gd name="T43" fmla="*/ 2147483647 h 450"/>
                    <a:gd name="T44" fmla="*/ 2147483647 w 624"/>
                    <a:gd name="T45" fmla="*/ 2147483647 h 450"/>
                    <a:gd name="T46" fmla="*/ 2147483647 w 624"/>
                    <a:gd name="T47" fmla="*/ 2147483647 h 450"/>
                    <a:gd name="T48" fmla="*/ 2147483647 w 624"/>
                    <a:gd name="T49" fmla="*/ 2147483647 h 450"/>
                    <a:gd name="T50" fmla="*/ 2147483647 w 624"/>
                    <a:gd name="T51" fmla="*/ 2147483647 h 450"/>
                    <a:gd name="T52" fmla="*/ 2147483647 w 624"/>
                    <a:gd name="T53" fmla="*/ 2147483647 h 450"/>
                    <a:gd name="T54" fmla="*/ 2147483647 w 624"/>
                    <a:gd name="T55" fmla="*/ 2147483647 h 450"/>
                    <a:gd name="T56" fmla="*/ 2147483647 w 624"/>
                    <a:gd name="T57" fmla="*/ 2147483647 h 450"/>
                    <a:gd name="T58" fmla="*/ 0 w 624"/>
                    <a:gd name="T59" fmla="*/ 2147483647 h 450"/>
                    <a:gd name="T60" fmla="*/ 2147483647 w 624"/>
                    <a:gd name="T61" fmla="*/ 2147483647 h 450"/>
                    <a:gd name="T62" fmla="*/ 2147483647 w 624"/>
                    <a:gd name="T63" fmla="*/ 2147483647 h 450"/>
                    <a:gd name="T64" fmla="*/ 2147483647 w 624"/>
                    <a:gd name="T65" fmla="*/ 2147483647 h 450"/>
                    <a:gd name="T66" fmla="*/ 2147483647 w 624"/>
                    <a:gd name="T67" fmla="*/ 2147483647 h 450"/>
                    <a:gd name="T68" fmla="*/ 2147483647 w 624"/>
                    <a:gd name="T69" fmla="*/ 2147483647 h 450"/>
                    <a:gd name="T70" fmla="*/ 2147483647 w 624"/>
                    <a:gd name="T71" fmla="*/ 2147483647 h 450"/>
                    <a:gd name="T72" fmla="*/ 2147483647 w 624"/>
                    <a:gd name="T73" fmla="*/ 2147483647 h 450"/>
                    <a:gd name="T74" fmla="*/ 2147483647 w 624"/>
                    <a:gd name="T75" fmla="*/ 2147483647 h 450"/>
                    <a:gd name="T76" fmla="*/ 2147483647 w 624"/>
                    <a:gd name="T77" fmla="*/ 2147483647 h 450"/>
                    <a:gd name="T78" fmla="*/ 2147483647 w 624"/>
                    <a:gd name="T79" fmla="*/ 2147483647 h 450"/>
                    <a:gd name="T80" fmla="*/ 2147483647 w 624"/>
                    <a:gd name="T81" fmla="*/ 2147483647 h 450"/>
                    <a:gd name="T82" fmla="*/ 2147483647 w 624"/>
                    <a:gd name="T83" fmla="*/ 2147483647 h 450"/>
                    <a:gd name="T84" fmla="*/ 2147483647 w 624"/>
                    <a:gd name="T85" fmla="*/ 2147483647 h 450"/>
                    <a:gd name="T86" fmla="*/ 2147483647 w 624"/>
                    <a:gd name="T87" fmla="*/ 2147483647 h 450"/>
                    <a:gd name="T88" fmla="*/ 2147483647 w 624"/>
                    <a:gd name="T89" fmla="*/ 2147483647 h 450"/>
                    <a:gd name="T90" fmla="*/ 2147483647 w 624"/>
                    <a:gd name="T91" fmla="*/ 2147483647 h 450"/>
                    <a:gd name="T92" fmla="*/ 2147483647 w 624"/>
                    <a:gd name="T93" fmla="*/ 2147483647 h 450"/>
                    <a:gd name="T94" fmla="*/ 2147483647 w 624"/>
                    <a:gd name="T95" fmla="*/ 2147483647 h 450"/>
                    <a:gd name="T96" fmla="*/ 2147483647 w 624"/>
                    <a:gd name="T97" fmla="*/ 2147483647 h 450"/>
                    <a:gd name="T98" fmla="*/ 2147483647 w 624"/>
                    <a:gd name="T99" fmla="*/ 2147483647 h 450"/>
                    <a:gd name="T100" fmla="*/ 2147483647 w 624"/>
                    <a:gd name="T101" fmla="*/ 2147483647 h 450"/>
                    <a:gd name="T102" fmla="*/ 2147483647 w 624"/>
                    <a:gd name="T103" fmla="*/ 2147483647 h 450"/>
                    <a:gd name="T104" fmla="*/ 2147483647 w 624"/>
                    <a:gd name="T105" fmla="*/ 2147483647 h 450"/>
                    <a:gd name="T106" fmla="*/ 2147483647 w 624"/>
                    <a:gd name="T107" fmla="*/ 2147483647 h 45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624"/>
                    <a:gd name="T163" fmla="*/ 0 h 450"/>
                    <a:gd name="T164" fmla="*/ 624 w 624"/>
                    <a:gd name="T165" fmla="*/ 450 h 450"/>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624" h="450">
                      <a:moveTo>
                        <a:pt x="426" y="426"/>
                      </a:moveTo>
                      <a:lnTo>
                        <a:pt x="432" y="426"/>
                      </a:lnTo>
                      <a:lnTo>
                        <a:pt x="444" y="420"/>
                      </a:lnTo>
                      <a:lnTo>
                        <a:pt x="450" y="414"/>
                      </a:lnTo>
                      <a:lnTo>
                        <a:pt x="474" y="414"/>
                      </a:lnTo>
                      <a:lnTo>
                        <a:pt x="498" y="438"/>
                      </a:lnTo>
                      <a:lnTo>
                        <a:pt x="528" y="438"/>
                      </a:lnTo>
                      <a:lnTo>
                        <a:pt x="528" y="450"/>
                      </a:lnTo>
                      <a:lnTo>
                        <a:pt x="552" y="450"/>
                      </a:lnTo>
                      <a:lnTo>
                        <a:pt x="540" y="438"/>
                      </a:lnTo>
                      <a:lnTo>
                        <a:pt x="540" y="396"/>
                      </a:lnTo>
                      <a:lnTo>
                        <a:pt x="594" y="348"/>
                      </a:lnTo>
                      <a:lnTo>
                        <a:pt x="606" y="348"/>
                      </a:lnTo>
                      <a:lnTo>
                        <a:pt x="612" y="342"/>
                      </a:lnTo>
                      <a:lnTo>
                        <a:pt x="618" y="342"/>
                      </a:lnTo>
                      <a:lnTo>
                        <a:pt x="624" y="336"/>
                      </a:lnTo>
                      <a:lnTo>
                        <a:pt x="618" y="330"/>
                      </a:lnTo>
                      <a:lnTo>
                        <a:pt x="618" y="324"/>
                      </a:lnTo>
                      <a:lnTo>
                        <a:pt x="612" y="318"/>
                      </a:lnTo>
                      <a:lnTo>
                        <a:pt x="618" y="306"/>
                      </a:lnTo>
                      <a:lnTo>
                        <a:pt x="612" y="300"/>
                      </a:lnTo>
                      <a:lnTo>
                        <a:pt x="600" y="294"/>
                      </a:lnTo>
                      <a:lnTo>
                        <a:pt x="600" y="288"/>
                      </a:lnTo>
                      <a:lnTo>
                        <a:pt x="582" y="270"/>
                      </a:lnTo>
                      <a:lnTo>
                        <a:pt x="576" y="252"/>
                      </a:lnTo>
                      <a:lnTo>
                        <a:pt x="582" y="252"/>
                      </a:lnTo>
                      <a:lnTo>
                        <a:pt x="576" y="240"/>
                      </a:lnTo>
                      <a:lnTo>
                        <a:pt x="576" y="210"/>
                      </a:lnTo>
                      <a:lnTo>
                        <a:pt x="564" y="198"/>
                      </a:lnTo>
                      <a:lnTo>
                        <a:pt x="558" y="198"/>
                      </a:lnTo>
                      <a:lnTo>
                        <a:pt x="552" y="192"/>
                      </a:lnTo>
                      <a:lnTo>
                        <a:pt x="552" y="186"/>
                      </a:lnTo>
                      <a:lnTo>
                        <a:pt x="564" y="186"/>
                      </a:lnTo>
                      <a:lnTo>
                        <a:pt x="564" y="168"/>
                      </a:lnTo>
                      <a:lnTo>
                        <a:pt x="588" y="162"/>
                      </a:lnTo>
                      <a:lnTo>
                        <a:pt x="588" y="150"/>
                      </a:lnTo>
                      <a:lnTo>
                        <a:pt x="594" y="144"/>
                      </a:lnTo>
                      <a:lnTo>
                        <a:pt x="594" y="138"/>
                      </a:lnTo>
                      <a:lnTo>
                        <a:pt x="588" y="132"/>
                      </a:lnTo>
                      <a:lnTo>
                        <a:pt x="576" y="108"/>
                      </a:lnTo>
                      <a:lnTo>
                        <a:pt x="570" y="102"/>
                      </a:lnTo>
                      <a:lnTo>
                        <a:pt x="570" y="90"/>
                      </a:lnTo>
                      <a:lnTo>
                        <a:pt x="564" y="84"/>
                      </a:lnTo>
                      <a:lnTo>
                        <a:pt x="558" y="72"/>
                      </a:lnTo>
                      <a:lnTo>
                        <a:pt x="558" y="48"/>
                      </a:lnTo>
                      <a:lnTo>
                        <a:pt x="546" y="42"/>
                      </a:lnTo>
                      <a:lnTo>
                        <a:pt x="540" y="42"/>
                      </a:lnTo>
                      <a:lnTo>
                        <a:pt x="522" y="36"/>
                      </a:lnTo>
                      <a:lnTo>
                        <a:pt x="498" y="36"/>
                      </a:lnTo>
                      <a:lnTo>
                        <a:pt x="498" y="42"/>
                      </a:lnTo>
                      <a:lnTo>
                        <a:pt x="408" y="42"/>
                      </a:lnTo>
                      <a:lnTo>
                        <a:pt x="402" y="36"/>
                      </a:lnTo>
                      <a:lnTo>
                        <a:pt x="390" y="36"/>
                      </a:lnTo>
                      <a:lnTo>
                        <a:pt x="384" y="30"/>
                      </a:lnTo>
                      <a:lnTo>
                        <a:pt x="360" y="30"/>
                      </a:lnTo>
                      <a:lnTo>
                        <a:pt x="354" y="36"/>
                      </a:lnTo>
                      <a:lnTo>
                        <a:pt x="348" y="36"/>
                      </a:lnTo>
                      <a:lnTo>
                        <a:pt x="342" y="30"/>
                      </a:lnTo>
                      <a:lnTo>
                        <a:pt x="312" y="30"/>
                      </a:lnTo>
                      <a:lnTo>
                        <a:pt x="300" y="36"/>
                      </a:lnTo>
                      <a:lnTo>
                        <a:pt x="282" y="36"/>
                      </a:lnTo>
                      <a:lnTo>
                        <a:pt x="276" y="30"/>
                      </a:lnTo>
                      <a:lnTo>
                        <a:pt x="270" y="18"/>
                      </a:lnTo>
                      <a:lnTo>
                        <a:pt x="264" y="12"/>
                      </a:lnTo>
                      <a:lnTo>
                        <a:pt x="264" y="6"/>
                      </a:lnTo>
                      <a:lnTo>
                        <a:pt x="258" y="6"/>
                      </a:lnTo>
                      <a:lnTo>
                        <a:pt x="252" y="0"/>
                      </a:lnTo>
                      <a:lnTo>
                        <a:pt x="210" y="0"/>
                      </a:lnTo>
                      <a:lnTo>
                        <a:pt x="192" y="6"/>
                      </a:lnTo>
                      <a:lnTo>
                        <a:pt x="180" y="12"/>
                      </a:lnTo>
                      <a:lnTo>
                        <a:pt x="162" y="12"/>
                      </a:lnTo>
                      <a:lnTo>
                        <a:pt x="150" y="18"/>
                      </a:lnTo>
                      <a:lnTo>
                        <a:pt x="144" y="24"/>
                      </a:lnTo>
                      <a:lnTo>
                        <a:pt x="138" y="24"/>
                      </a:lnTo>
                      <a:lnTo>
                        <a:pt x="120" y="42"/>
                      </a:lnTo>
                      <a:lnTo>
                        <a:pt x="60" y="48"/>
                      </a:lnTo>
                      <a:lnTo>
                        <a:pt x="54" y="48"/>
                      </a:lnTo>
                      <a:lnTo>
                        <a:pt x="48" y="54"/>
                      </a:lnTo>
                      <a:lnTo>
                        <a:pt x="24" y="66"/>
                      </a:lnTo>
                      <a:lnTo>
                        <a:pt x="18" y="66"/>
                      </a:lnTo>
                      <a:lnTo>
                        <a:pt x="12" y="72"/>
                      </a:lnTo>
                      <a:lnTo>
                        <a:pt x="18" y="78"/>
                      </a:lnTo>
                      <a:lnTo>
                        <a:pt x="18" y="96"/>
                      </a:lnTo>
                      <a:lnTo>
                        <a:pt x="6" y="90"/>
                      </a:lnTo>
                      <a:lnTo>
                        <a:pt x="6" y="108"/>
                      </a:lnTo>
                      <a:lnTo>
                        <a:pt x="12" y="108"/>
                      </a:lnTo>
                      <a:lnTo>
                        <a:pt x="18" y="114"/>
                      </a:lnTo>
                      <a:lnTo>
                        <a:pt x="18" y="132"/>
                      </a:lnTo>
                      <a:lnTo>
                        <a:pt x="6" y="144"/>
                      </a:lnTo>
                      <a:lnTo>
                        <a:pt x="0" y="144"/>
                      </a:lnTo>
                      <a:lnTo>
                        <a:pt x="0" y="156"/>
                      </a:lnTo>
                      <a:lnTo>
                        <a:pt x="6" y="162"/>
                      </a:lnTo>
                      <a:lnTo>
                        <a:pt x="12" y="162"/>
                      </a:lnTo>
                      <a:lnTo>
                        <a:pt x="18" y="168"/>
                      </a:lnTo>
                      <a:lnTo>
                        <a:pt x="30" y="168"/>
                      </a:lnTo>
                      <a:lnTo>
                        <a:pt x="30" y="186"/>
                      </a:lnTo>
                      <a:lnTo>
                        <a:pt x="24" y="186"/>
                      </a:lnTo>
                      <a:lnTo>
                        <a:pt x="24" y="198"/>
                      </a:lnTo>
                      <a:lnTo>
                        <a:pt x="36" y="198"/>
                      </a:lnTo>
                      <a:lnTo>
                        <a:pt x="36" y="204"/>
                      </a:lnTo>
                      <a:lnTo>
                        <a:pt x="30" y="210"/>
                      </a:lnTo>
                      <a:lnTo>
                        <a:pt x="36" y="210"/>
                      </a:lnTo>
                      <a:lnTo>
                        <a:pt x="42" y="216"/>
                      </a:lnTo>
                      <a:lnTo>
                        <a:pt x="36" y="222"/>
                      </a:lnTo>
                      <a:lnTo>
                        <a:pt x="24" y="228"/>
                      </a:lnTo>
                      <a:lnTo>
                        <a:pt x="24" y="234"/>
                      </a:lnTo>
                      <a:lnTo>
                        <a:pt x="30" y="240"/>
                      </a:lnTo>
                      <a:lnTo>
                        <a:pt x="36" y="240"/>
                      </a:lnTo>
                      <a:lnTo>
                        <a:pt x="42" y="246"/>
                      </a:lnTo>
                      <a:lnTo>
                        <a:pt x="42" y="264"/>
                      </a:lnTo>
                      <a:lnTo>
                        <a:pt x="48" y="258"/>
                      </a:lnTo>
                      <a:lnTo>
                        <a:pt x="54" y="258"/>
                      </a:lnTo>
                      <a:lnTo>
                        <a:pt x="54" y="270"/>
                      </a:lnTo>
                      <a:lnTo>
                        <a:pt x="48" y="276"/>
                      </a:lnTo>
                      <a:lnTo>
                        <a:pt x="60" y="276"/>
                      </a:lnTo>
                      <a:lnTo>
                        <a:pt x="60" y="282"/>
                      </a:lnTo>
                      <a:lnTo>
                        <a:pt x="54" y="282"/>
                      </a:lnTo>
                      <a:lnTo>
                        <a:pt x="54" y="294"/>
                      </a:lnTo>
                      <a:lnTo>
                        <a:pt x="72" y="294"/>
                      </a:lnTo>
                      <a:lnTo>
                        <a:pt x="78" y="312"/>
                      </a:lnTo>
                      <a:lnTo>
                        <a:pt x="96" y="312"/>
                      </a:lnTo>
                      <a:lnTo>
                        <a:pt x="108" y="318"/>
                      </a:lnTo>
                      <a:lnTo>
                        <a:pt x="114" y="318"/>
                      </a:lnTo>
                      <a:lnTo>
                        <a:pt x="114" y="324"/>
                      </a:lnTo>
                      <a:lnTo>
                        <a:pt x="138" y="324"/>
                      </a:lnTo>
                      <a:lnTo>
                        <a:pt x="144" y="330"/>
                      </a:lnTo>
                      <a:lnTo>
                        <a:pt x="132" y="336"/>
                      </a:lnTo>
                      <a:lnTo>
                        <a:pt x="144" y="342"/>
                      </a:lnTo>
                      <a:lnTo>
                        <a:pt x="144" y="354"/>
                      </a:lnTo>
                      <a:lnTo>
                        <a:pt x="150" y="354"/>
                      </a:lnTo>
                      <a:lnTo>
                        <a:pt x="156" y="360"/>
                      </a:lnTo>
                      <a:lnTo>
                        <a:pt x="174" y="360"/>
                      </a:lnTo>
                      <a:lnTo>
                        <a:pt x="174" y="354"/>
                      </a:lnTo>
                      <a:lnTo>
                        <a:pt x="180" y="354"/>
                      </a:lnTo>
                      <a:lnTo>
                        <a:pt x="192" y="348"/>
                      </a:lnTo>
                      <a:lnTo>
                        <a:pt x="210" y="348"/>
                      </a:lnTo>
                      <a:lnTo>
                        <a:pt x="204" y="354"/>
                      </a:lnTo>
                      <a:lnTo>
                        <a:pt x="222" y="354"/>
                      </a:lnTo>
                      <a:lnTo>
                        <a:pt x="228" y="360"/>
                      </a:lnTo>
                      <a:lnTo>
                        <a:pt x="234" y="372"/>
                      </a:lnTo>
                      <a:lnTo>
                        <a:pt x="240" y="378"/>
                      </a:lnTo>
                      <a:lnTo>
                        <a:pt x="246" y="366"/>
                      </a:lnTo>
                      <a:lnTo>
                        <a:pt x="252" y="372"/>
                      </a:lnTo>
                      <a:lnTo>
                        <a:pt x="252" y="378"/>
                      </a:lnTo>
                      <a:lnTo>
                        <a:pt x="270" y="378"/>
                      </a:lnTo>
                      <a:lnTo>
                        <a:pt x="282" y="384"/>
                      </a:lnTo>
                      <a:lnTo>
                        <a:pt x="282" y="390"/>
                      </a:lnTo>
                      <a:lnTo>
                        <a:pt x="288" y="402"/>
                      </a:lnTo>
                      <a:lnTo>
                        <a:pt x="306" y="420"/>
                      </a:lnTo>
                      <a:lnTo>
                        <a:pt x="318" y="420"/>
                      </a:lnTo>
                      <a:lnTo>
                        <a:pt x="330" y="408"/>
                      </a:lnTo>
                      <a:lnTo>
                        <a:pt x="342" y="408"/>
                      </a:lnTo>
                      <a:lnTo>
                        <a:pt x="354" y="420"/>
                      </a:lnTo>
                      <a:lnTo>
                        <a:pt x="360" y="420"/>
                      </a:lnTo>
                      <a:lnTo>
                        <a:pt x="360" y="426"/>
                      </a:lnTo>
                      <a:lnTo>
                        <a:pt x="366" y="432"/>
                      </a:lnTo>
                      <a:lnTo>
                        <a:pt x="378" y="432"/>
                      </a:lnTo>
                      <a:lnTo>
                        <a:pt x="384" y="426"/>
                      </a:lnTo>
                      <a:lnTo>
                        <a:pt x="384" y="420"/>
                      </a:lnTo>
                      <a:lnTo>
                        <a:pt x="414" y="420"/>
                      </a:lnTo>
                      <a:lnTo>
                        <a:pt x="420" y="426"/>
                      </a:lnTo>
                      <a:lnTo>
                        <a:pt x="426" y="426"/>
                      </a:lnTo>
                      <a:close/>
                    </a:path>
                  </a:pathLst>
                </a:custGeom>
                <a:solidFill>
                  <a:srgbClr val="D40D8D"/>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19" name="Philippines" descr="© INSCALE GmbH, 05.05.2010&#10;http://www.presentationload.com/">
                  <a:extLst>
                    <a:ext uri="{FF2B5EF4-FFF2-40B4-BE49-F238E27FC236}">
                      <a16:creationId xmlns:a16="http://schemas.microsoft.com/office/drawing/2014/main" id="{61B4FDA0-7FD1-49C8-866E-4B6A010D3E28}"/>
                    </a:ext>
                  </a:extLst>
                </p:cNvPr>
                <p:cNvSpPr>
                  <a:spLocks noEditPoints="1"/>
                </p:cNvSpPr>
                <p:nvPr/>
              </p:nvSpPr>
              <p:spPr bwMode="gray">
                <a:xfrm>
                  <a:off x="9366899" y="3196226"/>
                  <a:ext cx="323262" cy="542302"/>
                </a:xfrm>
                <a:custGeom>
                  <a:avLst/>
                  <a:gdLst>
                    <a:gd name="T0" fmla="*/ 2147483647 w 714"/>
                    <a:gd name="T1" fmla="*/ 2147483647 h 1200"/>
                    <a:gd name="T2" fmla="*/ 2147483647 w 714"/>
                    <a:gd name="T3" fmla="*/ 2147483647 h 1200"/>
                    <a:gd name="T4" fmla="*/ 2147483647 w 714"/>
                    <a:gd name="T5" fmla="*/ 2147483647 h 1200"/>
                    <a:gd name="T6" fmla="*/ 2147483647 w 714"/>
                    <a:gd name="T7" fmla="*/ 2147483647 h 1200"/>
                    <a:gd name="T8" fmla="*/ 2147483647 w 714"/>
                    <a:gd name="T9" fmla="*/ 2147483647 h 1200"/>
                    <a:gd name="T10" fmla="*/ 2147483647 w 714"/>
                    <a:gd name="T11" fmla="*/ 2147483647 h 1200"/>
                    <a:gd name="T12" fmla="*/ 2147483647 w 714"/>
                    <a:gd name="T13" fmla="*/ 2147483647 h 1200"/>
                    <a:gd name="T14" fmla="*/ 2147483647 w 714"/>
                    <a:gd name="T15" fmla="*/ 2147483647 h 1200"/>
                    <a:gd name="T16" fmla="*/ 2147483647 w 714"/>
                    <a:gd name="T17" fmla="*/ 2147483647 h 1200"/>
                    <a:gd name="T18" fmla="*/ 2147483647 w 714"/>
                    <a:gd name="T19" fmla="*/ 2147483647 h 1200"/>
                    <a:gd name="T20" fmla="*/ 2147483647 w 714"/>
                    <a:gd name="T21" fmla="*/ 2147483647 h 1200"/>
                    <a:gd name="T22" fmla="*/ 2147483647 w 714"/>
                    <a:gd name="T23" fmla="*/ 2147483647 h 1200"/>
                    <a:gd name="T24" fmla="*/ 2147483647 w 714"/>
                    <a:gd name="T25" fmla="*/ 2147483647 h 1200"/>
                    <a:gd name="T26" fmla="*/ 2147483647 w 714"/>
                    <a:gd name="T27" fmla="*/ 2147483647 h 1200"/>
                    <a:gd name="T28" fmla="*/ 2147483647 w 714"/>
                    <a:gd name="T29" fmla="*/ 2147483647 h 1200"/>
                    <a:gd name="T30" fmla="*/ 2147483647 w 714"/>
                    <a:gd name="T31" fmla="*/ 2147483647 h 1200"/>
                    <a:gd name="T32" fmla="*/ 2147483647 w 714"/>
                    <a:gd name="T33" fmla="*/ 2147483647 h 1200"/>
                    <a:gd name="T34" fmla="*/ 2147483647 w 714"/>
                    <a:gd name="T35" fmla="*/ 2147483647 h 1200"/>
                    <a:gd name="T36" fmla="*/ 2147483647 w 714"/>
                    <a:gd name="T37" fmla="*/ 2147483647 h 1200"/>
                    <a:gd name="T38" fmla="*/ 2147483647 w 714"/>
                    <a:gd name="T39" fmla="*/ 2147483647 h 1200"/>
                    <a:gd name="T40" fmla="*/ 2147483647 w 714"/>
                    <a:gd name="T41" fmla="*/ 2147483647 h 1200"/>
                    <a:gd name="T42" fmla="*/ 2147483647 w 714"/>
                    <a:gd name="T43" fmla="*/ 2147483647 h 1200"/>
                    <a:gd name="T44" fmla="*/ 2147483647 w 714"/>
                    <a:gd name="T45" fmla="*/ 2147483647 h 1200"/>
                    <a:gd name="T46" fmla="*/ 2147483647 w 714"/>
                    <a:gd name="T47" fmla="*/ 2147483647 h 1200"/>
                    <a:gd name="T48" fmla="*/ 2147483647 w 714"/>
                    <a:gd name="T49" fmla="*/ 2147483647 h 1200"/>
                    <a:gd name="T50" fmla="*/ 2147483647 w 714"/>
                    <a:gd name="T51" fmla="*/ 2147483647 h 1200"/>
                    <a:gd name="T52" fmla="*/ 2147483647 w 714"/>
                    <a:gd name="T53" fmla="*/ 2147483647 h 1200"/>
                    <a:gd name="T54" fmla="*/ 2147483647 w 714"/>
                    <a:gd name="T55" fmla="*/ 2147483647 h 1200"/>
                    <a:gd name="T56" fmla="*/ 2147483647 w 714"/>
                    <a:gd name="T57" fmla="*/ 2147483647 h 1200"/>
                    <a:gd name="T58" fmla="*/ 2147483647 w 714"/>
                    <a:gd name="T59" fmla="*/ 2147483647 h 1200"/>
                    <a:gd name="T60" fmla="*/ 2147483647 w 714"/>
                    <a:gd name="T61" fmla="*/ 2147483647 h 1200"/>
                    <a:gd name="T62" fmla="*/ 2147483647 w 714"/>
                    <a:gd name="T63" fmla="*/ 2147483647 h 1200"/>
                    <a:gd name="T64" fmla="*/ 2147483647 w 714"/>
                    <a:gd name="T65" fmla="*/ 2147483647 h 1200"/>
                    <a:gd name="T66" fmla="*/ 2147483647 w 714"/>
                    <a:gd name="T67" fmla="*/ 2147483647 h 1200"/>
                    <a:gd name="T68" fmla="*/ 2147483647 w 714"/>
                    <a:gd name="T69" fmla="*/ 2147483647 h 1200"/>
                    <a:gd name="T70" fmla="*/ 2147483647 w 714"/>
                    <a:gd name="T71" fmla="*/ 2147483647 h 1200"/>
                    <a:gd name="T72" fmla="*/ 2147483647 w 714"/>
                    <a:gd name="T73" fmla="*/ 2147483647 h 1200"/>
                    <a:gd name="T74" fmla="*/ 2147483647 w 714"/>
                    <a:gd name="T75" fmla="*/ 2147483647 h 1200"/>
                    <a:gd name="T76" fmla="*/ 2147483647 w 714"/>
                    <a:gd name="T77" fmla="*/ 2147483647 h 1200"/>
                    <a:gd name="T78" fmla="*/ 2147483647 w 714"/>
                    <a:gd name="T79" fmla="*/ 0 h 1200"/>
                    <a:gd name="T80" fmla="*/ 2147483647 w 714"/>
                    <a:gd name="T81" fmla="*/ 2147483647 h 1200"/>
                    <a:gd name="T82" fmla="*/ 2147483647 w 714"/>
                    <a:gd name="T83" fmla="*/ 2147483647 h 1200"/>
                    <a:gd name="T84" fmla="*/ 2147483647 w 714"/>
                    <a:gd name="T85" fmla="*/ 2147483647 h 1200"/>
                    <a:gd name="T86" fmla="*/ 2147483647 w 714"/>
                    <a:gd name="T87" fmla="*/ 2147483647 h 1200"/>
                    <a:gd name="T88" fmla="*/ 2147483647 w 714"/>
                    <a:gd name="T89" fmla="*/ 2147483647 h 1200"/>
                    <a:gd name="T90" fmla="*/ 2147483647 w 714"/>
                    <a:gd name="T91" fmla="*/ 2147483647 h 1200"/>
                    <a:gd name="T92" fmla="*/ 2147483647 w 714"/>
                    <a:gd name="T93" fmla="*/ 2147483647 h 1200"/>
                    <a:gd name="T94" fmla="*/ 2147483647 w 714"/>
                    <a:gd name="T95" fmla="*/ 2147483647 h 1200"/>
                    <a:gd name="T96" fmla="*/ 2147483647 w 714"/>
                    <a:gd name="T97" fmla="*/ 2147483647 h 1200"/>
                    <a:gd name="T98" fmla="*/ 2147483647 w 714"/>
                    <a:gd name="T99" fmla="*/ 2147483647 h 1200"/>
                    <a:gd name="T100" fmla="*/ 2147483647 w 714"/>
                    <a:gd name="T101" fmla="*/ 2147483647 h 1200"/>
                    <a:gd name="T102" fmla="*/ 2147483647 w 714"/>
                    <a:gd name="T103" fmla="*/ 2147483647 h 1200"/>
                    <a:gd name="T104" fmla="*/ 2147483647 w 714"/>
                    <a:gd name="T105" fmla="*/ 2147483647 h 1200"/>
                    <a:gd name="T106" fmla="*/ 2147483647 w 714"/>
                    <a:gd name="T107" fmla="*/ 2147483647 h 1200"/>
                    <a:gd name="T108" fmla="*/ 2147483647 w 714"/>
                    <a:gd name="T109" fmla="*/ 2147483647 h 1200"/>
                    <a:gd name="T110" fmla="*/ 2147483647 w 714"/>
                    <a:gd name="T111" fmla="*/ 2147483647 h 1200"/>
                    <a:gd name="T112" fmla="*/ 2147483647 w 714"/>
                    <a:gd name="T113" fmla="*/ 2147483647 h 1200"/>
                    <a:gd name="T114" fmla="*/ 2147483647 w 714"/>
                    <a:gd name="T115" fmla="*/ 2147483647 h 1200"/>
                    <a:gd name="T116" fmla="*/ 2147483647 w 714"/>
                    <a:gd name="T117" fmla="*/ 2147483647 h 1200"/>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714"/>
                    <a:gd name="T178" fmla="*/ 0 h 1200"/>
                    <a:gd name="T179" fmla="*/ 714 w 714"/>
                    <a:gd name="T180" fmla="*/ 1200 h 1200"/>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714" h="1200">
                      <a:moveTo>
                        <a:pt x="702" y="1140"/>
                      </a:moveTo>
                      <a:lnTo>
                        <a:pt x="690" y="1170"/>
                      </a:lnTo>
                      <a:lnTo>
                        <a:pt x="696" y="1200"/>
                      </a:lnTo>
                      <a:lnTo>
                        <a:pt x="714" y="1182"/>
                      </a:lnTo>
                      <a:lnTo>
                        <a:pt x="714" y="1140"/>
                      </a:lnTo>
                      <a:lnTo>
                        <a:pt x="702" y="1140"/>
                      </a:lnTo>
                      <a:close/>
                      <a:moveTo>
                        <a:pt x="582" y="1176"/>
                      </a:moveTo>
                      <a:lnTo>
                        <a:pt x="600" y="1140"/>
                      </a:lnTo>
                      <a:lnTo>
                        <a:pt x="576" y="1134"/>
                      </a:lnTo>
                      <a:lnTo>
                        <a:pt x="582" y="1176"/>
                      </a:lnTo>
                      <a:close/>
                      <a:moveTo>
                        <a:pt x="246" y="1038"/>
                      </a:moveTo>
                      <a:lnTo>
                        <a:pt x="264" y="1050"/>
                      </a:lnTo>
                      <a:lnTo>
                        <a:pt x="282" y="1020"/>
                      </a:lnTo>
                      <a:lnTo>
                        <a:pt x="258" y="1008"/>
                      </a:lnTo>
                      <a:lnTo>
                        <a:pt x="246" y="1038"/>
                      </a:lnTo>
                      <a:close/>
                      <a:moveTo>
                        <a:pt x="504" y="558"/>
                      </a:moveTo>
                      <a:lnTo>
                        <a:pt x="540" y="576"/>
                      </a:lnTo>
                      <a:lnTo>
                        <a:pt x="540" y="582"/>
                      </a:lnTo>
                      <a:lnTo>
                        <a:pt x="534" y="588"/>
                      </a:lnTo>
                      <a:lnTo>
                        <a:pt x="504" y="588"/>
                      </a:lnTo>
                      <a:lnTo>
                        <a:pt x="570" y="642"/>
                      </a:lnTo>
                      <a:lnTo>
                        <a:pt x="570" y="618"/>
                      </a:lnTo>
                      <a:lnTo>
                        <a:pt x="600" y="624"/>
                      </a:lnTo>
                      <a:lnTo>
                        <a:pt x="576" y="588"/>
                      </a:lnTo>
                      <a:lnTo>
                        <a:pt x="576" y="582"/>
                      </a:lnTo>
                      <a:lnTo>
                        <a:pt x="570" y="576"/>
                      </a:lnTo>
                      <a:lnTo>
                        <a:pt x="570" y="558"/>
                      </a:lnTo>
                      <a:lnTo>
                        <a:pt x="564" y="546"/>
                      </a:lnTo>
                      <a:lnTo>
                        <a:pt x="534" y="516"/>
                      </a:lnTo>
                      <a:lnTo>
                        <a:pt x="522" y="510"/>
                      </a:lnTo>
                      <a:lnTo>
                        <a:pt x="504" y="504"/>
                      </a:lnTo>
                      <a:lnTo>
                        <a:pt x="492" y="498"/>
                      </a:lnTo>
                      <a:lnTo>
                        <a:pt x="474" y="498"/>
                      </a:lnTo>
                      <a:lnTo>
                        <a:pt x="468" y="504"/>
                      </a:lnTo>
                      <a:lnTo>
                        <a:pt x="468" y="528"/>
                      </a:lnTo>
                      <a:lnTo>
                        <a:pt x="492" y="552"/>
                      </a:lnTo>
                      <a:lnTo>
                        <a:pt x="504" y="558"/>
                      </a:lnTo>
                      <a:close/>
                      <a:moveTo>
                        <a:pt x="462" y="666"/>
                      </a:moveTo>
                      <a:lnTo>
                        <a:pt x="474" y="750"/>
                      </a:lnTo>
                      <a:lnTo>
                        <a:pt x="486" y="672"/>
                      </a:lnTo>
                      <a:lnTo>
                        <a:pt x="462" y="618"/>
                      </a:lnTo>
                      <a:lnTo>
                        <a:pt x="438" y="618"/>
                      </a:lnTo>
                      <a:lnTo>
                        <a:pt x="462" y="666"/>
                      </a:lnTo>
                      <a:close/>
                      <a:moveTo>
                        <a:pt x="492" y="738"/>
                      </a:moveTo>
                      <a:lnTo>
                        <a:pt x="522" y="738"/>
                      </a:lnTo>
                      <a:lnTo>
                        <a:pt x="528" y="708"/>
                      </a:lnTo>
                      <a:lnTo>
                        <a:pt x="498" y="702"/>
                      </a:lnTo>
                      <a:lnTo>
                        <a:pt x="492" y="738"/>
                      </a:lnTo>
                      <a:close/>
                      <a:moveTo>
                        <a:pt x="570" y="660"/>
                      </a:moveTo>
                      <a:lnTo>
                        <a:pt x="546" y="648"/>
                      </a:lnTo>
                      <a:lnTo>
                        <a:pt x="528" y="630"/>
                      </a:lnTo>
                      <a:lnTo>
                        <a:pt x="528" y="624"/>
                      </a:lnTo>
                      <a:lnTo>
                        <a:pt x="522" y="618"/>
                      </a:lnTo>
                      <a:lnTo>
                        <a:pt x="486" y="618"/>
                      </a:lnTo>
                      <a:lnTo>
                        <a:pt x="492" y="660"/>
                      </a:lnTo>
                      <a:lnTo>
                        <a:pt x="510" y="654"/>
                      </a:lnTo>
                      <a:lnTo>
                        <a:pt x="522" y="678"/>
                      </a:lnTo>
                      <a:lnTo>
                        <a:pt x="570" y="714"/>
                      </a:lnTo>
                      <a:lnTo>
                        <a:pt x="570" y="660"/>
                      </a:lnTo>
                      <a:close/>
                      <a:moveTo>
                        <a:pt x="162" y="600"/>
                      </a:moveTo>
                      <a:lnTo>
                        <a:pt x="144" y="582"/>
                      </a:lnTo>
                      <a:lnTo>
                        <a:pt x="138" y="606"/>
                      </a:lnTo>
                      <a:lnTo>
                        <a:pt x="132" y="618"/>
                      </a:lnTo>
                      <a:lnTo>
                        <a:pt x="126" y="624"/>
                      </a:lnTo>
                      <a:lnTo>
                        <a:pt x="120" y="642"/>
                      </a:lnTo>
                      <a:lnTo>
                        <a:pt x="120" y="654"/>
                      </a:lnTo>
                      <a:lnTo>
                        <a:pt x="126" y="660"/>
                      </a:lnTo>
                      <a:lnTo>
                        <a:pt x="138" y="666"/>
                      </a:lnTo>
                      <a:lnTo>
                        <a:pt x="150" y="678"/>
                      </a:lnTo>
                      <a:lnTo>
                        <a:pt x="144" y="684"/>
                      </a:lnTo>
                      <a:lnTo>
                        <a:pt x="120" y="696"/>
                      </a:lnTo>
                      <a:lnTo>
                        <a:pt x="114" y="702"/>
                      </a:lnTo>
                      <a:lnTo>
                        <a:pt x="102" y="708"/>
                      </a:lnTo>
                      <a:lnTo>
                        <a:pt x="96" y="732"/>
                      </a:lnTo>
                      <a:lnTo>
                        <a:pt x="72" y="750"/>
                      </a:lnTo>
                      <a:lnTo>
                        <a:pt x="72" y="762"/>
                      </a:lnTo>
                      <a:lnTo>
                        <a:pt x="60" y="774"/>
                      </a:lnTo>
                      <a:lnTo>
                        <a:pt x="48" y="780"/>
                      </a:lnTo>
                      <a:lnTo>
                        <a:pt x="42" y="786"/>
                      </a:lnTo>
                      <a:lnTo>
                        <a:pt x="30" y="792"/>
                      </a:lnTo>
                      <a:lnTo>
                        <a:pt x="24" y="798"/>
                      </a:lnTo>
                      <a:lnTo>
                        <a:pt x="18" y="798"/>
                      </a:lnTo>
                      <a:lnTo>
                        <a:pt x="18" y="804"/>
                      </a:lnTo>
                      <a:lnTo>
                        <a:pt x="12" y="810"/>
                      </a:lnTo>
                      <a:lnTo>
                        <a:pt x="0" y="834"/>
                      </a:lnTo>
                      <a:lnTo>
                        <a:pt x="0" y="864"/>
                      </a:lnTo>
                      <a:lnTo>
                        <a:pt x="30" y="834"/>
                      </a:lnTo>
                      <a:lnTo>
                        <a:pt x="30" y="816"/>
                      </a:lnTo>
                      <a:lnTo>
                        <a:pt x="36" y="810"/>
                      </a:lnTo>
                      <a:lnTo>
                        <a:pt x="42" y="810"/>
                      </a:lnTo>
                      <a:lnTo>
                        <a:pt x="78" y="798"/>
                      </a:lnTo>
                      <a:lnTo>
                        <a:pt x="84" y="792"/>
                      </a:lnTo>
                      <a:lnTo>
                        <a:pt x="84" y="762"/>
                      </a:lnTo>
                      <a:lnTo>
                        <a:pt x="90" y="750"/>
                      </a:lnTo>
                      <a:lnTo>
                        <a:pt x="96" y="744"/>
                      </a:lnTo>
                      <a:lnTo>
                        <a:pt x="114" y="738"/>
                      </a:lnTo>
                      <a:lnTo>
                        <a:pt x="126" y="732"/>
                      </a:lnTo>
                      <a:lnTo>
                        <a:pt x="144" y="720"/>
                      </a:lnTo>
                      <a:lnTo>
                        <a:pt x="162" y="714"/>
                      </a:lnTo>
                      <a:lnTo>
                        <a:pt x="168" y="702"/>
                      </a:lnTo>
                      <a:lnTo>
                        <a:pt x="174" y="696"/>
                      </a:lnTo>
                      <a:lnTo>
                        <a:pt x="174" y="684"/>
                      </a:lnTo>
                      <a:lnTo>
                        <a:pt x="156" y="648"/>
                      </a:lnTo>
                      <a:lnTo>
                        <a:pt x="156" y="624"/>
                      </a:lnTo>
                      <a:lnTo>
                        <a:pt x="162" y="612"/>
                      </a:lnTo>
                      <a:lnTo>
                        <a:pt x="162" y="600"/>
                      </a:lnTo>
                      <a:close/>
                      <a:moveTo>
                        <a:pt x="330" y="1026"/>
                      </a:moveTo>
                      <a:lnTo>
                        <a:pt x="372" y="1056"/>
                      </a:lnTo>
                      <a:lnTo>
                        <a:pt x="372" y="1020"/>
                      </a:lnTo>
                      <a:lnTo>
                        <a:pt x="348" y="1002"/>
                      </a:lnTo>
                      <a:lnTo>
                        <a:pt x="330" y="1026"/>
                      </a:lnTo>
                      <a:close/>
                      <a:moveTo>
                        <a:pt x="660" y="840"/>
                      </a:moveTo>
                      <a:lnTo>
                        <a:pt x="660" y="816"/>
                      </a:lnTo>
                      <a:lnTo>
                        <a:pt x="654" y="804"/>
                      </a:lnTo>
                      <a:lnTo>
                        <a:pt x="654" y="792"/>
                      </a:lnTo>
                      <a:lnTo>
                        <a:pt x="642" y="780"/>
                      </a:lnTo>
                      <a:lnTo>
                        <a:pt x="630" y="774"/>
                      </a:lnTo>
                      <a:lnTo>
                        <a:pt x="600" y="744"/>
                      </a:lnTo>
                      <a:lnTo>
                        <a:pt x="588" y="738"/>
                      </a:lnTo>
                      <a:lnTo>
                        <a:pt x="582" y="738"/>
                      </a:lnTo>
                      <a:lnTo>
                        <a:pt x="576" y="744"/>
                      </a:lnTo>
                      <a:lnTo>
                        <a:pt x="582" y="750"/>
                      </a:lnTo>
                      <a:lnTo>
                        <a:pt x="588" y="762"/>
                      </a:lnTo>
                      <a:lnTo>
                        <a:pt x="594" y="768"/>
                      </a:lnTo>
                      <a:lnTo>
                        <a:pt x="606" y="774"/>
                      </a:lnTo>
                      <a:lnTo>
                        <a:pt x="606" y="786"/>
                      </a:lnTo>
                      <a:lnTo>
                        <a:pt x="600" y="786"/>
                      </a:lnTo>
                      <a:lnTo>
                        <a:pt x="588" y="792"/>
                      </a:lnTo>
                      <a:lnTo>
                        <a:pt x="570" y="792"/>
                      </a:lnTo>
                      <a:lnTo>
                        <a:pt x="558" y="798"/>
                      </a:lnTo>
                      <a:lnTo>
                        <a:pt x="546" y="798"/>
                      </a:lnTo>
                      <a:lnTo>
                        <a:pt x="546" y="828"/>
                      </a:lnTo>
                      <a:lnTo>
                        <a:pt x="528" y="828"/>
                      </a:lnTo>
                      <a:lnTo>
                        <a:pt x="522" y="846"/>
                      </a:lnTo>
                      <a:lnTo>
                        <a:pt x="498" y="864"/>
                      </a:lnTo>
                      <a:lnTo>
                        <a:pt x="492" y="864"/>
                      </a:lnTo>
                      <a:lnTo>
                        <a:pt x="486" y="858"/>
                      </a:lnTo>
                      <a:lnTo>
                        <a:pt x="474" y="852"/>
                      </a:lnTo>
                      <a:lnTo>
                        <a:pt x="462" y="852"/>
                      </a:lnTo>
                      <a:lnTo>
                        <a:pt x="450" y="846"/>
                      </a:lnTo>
                      <a:lnTo>
                        <a:pt x="438" y="858"/>
                      </a:lnTo>
                      <a:lnTo>
                        <a:pt x="432" y="870"/>
                      </a:lnTo>
                      <a:lnTo>
                        <a:pt x="420" y="882"/>
                      </a:lnTo>
                      <a:lnTo>
                        <a:pt x="414" y="894"/>
                      </a:lnTo>
                      <a:lnTo>
                        <a:pt x="408" y="900"/>
                      </a:lnTo>
                      <a:lnTo>
                        <a:pt x="408" y="906"/>
                      </a:lnTo>
                      <a:lnTo>
                        <a:pt x="408" y="900"/>
                      </a:lnTo>
                      <a:lnTo>
                        <a:pt x="396" y="888"/>
                      </a:lnTo>
                      <a:lnTo>
                        <a:pt x="384" y="888"/>
                      </a:lnTo>
                      <a:lnTo>
                        <a:pt x="378" y="900"/>
                      </a:lnTo>
                      <a:lnTo>
                        <a:pt x="378" y="912"/>
                      </a:lnTo>
                      <a:lnTo>
                        <a:pt x="372" y="924"/>
                      </a:lnTo>
                      <a:lnTo>
                        <a:pt x="366" y="930"/>
                      </a:lnTo>
                      <a:lnTo>
                        <a:pt x="360" y="942"/>
                      </a:lnTo>
                      <a:lnTo>
                        <a:pt x="384" y="960"/>
                      </a:lnTo>
                      <a:lnTo>
                        <a:pt x="402" y="942"/>
                      </a:lnTo>
                      <a:lnTo>
                        <a:pt x="414" y="966"/>
                      </a:lnTo>
                      <a:lnTo>
                        <a:pt x="420" y="960"/>
                      </a:lnTo>
                      <a:lnTo>
                        <a:pt x="432" y="954"/>
                      </a:lnTo>
                      <a:lnTo>
                        <a:pt x="450" y="936"/>
                      </a:lnTo>
                      <a:lnTo>
                        <a:pt x="462" y="930"/>
                      </a:lnTo>
                      <a:lnTo>
                        <a:pt x="474" y="930"/>
                      </a:lnTo>
                      <a:lnTo>
                        <a:pt x="498" y="954"/>
                      </a:lnTo>
                      <a:lnTo>
                        <a:pt x="510" y="960"/>
                      </a:lnTo>
                      <a:lnTo>
                        <a:pt x="492" y="978"/>
                      </a:lnTo>
                      <a:lnTo>
                        <a:pt x="492" y="990"/>
                      </a:lnTo>
                      <a:lnTo>
                        <a:pt x="510" y="1026"/>
                      </a:lnTo>
                      <a:lnTo>
                        <a:pt x="522" y="1044"/>
                      </a:lnTo>
                      <a:lnTo>
                        <a:pt x="534" y="1056"/>
                      </a:lnTo>
                      <a:lnTo>
                        <a:pt x="546" y="1062"/>
                      </a:lnTo>
                      <a:lnTo>
                        <a:pt x="558" y="1062"/>
                      </a:lnTo>
                      <a:lnTo>
                        <a:pt x="570" y="1068"/>
                      </a:lnTo>
                      <a:lnTo>
                        <a:pt x="582" y="1068"/>
                      </a:lnTo>
                      <a:lnTo>
                        <a:pt x="606" y="1050"/>
                      </a:lnTo>
                      <a:lnTo>
                        <a:pt x="606" y="1074"/>
                      </a:lnTo>
                      <a:lnTo>
                        <a:pt x="630" y="1074"/>
                      </a:lnTo>
                      <a:lnTo>
                        <a:pt x="630" y="1038"/>
                      </a:lnTo>
                      <a:lnTo>
                        <a:pt x="624" y="1032"/>
                      </a:lnTo>
                      <a:lnTo>
                        <a:pt x="606" y="996"/>
                      </a:lnTo>
                      <a:lnTo>
                        <a:pt x="606" y="984"/>
                      </a:lnTo>
                      <a:lnTo>
                        <a:pt x="612" y="972"/>
                      </a:lnTo>
                      <a:lnTo>
                        <a:pt x="624" y="960"/>
                      </a:lnTo>
                      <a:lnTo>
                        <a:pt x="654" y="1014"/>
                      </a:lnTo>
                      <a:lnTo>
                        <a:pt x="654" y="1008"/>
                      </a:lnTo>
                      <a:lnTo>
                        <a:pt x="660" y="1002"/>
                      </a:lnTo>
                      <a:lnTo>
                        <a:pt x="672" y="978"/>
                      </a:lnTo>
                      <a:lnTo>
                        <a:pt x="678" y="960"/>
                      </a:lnTo>
                      <a:lnTo>
                        <a:pt x="678" y="936"/>
                      </a:lnTo>
                      <a:lnTo>
                        <a:pt x="672" y="918"/>
                      </a:lnTo>
                      <a:lnTo>
                        <a:pt x="666" y="912"/>
                      </a:lnTo>
                      <a:lnTo>
                        <a:pt x="660" y="900"/>
                      </a:lnTo>
                      <a:lnTo>
                        <a:pt x="660" y="840"/>
                      </a:lnTo>
                      <a:close/>
                      <a:moveTo>
                        <a:pt x="330" y="384"/>
                      </a:moveTo>
                      <a:lnTo>
                        <a:pt x="348" y="384"/>
                      </a:lnTo>
                      <a:lnTo>
                        <a:pt x="354" y="390"/>
                      </a:lnTo>
                      <a:lnTo>
                        <a:pt x="366" y="396"/>
                      </a:lnTo>
                      <a:lnTo>
                        <a:pt x="366" y="408"/>
                      </a:lnTo>
                      <a:lnTo>
                        <a:pt x="372" y="420"/>
                      </a:lnTo>
                      <a:lnTo>
                        <a:pt x="384" y="438"/>
                      </a:lnTo>
                      <a:lnTo>
                        <a:pt x="396" y="450"/>
                      </a:lnTo>
                      <a:lnTo>
                        <a:pt x="414" y="462"/>
                      </a:lnTo>
                      <a:lnTo>
                        <a:pt x="432" y="462"/>
                      </a:lnTo>
                      <a:lnTo>
                        <a:pt x="444" y="438"/>
                      </a:lnTo>
                      <a:lnTo>
                        <a:pt x="444" y="426"/>
                      </a:lnTo>
                      <a:lnTo>
                        <a:pt x="432" y="402"/>
                      </a:lnTo>
                      <a:lnTo>
                        <a:pt x="420" y="396"/>
                      </a:lnTo>
                      <a:lnTo>
                        <a:pt x="408" y="396"/>
                      </a:lnTo>
                      <a:lnTo>
                        <a:pt x="408" y="390"/>
                      </a:lnTo>
                      <a:lnTo>
                        <a:pt x="414" y="384"/>
                      </a:lnTo>
                      <a:lnTo>
                        <a:pt x="414" y="378"/>
                      </a:lnTo>
                      <a:lnTo>
                        <a:pt x="420" y="372"/>
                      </a:lnTo>
                      <a:lnTo>
                        <a:pt x="408" y="372"/>
                      </a:lnTo>
                      <a:lnTo>
                        <a:pt x="396" y="366"/>
                      </a:lnTo>
                      <a:lnTo>
                        <a:pt x="390" y="360"/>
                      </a:lnTo>
                      <a:lnTo>
                        <a:pt x="372" y="360"/>
                      </a:lnTo>
                      <a:lnTo>
                        <a:pt x="366" y="366"/>
                      </a:lnTo>
                      <a:lnTo>
                        <a:pt x="354" y="372"/>
                      </a:lnTo>
                      <a:lnTo>
                        <a:pt x="342" y="360"/>
                      </a:lnTo>
                      <a:lnTo>
                        <a:pt x="330" y="354"/>
                      </a:lnTo>
                      <a:lnTo>
                        <a:pt x="312" y="354"/>
                      </a:lnTo>
                      <a:lnTo>
                        <a:pt x="300" y="366"/>
                      </a:lnTo>
                      <a:lnTo>
                        <a:pt x="288" y="372"/>
                      </a:lnTo>
                      <a:lnTo>
                        <a:pt x="282" y="372"/>
                      </a:lnTo>
                      <a:lnTo>
                        <a:pt x="264" y="354"/>
                      </a:lnTo>
                      <a:lnTo>
                        <a:pt x="258" y="342"/>
                      </a:lnTo>
                      <a:lnTo>
                        <a:pt x="258" y="252"/>
                      </a:lnTo>
                      <a:lnTo>
                        <a:pt x="270" y="228"/>
                      </a:lnTo>
                      <a:lnTo>
                        <a:pt x="270" y="222"/>
                      </a:lnTo>
                      <a:lnTo>
                        <a:pt x="288" y="204"/>
                      </a:lnTo>
                      <a:lnTo>
                        <a:pt x="288" y="174"/>
                      </a:lnTo>
                      <a:lnTo>
                        <a:pt x="276" y="150"/>
                      </a:lnTo>
                      <a:lnTo>
                        <a:pt x="276" y="126"/>
                      </a:lnTo>
                      <a:lnTo>
                        <a:pt x="282" y="108"/>
                      </a:lnTo>
                      <a:lnTo>
                        <a:pt x="282" y="72"/>
                      </a:lnTo>
                      <a:lnTo>
                        <a:pt x="264" y="54"/>
                      </a:lnTo>
                      <a:lnTo>
                        <a:pt x="264" y="36"/>
                      </a:lnTo>
                      <a:lnTo>
                        <a:pt x="258" y="30"/>
                      </a:lnTo>
                      <a:lnTo>
                        <a:pt x="258" y="6"/>
                      </a:lnTo>
                      <a:lnTo>
                        <a:pt x="252" y="0"/>
                      </a:lnTo>
                      <a:lnTo>
                        <a:pt x="240" y="0"/>
                      </a:lnTo>
                      <a:lnTo>
                        <a:pt x="234" y="6"/>
                      </a:lnTo>
                      <a:lnTo>
                        <a:pt x="234" y="12"/>
                      </a:lnTo>
                      <a:lnTo>
                        <a:pt x="228" y="18"/>
                      </a:lnTo>
                      <a:lnTo>
                        <a:pt x="216" y="24"/>
                      </a:lnTo>
                      <a:lnTo>
                        <a:pt x="204" y="24"/>
                      </a:lnTo>
                      <a:lnTo>
                        <a:pt x="192" y="18"/>
                      </a:lnTo>
                      <a:lnTo>
                        <a:pt x="186" y="12"/>
                      </a:lnTo>
                      <a:lnTo>
                        <a:pt x="174" y="12"/>
                      </a:lnTo>
                      <a:lnTo>
                        <a:pt x="162" y="18"/>
                      </a:lnTo>
                      <a:lnTo>
                        <a:pt x="162" y="36"/>
                      </a:lnTo>
                      <a:lnTo>
                        <a:pt x="156" y="42"/>
                      </a:lnTo>
                      <a:lnTo>
                        <a:pt x="156" y="48"/>
                      </a:lnTo>
                      <a:lnTo>
                        <a:pt x="144" y="72"/>
                      </a:lnTo>
                      <a:lnTo>
                        <a:pt x="132" y="84"/>
                      </a:lnTo>
                      <a:lnTo>
                        <a:pt x="132" y="96"/>
                      </a:lnTo>
                      <a:lnTo>
                        <a:pt x="138" y="102"/>
                      </a:lnTo>
                      <a:lnTo>
                        <a:pt x="144" y="114"/>
                      </a:lnTo>
                      <a:lnTo>
                        <a:pt x="150" y="132"/>
                      </a:lnTo>
                      <a:lnTo>
                        <a:pt x="156" y="138"/>
                      </a:lnTo>
                      <a:lnTo>
                        <a:pt x="156" y="150"/>
                      </a:lnTo>
                      <a:lnTo>
                        <a:pt x="150" y="162"/>
                      </a:lnTo>
                      <a:lnTo>
                        <a:pt x="150" y="168"/>
                      </a:lnTo>
                      <a:lnTo>
                        <a:pt x="144" y="174"/>
                      </a:lnTo>
                      <a:lnTo>
                        <a:pt x="138" y="186"/>
                      </a:lnTo>
                      <a:lnTo>
                        <a:pt x="138" y="198"/>
                      </a:lnTo>
                      <a:lnTo>
                        <a:pt x="150" y="210"/>
                      </a:lnTo>
                      <a:lnTo>
                        <a:pt x="150" y="216"/>
                      </a:lnTo>
                      <a:lnTo>
                        <a:pt x="144" y="222"/>
                      </a:lnTo>
                      <a:lnTo>
                        <a:pt x="138" y="222"/>
                      </a:lnTo>
                      <a:lnTo>
                        <a:pt x="126" y="228"/>
                      </a:lnTo>
                      <a:lnTo>
                        <a:pt x="120" y="228"/>
                      </a:lnTo>
                      <a:lnTo>
                        <a:pt x="120" y="210"/>
                      </a:lnTo>
                      <a:lnTo>
                        <a:pt x="114" y="204"/>
                      </a:lnTo>
                      <a:lnTo>
                        <a:pt x="114" y="252"/>
                      </a:lnTo>
                      <a:lnTo>
                        <a:pt x="150" y="306"/>
                      </a:lnTo>
                      <a:lnTo>
                        <a:pt x="174" y="330"/>
                      </a:lnTo>
                      <a:lnTo>
                        <a:pt x="186" y="348"/>
                      </a:lnTo>
                      <a:lnTo>
                        <a:pt x="204" y="384"/>
                      </a:lnTo>
                      <a:lnTo>
                        <a:pt x="216" y="402"/>
                      </a:lnTo>
                      <a:lnTo>
                        <a:pt x="228" y="408"/>
                      </a:lnTo>
                      <a:lnTo>
                        <a:pt x="252" y="408"/>
                      </a:lnTo>
                      <a:lnTo>
                        <a:pt x="258" y="396"/>
                      </a:lnTo>
                      <a:lnTo>
                        <a:pt x="270" y="390"/>
                      </a:lnTo>
                      <a:lnTo>
                        <a:pt x="276" y="384"/>
                      </a:lnTo>
                      <a:lnTo>
                        <a:pt x="288" y="384"/>
                      </a:lnTo>
                      <a:lnTo>
                        <a:pt x="294" y="396"/>
                      </a:lnTo>
                      <a:lnTo>
                        <a:pt x="306" y="402"/>
                      </a:lnTo>
                      <a:lnTo>
                        <a:pt x="324" y="420"/>
                      </a:lnTo>
                      <a:lnTo>
                        <a:pt x="342" y="420"/>
                      </a:lnTo>
                      <a:lnTo>
                        <a:pt x="342" y="402"/>
                      </a:lnTo>
                      <a:lnTo>
                        <a:pt x="336" y="396"/>
                      </a:lnTo>
                      <a:lnTo>
                        <a:pt x="330" y="384"/>
                      </a:lnTo>
                      <a:close/>
                      <a:moveTo>
                        <a:pt x="258" y="432"/>
                      </a:moveTo>
                      <a:lnTo>
                        <a:pt x="246" y="426"/>
                      </a:lnTo>
                      <a:lnTo>
                        <a:pt x="204" y="426"/>
                      </a:lnTo>
                      <a:lnTo>
                        <a:pt x="234" y="468"/>
                      </a:lnTo>
                      <a:lnTo>
                        <a:pt x="258" y="534"/>
                      </a:lnTo>
                      <a:lnTo>
                        <a:pt x="270" y="528"/>
                      </a:lnTo>
                      <a:lnTo>
                        <a:pt x="276" y="516"/>
                      </a:lnTo>
                      <a:lnTo>
                        <a:pt x="282" y="510"/>
                      </a:lnTo>
                      <a:lnTo>
                        <a:pt x="282" y="486"/>
                      </a:lnTo>
                      <a:lnTo>
                        <a:pt x="276" y="480"/>
                      </a:lnTo>
                      <a:lnTo>
                        <a:pt x="270" y="468"/>
                      </a:lnTo>
                      <a:lnTo>
                        <a:pt x="270" y="450"/>
                      </a:lnTo>
                      <a:lnTo>
                        <a:pt x="264" y="438"/>
                      </a:lnTo>
                      <a:lnTo>
                        <a:pt x="258" y="432"/>
                      </a:lnTo>
                      <a:close/>
                      <a:moveTo>
                        <a:pt x="330" y="648"/>
                      </a:moveTo>
                      <a:lnTo>
                        <a:pt x="336" y="660"/>
                      </a:lnTo>
                      <a:lnTo>
                        <a:pt x="354" y="678"/>
                      </a:lnTo>
                      <a:lnTo>
                        <a:pt x="360" y="672"/>
                      </a:lnTo>
                      <a:lnTo>
                        <a:pt x="372" y="666"/>
                      </a:lnTo>
                      <a:lnTo>
                        <a:pt x="378" y="660"/>
                      </a:lnTo>
                      <a:lnTo>
                        <a:pt x="384" y="660"/>
                      </a:lnTo>
                      <a:lnTo>
                        <a:pt x="390" y="666"/>
                      </a:lnTo>
                      <a:lnTo>
                        <a:pt x="390" y="696"/>
                      </a:lnTo>
                      <a:lnTo>
                        <a:pt x="402" y="708"/>
                      </a:lnTo>
                      <a:lnTo>
                        <a:pt x="396" y="720"/>
                      </a:lnTo>
                      <a:lnTo>
                        <a:pt x="390" y="726"/>
                      </a:lnTo>
                      <a:lnTo>
                        <a:pt x="372" y="762"/>
                      </a:lnTo>
                      <a:lnTo>
                        <a:pt x="372" y="786"/>
                      </a:lnTo>
                      <a:lnTo>
                        <a:pt x="378" y="792"/>
                      </a:lnTo>
                      <a:lnTo>
                        <a:pt x="384" y="804"/>
                      </a:lnTo>
                      <a:lnTo>
                        <a:pt x="396" y="804"/>
                      </a:lnTo>
                      <a:lnTo>
                        <a:pt x="408" y="798"/>
                      </a:lnTo>
                      <a:lnTo>
                        <a:pt x="420" y="798"/>
                      </a:lnTo>
                      <a:lnTo>
                        <a:pt x="432" y="792"/>
                      </a:lnTo>
                      <a:lnTo>
                        <a:pt x="438" y="786"/>
                      </a:lnTo>
                      <a:lnTo>
                        <a:pt x="438" y="768"/>
                      </a:lnTo>
                      <a:lnTo>
                        <a:pt x="432" y="756"/>
                      </a:lnTo>
                      <a:lnTo>
                        <a:pt x="426" y="738"/>
                      </a:lnTo>
                      <a:lnTo>
                        <a:pt x="426" y="726"/>
                      </a:lnTo>
                      <a:lnTo>
                        <a:pt x="432" y="714"/>
                      </a:lnTo>
                      <a:lnTo>
                        <a:pt x="444" y="678"/>
                      </a:lnTo>
                      <a:lnTo>
                        <a:pt x="444" y="660"/>
                      </a:lnTo>
                      <a:lnTo>
                        <a:pt x="438" y="648"/>
                      </a:lnTo>
                      <a:lnTo>
                        <a:pt x="432" y="642"/>
                      </a:lnTo>
                      <a:lnTo>
                        <a:pt x="426" y="642"/>
                      </a:lnTo>
                      <a:lnTo>
                        <a:pt x="414" y="654"/>
                      </a:lnTo>
                      <a:lnTo>
                        <a:pt x="402" y="660"/>
                      </a:lnTo>
                      <a:lnTo>
                        <a:pt x="396" y="660"/>
                      </a:lnTo>
                      <a:lnTo>
                        <a:pt x="396" y="648"/>
                      </a:lnTo>
                      <a:lnTo>
                        <a:pt x="408" y="624"/>
                      </a:lnTo>
                      <a:lnTo>
                        <a:pt x="408" y="612"/>
                      </a:lnTo>
                      <a:lnTo>
                        <a:pt x="414" y="600"/>
                      </a:lnTo>
                      <a:lnTo>
                        <a:pt x="414" y="594"/>
                      </a:lnTo>
                      <a:lnTo>
                        <a:pt x="408" y="588"/>
                      </a:lnTo>
                      <a:lnTo>
                        <a:pt x="372" y="570"/>
                      </a:lnTo>
                      <a:lnTo>
                        <a:pt x="366" y="564"/>
                      </a:lnTo>
                      <a:lnTo>
                        <a:pt x="330" y="564"/>
                      </a:lnTo>
                      <a:lnTo>
                        <a:pt x="324" y="570"/>
                      </a:lnTo>
                      <a:lnTo>
                        <a:pt x="324" y="576"/>
                      </a:lnTo>
                      <a:lnTo>
                        <a:pt x="330" y="582"/>
                      </a:lnTo>
                      <a:lnTo>
                        <a:pt x="336" y="582"/>
                      </a:lnTo>
                      <a:lnTo>
                        <a:pt x="342" y="594"/>
                      </a:lnTo>
                      <a:lnTo>
                        <a:pt x="342" y="600"/>
                      </a:lnTo>
                      <a:lnTo>
                        <a:pt x="336" y="606"/>
                      </a:lnTo>
                      <a:lnTo>
                        <a:pt x="336" y="618"/>
                      </a:lnTo>
                      <a:lnTo>
                        <a:pt x="330" y="630"/>
                      </a:lnTo>
                      <a:lnTo>
                        <a:pt x="330" y="648"/>
                      </a:lnTo>
                      <a:close/>
                    </a:path>
                  </a:pathLst>
                </a:custGeom>
                <a:solidFill>
                  <a:srgbClr val="572772"/>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20" name="Peru" descr="© INSCALE GmbH, 05.05.2010&#10;http://www.presentationload.com/">
                  <a:extLst>
                    <a:ext uri="{FF2B5EF4-FFF2-40B4-BE49-F238E27FC236}">
                      <a16:creationId xmlns:a16="http://schemas.microsoft.com/office/drawing/2014/main" id="{D6B688FC-BA35-4C93-9CA6-84349782E6FD}"/>
                    </a:ext>
                  </a:extLst>
                </p:cNvPr>
                <p:cNvSpPr>
                  <a:spLocks/>
                </p:cNvSpPr>
                <p:nvPr/>
              </p:nvSpPr>
              <p:spPr bwMode="gray">
                <a:xfrm>
                  <a:off x="2995306" y="3876314"/>
                  <a:ext cx="425715" cy="673022"/>
                </a:xfrm>
                <a:custGeom>
                  <a:avLst/>
                  <a:gdLst>
                    <a:gd name="T0" fmla="*/ 2147483647 w 942"/>
                    <a:gd name="T1" fmla="*/ 2147483647 h 1488"/>
                    <a:gd name="T2" fmla="*/ 2147483647 w 942"/>
                    <a:gd name="T3" fmla="*/ 2147483647 h 1488"/>
                    <a:gd name="T4" fmla="*/ 2147483647 w 942"/>
                    <a:gd name="T5" fmla="*/ 2147483647 h 1488"/>
                    <a:gd name="T6" fmla="*/ 2147483647 w 942"/>
                    <a:gd name="T7" fmla="*/ 2147483647 h 1488"/>
                    <a:gd name="T8" fmla="*/ 2147483647 w 942"/>
                    <a:gd name="T9" fmla="*/ 2147483647 h 1488"/>
                    <a:gd name="T10" fmla="*/ 2147483647 w 942"/>
                    <a:gd name="T11" fmla="*/ 2147483647 h 1488"/>
                    <a:gd name="T12" fmla="*/ 2147483647 w 942"/>
                    <a:gd name="T13" fmla="*/ 2147483647 h 1488"/>
                    <a:gd name="T14" fmla="*/ 2147483647 w 942"/>
                    <a:gd name="T15" fmla="*/ 2147483647 h 1488"/>
                    <a:gd name="T16" fmla="*/ 2147483647 w 942"/>
                    <a:gd name="T17" fmla="*/ 2147483647 h 1488"/>
                    <a:gd name="T18" fmla="*/ 2147483647 w 942"/>
                    <a:gd name="T19" fmla="*/ 2147483647 h 1488"/>
                    <a:gd name="T20" fmla="*/ 2147483647 w 942"/>
                    <a:gd name="T21" fmla="*/ 2147483647 h 1488"/>
                    <a:gd name="T22" fmla="*/ 2147483647 w 942"/>
                    <a:gd name="T23" fmla="*/ 2147483647 h 1488"/>
                    <a:gd name="T24" fmla="*/ 2147483647 w 942"/>
                    <a:gd name="T25" fmla="*/ 2147483647 h 1488"/>
                    <a:gd name="T26" fmla="*/ 2147483647 w 942"/>
                    <a:gd name="T27" fmla="*/ 2147483647 h 1488"/>
                    <a:gd name="T28" fmla="*/ 2147483647 w 942"/>
                    <a:gd name="T29" fmla="*/ 2147483647 h 1488"/>
                    <a:gd name="T30" fmla="*/ 2147483647 w 942"/>
                    <a:gd name="T31" fmla="*/ 2147483647 h 1488"/>
                    <a:gd name="T32" fmla="*/ 2147483647 w 942"/>
                    <a:gd name="T33" fmla="*/ 2147483647 h 1488"/>
                    <a:gd name="T34" fmla="*/ 2147483647 w 942"/>
                    <a:gd name="T35" fmla="*/ 2147483647 h 1488"/>
                    <a:gd name="T36" fmla="*/ 2147483647 w 942"/>
                    <a:gd name="T37" fmla="*/ 2147483647 h 1488"/>
                    <a:gd name="T38" fmla="*/ 2147483647 w 942"/>
                    <a:gd name="T39" fmla="*/ 2147483647 h 1488"/>
                    <a:gd name="T40" fmla="*/ 2147483647 w 942"/>
                    <a:gd name="T41" fmla="*/ 2147483647 h 1488"/>
                    <a:gd name="T42" fmla="*/ 2147483647 w 942"/>
                    <a:gd name="T43" fmla="*/ 2147483647 h 1488"/>
                    <a:gd name="T44" fmla="*/ 2147483647 w 942"/>
                    <a:gd name="T45" fmla="*/ 2147483647 h 1488"/>
                    <a:gd name="T46" fmla="*/ 2147483647 w 942"/>
                    <a:gd name="T47" fmla="*/ 2147483647 h 1488"/>
                    <a:gd name="T48" fmla="*/ 2147483647 w 942"/>
                    <a:gd name="T49" fmla="*/ 2147483647 h 1488"/>
                    <a:gd name="T50" fmla="*/ 2147483647 w 942"/>
                    <a:gd name="T51" fmla="*/ 2147483647 h 1488"/>
                    <a:gd name="T52" fmla="*/ 2147483647 w 942"/>
                    <a:gd name="T53" fmla="*/ 2147483647 h 1488"/>
                    <a:gd name="T54" fmla="*/ 2147483647 w 942"/>
                    <a:gd name="T55" fmla="*/ 2147483647 h 1488"/>
                    <a:gd name="T56" fmla="*/ 2147483647 w 942"/>
                    <a:gd name="T57" fmla="*/ 2147483647 h 1488"/>
                    <a:gd name="T58" fmla="*/ 2147483647 w 942"/>
                    <a:gd name="T59" fmla="*/ 2147483647 h 1488"/>
                    <a:gd name="T60" fmla="*/ 2147483647 w 942"/>
                    <a:gd name="T61" fmla="*/ 2147483647 h 1488"/>
                    <a:gd name="T62" fmla="*/ 2147483647 w 942"/>
                    <a:gd name="T63" fmla="*/ 0 h 1488"/>
                    <a:gd name="T64" fmla="*/ 2147483647 w 942"/>
                    <a:gd name="T65" fmla="*/ 2147483647 h 1488"/>
                    <a:gd name="T66" fmla="*/ 2147483647 w 942"/>
                    <a:gd name="T67" fmla="*/ 2147483647 h 1488"/>
                    <a:gd name="T68" fmla="*/ 2147483647 w 942"/>
                    <a:gd name="T69" fmla="*/ 2147483647 h 1488"/>
                    <a:gd name="T70" fmla="*/ 2147483647 w 942"/>
                    <a:gd name="T71" fmla="*/ 2147483647 h 1488"/>
                    <a:gd name="T72" fmla="*/ 2147483647 w 942"/>
                    <a:gd name="T73" fmla="*/ 2147483647 h 1488"/>
                    <a:gd name="T74" fmla="*/ 2147483647 w 942"/>
                    <a:gd name="T75" fmla="*/ 2147483647 h 1488"/>
                    <a:gd name="T76" fmla="*/ 2147483647 w 942"/>
                    <a:gd name="T77" fmla="*/ 2147483647 h 1488"/>
                    <a:gd name="T78" fmla="*/ 2147483647 w 942"/>
                    <a:gd name="T79" fmla="*/ 2147483647 h 1488"/>
                    <a:gd name="T80" fmla="*/ 2147483647 w 942"/>
                    <a:gd name="T81" fmla="*/ 2147483647 h 1488"/>
                    <a:gd name="T82" fmla="*/ 2147483647 w 942"/>
                    <a:gd name="T83" fmla="*/ 2147483647 h 1488"/>
                    <a:gd name="T84" fmla="*/ 0 w 942"/>
                    <a:gd name="T85" fmla="*/ 2147483647 h 1488"/>
                    <a:gd name="T86" fmla="*/ 2147483647 w 942"/>
                    <a:gd name="T87" fmla="*/ 2147483647 h 1488"/>
                    <a:gd name="T88" fmla="*/ 2147483647 w 942"/>
                    <a:gd name="T89" fmla="*/ 2147483647 h 1488"/>
                    <a:gd name="T90" fmla="*/ 2147483647 w 942"/>
                    <a:gd name="T91" fmla="*/ 2147483647 h 1488"/>
                    <a:gd name="T92" fmla="*/ 2147483647 w 942"/>
                    <a:gd name="T93" fmla="*/ 2147483647 h 1488"/>
                    <a:gd name="T94" fmla="*/ 2147483647 w 942"/>
                    <a:gd name="T95" fmla="*/ 2147483647 h 1488"/>
                    <a:gd name="T96" fmla="*/ 2147483647 w 942"/>
                    <a:gd name="T97" fmla="*/ 2147483647 h 1488"/>
                    <a:gd name="T98" fmla="*/ 2147483647 w 942"/>
                    <a:gd name="T99" fmla="*/ 2147483647 h 1488"/>
                    <a:gd name="T100" fmla="*/ 2147483647 w 942"/>
                    <a:gd name="T101" fmla="*/ 2147483647 h 1488"/>
                    <a:gd name="T102" fmla="*/ 2147483647 w 942"/>
                    <a:gd name="T103" fmla="*/ 2147483647 h 1488"/>
                    <a:gd name="T104" fmla="*/ 2147483647 w 942"/>
                    <a:gd name="T105" fmla="*/ 2147483647 h 1488"/>
                    <a:gd name="T106" fmla="*/ 2147483647 w 942"/>
                    <a:gd name="T107" fmla="*/ 2147483647 h 1488"/>
                    <a:gd name="T108" fmla="*/ 2147483647 w 942"/>
                    <a:gd name="T109" fmla="*/ 2147483647 h 1488"/>
                    <a:gd name="T110" fmla="*/ 2147483647 w 942"/>
                    <a:gd name="T111" fmla="*/ 2147483647 h 1488"/>
                    <a:gd name="T112" fmla="*/ 2147483647 w 942"/>
                    <a:gd name="T113" fmla="*/ 2147483647 h 1488"/>
                    <a:gd name="T114" fmla="*/ 2147483647 w 942"/>
                    <a:gd name="T115" fmla="*/ 2147483647 h 1488"/>
                    <a:gd name="T116" fmla="*/ 2147483647 w 942"/>
                    <a:gd name="T117" fmla="*/ 2147483647 h 1488"/>
                    <a:gd name="T118" fmla="*/ 2147483647 w 942"/>
                    <a:gd name="T119" fmla="*/ 2147483647 h 1488"/>
                    <a:gd name="T120" fmla="*/ 2147483647 w 942"/>
                    <a:gd name="T121" fmla="*/ 2147483647 h 148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942"/>
                    <a:gd name="T184" fmla="*/ 0 h 1488"/>
                    <a:gd name="T185" fmla="*/ 942 w 942"/>
                    <a:gd name="T186" fmla="*/ 1488 h 1488"/>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942" h="1488">
                      <a:moveTo>
                        <a:pt x="930" y="1320"/>
                      </a:moveTo>
                      <a:lnTo>
                        <a:pt x="924" y="1314"/>
                      </a:lnTo>
                      <a:lnTo>
                        <a:pt x="912" y="1308"/>
                      </a:lnTo>
                      <a:lnTo>
                        <a:pt x="888" y="1284"/>
                      </a:lnTo>
                      <a:lnTo>
                        <a:pt x="864" y="1284"/>
                      </a:lnTo>
                      <a:lnTo>
                        <a:pt x="858" y="1278"/>
                      </a:lnTo>
                      <a:lnTo>
                        <a:pt x="870" y="1260"/>
                      </a:lnTo>
                      <a:lnTo>
                        <a:pt x="870" y="1230"/>
                      </a:lnTo>
                      <a:lnTo>
                        <a:pt x="882" y="1230"/>
                      </a:lnTo>
                      <a:lnTo>
                        <a:pt x="906" y="1254"/>
                      </a:lnTo>
                      <a:lnTo>
                        <a:pt x="918" y="1236"/>
                      </a:lnTo>
                      <a:lnTo>
                        <a:pt x="918" y="1230"/>
                      </a:lnTo>
                      <a:lnTo>
                        <a:pt x="912" y="1224"/>
                      </a:lnTo>
                      <a:lnTo>
                        <a:pt x="906" y="1212"/>
                      </a:lnTo>
                      <a:lnTo>
                        <a:pt x="900" y="1194"/>
                      </a:lnTo>
                      <a:lnTo>
                        <a:pt x="912" y="1170"/>
                      </a:lnTo>
                      <a:lnTo>
                        <a:pt x="924" y="1158"/>
                      </a:lnTo>
                      <a:lnTo>
                        <a:pt x="930" y="1146"/>
                      </a:lnTo>
                      <a:lnTo>
                        <a:pt x="930" y="1140"/>
                      </a:lnTo>
                      <a:lnTo>
                        <a:pt x="924" y="1128"/>
                      </a:lnTo>
                      <a:lnTo>
                        <a:pt x="912" y="1116"/>
                      </a:lnTo>
                      <a:lnTo>
                        <a:pt x="906" y="1116"/>
                      </a:lnTo>
                      <a:lnTo>
                        <a:pt x="924" y="1086"/>
                      </a:lnTo>
                      <a:lnTo>
                        <a:pt x="912" y="1038"/>
                      </a:lnTo>
                      <a:lnTo>
                        <a:pt x="918" y="1032"/>
                      </a:lnTo>
                      <a:lnTo>
                        <a:pt x="924" y="1020"/>
                      </a:lnTo>
                      <a:lnTo>
                        <a:pt x="930" y="1014"/>
                      </a:lnTo>
                      <a:lnTo>
                        <a:pt x="930" y="1002"/>
                      </a:lnTo>
                      <a:lnTo>
                        <a:pt x="918" y="978"/>
                      </a:lnTo>
                      <a:lnTo>
                        <a:pt x="906" y="960"/>
                      </a:lnTo>
                      <a:lnTo>
                        <a:pt x="894" y="948"/>
                      </a:lnTo>
                      <a:lnTo>
                        <a:pt x="882" y="930"/>
                      </a:lnTo>
                      <a:lnTo>
                        <a:pt x="870" y="918"/>
                      </a:lnTo>
                      <a:lnTo>
                        <a:pt x="864" y="900"/>
                      </a:lnTo>
                      <a:lnTo>
                        <a:pt x="864" y="882"/>
                      </a:lnTo>
                      <a:lnTo>
                        <a:pt x="828" y="882"/>
                      </a:lnTo>
                      <a:lnTo>
                        <a:pt x="822" y="888"/>
                      </a:lnTo>
                      <a:lnTo>
                        <a:pt x="816" y="888"/>
                      </a:lnTo>
                      <a:lnTo>
                        <a:pt x="816" y="894"/>
                      </a:lnTo>
                      <a:lnTo>
                        <a:pt x="804" y="894"/>
                      </a:lnTo>
                      <a:lnTo>
                        <a:pt x="798" y="888"/>
                      </a:lnTo>
                      <a:lnTo>
                        <a:pt x="798" y="882"/>
                      </a:lnTo>
                      <a:lnTo>
                        <a:pt x="786" y="888"/>
                      </a:lnTo>
                      <a:lnTo>
                        <a:pt x="786" y="858"/>
                      </a:lnTo>
                      <a:lnTo>
                        <a:pt x="780" y="840"/>
                      </a:lnTo>
                      <a:lnTo>
                        <a:pt x="780" y="828"/>
                      </a:lnTo>
                      <a:lnTo>
                        <a:pt x="786" y="816"/>
                      </a:lnTo>
                      <a:lnTo>
                        <a:pt x="786" y="804"/>
                      </a:lnTo>
                      <a:lnTo>
                        <a:pt x="792" y="798"/>
                      </a:lnTo>
                      <a:lnTo>
                        <a:pt x="792" y="780"/>
                      </a:lnTo>
                      <a:lnTo>
                        <a:pt x="786" y="768"/>
                      </a:lnTo>
                      <a:lnTo>
                        <a:pt x="786" y="756"/>
                      </a:lnTo>
                      <a:lnTo>
                        <a:pt x="732" y="804"/>
                      </a:lnTo>
                      <a:lnTo>
                        <a:pt x="672" y="810"/>
                      </a:lnTo>
                      <a:lnTo>
                        <a:pt x="672" y="804"/>
                      </a:lnTo>
                      <a:lnTo>
                        <a:pt x="666" y="798"/>
                      </a:lnTo>
                      <a:lnTo>
                        <a:pt x="660" y="786"/>
                      </a:lnTo>
                      <a:lnTo>
                        <a:pt x="660" y="774"/>
                      </a:lnTo>
                      <a:lnTo>
                        <a:pt x="654" y="768"/>
                      </a:lnTo>
                      <a:lnTo>
                        <a:pt x="648" y="768"/>
                      </a:lnTo>
                      <a:lnTo>
                        <a:pt x="636" y="762"/>
                      </a:lnTo>
                      <a:lnTo>
                        <a:pt x="594" y="762"/>
                      </a:lnTo>
                      <a:lnTo>
                        <a:pt x="600" y="756"/>
                      </a:lnTo>
                      <a:lnTo>
                        <a:pt x="612" y="750"/>
                      </a:lnTo>
                      <a:lnTo>
                        <a:pt x="618" y="738"/>
                      </a:lnTo>
                      <a:lnTo>
                        <a:pt x="624" y="732"/>
                      </a:lnTo>
                      <a:lnTo>
                        <a:pt x="600" y="708"/>
                      </a:lnTo>
                      <a:lnTo>
                        <a:pt x="588" y="702"/>
                      </a:lnTo>
                      <a:lnTo>
                        <a:pt x="576" y="690"/>
                      </a:lnTo>
                      <a:lnTo>
                        <a:pt x="564" y="666"/>
                      </a:lnTo>
                      <a:lnTo>
                        <a:pt x="558" y="660"/>
                      </a:lnTo>
                      <a:lnTo>
                        <a:pt x="558" y="654"/>
                      </a:lnTo>
                      <a:lnTo>
                        <a:pt x="552" y="630"/>
                      </a:lnTo>
                      <a:lnTo>
                        <a:pt x="540" y="624"/>
                      </a:lnTo>
                      <a:lnTo>
                        <a:pt x="534" y="618"/>
                      </a:lnTo>
                      <a:lnTo>
                        <a:pt x="534" y="606"/>
                      </a:lnTo>
                      <a:lnTo>
                        <a:pt x="540" y="600"/>
                      </a:lnTo>
                      <a:lnTo>
                        <a:pt x="552" y="594"/>
                      </a:lnTo>
                      <a:lnTo>
                        <a:pt x="546" y="588"/>
                      </a:lnTo>
                      <a:lnTo>
                        <a:pt x="546" y="564"/>
                      </a:lnTo>
                      <a:lnTo>
                        <a:pt x="552" y="552"/>
                      </a:lnTo>
                      <a:lnTo>
                        <a:pt x="582" y="522"/>
                      </a:lnTo>
                      <a:lnTo>
                        <a:pt x="588" y="528"/>
                      </a:lnTo>
                      <a:lnTo>
                        <a:pt x="594" y="528"/>
                      </a:lnTo>
                      <a:lnTo>
                        <a:pt x="588" y="522"/>
                      </a:lnTo>
                      <a:lnTo>
                        <a:pt x="588" y="504"/>
                      </a:lnTo>
                      <a:lnTo>
                        <a:pt x="582" y="498"/>
                      </a:lnTo>
                      <a:lnTo>
                        <a:pt x="582" y="486"/>
                      </a:lnTo>
                      <a:lnTo>
                        <a:pt x="600" y="468"/>
                      </a:lnTo>
                      <a:lnTo>
                        <a:pt x="600" y="414"/>
                      </a:lnTo>
                      <a:lnTo>
                        <a:pt x="624" y="414"/>
                      </a:lnTo>
                      <a:lnTo>
                        <a:pt x="624" y="408"/>
                      </a:lnTo>
                      <a:lnTo>
                        <a:pt x="630" y="402"/>
                      </a:lnTo>
                      <a:lnTo>
                        <a:pt x="630" y="396"/>
                      </a:lnTo>
                      <a:lnTo>
                        <a:pt x="642" y="384"/>
                      </a:lnTo>
                      <a:lnTo>
                        <a:pt x="654" y="378"/>
                      </a:lnTo>
                      <a:lnTo>
                        <a:pt x="660" y="372"/>
                      </a:lnTo>
                      <a:lnTo>
                        <a:pt x="672" y="366"/>
                      </a:lnTo>
                      <a:lnTo>
                        <a:pt x="702" y="366"/>
                      </a:lnTo>
                      <a:lnTo>
                        <a:pt x="708" y="354"/>
                      </a:lnTo>
                      <a:lnTo>
                        <a:pt x="738" y="360"/>
                      </a:lnTo>
                      <a:lnTo>
                        <a:pt x="744" y="354"/>
                      </a:lnTo>
                      <a:lnTo>
                        <a:pt x="750" y="342"/>
                      </a:lnTo>
                      <a:lnTo>
                        <a:pt x="756" y="336"/>
                      </a:lnTo>
                      <a:lnTo>
                        <a:pt x="774" y="336"/>
                      </a:lnTo>
                      <a:lnTo>
                        <a:pt x="786" y="348"/>
                      </a:lnTo>
                      <a:lnTo>
                        <a:pt x="786" y="354"/>
                      </a:lnTo>
                      <a:lnTo>
                        <a:pt x="804" y="354"/>
                      </a:lnTo>
                      <a:lnTo>
                        <a:pt x="816" y="342"/>
                      </a:lnTo>
                      <a:lnTo>
                        <a:pt x="798" y="330"/>
                      </a:lnTo>
                      <a:lnTo>
                        <a:pt x="786" y="312"/>
                      </a:lnTo>
                      <a:lnTo>
                        <a:pt x="768" y="312"/>
                      </a:lnTo>
                      <a:lnTo>
                        <a:pt x="762" y="306"/>
                      </a:lnTo>
                      <a:lnTo>
                        <a:pt x="762" y="288"/>
                      </a:lnTo>
                      <a:lnTo>
                        <a:pt x="774" y="264"/>
                      </a:lnTo>
                      <a:lnTo>
                        <a:pt x="774" y="258"/>
                      </a:lnTo>
                      <a:lnTo>
                        <a:pt x="780" y="252"/>
                      </a:lnTo>
                      <a:lnTo>
                        <a:pt x="786" y="252"/>
                      </a:lnTo>
                      <a:lnTo>
                        <a:pt x="792" y="246"/>
                      </a:lnTo>
                      <a:lnTo>
                        <a:pt x="798" y="234"/>
                      </a:lnTo>
                      <a:lnTo>
                        <a:pt x="798" y="216"/>
                      </a:lnTo>
                      <a:lnTo>
                        <a:pt x="792" y="210"/>
                      </a:lnTo>
                      <a:lnTo>
                        <a:pt x="780" y="204"/>
                      </a:lnTo>
                      <a:lnTo>
                        <a:pt x="756" y="204"/>
                      </a:lnTo>
                      <a:lnTo>
                        <a:pt x="750" y="198"/>
                      </a:lnTo>
                      <a:lnTo>
                        <a:pt x="744" y="186"/>
                      </a:lnTo>
                      <a:lnTo>
                        <a:pt x="744" y="180"/>
                      </a:lnTo>
                      <a:lnTo>
                        <a:pt x="732" y="180"/>
                      </a:lnTo>
                      <a:lnTo>
                        <a:pt x="726" y="186"/>
                      </a:lnTo>
                      <a:lnTo>
                        <a:pt x="714" y="192"/>
                      </a:lnTo>
                      <a:lnTo>
                        <a:pt x="702" y="192"/>
                      </a:lnTo>
                      <a:lnTo>
                        <a:pt x="696" y="186"/>
                      </a:lnTo>
                      <a:lnTo>
                        <a:pt x="690" y="186"/>
                      </a:lnTo>
                      <a:lnTo>
                        <a:pt x="684" y="180"/>
                      </a:lnTo>
                      <a:lnTo>
                        <a:pt x="660" y="180"/>
                      </a:lnTo>
                      <a:lnTo>
                        <a:pt x="648" y="192"/>
                      </a:lnTo>
                      <a:lnTo>
                        <a:pt x="648" y="204"/>
                      </a:lnTo>
                      <a:lnTo>
                        <a:pt x="612" y="204"/>
                      </a:lnTo>
                      <a:lnTo>
                        <a:pt x="588" y="198"/>
                      </a:lnTo>
                      <a:lnTo>
                        <a:pt x="576" y="192"/>
                      </a:lnTo>
                      <a:lnTo>
                        <a:pt x="576" y="168"/>
                      </a:lnTo>
                      <a:lnTo>
                        <a:pt x="582" y="162"/>
                      </a:lnTo>
                      <a:lnTo>
                        <a:pt x="582" y="156"/>
                      </a:lnTo>
                      <a:lnTo>
                        <a:pt x="576" y="150"/>
                      </a:lnTo>
                      <a:lnTo>
                        <a:pt x="564" y="144"/>
                      </a:lnTo>
                      <a:lnTo>
                        <a:pt x="552" y="144"/>
                      </a:lnTo>
                      <a:lnTo>
                        <a:pt x="552" y="138"/>
                      </a:lnTo>
                      <a:lnTo>
                        <a:pt x="546" y="132"/>
                      </a:lnTo>
                      <a:lnTo>
                        <a:pt x="546" y="108"/>
                      </a:lnTo>
                      <a:lnTo>
                        <a:pt x="540" y="102"/>
                      </a:lnTo>
                      <a:lnTo>
                        <a:pt x="528" y="102"/>
                      </a:lnTo>
                      <a:lnTo>
                        <a:pt x="516" y="84"/>
                      </a:lnTo>
                      <a:lnTo>
                        <a:pt x="498" y="84"/>
                      </a:lnTo>
                      <a:lnTo>
                        <a:pt x="486" y="48"/>
                      </a:lnTo>
                      <a:lnTo>
                        <a:pt x="480" y="42"/>
                      </a:lnTo>
                      <a:lnTo>
                        <a:pt x="468" y="36"/>
                      </a:lnTo>
                      <a:lnTo>
                        <a:pt x="450" y="18"/>
                      </a:lnTo>
                      <a:lnTo>
                        <a:pt x="438" y="12"/>
                      </a:lnTo>
                      <a:lnTo>
                        <a:pt x="426" y="0"/>
                      </a:lnTo>
                      <a:lnTo>
                        <a:pt x="396" y="0"/>
                      </a:lnTo>
                      <a:lnTo>
                        <a:pt x="414" y="0"/>
                      </a:lnTo>
                      <a:lnTo>
                        <a:pt x="414" y="24"/>
                      </a:lnTo>
                      <a:lnTo>
                        <a:pt x="408" y="24"/>
                      </a:lnTo>
                      <a:lnTo>
                        <a:pt x="408" y="30"/>
                      </a:lnTo>
                      <a:lnTo>
                        <a:pt x="402" y="30"/>
                      </a:lnTo>
                      <a:lnTo>
                        <a:pt x="426" y="48"/>
                      </a:lnTo>
                      <a:lnTo>
                        <a:pt x="426" y="78"/>
                      </a:lnTo>
                      <a:lnTo>
                        <a:pt x="414" y="84"/>
                      </a:lnTo>
                      <a:lnTo>
                        <a:pt x="402" y="126"/>
                      </a:lnTo>
                      <a:lnTo>
                        <a:pt x="396" y="138"/>
                      </a:lnTo>
                      <a:lnTo>
                        <a:pt x="384" y="150"/>
                      </a:lnTo>
                      <a:lnTo>
                        <a:pt x="378" y="162"/>
                      </a:lnTo>
                      <a:lnTo>
                        <a:pt x="366" y="174"/>
                      </a:lnTo>
                      <a:lnTo>
                        <a:pt x="354" y="192"/>
                      </a:lnTo>
                      <a:lnTo>
                        <a:pt x="336" y="204"/>
                      </a:lnTo>
                      <a:lnTo>
                        <a:pt x="276" y="234"/>
                      </a:lnTo>
                      <a:lnTo>
                        <a:pt x="258" y="240"/>
                      </a:lnTo>
                      <a:lnTo>
                        <a:pt x="240" y="252"/>
                      </a:lnTo>
                      <a:lnTo>
                        <a:pt x="222" y="270"/>
                      </a:lnTo>
                      <a:lnTo>
                        <a:pt x="222" y="276"/>
                      </a:lnTo>
                      <a:lnTo>
                        <a:pt x="210" y="282"/>
                      </a:lnTo>
                      <a:lnTo>
                        <a:pt x="210" y="300"/>
                      </a:lnTo>
                      <a:lnTo>
                        <a:pt x="198" y="312"/>
                      </a:lnTo>
                      <a:lnTo>
                        <a:pt x="198" y="336"/>
                      </a:lnTo>
                      <a:lnTo>
                        <a:pt x="192" y="348"/>
                      </a:lnTo>
                      <a:lnTo>
                        <a:pt x="192" y="378"/>
                      </a:lnTo>
                      <a:lnTo>
                        <a:pt x="174" y="378"/>
                      </a:lnTo>
                      <a:lnTo>
                        <a:pt x="168" y="384"/>
                      </a:lnTo>
                      <a:lnTo>
                        <a:pt x="168" y="390"/>
                      </a:lnTo>
                      <a:lnTo>
                        <a:pt x="162" y="396"/>
                      </a:lnTo>
                      <a:lnTo>
                        <a:pt x="162" y="402"/>
                      </a:lnTo>
                      <a:lnTo>
                        <a:pt x="144" y="402"/>
                      </a:lnTo>
                      <a:lnTo>
                        <a:pt x="138" y="390"/>
                      </a:lnTo>
                      <a:lnTo>
                        <a:pt x="138" y="372"/>
                      </a:lnTo>
                      <a:lnTo>
                        <a:pt x="132" y="366"/>
                      </a:lnTo>
                      <a:lnTo>
                        <a:pt x="132" y="360"/>
                      </a:lnTo>
                      <a:lnTo>
                        <a:pt x="102" y="360"/>
                      </a:lnTo>
                      <a:lnTo>
                        <a:pt x="90" y="348"/>
                      </a:lnTo>
                      <a:lnTo>
                        <a:pt x="78" y="360"/>
                      </a:lnTo>
                      <a:lnTo>
                        <a:pt x="66" y="366"/>
                      </a:lnTo>
                      <a:lnTo>
                        <a:pt x="60" y="366"/>
                      </a:lnTo>
                      <a:lnTo>
                        <a:pt x="54" y="360"/>
                      </a:lnTo>
                      <a:lnTo>
                        <a:pt x="66" y="348"/>
                      </a:lnTo>
                      <a:lnTo>
                        <a:pt x="54" y="336"/>
                      </a:lnTo>
                      <a:lnTo>
                        <a:pt x="60" y="330"/>
                      </a:lnTo>
                      <a:lnTo>
                        <a:pt x="66" y="318"/>
                      </a:lnTo>
                      <a:lnTo>
                        <a:pt x="78" y="312"/>
                      </a:lnTo>
                      <a:lnTo>
                        <a:pt x="84" y="300"/>
                      </a:lnTo>
                      <a:lnTo>
                        <a:pt x="90" y="294"/>
                      </a:lnTo>
                      <a:lnTo>
                        <a:pt x="90" y="288"/>
                      </a:lnTo>
                      <a:lnTo>
                        <a:pt x="84" y="288"/>
                      </a:lnTo>
                      <a:lnTo>
                        <a:pt x="72" y="282"/>
                      </a:lnTo>
                      <a:lnTo>
                        <a:pt x="66" y="282"/>
                      </a:lnTo>
                      <a:lnTo>
                        <a:pt x="6" y="342"/>
                      </a:lnTo>
                      <a:lnTo>
                        <a:pt x="0" y="354"/>
                      </a:lnTo>
                      <a:lnTo>
                        <a:pt x="0" y="390"/>
                      </a:lnTo>
                      <a:lnTo>
                        <a:pt x="6" y="396"/>
                      </a:lnTo>
                      <a:lnTo>
                        <a:pt x="18" y="396"/>
                      </a:lnTo>
                      <a:lnTo>
                        <a:pt x="12" y="420"/>
                      </a:lnTo>
                      <a:lnTo>
                        <a:pt x="36" y="444"/>
                      </a:lnTo>
                      <a:lnTo>
                        <a:pt x="36" y="462"/>
                      </a:lnTo>
                      <a:lnTo>
                        <a:pt x="12" y="486"/>
                      </a:lnTo>
                      <a:lnTo>
                        <a:pt x="12" y="492"/>
                      </a:lnTo>
                      <a:lnTo>
                        <a:pt x="18" y="504"/>
                      </a:lnTo>
                      <a:lnTo>
                        <a:pt x="24" y="510"/>
                      </a:lnTo>
                      <a:lnTo>
                        <a:pt x="36" y="516"/>
                      </a:lnTo>
                      <a:lnTo>
                        <a:pt x="54" y="522"/>
                      </a:lnTo>
                      <a:lnTo>
                        <a:pt x="66" y="522"/>
                      </a:lnTo>
                      <a:lnTo>
                        <a:pt x="108" y="564"/>
                      </a:lnTo>
                      <a:lnTo>
                        <a:pt x="114" y="576"/>
                      </a:lnTo>
                      <a:lnTo>
                        <a:pt x="132" y="594"/>
                      </a:lnTo>
                      <a:lnTo>
                        <a:pt x="138" y="612"/>
                      </a:lnTo>
                      <a:lnTo>
                        <a:pt x="144" y="624"/>
                      </a:lnTo>
                      <a:lnTo>
                        <a:pt x="144" y="642"/>
                      </a:lnTo>
                      <a:lnTo>
                        <a:pt x="150" y="648"/>
                      </a:lnTo>
                      <a:lnTo>
                        <a:pt x="156" y="660"/>
                      </a:lnTo>
                      <a:lnTo>
                        <a:pt x="168" y="666"/>
                      </a:lnTo>
                      <a:lnTo>
                        <a:pt x="174" y="678"/>
                      </a:lnTo>
                      <a:lnTo>
                        <a:pt x="192" y="696"/>
                      </a:lnTo>
                      <a:lnTo>
                        <a:pt x="204" y="720"/>
                      </a:lnTo>
                      <a:lnTo>
                        <a:pt x="216" y="732"/>
                      </a:lnTo>
                      <a:lnTo>
                        <a:pt x="222" y="744"/>
                      </a:lnTo>
                      <a:lnTo>
                        <a:pt x="234" y="762"/>
                      </a:lnTo>
                      <a:lnTo>
                        <a:pt x="240" y="768"/>
                      </a:lnTo>
                      <a:lnTo>
                        <a:pt x="246" y="780"/>
                      </a:lnTo>
                      <a:lnTo>
                        <a:pt x="252" y="822"/>
                      </a:lnTo>
                      <a:lnTo>
                        <a:pt x="252" y="828"/>
                      </a:lnTo>
                      <a:lnTo>
                        <a:pt x="258" y="834"/>
                      </a:lnTo>
                      <a:lnTo>
                        <a:pt x="264" y="846"/>
                      </a:lnTo>
                      <a:lnTo>
                        <a:pt x="270" y="864"/>
                      </a:lnTo>
                      <a:lnTo>
                        <a:pt x="282" y="876"/>
                      </a:lnTo>
                      <a:lnTo>
                        <a:pt x="288" y="894"/>
                      </a:lnTo>
                      <a:lnTo>
                        <a:pt x="294" y="906"/>
                      </a:lnTo>
                      <a:lnTo>
                        <a:pt x="294" y="918"/>
                      </a:lnTo>
                      <a:lnTo>
                        <a:pt x="300" y="924"/>
                      </a:lnTo>
                      <a:lnTo>
                        <a:pt x="312" y="924"/>
                      </a:lnTo>
                      <a:lnTo>
                        <a:pt x="324" y="936"/>
                      </a:lnTo>
                      <a:lnTo>
                        <a:pt x="324" y="948"/>
                      </a:lnTo>
                      <a:lnTo>
                        <a:pt x="330" y="954"/>
                      </a:lnTo>
                      <a:lnTo>
                        <a:pt x="330" y="966"/>
                      </a:lnTo>
                      <a:lnTo>
                        <a:pt x="336" y="984"/>
                      </a:lnTo>
                      <a:lnTo>
                        <a:pt x="360" y="1014"/>
                      </a:lnTo>
                      <a:lnTo>
                        <a:pt x="378" y="1050"/>
                      </a:lnTo>
                      <a:lnTo>
                        <a:pt x="396" y="1074"/>
                      </a:lnTo>
                      <a:lnTo>
                        <a:pt x="402" y="1086"/>
                      </a:lnTo>
                      <a:lnTo>
                        <a:pt x="408" y="1104"/>
                      </a:lnTo>
                      <a:lnTo>
                        <a:pt x="408" y="1116"/>
                      </a:lnTo>
                      <a:lnTo>
                        <a:pt x="402" y="1128"/>
                      </a:lnTo>
                      <a:lnTo>
                        <a:pt x="402" y="1146"/>
                      </a:lnTo>
                      <a:lnTo>
                        <a:pt x="414" y="1158"/>
                      </a:lnTo>
                      <a:lnTo>
                        <a:pt x="420" y="1170"/>
                      </a:lnTo>
                      <a:lnTo>
                        <a:pt x="444" y="1194"/>
                      </a:lnTo>
                      <a:lnTo>
                        <a:pt x="456" y="1200"/>
                      </a:lnTo>
                      <a:lnTo>
                        <a:pt x="468" y="1212"/>
                      </a:lnTo>
                      <a:lnTo>
                        <a:pt x="474" y="1224"/>
                      </a:lnTo>
                      <a:lnTo>
                        <a:pt x="498" y="1248"/>
                      </a:lnTo>
                      <a:lnTo>
                        <a:pt x="516" y="1260"/>
                      </a:lnTo>
                      <a:lnTo>
                        <a:pt x="546" y="1278"/>
                      </a:lnTo>
                      <a:lnTo>
                        <a:pt x="576" y="1290"/>
                      </a:lnTo>
                      <a:lnTo>
                        <a:pt x="600" y="1302"/>
                      </a:lnTo>
                      <a:lnTo>
                        <a:pt x="642" y="1320"/>
                      </a:lnTo>
                      <a:lnTo>
                        <a:pt x="696" y="1350"/>
                      </a:lnTo>
                      <a:lnTo>
                        <a:pt x="708" y="1362"/>
                      </a:lnTo>
                      <a:lnTo>
                        <a:pt x="726" y="1374"/>
                      </a:lnTo>
                      <a:lnTo>
                        <a:pt x="738" y="1380"/>
                      </a:lnTo>
                      <a:lnTo>
                        <a:pt x="750" y="1392"/>
                      </a:lnTo>
                      <a:lnTo>
                        <a:pt x="774" y="1404"/>
                      </a:lnTo>
                      <a:lnTo>
                        <a:pt x="780" y="1428"/>
                      </a:lnTo>
                      <a:lnTo>
                        <a:pt x="792" y="1434"/>
                      </a:lnTo>
                      <a:lnTo>
                        <a:pt x="798" y="1446"/>
                      </a:lnTo>
                      <a:lnTo>
                        <a:pt x="810" y="1452"/>
                      </a:lnTo>
                      <a:lnTo>
                        <a:pt x="816" y="1458"/>
                      </a:lnTo>
                      <a:lnTo>
                        <a:pt x="840" y="1470"/>
                      </a:lnTo>
                      <a:lnTo>
                        <a:pt x="846" y="1482"/>
                      </a:lnTo>
                      <a:lnTo>
                        <a:pt x="858" y="1488"/>
                      </a:lnTo>
                      <a:lnTo>
                        <a:pt x="894" y="1464"/>
                      </a:lnTo>
                      <a:lnTo>
                        <a:pt x="900" y="1458"/>
                      </a:lnTo>
                      <a:lnTo>
                        <a:pt x="900" y="1440"/>
                      </a:lnTo>
                      <a:lnTo>
                        <a:pt x="894" y="1428"/>
                      </a:lnTo>
                      <a:lnTo>
                        <a:pt x="912" y="1416"/>
                      </a:lnTo>
                      <a:lnTo>
                        <a:pt x="900" y="1392"/>
                      </a:lnTo>
                      <a:lnTo>
                        <a:pt x="918" y="1374"/>
                      </a:lnTo>
                      <a:lnTo>
                        <a:pt x="930" y="1368"/>
                      </a:lnTo>
                      <a:lnTo>
                        <a:pt x="942" y="1344"/>
                      </a:lnTo>
                      <a:lnTo>
                        <a:pt x="942" y="1332"/>
                      </a:lnTo>
                      <a:lnTo>
                        <a:pt x="930" y="1320"/>
                      </a:lnTo>
                      <a:close/>
                    </a:path>
                  </a:pathLst>
                </a:custGeom>
                <a:solidFill>
                  <a:srgbClr val="572772"/>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21" name="Paraguay" descr="© INSCALE GmbH, 05.05.2010&#10;http://www.presentationload.com/">
                  <a:extLst>
                    <a:ext uri="{FF2B5EF4-FFF2-40B4-BE49-F238E27FC236}">
                      <a16:creationId xmlns:a16="http://schemas.microsoft.com/office/drawing/2014/main" id="{A65AB50A-72CC-4B8C-B21A-545C738F4DB4}"/>
                    </a:ext>
                  </a:extLst>
                </p:cNvPr>
                <p:cNvSpPr>
                  <a:spLocks/>
                </p:cNvSpPr>
                <p:nvPr/>
              </p:nvSpPr>
              <p:spPr bwMode="gray">
                <a:xfrm>
                  <a:off x="3645361" y="4579364"/>
                  <a:ext cx="270268" cy="305597"/>
                </a:xfrm>
                <a:custGeom>
                  <a:avLst/>
                  <a:gdLst>
                    <a:gd name="T0" fmla="*/ 2147483647 w 600"/>
                    <a:gd name="T1" fmla="*/ 2147483647 h 678"/>
                    <a:gd name="T2" fmla="*/ 2147483647 w 600"/>
                    <a:gd name="T3" fmla="*/ 2147483647 h 678"/>
                    <a:gd name="T4" fmla="*/ 2147483647 w 600"/>
                    <a:gd name="T5" fmla="*/ 2147483647 h 678"/>
                    <a:gd name="T6" fmla="*/ 2147483647 w 600"/>
                    <a:gd name="T7" fmla="*/ 2147483647 h 678"/>
                    <a:gd name="T8" fmla="*/ 2147483647 w 600"/>
                    <a:gd name="T9" fmla="*/ 2147483647 h 678"/>
                    <a:gd name="T10" fmla="*/ 2147483647 w 600"/>
                    <a:gd name="T11" fmla="*/ 2147483647 h 678"/>
                    <a:gd name="T12" fmla="*/ 2147483647 w 600"/>
                    <a:gd name="T13" fmla="*/ 2147483647 h 678"/>
                    <a:gd name="T14" fmla="*/ 2147483647 w 600"/>
                    <a:gd name="T15" fmla="*/ 2147483647 h 678"/>
                    <a:gd name="T16" fmla="*/ 2147483647 w 600"/>
                    <a:gd name="T17" fmla="*/ 2147483647 h 678"/>
                    <a:gd name="T18" fmla="*/ 2147483647 w 600"/>
                    <a:gd name="T19" fmla="*/ 2147483647 h 678"/>
                    <a:gd name="T20" fmla="*/ 2147483647 w 600"/>
                    <a:gd name="T21" fmla="*/ 2147483647 h 678"/>
                    <a:gd name="T22" fmla="*/ 2147483647 w 600"/>
                    <a:gd name="T23" fmla="*/ 2147483647 h 678"/>
                    <a:gd name="T24" fmla="*/ 2147483647 w 600"/>
                    <a:gd name="T25" fmla="*/ 2147483647 h 678"/>
                    <a:gd name="T26" fmla="*/ 2147483647 w 600"/>
                    <a:gd name="T27" fmla="*/ 2147483647 h 678"/>
                    <a:gd name="T28" fmla="*/ 2147483647 w 600"/>
                    <a:gd name="T29" fmla="*/ 2147483647 h 678"/>
                    <a:gd name="T30" fmla="*/ 2147483647 w 600"/>
                    <a:gd name="T31" fmla="*/ 2147483647 h 678"/>
                    <a:gd name="T32" fmla="*/ 2147483647 w 600"/>
                    <a:gd name="T33" fmla="*/ 2147483647 h 678"/>
                    <a:gd name="T34" fmla="*/ 2147483647 w 600"/>
                    <a:gd name="T35" fmla="*/ 2147483647 h 678"/>
                    <a:gd name="T36" fmla="*/ 2147483647 w 600"/>
                    <a:gd name="T37" fmla="*/ 2147483647 h 678"/>
                    <a:gd name="T38" fmla="*/ 2147483647 w 600"/>
                    <a:gd name="T39" fmla="*/ 2147483647 h 678"/>
                    <a:gd name="T40" fmla="*/ 2147483647 w 600"/>
                    <a:gd name="T41" fmla="*/ 2147483647 h 678"/>
                    <a:gd name="T42" fmla="*/ 2147483647 w 600"/>
                    <a:gd name="T43" fmla="*/ 2147483647 h 678"/>
                    <a:gd name="T44" fmla="*/ 2147483647 w 600"/>
                    <a:gd name="T45" fmla="*/ 2147483647 h 678"/>
                    <a:gd name="T46" fmla="*/ 2147483647 w 600"/>
                    <a:gd name="T47" fmla="*/ 2147483647 h 678"/>
                    <a:gd name="T48" fmla="*/ 2147483647 w 600"/>
                    <a:gd name="T49" fmla="*/ 2147483647 h 678"/>
                    <a:gd name="T50" fmla="*/ 2147483647 w 600"/>
                    <a:gd name="T51" fmla="*/ 2147483647 h 678"/>
                    <a:gd name="T52" fmla="*/ 2147483647 w 600"/>
                    <a:gd name="T53" fmla="*/ 0 h 678"/>
                    <a:gd name="T54" fmla="*/ 2147483647 w 600"/>
                    <a:gd name="T55" fmla="*/ 2147483647 h 678"/>
                    <a:gd name="T56" fmla="*/ 2147483647 w 600"/>
                    <a:gd name="T57" fmla="*/ 2147483647 h 678"/>
                    <a:gd name="T58" fmla="*/ 0 w 600"/>
                    <a:gd name="T59" fmla="*/ 2147483647 h 678"/>
                    <a:gd name="T60" fmla="*/ 2147483647 w 600"/>
                    <a:gd name="T61" fmla="*/ 2147483647 h 678"/>
                    <a:gd name="T62" fmla="*/ 2147483647 w 600"/>
                    <a:gd name="T63" fmla="*/ 2147483647 h 678"/>
                    <a:gd name="T64" fmla="*/ 2147483647 w 600"/>
                    <a:gd name="T65" fmla="*/ 2147483647 h 678"/>
                    <a:gd name="T66" fmla="*/ 2147483647 w 600"/>
                    <a:gd name="T67" fmla="*/ 2147483647 h 678"/>
                    <a:gd name="T68" fmla="*/ 2147483647 w 600"/>
                    <a:gd name="T69" fmla="*/ 2147483647 h 678"/>
                    <a:gd name="T70" fmla="*/ 2147483647 w 600"/>
                    <a:gd name="T71" fmla="*/ 2147483647 h 678"/>
                    <a:gd name="T72" fmla="*/ 2147483647 w 600"/>
                    <a:gd name="T73" fmla="*/ 2147483647 h 678"/>
                    <a:gd name="T74" fmla="*/ 2147483647 w 600"/>
                    <a:gd name="T75" fmla="*/ 2147483647 h 678"/>
                    <a:gd name="T76" fmla="*/ 2147483647 w 600"/>
                    <a:gd name="T77" fmla="*/ 2147483647 h 678"/>
                    <a:gd name="T78" fmla="*/ 2147483647 w 600"/>
                    <a:gd name="T79" fmla="*/ 2147483647 h 678"/>
                    <a:gd name="T80" fmla="*/ 2147483647 w 600"/>
                    <a:gd name="T81" fmla="*/ 2147483647 h 678"/>
                    <a:gd name="T82" fmla="*/ 2147483647 w 600"/>
                    <a:gd name="T83" fmla="*/ 2147483647 h 678"/>
                    <a:gd name="T84" fmla="*/ 2147483647 w 600"/>
                    <a:gd name="T85" fmla="*/ 2147483647 h 678"/>
                    <a:gd name="T86" fmla="*/ 2147483647 w 600"/>
                    <a:gd name="T87" fmla="*/ 2147483647 h 678"/>
                    <a:gd name="T88" fmla="*/ 2147483647 w 600"/>
                    <a:gd name="T89" fmla="*/ 2147483647 h 678"/>
                    <a:gd name="T90" fmla="*/ 2147483647 w 600"/>
                    <a:gd name="T91" fmla="*/ 2147483647 h 678"/>
                    <a:gd name="T92" fmla="*/ 2147483647 w 600"/>
                    <a:gd name="T93" fmla="*/ 2147483647 h 678"/>
                    <a:gd name="T94" fmla="*/ 2147483647 w 600"/>
                    <a:gd name="T95" fmla="*/ 2147483647 h 678"/>
                    <a:gd name="T96" fmla="*/ 2147483647 w 600"/>
                    <a:gd name="T97" fmla="*/ 2147483647 h 678"/>
                    <a:gd name="T98" fmla="*/ 2147483647 w 600"/>
                    <a:gd name="T99" fmla="*/ 2147483647 h 678"/>
                    <a:gd name="T100" fmla="*/ 2147483647 w 600"/>
                    <a:gd name="T101" fmla="*/ 2147483647 h 678"/>
                    <a:gd name="T102" fmla="*/ 2147483647 w 600"/>
                    <a:gd name="T103" fmla="*/ 2147483647 h 678"/>
                    <a:gd name="T104" fmla="*/ 2147483647 w 600"/>
                    <a:gd name="T105" fmla="*/ 2147483647 h 678"/>
                    <a:gd name="T106" fmla="*/ 2147483647 w 600"/>
                    <a:gd name="T107" fmla="*/ 2147483647 h 678"/>
                    <a:gd name="T108" fmla="*/ 2147483647 w 600"/>
                    <a:gd name="T109" fmla="*/ 2147483647 h 678"/>
                    <a:gd name="T110" fmla="*/ 2147483647 w 600"/>
                    <a:gd name="T111" fmla="*/ 2147483647 h 678"/>
                    <a:gd name="T112" fmla="*/ 2147483647 w 600"/>
                    <a:gd name="T113" fmla="*/ 2147483647 h 678"/>
                    <a:gd name="T114" fmla="*/ 2147483647 w 600"/>
                    <a:gd name="T115" fmla="*/ 2147483647 h 678"/>
                    <a:gd name="T116" fmla="*/ 2147483647 w 600"/>
                    <a:gd name="T117" fmla="*/ 2147483647 h 678"/>
                    <a:gd name="T118" fmla="*/ 2147483647 w 600"/>
                    <a:gd name="T119" fmla="*/ 2147483647 h 678"/>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600"/>
                    <a:gd name="T181" fmla="*/ 0 h 678"/>
                    <a:gd name="T182" fmla="*/ 600 w 600"/>
                    <a:gd name="T183" fmla="*/ 678 h 678"/>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600" h="678">
                      <a:moveTo>
                        <a:pt x="480" y="660"/>
                      </a:moveTo>
                      <a:lnTo>
                        <a:pt x="492" y="678"/>
                      </a:lnTo>
                      <a:lnTo>
                        <a:pt x="492" y="660"/>
                      </a:lnTo>
                      <a:lnTo>
                        <a:pt x="498" y="654"/>
                      </a:lnTo>
                      <a:lnTo>
                        <a:pt x="510" y="654"/>
                      </a:lnTo>
                      <a:lnTo>
                        <a:pt x="516" y="660"/>
                      </a:lnTo>
                      <a:lnTo>
                        <a:pt x="516" y="666"/>
                      </a:lnTo>
                      <a:lnTo>
                        <a:pt x="522" y="660"/>
                      </a:lnTo>
                      <a:lnTo>
                        <a:pt x="534" y="636"/>
                      </a:lnTo>
                      <a:lnTo>
                        <a:pt x="546" y="624"/>
                      </a:lnTo>
                      <a:lnTo>
                        <a:pt x="552" y="624"/>
                      </a:lnTo>
                      <a:lnTo>
                        <a:pt x="558" y="618"/>
                      </a:lnTo>
                      <a:lnTo>
                        <a:pt x="570" y="612"/>
                      </a:lnTo>
                      <a:lnTo>
                        <a:pt x="576" y="600"/>
                      </a:lnTo>
                      <a:lnTo>
                        <a:pt x="588" y="594"/>
                      </a:lnTo>
                      <a:lnTo>
                        <a:pt x="588" y="516"/>
                      </a:lnTo>
                      <a:lnTo>
                        <a:pt x="582" y="498"/>
                      </a:lnTo>
                      <a:lnTo>
                        <a:pt x="582" y="486"/>
                      </a:lnTo>
                      <a:lnTo>
                        <a:pt x="588" y="474"/>
                      </a:lnTo>
                      <a:lnTo>
                        <a:pt x="588" y="468"/>
                      </a:lnTo>
                      <a:lnTo>
                        <a:pt x="594" y="462"/>
                      </a:lnTo>
                      <a:lnTo>
                        <a:pt x="594" y="432"/>
                      </a:lnTo>
                      <a:lnTo>
                        <a:pt x="600" y="414"/>
                      </a:lnTo>
                      <a:lnTo>
                        <a:pt x="600" y="396"/>
                      </a:lnTo>
                      <a:lnTo>
                        <a:pt x="594" y="384"/>
                      </a:lnTo>
                      <a:lnTo>
                        <a:pt x="582" y="372"/>
                      </a:lnTo>
                      <a:lnTo>
                        <a:pt x="570" y="366"/>
                      </a:lnTo>
                      <a:lnTo>
                        <a:pt x="558" y="366"/>
                      </a:lnTo>
                      <a:lnTo>
                        <a:pt x="540" y="384"/>
                      </a:lnTo>
                      <a:lnTo>
                        <a:pt x="528" y="384"/>
                      </a:lnTo>
                      <a:lnTo>
                        <a:pt x="516" y="378"/>
                      </a:lnTo>
                      <a:lnTo>
                        <a:pt x="504" y="354"/>
                      </a:lnTo>
                      <a:lnTo>
                        <a:pt x="504" y="336"/>
                      </a:lnTo>
                      <a:lnTo>
                        <a:pt x="498" y="318"/>
                      </a:lnTo>
                      <a:lnTo>
                        <a:pt x="498" y="294"/>
                      </a:lnTo>
                      <a:lnTo>
                        <a:pt x="492" y="276"/>
                      </a:lnTo>
                      <a:lnTo>
                        <a:pt x="492" y="252"/>
                      </a:lnTo>
                      <a:lnTo>
                        <a:pt x="486" y="246"/>
                      </a:lnTo>
                      <a:lnTo>
                        <a:pt x="474" y="240"/>
                      </a:lnTo>
                      <a:lnTo>
                        <a:pt x="402" y="240"/>
                      </a:lnTo>
                      <a:lnTo>
                        <a:pt x="360" y="234"/>
                      </a:lnTo>
                      <a:lnTo>
                        <a:pt x="324" y="222"/>
                      </a:lnTo>
                      <a:lnTo>
                        <a:pt x="318" y="216"/>
                      </a:lnTo>
                      <a:lnTo>
                        <a:pt x="312" y="204"/>
                      </a:lnTo>
                      <a:lnTo>
                        <a:pt x="312" y="162"/>
                      </a:lnTo>
                      <a:lnTo>
                        <a:pt x="318" y="150"/>
                      </a:lnTo>
                      <a:lnTo>
                        <a:pt x="318" y="132"/>
                      </a:lnTo>
                      <a:lnTo>
                        <a:pt x="306" y="132"/>
                      </a:lnTo>
                      <a:lnTo>
                        <a:pt x="306" y="96"/>
                      </a:lnTo>
                      <a:lnTo>
                        <a:pt x="294" y="90"/>
                      </a:lnTo>
                      <a:lnTo>
                        <a:pt x="288" y="84"/>
                      </a:lnTo>
                      <a:lnTo>
                        <a:pt x="288" y="78"/>
                      </a:lnTo>
                      <a:lnTo>
                        <a:pt x="270" y="42"/>
                      </a:lnTo>
                      <a:lnTo>
                        <a:pt x="216" y="0"/>
                      </a:lnTo>
                      <a:lnTo>
                        <a:pt x="138" y="12"/>
                      </a:lnTo>
                      <a:lnTo>
                        <a:pt x="36" y="30"/>
                      </a:lnTo>
                      <a:lnTo>
                        <a:pt x="30" y="60"/>
                      </a:lnTo>
                      <a:lnTo>
                        <a:pt x="18" y="72"/>
                      </a:lnTo>
                      <a:lnTo>
                        <a:pt x="6" y="78"/>
                      </a:lnTo>
                      <a:lnTo>
                        <a:pt x="0" y="84"/>
                      </a:lnTo>
                      <a:lnTo>
                        <a:pt x="0" y="96"/>
                      </a:lnTo>
                      <a:lnTo>
                        <a:pt x="12" y="120"/>
                      </a:lnTo>
                      <a:lnTo>
                        <a:pt x="12" y="126"/>
                      </a:lnTo>
                      <a:lnTo>
                        <a:pt x="18" y="132"/>
                      </a:lnTo>
                      <a:lnTo>
                        <a:pt x="18" y="156"/>
                      </a:lnTo>
                      <a:lnTo>
                        <a:pt x="6" y="228"/>
                      </a:lnTo>
                      <a:lnTo>
                        <a:pt x="6" y="246"/>
                      </a:lnTo>
                      <a:lnTo>
                        <a:pt x="24" y="264"/>
                      </a:lnTo>
                      <a:lnTo>
                        <a:pt x="24" y="270"/>
                      </a:lnTo>
                      <a:lnTo>
                        <a:pt x="30" y="276"/>
                      </a:lnTo>
                      <a:lnTo>
                        <a:pt x="36" y="288"/>
                      </a:lnTo>
                      <a:lnTo>
                        <a:pt x="48" y="294"/>
                      </a:lnTo>
                      <a:lnTo>
                        <a:pt x="54" y="306"/>
                      </a:lnTo>
                      <a:lnTo>
                        <a:pt x="60" y="312"/>
                      </a:lnTo>
                      <a:lnTo>
                        <a:pt x="84" y="324"/>
                      </a:lnTo>
                      <a:lnTo>
                        <a:pt x="102" y="342"/>
                      </a:lnTo>
                      <a:lnTo>
                        <a:pt x="114" y="348"/>
                      </a:lnTo>
                      <a:lnTo>
                        <a:pt x="120" y="366"/>
                      </a:lnTo>
                      <a:lnTo>
                        <a:pt x="126" y="366"/>
                      </a:lnTo>
                      <a:lnTo>
                        <a:pt x="132" y="372"/>
                      </a:lnTo>
                      <a:lnTo>
                        <a:pt x="168" y="390"/>
                      </a:lnTo>
                      <a:lnTo>
                        <a:pt x="198" y="390"/>
                      </a:lnTo>
                      <a:lnTo>
                        <a:pt x="210" y="396"/>
                      </a:lnTo>
                      <a:lnTo>
                        <a:pt x="216" y="402"/>
                      </a:lnTo>
                      <a:lnTo>
                        <a:pt x="228" y="408"/>
                      </a:lnTo>
                      <a:lnTo>
                        <a:pt x="234" y="414"/>
                      </a:lnTo>
                      <a:lnTo>
                        <a:pt x="240" y="414"/>
                      </a:lnTo>
                      <a:lnTo>
                        <a:pt x="246" y="420"/>
                      </a:lnTo>
                      <a:lnTo>
                        <a:pt x="258" y="426"/>
                      </a:lnTo>
                      <a:lnTo>
                        <a:pt x="276" y="438"/>
                      </a:lnTo>
                      <a:lnTo>
                        <a:pt x="312" y="456"/>
                      </a:lnTo>
                      <a:lnTo>
                        <a:pt x="318" y="462"/>
                      </a:lnTo>
                      <a:lnTo>
                        <a:pt x="330" y="462"/>
                      </a:lnTo>
                      <a:lnTo>
                        <a:pt x="342" y="468"/>
                      </a:lnTo>
                      <a:lnTo>
                        <a:pt x="360" y="474"/>
                      </a:lnTo>
                      <a:lnTo>
                        <a:pt x="372" y="480"/>
                      </a:lnTo>
                      <a:lnTo>
                        <a:pt x="378" y="486"/>
                      </a:lnTo>
                      <a:lnTo>
                        <a:pt x="372" y="492"/>
                      </a:lnTo>
                      <a:lnTo>
                        <a:pt x="372" y="504"/>
                      </a:lnTo>
                      <a:lnTo>
                        <a:pt x="366" y="510"/>
                      </a:lnTo>
                      <a:lnTo>
                        <a:pt x="360" y="522"/>
                      </a:lnTo>
                      <a:lnTo>
                        <a:pt x="366" y="528"/>
                      </a:lnTo>
                      <a:lnTo>
                        <a:pt x="372" y="540"/>
                      </a:lnTo>
                      <a:lnTo>
                        <a:pt x="372" y="546"/>
                      </a:lnTo>
                      <a:lnTo>
                        <a:pt x="366" y="552"/>
                      </a:lnTo>
                      <a:lnTo>
                        <a:pt x="348" y="552"/>
                      </a:lnTo>
                      <a:lnTo>
                        <a:pt x="348" y="588"/>
                      </a:lnTo>
                      <a:lnTo>
                        <a:pt x="342" y="594"/>
                      </a:lnTo>
                      <a:lnTo>
                        <a:pt x="336" y="606"/>
                      </a:lnTo>
                      <a:lnTo>
                        <a:pt x="330" y="612"/>
                      </a:lnTo>
                      <a:lnTo>
                        <a:pt x="324" y="624"/>
                      </a:lnTo>
                      <a:lnTo>
                        <a:pt x="324" y="636"/>
                      </a:lnTo>
                      <a:lnTo>
                        <a:pt x="330" y="642"/>
                      </a:lnTo>
                      <a:lnTo>
                        <a:pt x="354" y="642"/>
                      </a:lnTo>
                      <a:lnTo>
                        <a:pt x="366" y="636"/>
                      </a:lnTo>
                      <a:lnTo>
                        <a:pt x="372" y="636"/>
                      </a:lnTo>
                      <a:lnTo>
                        <a:pt x="384" y="642"/>
                      </a:lnTo>
                      <a:lnTo>
                        <a:pt x="390" y="648"/>
                      </a:lnTo>
                      <a:lnTo>
                        <a:pt x="402" y="654"/>
                      </a:lnTo>
                      <a:lnTo>
                        <a:pt x="420" y="660"/>
                      </a:lnTo>
                      <a:lnTo>
                        <a:pt x="480" y="660"/>
                      </a:lnTo>
                      <a:close/>
                    </a:path>
                  </a:pathLst>
                </a:custGeom>
                <a:solidFill>
                  <a:srgbClr val="A29C97"/>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22" name="Papua New Guinea" descr="© INSCALE GmbH, 05.05.2010&#10;http://www.presentationload.com/">
                  <a:extLst>
                    <a:ext uri="{FF2B5EF4-FFF2-40B4-BE49-F238E27FC236}">
                      <a16:creationId xmlns:a16="http://schemas.microsoft.com/office/drawing/2014/main" id="{3A488DF4-8325-41F5-9AB3-6FCD73EEC752}"/>
                    </a:ext>
                  </a:extLst>
                </p:cNvPr>
                <p:cNvSpPr>
                  <a:spLocks noEditPoints="1"/>
                </p:cNvSpPr>
                <p:nvPr/>
              </p:nvSpPr>
              <p:spPr bwMode="gray">
                <a:xfrm>
                  <a:off x="10122942" y="3945205"/>
                  <a:ext cx="491073" cy="328563"/>
                </a:xfrm>
                <a:custGeom>
                  <a:avLst/>
                  <a:gdLst>
                    <a:gd name="T0" fmla="*/ 2147483647 w 1086"/>
                    <a:gd name="T1" fmla="*/ 2147483647 h 726"/>
                    <a:gd name="T2" fmla="*/ 2147483647 w 1086"/>
                    <a:gd name="T3" fmla="*/ 2147483647 h 726"/>
                    <a:gd name="T4" fmla="*/ 2147483647 w 1086"/>
                    <a:gd name="T5" fmla="*/ 2147483647 h 726"/>
                    <a:gd name="T6" fmla="*/ 2147483647 w 1086"/>
                    <a:gd name="T7" fmla="*/ 2147483647 h 726"/>
                    <a:gd name="T8" fmla="*/ 2147483647 w 1086"/>
                    <a:gd name="T9" fmla="*/ 2147483647 h 726"/>
                    <a:gd name="T10" fmla="*/ 2147483647 w 1086"/>
                    <a:gd name="T11" fmla="*/ 2147483647 h 726"/>
                    <a:gd name="T12" fmla="*/ 2147483647 w 1086"/>
                    <a:gd name="T13" fmla="*/ 2147483647 h 726"/>
                    <a:gd name="T14" fmla="*/ 2147483647 w 1086"/>
                    <a:gd name="T15" fmla="*/ 2147483647 h 726"/>
                    <a:gd name="T16" fmla="*/ 2147483647 w 1086"/>
                    <a:gd name="T17" fmla="*/ 2147483647 h 726"/>
                    <a:gd name="T18" fmla="*/ 2147483647 w 1086"/>
                    <a:gd name="T19" fmla="*/ 2147483647 h 726"/>
                    <a:gd name="T20" fmla="*/ 2147483647 w 1086"/>
                    <a:gd name="T21" fmla="*/ 2147483647 h 726"/>
                    <a:gd name="T22" fmla="*/ 2147483647 w 1086"/>
                    <a:gd name="T23" fmla="*/ 2147483647 h 726"/>
                    <a:gd name="T24" fmla="*/ 2147483647 w 1086"/>
                    <a:gd name="T25" fmla="*/ 2147483647 h 726"/>
                    <a:gd name="T26" fmla="*/ 2147483647 w 1086"/>
                    <a:gd name="T27" fmla="*/ 2147483647 h 726"/>
                    <a:gd name="T28" fmla="*/ 2147483647 w 1086"/>
                    <a:gd name="T29" fmla="*/ 2147483647 h 726"/>
                    <a:gd name="T30" fmla="*/ 2147483647 w 1086"/>
                    <a:gd name="T31" fmla="*/ 2147483647 h 726"/>
                    <a:gd name="T32" fmla="*/ 2147483647 w 1086"/>
                    <a:gd name="T33" fmla="*/ 2147483647 h 726"/>
                    <a:gd name="T34" fmla="*/ 2147483647 w 1086"/>
                    <a:gd name="T35" fmla="*/ 2147483647 h 726"/>
                    <a:gd name="T36" fmla="*/ 2147483647 w 1086"/>
                    <a:gd name="T37" fmla="*/ 2147483647 h 726"/>
                    <a:gd name="T38" fmla="*/ 2147483647 w 1086"/>
                    <a:gd name="T39" fmla="*/ 2147483647 h 726"/>
                    <a:gd name="T40" fmla="*/ 2147483647 w 1086"/>
                    <a:gd name="T41" fmla="*/ 2147483647 h 726"/>
                    <a:gd name="T42" fmla="*/ 2147483647 w 1086"/>
                    <a:gd name="T43" fmla="*/ 2147483647 h 726"/>
                    <a:gd name="T44" fmla="*/ 2147483647 w 1086"/>
                    <a:gd name="T45" fmla="*/ 2147483647 h 726"/>
                    <a:gd name="T46" fmla="*/ 2147483647 w 1086"/>
                    <a:gd name="T47" fmla="*/ 2147483647 h 726"/>
                    <a:gd name="T48" fmla="*/ 2147483647 w 1086"/>
                    <a:gd name="T49" fmla="*/ 2147483647 h 726"/>
                    <a:gd name="T50" fmla="*/ 2147483647 w 1086"/>
                    <a:gd name="T51" fmla="*/ 2147483647 h 726"/>
                    <a:gd name="T52" fmla="*/ 2147483647 w 1086"/>
                    <a:gd name="T53" fmla="*/ 2147483647 h 726"/>
                    <a:gd name="T54" fmla="*/ 2147483647 w 1086"/>
                    <a:gd name="T55" fmla="*/ 2147483647 h 726"/>
                    <a:gd name="T56" fmla="*/ 2147483647 w 1086"/>
                    <a:gd name="T57" fmla="*/ 2147483647 h 726"/>
                    <a:gd name="T58" fmla="*/ 2147483647 w 1086"/>
                    <a:gd name="T59" fmla="*/ 2147483647 h 726"/>
                    <a:gd name="T60" fmla="*/ 2147483647 w 1086"/>
                    <a:gd name="T61" fmla="*/ 2147483647 h 726"/>
                    <a:gd name="T62" fmla="*/ 2147483647 w 1086"/>
                    <a:gd name="T63" fmla="*/ 2147483647 h 726"/>
                    <a:gd name="T64" fmla="*/ 2147483647 w 1086"/>
                    <a:gd name="T65" fmla="*/ 2147483647 h 726"/>
                    <a:gd name="T66" fmla="*/ 2147483647 w 1086"/>
                    <a:gd name="T67" fmla="*/ 2147483647 h 726"/>
                    <a:gd name="T68" fmla="*/ 2147483647 w 1086"/>
                    <a:gd name="T69" fmla="*/ 2147483647 h 726"/>
                    <a:gd name="T70" fmla="*/ 2147483647 w 1086"/>
                    <a:gd name="T71" fmla="*/ 2147483647 h 726"/>
                    <a:gd name="T72" fmla="*/ 2147483647 w 1086"/>
                    <a:gd name="T73" fmla="*/ 2147483647 h 726"/>
                    <a:gd name="T74" fmla="*/ 2147483647 w 1086"/>
                    <a:gd name="T75" fmla="*/ 2147483647 h 726"/>
                    <a:gd name="T76" fmla="*/ 2147483647 w 1086"/>
                    <a:gd name="T77" fmla="*/ 2147483647 h 726"/>
                    <a:gd name="T78" fmla="*/ 2147483647 w 1086"/>
                    <a:gd name="T79" fmla="*/ 2147483647 h 726"/>
                    <a:gd name="T80" fmla="*/ 2147483647 w 1086"/>
                    <a:gd name="T81" fmla="*/ 2147483647 h 726"/>
                    <a:gd name="T82" fmla="*/ 2147483647 w 1086"/>
                    <a:gd name="T83" fmla="*/ 2147483647 h 726"/>
                    <a:gd name="T84" fmla="*/ 2147483647 w 1086"/>
                    <a:gd name="T85" fmla="*/ 2147483647 h 726"/>
                    <a:gd name="T86" fmla="*/ 2147483647 w 1086"/>
                    <a:gd name="T87" fmla="*/ 2147483647 h 726"/>
                    <a:gd name="T88" fmla="*/ 2147483647 w 1086"/>
                    <a:gd name="T89" fmla="*/ 2147483647 h 726"/>
                    <a:gd name="T90" fmla="*/ 2147483647 w 1086"/>
                    <a:gd name="T91" fmla="*/ 2147483647 h 726"/>
                    <a:gd name="T92" fmla="*/ 2147483647 w 1086"/>
                    <a:gd name="T93" fmla="*/ 2147483647 h 726"/>
                    <a:gd name="T94" fmla="*/ 2147483647 w 1086"/>
                    <a:gd name="T95" fmla="*/ 2147483647 h 726"/>
                    <a:gd name="T96" fmla="*/ 2147483647 w 1086"/>
                    <a:gd name="T97" fmla="*/ 2147483647 h 726"/>
                    <a:gd name="T98" fmla="*/ 2147483647 w 1086"/>
                    <a:gd name="T99" fmla="*/ 2147483647 h 726"/>
                    <a:gd name="T100" fmla="*/ 2147483647 w 1086"/>
                    <a:gd name="T101" fmla="*/ 2147483647 h 726"/>
                    <a:gd name="T102" fmla="*/ 2147483647 w 1086"/>
                    <a:gd name="T103" fmla="*/ 2147483647 h 726"/>
                    <a:gd name="T104" fmla="*/ 2147483647 w 1086"/>
                    <a:gd name="T105" fmla="*/ 2147483647 h 726"/>
                    <a:gd name="T106" fmla="*/ 2147483647 w 1086"/>
                    <a:gd name="T107" fmla="*/ 2147483647 h 726"/>
                    <a:gd name="T108" fmla="*/ 2147483647 w 1086"/>
                    <a:gd name="T109" fmla="*/ 2147483647 h 726"/>
                    <a:gd name="T110" fmla="*/ 2147483647 w 1086"/>
                    <a:gd name="T111" fmla="*/ 2147483647 h 726"/>
                    <a:gd name="T112" fmla="*/ 2147483647 w 1086"/>
                    <a:gd name="T113" fmla="*/ 2147483647 h 72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086"/>
                    <a:gd name="T172" fmla="*/ 0 h 726"/>
                    <a:gd name="T173" fmla="*/ 1086 w 1086"/>
                    <a:gd name="T174" fmla="*/ 726 h 72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086" h="726">
                      <a:moveTo>
                        <a:pt x="486" y="0"/>
                      </a:moveTo>
                      <a:lnTo>
                        <a:pt x="462" y="0"/>
                      </a:lnTo>
                      <a:lnTo>
                        <a:pt x="450" y="6"/>
                      </a:lnTo>
                      <a:lnTo>
                        <a:pt x="444" y="12"/>
                      </a:lnTo>
                      <a:lnTo>
                        <a:pt x="432" y="18"/>
                      </a:lnTo>
                      <a:lnTo>
                        <a:pt x="462" y="36"/>
                      </a:lnTo>
                      <a:lnTo>
                        <a:pt x="474" y="36"/>
                      </a:lnTo>
                      <a:lnTo>
                        <a:pt x="486" y="30"/>
                      </a:lnTo>
                      <a:lnTo>
                        <a:pt x="498" y="18"/>
                      </a:lnTo>
                      <a:lnTo>
                        <a:pt x="492" y="6"/>
                      </a:lnTo>
                      <a:lnTo>
                        <a:pt x="486" y="0"/>
                      </a:lnTo>
                      <a:close/>
                      <a:moveTo>
                        <a:pt x="756" y="216"/>
                      </a:moveTo>
                      <a:lnTo>
                        <a:pt x="750" y="222"/>
                      </a:lnTo>
                      <a:lnTo>
                        <a:pt x="750" y="228"/>
                      </a:lnTo>
                      <a:lnTo>
                        <a:pt x="756" y="234"/>
                      </a:lnTo>
                      <a:lnTo>
                        <a:pt x="768" y="240"/>
                      </a:lnTo>
                      <a:lnTo>
                        <a:pt x="774" y="246"/>
                      </a:lnTo>
                      <a:lnTo>
                        <a:pt x="774" y="264"/>
                      </a:lnTo>
                      <a:lnTo>
                        <a:pt x="702" y="300"/>
                      </a:lnTo>
                      <a:lnTo>
                        <a:pt x="666" y="300"/>
                      </a:lnTo>
                      <a:lnTo>
                        <a:pt x="630" y="312"/>
                      </a:lnTo>
                      <a:lnTo>
                        <a:pt x="594" y="330"/>
                      </a:lnTo>
                      <a:lnTo>
                        <a:pt x="588" y="336"/>
                      </a:lnTo>
                      <a:lnTo>
                        <a:pt x="570" y="336"/>
                      </a:lnTo>
                      <a:lnTo>
                        <a:pt x="564" y="342"/>
                      </a:lnTo>
                      <a:lnTo>
                        <a:pt x="588" y="378"/>
                      </a:lnTo>
                      <a:lnTo>
                        <a:pt x="684" y="378"/>
                      </a:lnTo>
                      <a:lnTo>
                        <a:pt x="702" y="366"/>
                      </a:lnTo>
                      <a:lnTo>
                        <a:pt x="738" y="366"/>
                      </a:lnTo>
                      <a:lnTo>
                        <a:pt x="750" y="360"/>
                      </a:lnTo>
                      <a:lnTo>
                        <a:pt x="774" y="336"/>
                      </a:lnTo>
                      <a:lnTo>
                        <a:pt x="774" y="330"/>
                      </a:lnTo>
                      <a:lnTo>
                        <a:pt x="804" y="324"/>
                      </a:lnTo>
                      <a:lnTo>
                        <a:pt x="798" y="300"/>
                      </a:lnTo>
                      <a:lnTo>
                        <a:pt x="822" y="300"/>
                      </a:lnTo>
                      <a:lnTo>
                        <a:pt x="822" y="288"/>
                      </a:lnTo>
                      <a:lnTo>
                        <a:pt x="828" y="258"/>
                      </a:lnTo>
                      <a:lnTo>
                        <a:pt x="828" y="228"/>
                      </a:lnTo>
                      <a:lnTo>
                        <a:pt x="822" y="198"/>
                      </a:lnTo>
                      <a:lnTo>
                        <a:pt x="816" y="192"/>
                      </a:lnTo>
                      <a:lnTo>
                        <a:pt x="804" y="186"/>
                      </a:lnTo>
                      <a:lnTo>
                        <a:pt x="792" y="192"/>
                      </a:lnTo>
                      <a:lnTo>
                        <a:pt x="786" y="198"/>
                      </a:lnTo>
                      <a:lnTo>
                        <a:pt x="762" y="210"/>
                      </a:lnTo>
                      <a:lnTo>
                        <a:pt x="756" y="216"/>
                      </a:lnTo>
                      <a:close/>
                      <a:moveTo>
                        <a:pt x="834" y="132"/>
                      </a:moveTo>
                      <a:lnTo>
                        <a:pt x="822" y="132"/>
                      </a:lnTo>
                      <a:lnTo>
                        <a:pt x="816" y="120"/>
                      </a:lnTo>
                      <a:lnTo>
                        <a:pt x="804" y="108"/>
                      </a:lnTo>
                      <a:lnTo>
                        <a:pt x="792" y="102"/>
                      </a:lnTo>
                      <a:lnTo>
                        <a:pt x="786" y="90"/>
                      </a:lnTo>
                      <a:lnTo>
                        <a:pt x="774" y="78"/>
                      </a:lnTo>
                      <a:lnTo>
                        <a:pt x="768" y="78"/>
                      </a:lnTo>
                      <a:lnTo>
                        <a:pt x="762" y="72"/>
                      </a:lnTo>
                      <a:lnTo>
                        <a:pt x="756" y="72"/>
                      </a:lnTo>
                      <a:lnTo>
                        <a:pt x="732" y="36"/>
                      </a:lnTo>
                      <a:lnTo>
                        <a:pt x="720" y="84"/>
                      </a:lnTo>
                      <a:lnTo>
                        <a:pt x="762" y="96"/>
                      </a:lnTo>
                      <a:lnTo>
                        <a:pt x="816" y="150"/>
                      </a:lnTo>
                      <a:lnTo>
                        <a:pt x="828" y="150"/>
                      </a:lnTo>
                      <a:lnTo>
                        <a:pt x="834" y="156"/>
                      </a:lnTo>
                      <a:lnTo>
                        <a:pt x="846" y="162"/>
                      </a:lnTo>
                      <a:lnTo>
                        <a:pt x="852" y="174"/>
                      </a:lnTo>
                      <a:lnTo>
                        <a:pt x="852" y="180"/>
                      </a:lnTo>
                      <a:lnTo>
                        <a:pt x="858" y="192"/>
                      </a:lnTo>
                      <a:lnTo>
                        <a:pt x="852" y="204"/>
                      </a:lnTo>
                      <a:lnTo>
                        <a:pt x="852" y="240"/>
                      </a:lnTo>
                      <a:lnTo>
                        <a:pt x="858" y="252"/>
                      </a:lnTo>
                      <a:lnTo>
                        <a:pt x="864" y="258"/>
                      </a:lnTo>
                      <a:lnTo>
                        <a:pt x="882" y="258"/>
                      </a:lnTo>
                      <a:lnTo>
                        <a:pt x="894" y="246"/>
                      </a:lnTo>
                      <a:lnTo>
                        <a:pt x="900" y="234"/>
                      </a:lnTo>
                      <a:lnTo>
                        <a:pt x="900" y="222"/>
                      </a:lnTo>
                      <a:lnTo>
                        <a:pt x="888" y="186"/>
                      </a:lnTo>
                      <a:lnTo>
                        <a:pt x="876" y="174"/>
                      </a:lnTo>
                      <a:lnTo>
                        <a:pt x="864" y="156"/>
                      </a:lnTo>
                      <a:lnTo>
                        <a:pt x="852" y="150"/>
                      </a:lnTo>
                      <a:lnTo>
                        <a:pt x="846" y="138"/>
                      </a:lnTo>
                      <a:lnTo>
                        <a:pt x="834" y="132"/>
                      </a:lnTo>
                      <a:close/>
                      <a:moveTo>
                        <a:pt x="1086" y="360"/>
                      </a:moveTo>
                      <a:lnTo>
                        <a:pt x="1020" y="294"/>
                      </a:lnTo>
                      <a:lnTo>
                        <a:pt x="1020" y="288"/>
                      </a:lnTo>
                      <a:lnTo>
                        <a:pt x="1002" y="270"/>
                      </a:lnTo>
                      <a:lnTo>
                        <a:pt x="984" y="270"/>
                      </a:lnTo>
                      <a:lnTo>
                        <a:pt x="978" y="276"/>
                      </a:lnTo>
                      <a:lnTo>
                        <a:pt x="978" y="300"/>
                      </a:lnTo>
                      <a:lnTo>
                        <a:pt x="996" y="330"/>
                      </a:lnTo>
                      <a:lnTo>
                        <a:pt x="1020" y="378"/>
                      </a:lnTo>
                      <a:lnTo>
                        <a:pt x="1086" y="438"/>
                      </a:lnTo>
                      <a:lnTo>
                        <a:pt x="1086" y="360"/>
                      </a:lnTo>
                      <a:close/>
                      <a:moveTo>
                        <a:pt x="672" y="672"/>
                      </a:moveTo>
                      <a:lnTo>
                        <a:pt x="630" y="642"/>
                      </a:lnTo>
                      <a:lnTo>
                        <a:pt x="648" y="630"/>
                      </a:lnTo>
                      <a:lnTo>
                        <a:pt x="636" y="630"/>
                      </a:lnTo>
                      <a:lnTo>
                        <a:pt x="624" y="624"/>
                      </a:lnTo>
                      <a:lnTo>
                        <a:pt x="612" y="624"/>
                      </a:lnTo>
                      <a:lnTo>
                        <a:pt x="600" y="618"/>
                      </a:lnTo>
                      <a:lnTo>
                        <a:pt x="594" y="606"/>
                      </a:lnTo>
                      <a:lnTo>
                        <a:pt x="594" y="594"/>
                      </a:lnTo>
                      <a:lnTo>
                        <a:pt x="600" y="582"/>
                      </a:lnTo>
                      <a:lnTo>
                        <a:pt x="600" y="564"/>
                      </a:lnTo>
                      <a:lnTo>
                        <a:pt x="588" y="570"/>
                      </a:lnTo>
                      <a:lnTo>
                        <a:pt x="582" y="570"/>
                      </a:lnTo>
                      <a:lnTo>
                        <a:pt x="570" y="576"/>
                      </a:lnTo>
                      <a:lnTo>
                        <a:pt x="564" y="576"/>
                      </a:lnTo>
                      <a:lnTo>
                        <a:pt x="552" y="582"/>
                      </a:lnTo>
                      <a:lnTo>
                        <a:pt x="552" y="552"/>
                      </a:lnTo>
                      <a:lnTo>
                        <a:pt x="528" y="540"/>
                      </a:lnTo>
                      <a:lnTo>
                        <a:pt x="528" y="492"/>
                      </a:lnTo>
                      <a:lnTo>
                        <a:pt x="474" y="456"/>
                      </a:lnTo>
                      <a:lnTo>
                        <a:pt x="450" y="402"/>
                      </a:lnTo>
                      <a:lnTo>
                        <a:pt x="474" y="390"/>
                      </a:lnTo>
                      <a:lnTo>
                        <a:pt x="480" y="384"/>
                      </a:lnTo>
                      <a:lnTo>
                        <a:pt x="492" y="378"/>
                      </a:lnTo>
                      <a:lnTo>
                        <a:pt x="504" y="366"/>
                      </a:lnTo>
                      <a:lnTo>
                        <a:pt x="504" y="360"/>
                      </a:lnTo>
                      <a:lnTo>
                        <a:pt x="492" y="336"/>
                      </a:lnTo>
                      <a:lnTo>
                        <a:pt x="468" y="324"/>
                      </a:lnTo>
                      <a:lnTo>
                        <a:pt x="462" y="318"/>
                      </a:lnTo>
                      <a:lnTo>
                        <a:pt x="456" y="318"/>
                      </a:lnTo>
                      <a:lnTo>
                        <a:pt x="450" y="312"/>
                      </a:lnTo>
                      <a:lnTo>
                        <a:pt x="438" y="312"/>
                      </a:lnTo>
                      <a:lnTo>
                        <a:pt x="402" y="300"/>
                      </a:lnTo>
                      <a:lnTo>
                        <a:pt x="390" y="300"/>
                      </a:lnTo>
                      <a:lnTo>
                        <a:pt x="378" y="294"/>
                      </a:lnTo>
                      <a:lnTo>
                        <a:pt x="372" y="294"/>
                      </a:lnTo>
                      <a:lnTo>
                        <a:pt x="372" y="234"/>
                      </a:lnTo>
                      <a:lnTo>
                        <a:pt x="366" y="222"/>
                      </a:lnTo>
                      <a:lnTo>
                        <a:pt x="354" y="210"/>
                      </a:lnTo>
                      <a:lnTo>
                        <a:pt x="342" y="210"/>
                      </a:lnTo>
                      <a:lnTo>
                        <a:pt x="288" y="156"/>
                      </a:lnTo>
                      <a:lnTo>
                        <a:pt x="252" y="162"/>
                      </a:lnTo>
                      <a:lnTo>
                        <a:pt x="216" y="126"/>
                      </a:lnTo>
                      <a:lnTo>
                        <a:pt x="186" y="120"/>
                      </a:lnTo>
                      <a:lnTo>
                        <a:pt x="66" y="60"/>
                      </a:lnTo>
                      <a:lnTo>
                        <a:pt x="42" y="72"/>
                      </a:lnTo>
                      <a:lnTo>
                        <a:pt x="0" y="42"/>
                      </a:lnTo>
                      <a:lnTo>
                        <a:pt x="42" y="72"/>
                      </a:lnTo>
                      <a:lnTo>
                        <a:pt x="36" y="102"/>
                      </a:lnTo>
                      <a:lnTo>
                        <a:pt x="36" y="240"/>
                      </a:lnTo>
                      <a:lnTo>
                        <a:pt x="30" y="258"/>
                      </a:lnTo>
                      <a:lnTo>
                        <a:pt x="30" y="372"/>
                      </a:lnTo>
                      <a:lnTo>
                        <a:pt x="24" y="378"/>
                      </a:lnTo>
                      <a:lnTo>
                        <a:pt x="12" y="384"/>
                      </a:lnTo>
                      <a:lnTo>
                        <a:pt x="0" y="396"/>
                      </a:lnTo>
                      <a:lnTo>
                        <a:pt x="0" y="402"/>
                      </a:lnTo>
                      <a:lnTo>
                        <a:pt x="6" y="408"/>
                      </a:lnTo>
                      <a:lnTo>
                        <a:pt x="18" y="414"/>
                      </a:lnTo>
                      <a:lnTo>
                        <a:pt x="30" y="414"/>
                      </a:lnTo>
                      <a:lnTo>
                        <a:pt x="30" y="444"/>
                      </a:lnTo>
                      <a:lnTo>
                        <a:pt x="24" y="456"/>
                      </a:lnTo>
                      <a:lnTo>
                        <a:pt x="24" y="480"/>
                      </a:lnTo>
                      <a:lnTo>
                        <a:pt x="18" y="492"/>
                      </a:lnTo>
                      <a:lnTo>
                        <a:pt x="18" y="504"/>
                      </a:lnTo>
                      <a:lnTo>
                        <a:pt x="12" y="510"/>
                      </a:lnTo>
                      <a:lnTo>
                        <a:pt x="12" y="516"/>
                      </a:lnTo>
                      <a:lnTo>
                        <a:pt x="18" y="540"/>
                      </a:lnTo>
                      <a:lnTo>
                        <a:pt x="18" y="588"/>
                      </a:lnTo>
                      <a:lnTo>
                        <a:pt x="30" y="594"/>
                      </a:lnTo>
                      <a:lnTo>
                        <a:pt x="48" y="594"/>
                      </a:lnTo>
                      <a:lnTo>
                        <a:pt x="60" y="588"/>
                      </a:lnTo>
                      <a:lnTo>
                        <a:pt x="90" y="588"/>
                      </a:lnTo>
                      <a:lnTo>
                        <a:pt x="96" y="582"/>
                      </a:lnTo>
                      <a:lnTo>
                        <a:pt x="102" y="582"/>
                      </a:lnTo>
                      <a:lnTo>
                        <a:pt x="126" y="600"/>
                      </a:lnTo>
                      <a:lnTo>
                        <a:pt x="132" y="600"/>
                      </a:lnTo>
                      <a:lnTo>
                        <a:pt x="138" y="594"/>
                      </a:lnTo>
                      <a:lnTo>
                        <a:pt x="156" y="588"/>
                      </a:lnTo>
                      <a:lnTo>
                        <a:pt x="168" y="582"/>
                      </a:lnTo>
                      <a:lnTo>
                        <a:pt x="180" y="570"/>
                      </a:lnTo>
                      <a:lnTo>
                        <a:pt x="180" y="564"/>
                      </a:lnTo>
                      <a:lnTo>
                        <a:pt x="168" y="552"/>
                      </a:lnTo>
                      <a:lnTo>
                        <a:pt x="150" y="540"/>
                      </a:lnTo>
                      <a:lnTo>
                        <a:pt x="138" y="534"/>
                      </a:lnTo>
                      <a:lnTo>
                        <a:pt x="120" y="522"/>
                      </a:lnTo>
                      <a:lnTo>
                        <a:pt x="108" y="516"/>
                      </a:lnTo>
                      <a:lnTo>
                        <a:pt x="102" y="510"/>
                      </a:lnTo>
                      <a:lnTo>
                        <a:pt x="96" y="510"/>
                      </a:lnTo>
                      <a:lnTo>
                        <a:pt x="108" y="510"/>
                      </a:lnTo>
                      <a:lnTo>
                        <a:pt x="138" y="516"/>
                      </a:lnTo>
                      <a:lnTo>
                        <a:pt x="204" y="516"/>
                      </a:lnTo>
                      <a:lnTo>
                        <a:pt x="204" y="510"/>
                      </a:lnTo>
                      <a:lnTo>
                        <a:pt x="198" y="504"/>
                      </a:lnTo>
                      <a:lnTo>
                        <a:pt x="198" y="498"/>
                      </a:lnTo>
                      <a:lnTo>
                        <a:pt x="186" y="486"/>
                      </a:lnTo>
                      <a:lnTo>
                        <a:pt x="192" y="492"/>
                      </a:lnTo>
                      <a:lnTo>
                        <a:pt x="204" y="492"/>
                      </a:lnTo>
                      <a:lnTo>
                        <a:pt x="210" y="498"/>
                      </a:lnTo>
                      <a:lnTo>
                        <a:pt x="216" y="498"/>
                      </a:lnTo>
                      <a:lnTo>
                        <a:pt x="222" y="492"/>
                      </a:lnTo>
                      <a:lnTo>
                        <a:pt x="222" y="486"/>
                      </a:lnTo>
                      <a:lnTo>
                        <a:pt x="216" y="480"/>
                      </a:lnTo>
                      <a:lnTo>
                        <a:pt x="216" y="468"/>
                      </a:lnTo>
                      <a:lnTo>
                        <a:pt x="210" y="462"/>
                      </a:lnTo>
                      <a:lnTo>
                        <a:pt x="222" y="468"/>
                      </a:lnTo>
                      <a:lnTo>
                        <a:pt x="228" y="474"/>
                      </a:lnTo>
                      <a:lnTo>
                        <a:pt x="246" y="474"/>
                      </a:lnTo>
                      <a:lnTo>
                        <a:pt x="252" y="468"/>
                      </a:lnTo>
                      <a:lnTo>
                        <a:pt x="264" y="462"/>
                      </a:lnTo>
                      <a:lnTo>
                        <a:pt x="270" y="456"/>
                      </a:lnTo>
                      <a:lnTo>
                        <a:pt x="288" y="474"/>
                      </a:lnTo>
                      <a:lnTo>
                        <a:pt x="300" y="480"/>
                      </a:lnTo>
                      <a:lnTo>
                        <a:pt x="306" y="486"/>
                      </a:lnTo>
                      <a:lnTo>
                        <a:pt x="312" y="486"/>
                      </a:lnTo>
                      <a:lnTo>
                        <a:pt x="330" y="492"/>
                      </a:lnTo>
                      <a:lnTo>
                        <a:pt x="342" y="492"/>
                      </a:lnTo>
                      <a:lnTo>
                        <a:pt x="378" y="504"/>
                      </a:lnTo>
                      <a:lnTo>
                        <a:pt x="390" y="510"/>
                      </a:lnTo>
                      <a:lnTo>
                        <a:pt x="402" y="534"/>
                      </a:lnTo>
                      <a:lnTo>
                        <a:pt x="402" y="558"/>
                      </a:lnTo>
                      <a:lnTo>
                        <a:pt x="408" y="570"/>
                      </a:lnTo>
                      <a:lnTo>
                        <a:pt x="420" y="582"/>
                      </a:lnTo>
                      <a:lnTo>
                        <a:pt x="438" y="582"/>
                      </a:lnTo>
                      <a:lnTo>
                        <a:pt x="450" y="594"/>
                      </a:lnTo>
                      <a:lnTo>
                        <a:pt x="450" y="606"/>
                      </a:lnTo>
                      <a:lnTo>
                        <a:pt x="456" y="618"/>
                      </a:lnTo>
                      <a:lnTo>
                        <a:pt x="468" y="654"/>
                      </a:lnTo>
                      <a:lnTo>
                        <a:pt x="486" y="672"/>
                      </a:lnTo>
                      <a:lnTo>
                        <a:pt x="516" y="678"/>
                      </a:lnTo>
                      <a:lnTo>
                        <a:pt x="558" y="684"/>
                      </a:lnTo>
                      <a:lnTo>
                        <a:pt x="618" y="684"/>
                      </a:lnTo>
                      <a:lnTo>
                        <a:pt x="630" y="690"/>
                      </a:lnTo>
                      <a:lnTo>
                        <a:pt x="654" y="714"/>
                      </a:lnTo>
                      <a:lnTo>
                        <a:pt x="678" y="726"/>
                      </a:lnTo>
                      <a:lnTo>
                        <a:pt x="684" y="726"/>
                      </a:lnTo>
                      <a:lnTo>
                        <a:pt x="684" y="720"/>
                      </a:lnTo>
                      <a:lnTo>
                        <a:pt x="678" y="708"/>
                      </a:lnTo>
                      <a:lnTo>
                        <a:pt x="678" y="702"/>
                      </a:lnTo>
                      <a:lnTo>
                        <a:pt x="672" y="690"/>
                      </a:lnTo>
                      <a:lnTo>
                        <a:pt x="666" y="684"/>
                      </a:lnTo>
                      <a:lnTo>
                        <a:pt x="672" y="672"/>
                      </a:lnTo>
                      <a:close/>
                    </a:path>
                  </a:pathLst>
                </a:custGeom>
                <a:solidFill>
                  <a:srgbClr val="A29C97"/>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23" name="Panama" descr="© INSCALE GmbH, 05.05.2010&#10;http://www.presentationload.com/">
                  <a:extLst>
                    <a:ext uri="{FF2B5EF4-FFF2-40B4-BE49-F238E27FC236}">
                      <a16:creationId xmlns:a16="http://schemas.microsoft.com/office/drawing/2014/main" id="{1D44E47C-B854-436E-A0F6-C97EA6377199}"/>
                    </a:ext>
                  </a:extLst>
                </p:cNvPr>
                <p:cNvSpPr>
                  <a:spLocks/>
                </p:cNvSpPr>
                <p:nvPr/>
              </p:nvSpPr>
              <p:spPr bwMode="gray">
                <a:xfrm>
                  <a:off x="2949379" y="3528319"/>
                  <a:ext cx="183710" cy="88324"/>
                </a:xfrm>
                <a:custGeom>
                  <a:avLst/>
                  <a:gdLst>
                    <a:gd name="T0" fmla="*/ 2147483647 w 408"/>
                    <a:gd name="T1" fmla="*/ 2147483647 h 198"/>
                    <a:gd name="T2" fmla="*/ 2147483647 w 408"/>
                    <a:gd name="T3" fmla="*/ 2147483647 h 198"/>
                    <a:gd name="T4" fmla="*/ 2147483647 w 408"/>
                    <a:gd name="T5" fmla="*/ 2147483647 h 198"/>
                    <a:gd name="T6" fmla="*/ 2147483647 w 408"/>
                    <a:gd name="T7" fmla="*/ 2147483647 h 198"/>
                    <a:gd name="T8" fmla="*/ 2147483647 w 408"/>
                    <a:gd name="T9" fmla="*/ 2147483647 h 198"/>
                    <a:gd name="T10" fmla="*/ 2147483647 w 408"/>
                    <a:gd name="T11" fmla="*/ 2147483647 h 198"/>
                    <a:gd name="T12" fmla="*/ 2147483647 w 408"/>
                    <a:gd name="T13" fmla="*/ 2147483647 h 198"/>
                    <a:gd name="T14" fmla="*/ 2147483647 w 408"/>
                    <a:gd name="T15" fmla="*/ 2147483647 h 198"/>
                    <a:gd name="T16" fmla="*/ 2147483647 w 408"/>
                    <a:gd name="T17" fmla="*/ 2147483647 h 198"/>
                    <a:gd name="T18" fmla="*/ 2147483647 w 408"/>
                    <a:gd name="T19" fmla="*/ 2147483647 h 198"/>
                    <a:gd name="T20" fmla="*/ 2147483647 w 408"/>
                    <a:gd name="T21" fmla="*/ 2147483647 h 198"/>
                    <a:gd name="T22" fmla="*/ 2147483647 w 408"/>
                    <a:gd name="T23" fmla="*/ 2147483647 h 198"/>
                    <a:gd name="T24" fmla="*/ 2147483647 w 408"/>
                    <a:gd name="T25" fmla="*/ 2147483647 h 198"/>
                    <a:gd name="T26" fmla="*/ 2147483647 w 408"/>
                    <a:gd name="T27" fmla="*/ 2147483647 h 198"/>
                    <a:gd name="T28" fmla="*/ 2147483647 w 408"/>
                    <a:gd name="T29" fmla="*/ 2147483647 h 198"/>
                    <a:gd name="T30" fmla="*/ 2147483647 w 408"/>
                    <a:gd name="T31" fmla="*/ 2147483647 h 198"/>
                    <a:gd name="T32" fmla="*/ 2147483647 w 408"/>
                    <a:gd name="T33" fmla="*/ 0 h 198"/>
                    <a:gd name="T34" fmla="*/ 2147483647 w 408"/>
                    <a:gd name="T35" fmla="*/ 2147483647 h 198"/>
                    <a:gd name="T36" fmla="*/ 2147483647 w 408"/>
                    <a:gd name="T37" fmla="*/ 2147483647 h 198"/>
                    <a:gd name="T38" fmla="*/ 2147483647 w 408"/>
                    <a:gd name="T39" fmla="*/ 2147483647 h 198"/>
                    <a:gd name="T40" fmla="*/ 2147483647 w 408"/>
                    <a:gd name="T41" fmla="*/ 2147483647 h 198"/>
                    <a:gd name="T42" fmla="*/ 2147483647 w 408"/>
                    <a:gd name="T43" fmla="*/ 2147483647 h 198"/>
                    <a:gd name="T44" fmla="*/ 2147483647 w 408"/>
                    <a:gd name="T45" fmla="*/ 2147483647 h 198"/>
                    <a:gd name="T46" fmla="*/ 2147483647 w 408"/>
                    <a:gd name="T47" fmla="*/ 2147483647 h 198"/>
                    <a:gd name="T48" fmla="*/ 2147483647 w 408"/>
                    <a:gd name="T49" fmla="*/ 2147483647 h 198"/>
                    <a:gd name="T50" fmla="*/ 2147483647 w 408"/>
                    <a:gd name="T51" fmla="*/ 2147483647 h 198"/>
                    <a:gd name="T52" fmla="*/ 2147483647 w 408"/>
                    <a:gd name="T53" fmla="*/ 2147483647 h 198"/>
                    <a:gd name="T54" fmla="*/ 2147483647 w 408"/>
                    <a:gd name="T55" fmla="*/ 2147483647 h 198"/>
                    <a:gd name="T56" fmla="*/ 0 w 408"/>
                    <a:gd name="T57" fmla="*/ 2147483647 h 198"/>
                    <a:gd name="T58" fmla="*/ 2147483647 w 408"/>
                    <a:gd name="T59" fmla="*/ 2147483647 h 198"/>
                    <a:gd name="T60" fmla="*/ 2147483647 w 408"/>
                    <a:gd name="T61" fmla="*/ 2147483647 h 198"/>
                    <a:gd name="T62" fmla="*/ 2147483647 w 408"/>
                    <a:gd name="T63" fmla="*/ 2147483647 h 198"/>
                    <a:gd name="T64" fmla="*/ 0 w 408"/>
                    <a:gd name="T65" fmla="*/ 2147483647 h 198"/>
                    <a:gd name="T66" fmla="*/ 2147483647 w 408"/>
                    <a:gd name="T67" fmla="*/ 2147483647 h 198"/>
                    <a:gd name="T68" fmla="*/ 2147483647 w 408"/>
                    <a:gd name="T69" fmla="*/ 2147483647 h 198"/>
                    <a:gd name="T70" fmla="*/ 2147483647 w 408"/>
                    <a:gd name="T71" fmla="*/ 2147483647 h 198"/>
                    <a:gd name="T72" fmla="*/ 2147483647 w 408"/>
                    <a:gd name="T73" fmla="*/ 2147483647 h 198"/>
                    <a:gd name="T74" fmla="*/ 2147483647 w 408"/>
                    <a:gd name="T75" fmla="*/ 2147483647 h 198"/>
                    <a:gd name="T76" fmla="*/ 2147483647 w 408"/>
                    <a:gd name="T77" fmla="*/ 2147483647 h 198"/>
                    <a:gd name="T78" fmla="*/ 2147483647 w 408"/>
                    <a:gd name="T79" fmla="*/ 2147483647 h 198"/>
                    <a:gd name="T80" fmla="*/ 2147483647 w 408"/>
                    <a:gd name="T81" fmla="*/ 2147483647 h 198"/>
                    <a:gd name="T82" fmla="*/ 2147483647 w 408"/>
                    <a:gd name="T83" fmla="*/ 2147483647 h 198"/>
                    <a:gd name="T84" fmla="*/ 2147483647 w 408"/>
                    <a:gd name="T85" fmla="*/ 2147483647 h 198"/>
                    <a:gd name="T86" fmla="*/ 2147483647 w 408"/>
                    <a:gd name="T87" fmla="*/ 2147483647 h 198"/>
                    <a:gd name="T88" fmla="*/ 2147483647 w 408"/>
                    <a:gd name="T89" fmla="*/ 2147483647 h 198"/>
                    <a:gd name="T90" fmla="*/ 2147483647 w 408"/>
                    <a:gd name="T91" fmla="*/ 2147483647 h 198"/>
                    <a:gd name="T92" fmla="*/ 2147483647 w 408"/>
                    <a:gd name="T93" fmla="*/ 2147483647 h 198"/>
                    <a:gd name="T94" fmla="*/ 2147483647 w 408"/>
                    <a:gd name="T95" fmla="*/ 2147483647 h 198"/>
                    <a:gd name="T96" fmla="*/ 2147483647 w 408"/>
                    <a:gd name="T97" fmla="*/ 2147483647 h 198"/>
                    <a:gd name="T98" fmla="*/ 2147483647 w 408"/>
                    <a:gd name="T99" fmla="*/ 2147483647 h 198"/>
                    <a:gd name="T100" fmla="*/ 2147483647 w 408"/>
                    <a:gd name="T101" fmla="*/ 2147483647 h 198"/>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408"/>
                    <a:gd name="T154" fmla="*/ 0 h 198"/>
                    <a:gd name="T155" fmla="*/ 408 w 408"/>
                    <a:gd name="T156" fmla="*/ 198 h 198"/>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408" h="198">
                      <a:moveTo>
                        <a:pt x="306" y="66"/>
                      </a:moveTo>
                      <a:lnTo>
                        <a:pt x="318" y="78"/>
                      </a:lnTo>
                      <a:lnTo>
                        <a:pt x="324" y="90"/>
                      </a:lnTo>
                      <a:lnTo>
                        <a:pt x="330" y="96"/>
                      </a:lnTo>
                      <a:lnTo>
                        <a:pt x="342" y="90"/>
                      </a:lnTo>
                      <a:lnTo>
                        <a:pt x="372" y="120"/>
                      </a:lnTo>
                      <a:lnTo>
                        <a:pt x="342" y="102"/>
                      </a:lnTo>
                      <a:lnTo>
                        <a:pt x="342" y="120"/>
                      </a:lnTo>
                      <a:lnTo>
                        <a:pt x="336" y="132"/>
                      </a:lnTo>
                      <a:lnTo>
                        <a:pt x="336" y="162"/>
                      </a:lnTo>
                      <a:lnTo>
                        <a:pt x="342" y="168"/>
                      </a:lnTo>
                      <a:lnTo>
                        <a:pt x="348" y="180"/>
                      </a:lnTo>
                      <a:lnTo>
                        <a:pt x="354" y="186"/>
                      </a:lnTo>
                      <a:lnTo>
                        <a:pt x="360" y="186"/>
                      </a:lnTo>
                      <a:lnTo>
                        <a:pt x="372" y="156"/>
                      </a:lnTo>
                      <a:lnTo>
                        <a:pt x="378" y="162"/>
                      </a:lnTo>
                      <a:lnTo>
                        <a:pt x="390" y="168"/>
                      </a:lnTo>
                      <a:lnTo>
                        <a:pt x="396" y="162"/>
                      </a:lnTo>
                      <a:lnTo>
                        <a:pt x="408" y="138"/>
                      </a:lnTo>
                      <a:lnTo>
                        <a:pt x="408" y="126"/>
                      </a:lnTo>
                      <a:lnTo>
                        <a:pt x="396" y="120"/>
                      </a:lnTo>
                      <a:lnTo>
                        <a:pt x="390" y="108"/>
                      </a:lnTo>
                      <a:lnTo>
                        <a:pt x="390" y="90"/>
                      </a:lnTo>
                      <a:lnTo>
                        <a:pt x="396" y="84"/>
                      </a:lnTo>
                      <a:lnTo>
                        <a:pt x="372" y="66"/>
                      </a:lnTo>
                      <a:lnTo>
                        <a:pt x="372" y="60"/>
                      </a:lnTo>
                      <a:lnTo>
                        <a:pt x="366" y="54"/>
                      </a:lnTo>
                      <a:lnTo>
                        <a:pt x="366" y="42"/>
                      </a:lnTo>
                      <a:lnTo>
                        <a:pt x="360" y="30"/>
                      </a:lnTo>
                      <a:lnTo>
                        <a:pt x="348" y="24"/>
                      </a:lnTo>
                      <a:lnTo>
                        <a:pt x="330" y="18"/>
                      </a:lnTo>
                      <a:lnTo>
                        <a:pt x="288" y="18"/>
                      </a:lnTo>
                      <a:lnTo>
                        <a:pt x="282" y="0"/>
                      </a:lnTo>
                      <a:lnTo>
                        <a:pt x="246" y="0"/>
                      </a:lnTo>
                      <a:lnTo>
                        <a:pt x="234" y="6"/>
                      </a:lnTo>
                      <a:lnTo>
                        <a:pt x="228" y="12"/>
                      </a:lnTo>
                      <a:lnTo>
                        <a:pt x="222" y="24"/>
                      </a:lnTo>
                      <a:lnTo>
                        <a:pt x="210" y="36"/>
                      </a:lnTo>
                      <a:lnTo>
                        <a:pt x="204" y="36"/>
                      </a:lnTo>
                      <a:lnTo>
                        <a:pt x="198" y="30"/>
                      </a:lnTo>
                      <a:lnTo>
                        <a:pt x="192" y="30"/>
                      </a:lnTo>
                      <a:lnTo>
                        <a:pt x="168" y="42"/>
                      </a:lnTo>
                      <a:lnTo>
                        <a:pt x="144" y="66"/>
                      </a:lnTo>
                      <a:lnTo>
                        <a:pt x="132" y="72"/>
                      </a:lnTo>
                      <a:lnTo>
                        <a:pt x="120" y="72"/>
                      </a:lnTo>
                      <a:lnTo>
                        <a:pt x="114" y="66"/>
                      </a:lnTo>
                      <a:lnTo>
                        <a:pt x="102" y="60"/>
                      </a:lnTo>
                      <a:lnTo>
                        <a:pt x="90" y="42"/>
                      </a:lnTo>
                      <a:lnTo>
                        <a:pt x="78" y="54"/>
                      </a:lnTo>
                      <a:lnTo>
                        <a:pt x="60" y="54"/>
                      </a:lnTo>
                      <a:lnTo>
                        <a:pt x="48" y="42"/>
                      </a:lnTo>
                      <a:lnTo>
                        <a:pt x="48" y="18"/>
                      </a:lnTo>
                      <a:lnTo>
                        <a:pt x="36" y="6"/>
                      </a:lnTo>
                      <a:lnTo>
                        <a:pt x="24" y="6"/>
                      </a:lnTo>
                      <a:lnTo>
                        <a:pt x="18" y="12"/>
                      </a:lnTo>
                      <a:lnTo>
                        <a:pt x="6" y="12"/>
                      </a:lnTo>
                      <a:lnTo>
                        <a:pt x="0" y="18"/>
                      </a:lnTo>
                      <a:lnTo>
                        <a:pt x="0" y="36"/>
                      </a:lnTo>
                      <a:lnTo>
                        <a:pt x="6" y="42"/>
                      </a:lnTo>
                      <a:lnTo>
                        <a:pt x="6" y="48"/>
                      </a:lnTo>
                      <a:lnTo>
                        <a:pt x="24" y="48"/>
                      </a:lnTo>
                      <a:lnTo>
                        <a:pt x="30" y="54"/>
                      </a:lnTo>
                      <a:lnTo>
                        <a:pt x="12" y="72"/>
                      </a:lnTo>
                      <a:lnTo>
                        <a:pt x="6" y="72"/>
                      </a:lnTo>
                      <a:lnTo>
                        <a:pt x="6" y="96"/>
                      </a:lnTo>
                      <a:lnTo>
                        <a:pt x="0" y="102"/>
                      </a:lnTo>
                      <a:lnTo>
                        <a:pt x="6" y="108"/>
                      </a:lnTo>
                      <a:lnTo>
                        <a:pt x="48" y="102"/>
                      </a:lnTo>
                      <a:lnTo>
                        <a:pt x="60" y="120"/>
                      </a:lnTo>
                      <a:lnTo>
                        <a:pt x="90" y="114"/>
                      </a:lnTo>
                      <a:lnTo>
                        <a:pt x="90" y="126"/>
                      </a:lnTo>
                      <a:lnTo>
                        <a:pt x="84" y="132"/>
                      </a:lnTo>
                      <a:lnTo>
                        <a:pt x="84" y="150"/>
                      </a:lnTo>
                      <a:lnTo>
                        <a:pt x="90" y="156"/>
                      </a:lnTo>
                      <a:lnTo>
                        <a:pt x="108" y="156"/>
                      </a:lnTo>
                      <a:lnTo>
                        <a:pt x="114" y="150"/>
                      </a:lnTo>
                      <a:lnTo>
                        <a:pt x="120" y="150"/>
                      </a:lnTo>
                      <a:lnTo>
                        <a:pt x="120" y="132"/>
                      </a:lnTo>
                      <a:lnTo>
                        <a:pt x="138" y="126"/>
                      </a:lnTo>
                      <a:lnTo>
                        <a:pt x="138" y="150"/>
                      </a:lnTo>
                      <a:lnTo>
                        <a:pt x="144" y="168"/>
                      </a:lnTo>
                      <a:lnTo>
                        <a:pt x="144" y="180"/>
                      </a:lnTo>
                      <a:lnTo>
                        <a:pt x="150" y="192"/>
                      </a:lnTo>
                      <a:lnTo>
                        <a:pt x="156" y="198"/>
                      </a:lnTo>
                      <a:lnTo>
                        <a:pt x="162" y="198"/>
                      </a:lnTo>
                      <a:lnTo>
                        <a:pt x="180" y="192"/>
                      </a:lnTo>
                      <a:lnTo>
                        <a:pt x="198" y="174"/>
                      </a:lnTo>
                      <a:lnTo>
                        <a:pt x="204" y="174"/>
                      </a:lnTo>
                      <a:lnTo>
                        <a:pt x="198" y="168"/>
                      </a:lnTo>
                      <a:lnTo>
                        <a:pt x="186" y="162"/>
                      </a:lnTo>
                      <a:lnTo>
                        <a:pt x="180" y="150"/>
                      </a:lnTo>
                      <a:lnTo>
                        <a:pt x="174" y="144"/>
                      </a:lnTo>
                      <a:lnTo>
                        <a:pt x="168" y="132"/>
                      </a:lnTo>
                      <a:lnTo>
                        <a:pt x="162" y="126"/>
                      </a:lnTo>
                      <a:lnTo>
                        <a:pt x="186" y="102"/>
                      </a:lnTo>
                      <a:lnTo>
                        <a:pt x="222" y="84"/>
                      </a:lnTo>
                      <a:lnTo>
                        <a:pt x="228" y="72"/>
                      </a:lnTo>
                      <a:lnTo>
                        <a:pt x="246" y="54"/>
                      </a:lnTo>
                      <a:lnTo>
                        <a:pt x="258" y="48"/>
                      </a:lnTo>
                      <a:lnTo>
                        <a:pt x="276" y="54"/>
                      </a:lnTo>
                      <a:lnTo>
                        <a:pt x="288" y="60"/>
                      </a:lnTo>
                      <a:lnTo>
                        <a:pt x="306" y="66"/>
                      </a:lnTo>
                      <a:close/>
                    </a:path>
                  </a:pathLst>
                </a:custGeom>
                <a:solidFill>
                  <a:srgbClr val="572772"/>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24" name="Pakistan" descr="© INSCALE GmbH, 05.05.2010&#10;http://www.presentationload.com/">
                  <a:extLst>
                    <a:ext uri="{FF2B5EF4-FFF2-40B4-BE49-F238E27FC236}">
                      <a16:creationId xmlns:a16="http://schemas.microsoft.com/office/drawing/2014/main" id="{70F97435-F7BA-4C73-9A76-045947A9B777}"/>
                    </a:ext>
                  </a:extLst>
                </p:cNvPr>
                <p:cNvSpPr>
                  <a:spLocks/>
                </p:cNvSpPr>
                <p:nvPr/>
              </p:nvSpPr>
              <p:spPr bwMode="gray">
                <a:xfrm>
                  <a:off x="7505060" y="2530271"/>
                  <a:ext cx="475175" cy="476946"/>
                </a:xfrm>
                <a:custGeom>
                  <a:avLst/>
                  <a:gdLst>
                    <a:gd name="T0" fmla="*/ 2147483647 w 1050"/>
                    <a:gd name="T1" fmla="*/ 2147483647 h 1056"/>
                    <a:gd name="T2" fmla="*/ 2147483647 w 1050"/>
                    <a:gd name="T3" fmla="*/ 2147483647 h 1056"/>
                    <a:gd name="T4" fmla="*/ 2147483647 w 1050"/>
                    <a:gd name="T5" fmla="*/ 2147483647 h 1056"/>
                    <a:gd name="T6" fmla="*/ 2147483647 w 1050"/>
                    <a:gd name="T7" fmla="*/ 2147483647 h 1056"/>
                    <a:gd name="T8" fmla="*/ 2147483647 w 1050"/>
                    <a:gd name="T9" fmla="*/ 2147483647 h 1056"/>
                    <a:gd name="T10" fmla="*/ 2147483647 w 1050"/>
                    <a:gd name="T11" fmla="*/ 2147483647 h 1056"/>
                    <a:gd name="T12" fmla="*/ 2147483647 w 1050"/>
                    <a:gd name="T13" fmla="*/ 2147483647 h 1056"/>
                    <a:gd name="T14" fmla="*/ 2147483647 w 1050"/>
                    <a:gd name="T15" fmla="*/ 2147483647 h 1056"/>
                    <a:gd name="T16" fmla="*/ 2147483647 w 1050"/>
                    <a:gd name="T17" fmla="*/ 2147483647 h 1056"/>
                    <a:gd name="T18" fmla="*/ 2147483647 w 1050"/>
                    <a:gd name="T19" fmla="*/ 2147483647 h 1056"/>
                    <a:gd name="T20" fmla="*/ 2147483647 w 1050"/>
                    <a:gd name="T21" fmla="*/ 2147483647 h 1056"/>
                    <a:gd name="T22" fmla="*/ 2147483647 w 1050"/>
                    <a:gd name="T23" fmla="*/ 2147483647 h 1056"/>
                    <a:gd name="T24" fmla="*/ 2147483647 w 1050"/>
                    <a:gd name="T25" fmla="*/ 2147483647 h 1056"/>
                    <a:gd name="T26" fmla="*/ 2147483647 w 1050"/>
                    <a:gd name="T27" fmla="*/ 2147483647 h 1056"/>
                    <a:gd name="T28" fmla="*/ 2147483647 w 1050"/>
                    <a:gd name="T29" fmla="*/ 2147483647 h 1056"/>
                    <a:gd name="T30" fmla="*/ 2147483647 w 1050"/>
                    <a:gd name="T31" fmla="*/ 2147483647 h 1056"/>
                    <a:gd name="T32" fmla="*/ 2147483647 w 1050"/>
                    <a:gd name="T33" fmla="*/ 2147483647 h 1056"/>
                    <a:gd name="T34" fmla="*/ 2147483647 w 1050"/>
                    <a:gd name="T35" fmla="*/ 2147483647 h 1056"/>
                    <a:gd name="T36" fmla="*/ 2147483647 w 1050"/>
                    <a:gd name="T37" fmla="*/ 2147483647 h 1056"/>
                    <a:gd name="T38" fmla="*/ 2147483647 w 1050"/>
                    <a:gd name="T39" fmla="*/ 2147483647 h 1056"/>
                    <a:gd name="T40" fmla="*/ 2147483647 w 1050"/>
                    <a:gd name="T41" fmla="*/ 2147483647 h 1056"/>
                    <a:gd name="T42" fmla="*/ 2147483647 w 1050"/>
                    <a:gd name="T43" fmla="*/ 2147483647 h 1056"/>
                    <a:gd name="T44" fmla="*/ 0 w 1050"/>
                    <a:gd name="T45" fmla="*/ 2147483647 h 1056"/>
                    <a:gd name="T46" fmla="*/ 2147483647 w 1050"/>
                    <a:gd name="T47" fmla="*/ 2147483647 h 1056"/>
                    <a:gd name="T48" fmla="*/ 2147483647 w 1050"/>
                    <a:gd name="T49" fmla="*/ 2147483647 h 1056"/>
                    <a:gd name="T50" fmla="*/ 2147483647 w 1050"/>
                    <a:gd name="T51" fmla="*/ 2147483647 h 1056"/>
                    <a:gd name="T52" fmla="*/ 2147483647 w 1050"/>
                    <a:gd name="T53" fmla="*/ 2147483647 h 1056"/>
                    <a:gd name="T54" fmla="*/ 2147483647 w 1050"/>
                    <a:gd name="T55" fmla="*/ 2147483647 h 1056"/>
                    <a:gd name="T56" fmla="*/ 2147483647 w 1050"/>
                    <a:gd name="T57" fmla="*/ 2147483647 h 1056"/>
                    <a:gd name="T58" fmla="*/ 2147483647 w 1050"/>
                    <a:gd name="T59" fmla="*/ 2147483647 h 1056"/>
                    <a:gd name="T60" fmla="*/ 2147483647 w 1050"/>
                    <a:gd name="T61" fmla="*/ 2147483647 h 1056"/>
                    <a:gd name="T62" fmla="*/ 2147483647 w 1050"/>
                    <a:gd name="T63" fmla="*/ 2147483647 h 1056"/>
                    <a:gd name="T64" fmla="*/ 2147483647 w 1050"/>
                    <a:gd name="T65" fmla="*/ 2147483647 h 1056"/>
                    <a:gd name="T66" fmla="*/ 2147483647 w 1050"/>
                    <a:gd name="T67" fmla="*/ 2147483647 h 1056"/>
                    <a:gd name="T68" fmla="*/ 2147483647 w 1050"/>
                    <a:gd name="T69" fmla="*/ 2147483647 h 1056"/>
                    <a:gd name="T70" fmla="*/ 2147483647 w 1050"/>
                    <a:gd name="T71" fmla="*/ 2147483647 h 1056"/>
                    <a:gd name="T72" fmla="*/ 2147483647 w 1050"/>
                    <a:gd name="T73" fmla="*/ 2147483647 h 1056"/>
                    <a:gd name="T74" fmla="*/ 2147483647 w 1050"/>
                    <a:gd name="T75" fmla="*/ 2147483647 h 1056"/>
                    <a:gd name="T76" fmla="*/ 2147483647 w 1050"/>
                    <a:gd name="T77" fmla="*/ 2147483647 h 1056"/>
                    <a:gd name="T78" fmla="*/ 2147483647 w 1050"/>
                    <a:gd name="T79" fmla="*/ 2147483647 h 1056"/>
                    <a:gd name="T80" fmla="*/ 2147483647 w 1050"/>
                    <a:gd name="T81" fmla="*/ 2147483647 h 1056"/>
                    <a:gd name="T82" fmla="*/ 2147483647 w 1050"/>
                    <a:gd name="T83" fmla="*/ 2147483647 h 1056"/>
                    <a:gd name="T84" fmla="*/ 2147483647 w 1050"/>
                    <a:gd name="T85" fmla="*/ 2147483647 h 1056"/>
                    <a:gd name="T86" fmla="*/ 2147483647 w 1050"/>
                    <a:gd name="T87" fmla="*/ 2147483647 h 1056"/>
                    <a:gd name="T88" fmla="*/ 2147483647 w 1050"/>
                    <a:gd name="T89" fmla="*/ 2147483647 h 1056"/>
                    <a:gd name="T90" fmla="*/ 2147483647 w 1050"/>
                    <a:gd name="T91" fmla="*/ 2147483647 h 1056"/>
                    <a:gd name="T92" fmla="*/ 2147483647 w 1050"/>
                    <a:gd name="T93" fmla="*/ 2147483647 h 1056"/>
                    <a:gd name="T94" fmla="*/ 2147483647 w 1050"/>
                    <a:gd name="T95" fmla="*/ 2147483647 h 1056"/>
                    <a:gd name="T96" fmla="*/ 2147483647 w 1050"/>
                    <a:gd name="T97" fmla="*/ 2147483647 h 1056"/>
                    <a:gd name="T98" fmla="*/ 2147483647 w 1050"/>
                    <a:gd name="T99" fmla="*/ 2147483647 h 1056"/>
                    <a:gd name="T100" fmla="*/ 2147483647 w 1050"/>
                    <a:gd name="T101" fmla="*/ 2147483647 h 1056"/>
                    <a:gd name="T102" fmla="*/ 2147483647 w 1050"/>
                    <a:gd name="T103" fmla="*/ 2147483647 h 1056"/>
                    <a:gd name="T104" fmla="*/ 2147483647 w 1050"/>
                    <a:gd name="T105" fmla="*/ 2147483647 h 1056"/>
                    <a:gd name="T106" fmla="*/ 2147483647 w 1050"/>
                    <a:gd name="T107" fmla="*/ 2147483647 h 1056"/>
                    <a:gd name="T108" fmla="*/ 2147483647 w 1050"/>
                    <a:gd name="T109" fmla="*/ 2147483647 h 1056"/>
                    <a:gd name="T110" fmla="*/ 2147483647 w 1050"/>
                    <a:gd name="T111" fmla="*/ 2147483647 h 1056"/>
                    <a:gd name="T112" fmla="*/ 2147483647 w 1050"/>
                    <a:gd name="T113" fmla="*/ 2147483647 h 1056"/>
                    <a:gd name="T114" fmla="*/ 2147483647 w 1050"/>
                    <a:gd name="T115" fmla="*/ 2147483647 h 1056"/>
                    <a:gd name="T116" fmla="*/ 2147483647 w 1050"/>
                    <a:gd name="T117" fmla="*/ 2147483647 h 1056"/>
                    <a:gd name="T118" fmla="*/ 2147483647 w 1050"/>
                    <a:gd name="T119" fmla="*/ 2147483647 h 1056"/>
                    <a:gd name="T120" fmla="*/ 2147483647 w 1050"/>
                    <a:gd name="T121" fmla="*/ 2147483647 h 1056"/>
                    <a:gd name="T122" fmla="*/ 2147483647 w 1050"/>
                    <a:gd name="T123" fmla="*/ 2147483647 h 105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050"/>
                    <a:gd name="T187" fmla="*/ 0 h 1056"/>
                    <a:gd name="T188" fmla="*/ 1050 w 1050"/>
                    <a:gd name="T189" fmla="*/ 1056 h 105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050" h="1056">
                      <a:moveTo>
                        <a:pt x="1008" y="120"/>
                      </a:moveTo>
                      <a:lnTo>
                        <a:pt x="996" y="120"/>
                      </a:lnTo>
                      <a:lnTo>
                        <a:pt x="984" y="114"/>
                      </a:lnTo>
                      <a:lnTo>
                        <a:pt x="978" y="102"/>
                      </a:lnTo>
                      <a:lnTo>
                        <a:pt x="972" y="96"/>
                      </a:lnTo>
                      <a:lnTo>
                        <a:pt x="972" y="90"/>
                      </a:lnTo>
                      <a:lnTo>
                        <a:pt x="960" y="96"/>
                      </a:lnTo>
                      <a:lnTo>
                        <a:pt x="924" y="84"/>
                      </a:lnTo>
                      <a:lnTo>
                        <a:pt x="924" y="60"/>
                      </a:lnTo>
                      <a:lnTo>
                        <a:pt x="912" y="36"/>
                      </a:lnTo>
                      <a:lnTo>
                        <a:pt x="900" y="24"/>
                      </a:lnTo>
                      <a:lnTo>
                        <a:pt x="888" y="18"/>
                      </a:lnTo>
                      <a:lnTo>
                        <a:pt x="876" y="18"/>
                      </a:lnTo>
                      <a:lnTo>
                        <a:pt x="870" y="6"/>
                      </a:lnTo>
                      <a:lnTo>
                        <a:pt x="822" y="6"/>
                      </a:lnTo>
                      <a:lnTo>
                        <a:pt x="810" y="0"/>
                      </a:lnTo>
                      <a:lnTo>
                        <a:pt x="804" y="6"/>
                      </a:lnTo>
                      <a:lnTo>
                        <a:pt x="792" y="6"/>
                      </a:lnTo>
                      <a:lnTo>
                        <a:pt x="786" y="12"/>
                      </a:lnTo>
                      <a:lnTo>
                        <a:pt x="774" y="12"/>
                      </a:lnTo>
                      <a:lnTo>
                        <a:pt x="762" y="6"/>
                      </a:lnTo>
                      <a:lnTo>
                        <a:pt x="738" y="6"/>
                      </a:lnTo>
                      <a:lnTo>
                        <a:pt x="732" y="12"/>
                      </a:lnTo>
                      <a:lnTo>
                        <a:pt x="690" y="12"/>
                      </a:lnTo>
                      <a:lnTo>
                        <a:pt x="684" y="18"/>
                      </a:lnTo>
                      <a:lnTo>
                        <a:pt x="678" y="18"/>
                      </a:lnTo>
                      <a:lnTo>
                        <a:pt x="654" y="30"/>
                      </a:lnTo>
                      <a:lnTo>
                        <a:pt x="648" y="36"/>
                      </a:lnTo>
                      <a:lnTo>
                        <a:pt x="624" y="48"/>
                      </a:lnTo>
                      <a:lnTo>
                        <a:pt x="618" y="54"/>
                      </a:lnTo>
                      <a:lnTo>
                        <a:pt x="612" y="66"/>
                      </a:lnTo>
                      <a:lnTo>
                        <a:pt x="606" y="72"/>
                      </a:lnTo>
                      <a:lnTo>
                        <a:pt x="606" y="78"/>
                      </a:lnTo>
                      <a:lnTo>
                        <a:pt x="636" y="108"/>
                      </a:lnTo>
                      <a:lnTo>
                        <a:pt x="636" y="138"/>
                      </a:lnTo>
                      <a:lnTo>
                        <a:pt x="642" y="144"/>
                      </a:lnTo>
                      <a:lnTo>
                        <a:pt x="648" y="156"/>
                      </a:lnTo>
                      <a:lnTo>
                        <a:pt x="648" y="162"/>
                      </a:lnTo>
                      <a:lnTo>
                        <a:pt x="624" y="186"/>
                      </a:lnTo>
                      <a:lnTo>
                        <a:pt x="618" y="198"/>
                      </a:lnTo>
                      <a:lnTo>
                        <a:pt x="618" y="210"/>
                      </a:lnTo>
                      <a:lnTo>
                        <a:pt x="624" y="216"/>
                      </a:lnTo>
                      <a:lnTo>
                        <a:pt x="624" y="246"/>
                      </a:lnTo>
                      <a:lnTo>
                        <a:pt x="606" y="246"/>
                      </a:lnTo>
                      <a:lnTo>
                        <a:pt x="600" y="252"/>
                      </a:lnTo>
                      <a:lnTo>
                        <a:pt x="594" y="252"/>
                      </a:lnTo>
                      <a:lnTo>
                        <a:pt x="576" y="246"/>
                      </a:lnTo>
                      <a:lnTo>
                        <a:pt x="570" y="240"/>
                      </a:lnTo>
                      <a:lnTo>
                        <a:pt x="552" y="240"/>
                      </a:lnTo>
                      <a:lnTo>
                        <a:pt x="552" y="252"/>
                      </a:lnTo>
                      <a:lnTo>
                        <a:pt x="564" y="264"/>
                      </a:lnTo>
                      <a:lnTo>
                        <a:pt x="576" y="270"/>
                      </a:lnTo>
                      <a:lnTo>
                        <a:pt x="576" y="276"/>
                      </a:lnTo>
                      <a:lnTo>
                        <a:pt x="582" y="282"/>
                      </a:lnTo>
                      <a:lnTo>
                        <a:pt x="582" y="288"/>
                      </a:lnTo>
                      <a:lnTo>
                        <a:pt x="594" y="294"/>
                      </a:lnTo>
                      <a:lnTo>
                        <a:pt x="600" y="294"/>
                      </a:lnTo>
                      <a:lnTo>
                        <a:pt x="570" y="312"/>
                      </a:lnTo>
                      <a:lnTo>
                        <a:pt x="552" y="312"/>
                      </a:lnTo>
                      <a:lnTo>
                        <a:pt x="546" y="318"/>
                      </a:lnTo>
                      <a:lnTo>
                        <a:pt x="546" y="354"/>
                      </a:lnTo>
                      <a:lnTo>
                        <a:pt x="540" y="354"/>
                      </a:lnTo>
                      <a:lnTo>
                        <a:pt x="534" y="360"/>
                      </a:lnTo>
                      <a:lnTo>
                        <a:pt x="534" y="378"/>
                      </a:lnTo>
                      <a:lnTo>
                        <a:pt x="540" y="390"/>
                      </a:lnTo>
                      <a:lnTo>
                        <a:pt x="540" y="402"/>
                      </a:lnTo>
                      <a:lnTo>
                        <a:pt x="546" y="408"/>
                      </a:lnTo>
                      <a:lnTo>
                        <a:pt x="546" y="414"/>
                      </a:lnTo>
                      <a:lnTo>
                        <a:pt x="540" y="420"/>
                      </a:lnTo>
                      <a:lnTo>
                        <a:pt x="534" y="432"/>
                      </a:lnTo>
                      <a:lnTo>
                        <a:pt x="522" y="438"/>
                      </a:lnTo>
                      <a:lnTo>
                        <a:pt x="510" y="438"/>
                      </a:lnTo>
                      <a:lnTo>
                        <a:pt x="504" y="432"/>
                      </a:lnTo>
                      <a:lnTo>
                        <a:pt x="504" y="420"/>
                      </a:lnTo>
                      <a:lnTo>
                        <a:pt x="474" y="420"/>
                      </a:lnTo>
                      <a:lnTo>
                        <a:pt x="462" y="426"/>
                      </a:lnTo>
                      <a:lnTo>
                        <a:pt x="456" y="432"/>
                      </a:lnTo>
                      <a:lnTo>
                        <a:pt x="444" y="438"/>
                      </a:lnTo>
                      <a:lnTo>
                        <a:pt x="438" y="438"/>
                      </a:lnTo>
                      <a:lnTo>
                        <a:pt x="432" y="444"/>
                      </a:lnTo>
                      <a:lnTo>
                        <a:pt x="432" y="450"/>
                      </a:lnTo>
                      <a:lnTo>
                        <a:pt x="438" y="450"/>
                      </a:lnTo>
                      <a:lnTo>
                        <a:pt x="444" y="456"/>
                      </a:lnTo>
                      <a:lnTo>
                        <a:pt x="444" y="462"/>
                      </a:lnTo>
                      <a:lnTo>
                        <a:pt x="438" y="468"/>
                      </a:lnTo>
                      <a:lnTo>
                        <a:pt x="396" y="468"/>
                      </a:lnTo>
                      <a:lnTo>
                        <a:pt x="396" y="456"/>
                      </a:lnTo>
                      <a:lnTo>
                        <a:pt x="378" y="456"/>
                      </a:lnTo>
                      <a:lnTo>
                        <a:pt x="372" y="468"/>
                      </a:lnTo>
                      <a:lnTo>
                        <a:pt x="360" y="474"/>
                      </a:lnTo>
                      <a:lnTo>
                        <a:pt x="354" y="486"/>
                      </a:lnTo>
                      <a:lnTo>
                        <a:pt x="354" y="504"/>
                      </a:lnTo>
                      <a:lnTo>
                        <a:pt x="360" y="516"/>
                      </a:lnTo>
                      <a:lnTo>
                        <a:pt x="360" y="534"/>
                      </a:lnTo>
                      <a:lnTo>
                        <a:pt x="366" y="540"/>
                      </a:lnTo>
                      <a:lnTo>
                        <a:pt x="366" y="570"/>
                      </a:lnTo>
                      <a:lnTo>
                        <a:pt x="360" y="576"/>
                      </a:lnTo>
                      <a:lnTo>
                        <a:pt x="354" y="576"/>
                      </a:lnTo>
                      <a:lnTo>
                        <a:pt x="306" y="600"/>
                      </a:lnTo>
                      <a:lnTo>
                        <a:pt x="276" y="600"/>
                      </a:lnTo>
                      <a:lnTo>
                        <a:pt x="258" y="606"/>
                      </a:lnTo>
                      <a:lnTo>
                        <a:pt x="234" y="606"/>
                      </a:lnTo>
                      <a:lnTo>
                        <a:pt x="228" y="612"/>
                      </a:lnTo>
                      <a:lnTo>
                        <a:pt x="204" y="612"/>
                      </a:lnTo>
                      <a:lnTo>
                        <a:pt x="204" y="606"/>
                      </a:lnTo>
                      <a:lnTo>
                        <a:pt x="150" y="606"/>
                      </a:lnTo>
                      <a:lnTo>
                        <a:pt x="144" y="612"/>
                      </a:lnTo>
                      <a:lnTo>
                        <a:pt x="138" y="612"/>
                      </a:lnTo>
                      <a:lnTo>
                        <a:pt x="120" y="618"/>
                      </a:lnTo>
                      <a:lnTo>
                        <a:pt x="102" y="618"/>
                      </a:lnTo>
                      <a:lnTo>
                        <a:pt x="78" y="606"/>
                      </a:lnTo>
                      <a:lnTo>
                        <a:pt x="60" y="600"/>
                      </a:lnTo>
                      <a:lnTo>
                        <a:pt x="42" y="588"/>
                      </a:lnTo>
                      <a:lnTo>
                        <a:pt x="30" y="582"/>
                      </a:lnTo>
                      <a:lnTo>
                        <a:pt x="0" y="582"/>
                      </a:lnTo>
                      <a:lnTo>
                        <a:pt x="24" y="606"/>
                      </a:lnTo>
                      <a:lnTo>
                        <a:pt x="30" y="618"/>
                      </a:lnTo>
                      <a:lnTo>
                        <a:pt x="36" y="624"/>
                      </a:lnTo>
                      <a:lnTo>
                        <a:pt x="48" y="642"/>
                      </a:lnTo>
                      <a:lnTo>
                        <a:pt x="60" y="654"/>
                      </a:lnTo>
                      <a:lnTo>
                        <a:pt x="66" y="672"/>
                      </a:lnTo>
                      <a:lnTo>
                        <a:pt x="78" y="690"/>
                      </a:lnTo>
                      <a:lnTo>
                        <a:pt x="84" y="696"/>
                      </a:lnTo>
                      <a:lnTo>
                        <a:pt x="102" y="696"/>
                      </a:lnTo>
                      <a:lnTo>
                        <a:pt x="114" y="690"/>
                      </a:lnTo>
                      <a:lnTo>
                        <a:pt x="126" y="708"/>
                      </a:lnTo>
                      <a:lnTo>
                        <a:pt x="150" y="708"/>
                      </a:lnTo>
                      <a:lnTo>
                        <a:pt x="144" y="738"/>
                      </a:lnTo>
                      <a:lnTo>
                        <a:pt x="150" y="738"/>
                      </a:lnTo>
                      <a:lnTo>
                        <a:pt x="150" y="762"/>
                      </a:lnTo>
                      <a:lnTo>
                        <a:pt x="156" y="774"/>
                      </a:lnTo>
                      <a:lnTo>
                        <a:pt x="156" y="786"/>
                      </a:lnTo>
                      <a:lnTo>
                        <a:pt x="174" y="786"/>
                      </a:lnTo>
                      <a:lnTo>
                        <a:pt x="180" y="792"/>
                      </a:lnTo>
                      <a:lnTo>
                        <a:pt x="186" y="804"/>
                      </a:lnTo>
                      <a:lnTo>
                        <a:pt x="192" y="822"/>
                      </a:lnTo>
                      <a:lnTo>
                        <a:pt x="192" y="834"/>
                      </a:lnTo>
                      <a:lnTo>
                        <a:pt x="186" y="840"/>
                      </a:lnTo>
                      <a:lnTo>
                        <a:pt x="180" y="840"/>
                      </a:lnTo>
                      <a:lnTo>
                        <a:pt x="180" y="834"/>
                      </a:lnTo>
                      <a:lnTo>
                        <a:pt x="150" y="834"/>
                      </a:lnTo>
                      <a:lnTo>
                        <a:pt x="138" y="840"/>
                      </a:lnTo>
                      <a:lnTo>
                        <a:pt x="132" y="846"/>
                      </a:lnTo>
                      <a:lnTo>
                        <a:pt x="132" y="852"/>
                      </a:lnTo>
                      <a:lnTo>
                        <a:pt x="126" y="852"/>
                      </a:lnTo>
                      <a:lnTo>
                        <a:pt x="126" y="858"/>
                      </a:lnTo>
                      <a:lnTo>
                        <a:pt x="120" y="864"/>
                      </a:lnTo>
                      <a:lnTo>
                        <a:pt x="108" y="864"/>
                      </a:lnTo>
                      <a:lnTo>
                        <a:pt x="102" y="882"/>
                      </a:lnTo>
                      <a:lnTo>
                        <a:pt x="96" y="888"/>
                      </a:lnTo>
                      <a:lnTo>
                        <a:pt x="96" y="894"/>
                      </a:lnTo>
                      <a:lnTo>
                        <a:pt x="84" y="906"/>
                      </a:lnTo>
                      <a:lnTo>
                        <a:pt x="84" y="936"/>
                      </a:lnTo>
                      <a:lnTo>
                        <a:pt x="90" y="948"/>
                      </a:lnTo>
                      <a:lnTo>
                        <a:pt x="90" y="954"/>
                      </a:lnTo>
                      <a:lnTo>
                        <a:pt x="96" y="948"/>
                      </a:lnTo>
                      <a:lnTo>
                        <a:pt x="108" y="948"/>
                      </a:lnTo>
                      <a:lnTo>
                        <a:pt x="114" y="942"/>
                      </a:lnTo>
                      <a:lnTo>
                        <a:pt x="120" y="942"/>
                      </a:lnTo>
                      <a:lnTo>
                        <a:pt x="126" y="948"/>
                      </a:lnTo>
                      <a:lnTo>
                        <a:pt x="138" y="948"/>
                      </a:lnTo>
                      <a:lnTo>
                        <a:pt x="150" y="954"/>
                      </a:lnTo>
                      <a:lnTo>
                        <a:pt x="174" y="954"/>
                      </a:lnTo>
                      <a:lnTo>
                        <a:pt x="210" y="936"/>
                      </a:lnTo>
                      <a:lnTo>
                        <a:pt x="216" y="930"/>
                      </a:lnTo>
                      <a:lnTo>
                        <a:pt x="222" y="930"/>
                      </a:lnTo>
                      <a:lnTo>
                        <a:pt x="234" y="936"/>
                      </a:lnTo>
                      <a:lnTo>
                        <a:pt x="276" y="936"/>
                      </a:lnTo>
                      <a:lnTo>
                        <a:pt x="288" y="930"/>
                      </a:lnTo>
                      <a:lnTo>
                        <a:pt x="300" y="930"/>
                      </a:lnTo>
                      <a:lnTo>
                        <a:pt x="306" y="924"/>
                      </a:lnTo>
                      <a:lnTo>
                        <a:pt x="312" y="924"/>
                      </a:lnTo>
                      <a:lnTo>
                        <a:pt x="348" y="930"/>
                      </a:lnTo>
                      <a:lnTo>
                        <a:pt x="354" y="924"/>
                      </a:lnTo>
                      <a:lnTo>
                        <a:pt x="366" y="918"/>
                      </a:lnTo>
                      <a:lnTo>
                        <a:pt x="372" y="912"/>
                      </a:lnTo>
                      <a:lnTo>
                        <a:pt x="384" y="912"/>
                      </a:lnTo>
                      <a:lnTo>
                        <a:pt x="396" y="918"/>
                      </a:lnTo>
                      <a:lnTo>
                        <a:pt x="408" y="930"/>
                      </a:lnTo>
                      <a:lnTo>
                        <a:pt x="432" y="978"/>
                      </a:lnTo>
                      <a:lnTo>
                        <a:pt x="444" y="984"/>
                      </a:lnTo>
                      <a:lnTo>
                        <a:pt x="450" y="990"/>
                      </a:lnTo>
                      <a:lnTo>
                        <a:pt x="468" y="996"/>
                      </a:lnTo>
                      <a:lnTo>
                        <a:pt x="486" y="996"/>
                      </a:lnTo>
                      <a:lnTo>
                        <a:pt x="522" y="1008"/>
                      </a:lnTo>
                      <a:lnTo>
                        <a:pt x="540" y="1044"/>
                      </a:lnTo>
                      <a:lnTo>
                        <a:pt x="552" y="1056"/>
                      </a:lnTo>
                      <a:lnTo>
                        <a:pt x="570" y="1056"/>
                      </a:lnTo>
                      <a:lnTo>
                        <a:pt x="588" y="1050"/>
                      </a:lnTo>
                      <a:lnTo>
                        <a:pt x="582" y="1044"/>
                      </a:lnTo>
                      <a:lnTo>
                        <a:pt x="582" y="1032"/>
                      </a:lnTo>
                      <a:lnTo>
                        <a:pt x="594" y="1020"/>
                      </a:lnTo>
                      <a:lnTo>
                        <a:pt x="606" y="1020"/>
                      </a:lnTo>
                      <a:lnTo>
                        <a:pt x="618" y="1026"/>
                      </a:lnTo>
                      <a:lnTo>
                        <a:pt x="624" y="1032"/>
                      </a:lnTo>
                      <a:lnTo>
                        <a:pt x="648" y="1020"/>
                      </a:lnTo>
                      <a:lnTo>
                        <a:pt x="648" y="1026"/>
                      </a:lnTo>
                      <a:lnTo>
                        <a:pt x="654" y="1032"/>
                      </a:lnTo>
                      <a:lnTo>
                        <a:pt x="678" y="1032"/>
                      </a:lnTo>
                      <a:lnTo>
                        <a:pt x="690" y="1020"/>
                      </a:lnTo>
                      <a:lnTo>
                        <a:pt x="702" y="1014"/>
                      </a:lnTo>
                      <a:lnTo>
                        <a:pt x="708" y="1014"/>
                      </a:lnTo>
                      <a:lnTo>
                        <a:pt x="708" y="1026"/>
                      </a:lnTo>
                      <a:lnTo>
                        <a:pt x="714" y="1032"/>
                      </a:lnTo>
                      <a:lnTo>
                        <a:pt x="732" y="1032"/>
                      </a:lnTo>
                      <a:lnTo>
                        <a:pt x="738" y="1026"/>
                      </a:lnTo>
                      <a:lnTo>
                        <a:pt x="750" y="1020"/>
                      </a:lnTo>
                      <a:lnTo>
                        <a:pt x="750" y="996"/>
                      </a:lnTo>
                      <a:lnTo>
                        <a:pt x="744" y="990"/>
                      </a:lnTo>
                      <a:lnTo>
                        <a:pt x="738" y="978"/>
                      </a:lnTo>
                      <a:lnTo>
                        <a:pt x="714" y="936"/>
                      </a:lnTo>
                      <a:lnTo>
                        <a:pt x="714" y="912"/>
                      </a:lnTo>
                      <a:lnTo>
                        <a:pt x="690" y="912"/>
                      </a:lnTo>
                      <a:lnTo>
                        <a:pt x="678" y="900"/>
                      </a:lnTo>
                      <a:lnTo>
                        <a:pt x="672" y="888"/>
                      </a:lnTo>
                      <a:lnTo>
                        <a:pt x="666" y="882"/>
                      </a:lnTo>
                      <a:lnTo>
                        <a:pt x="672" y="852"/>
                      </a:lnTo>
                      <a:lnTo>
                        <a:pt x="672" y="834"/>
                      </a:lnTo>
                      <a:lnTo>
                        <a:pt x="642" y="840"/>
                      </a:lnTo>
                      <a:lnTo>
                        <a:pt x="636" y="840"/>
                      </a:lnTo>
                      <a:lnTo>
                        <a:pt x="624" y="834"/>
                      </a:lnTo>
                      <a:lnTo>
                        <a:pt x="618" y="828"/>
                      </a:lnTo>
                      <a:lnTo>
                        <a:pt x="618" y="804"/>
                      </a:lnTo>
                      <a:lnTo>
                        <a:pt x="624" y="792"/>
                      </a:lnTo>
                      <a:lnTo>
                        <a:pt x="636" y="780"/>
                      </a:lnTo>
                      <a:lnTo>
                        <a:pt x="642" y="768"/>
                      </a:lnTo>
                      <a:lnTo>
                        <a:pt x="648" y="762"/>
                      </a:lnTo>
                      <a:lnTo>
                        <a:pt x="654" y="750"/>
                      </a:lnTo>
                      <a:lnTo>
                        <a:pt x="654" y="744"/>
                      </a:lnTo>
                      <a:lnTo>
                        <a:pt x="666" y="732"/>
                      </a:lnTo>
                      <a:lnTo>
                        <a:pt x="678" y="726"/>
                      </a:lnTo>
                      <a:lnTo>
                        <a:pt x="684" y="726"/>
                      </a:lnTo>
                      <a:lnTo>
                        <a:pt x="690" y="732"/>
                      </a:lnTo>
                      <a:lnTo>
                        <a:pt x="690" y="744"/>
                      </a:lnTo>
                      <a:lnTo>
                        <a:pt x="696" y="750"/>
                      </a:lnTo>
                      <a:lnTo>
                        <a:pt x="702" y="750"/>
                      </a:lnTo>
                      <a:lnTo>
                        <a:pt x="726" y="738"/>
                      </a:lnTo>
                      <a:lnTo>
                        <a:pt x="732" y="732"/>
                      </a:lnTo>
                      <a:lnTo>
                        <a:pt x="738" y="738"/>
                      </a:lnTo>
                      <a:lnTo>
                        <a:pt x="756" y="738"/>
                      </a:lnTo>
                      <a:lnTo>
                        <a:pt x="762" y="732"/>
                      </a:lnTo>
                      <a:lnTo>
                        <a:pt x="768" y="720"/>
                      </a:lnTo>
                      <a:lnTo>
                        <a:pt x="774" y="714"/>
                      </a:lnTo>
                      <a:lnTo>
                        <a:pt x="774" y="708"/>
                      </a:lnTo>
                      <a:lnTo>
                        <a:pt x="792" y="696"/>
                      </a:lnTo>
                      <a:lnTo>
                        <a:pt x="792" y="678"/>
                      </a:lnTo>
                      <a:lnTo>
                        <a:pt x="798" y="672"/>
                      </a:lnTo>
                      <a:lnTo>
                        <a:pt x="798" y="666"/>
                      </a:lnTo>
                      <a:lnTo>
                        <a:pt x="804" y="660"/>
                      </a:lnTo>
                      <a:lnTo>
                        <a:pt x="828" y="648"/>
                      </a:lnTo>
                      <a:lnTo>
                        <a:pt x="840" y="636"/>
                      </a:lnTo>
                      <a:lnTo>
                        <a:pt x="846" y="618"/>
                      </a:lnTo>
                      <a:lnTo>
                        <a:pt x="846" y="606"/>
                      </a:lnTo>
                      <a:lnTo>
                        <a:pt x="852" y="588"/>
                      </a:lnTo>
                      <a:lnTo>
                        <a:pt x="852" y="576"/>
                      </a:lnTo>
                      <a:lnTo>
                        <a:pt x="858" y="570"/>
                      </a:lnTo>
                      <a:lnTo>
                        <a:pt x="870" y="564"/>
                      </a:lnTo>
                      <a:lnTo>
                        <a:pt x="876" y="558"/>
                      </a:lnTo>
                      <a:lnTo>
                        <a:pt x="888" y="558"/>
                      </a:lnTo>
                      <a:lnTo>
                        <a:pt x="870" y="534"/>
                      </a:lnTo>
                      <a:lnTo>
                        <a:pt x="894" y="498"/>
                      </a:lnTo>
                      <a:lnTo>
                        <a:pt x="924" y="480"/>
                      </a:lnTo>
                      <a:lnTo>
                        <a:pt x="924" y="474"/>
                      </a:lnTo>
                      <a:lnTo>
                        <a:pt x="912" y="462"/>
                      </a:lnTo>
                      <a:lnTo>
                        <a:pt x="906" y="450"/>
                      </a:lnTo>
                      <a:lnTo>
                        <a:pt x="906" y="414"/>
                      </a:lnTo>
                      <a:lnTo>
                        <a:pt x="912" y="408"/>
                      </a:lnTo>
                      <a:lnTo>
                        <a:pt x="924" y="408"/>
                      </a:lnTo>
                      <a:lnTo>
                        <a:pt x="948" y="396"/>
                      </a:lnTo>
                      <a:lnTo>
                        <a:pt x="954" y="390"/>
                      </a:lnTo>
                      <a:lnTo>
                        <a:pt x="954" y="384"/>
                      </a:lnTo>
                      <a:lnTo>
                        <a:pt x="948" y="378"/>
                      </a:lnTo>
                      <a:lnTo>
                        <a:pt x="936" y="372"/>
                      </a:lnTo>
                      <a:lnTo>
                        <a:pt x="900" y="372"/>
                      </a:lnTo>
                      <a:lnTo>
                        <a:pt x="894" y="336"/>
                      </a:lnTo>
                      <a:lnTo>
                        <a:pt x="876" y="336"/>
                      </a:lnTo>
                      <a:lnTo>
                        <a:pt x="864" y="318"/>
                      </a:lnTo>
                      <a:lnTo>
                        <a:pt x="846" y="318"/>
                      </a:lnTo>
                      <a:lnTo>
                        <a:pt x="846" y="306"/>
                      </a:lnTo>
                      <a:lnTo>
                        <a:pt x="852" y="294"/>
                      </a:lnTo>
                      <a:lnTo>
                        <a:pt x="852" y="288"/>
                      </a:lnTo>
                      <a:lnTo>
                        <a:pt x="846" y="288"/>
                      </a:lnTo>
                      <a:lnTo>
                        <a:pt x="834" y="276"/>
                      </a:lnTo>
                      <a:lnTo>
                        <a:pt x="834" y="270"/>
                      </a:lnTo>
                      <a:lnTo>
                        <a:pt x="840" y="264"/>
                      </a:lnTo>
                      <a:lnTo>
                        <a:pt x="846" y="252"/>
                      </a:lnTo>
                      <a:lnTo>
                        <a:pt x="852" y="246"/>
                      </a:lnTo>
                      <a:lnTo>
                        <a:pt x="822" y="240"/>
                      </a:lnTo>
                      <a:lnTo>
                        <a:pt x="828" y="228"/>
                      </a:lnTo>
                      <a:lnTo>
                        <a:pt x="804" y="210"/>
                      </a:lnTo>
                      <a:lnTo>
                        <a:pt x="804" y="204"/>
                      </a:lnTo>
                      <a:lnTo>
                        <a:pt x="810" y="192"/>
                      </a:lnTo>
                      <a:lnTo>
                        <a:pt x="834" y="180"/>
                      </a:lnTo>
                      <a:lnTo>
                        <a:pt x="876" y="180"/>
                      </a:lnTo>
                      <a:lnTo>
                        <a:pt x="894" y="186"/>
                      </a:lnTo>
                      <a:lnTo>
                        <a:pt x="912" y="186"/>
                      </a:lnTo>
                      <a:lnTo>
                        <a:pt x="918" y="192"/>
                      </a:lnTo>
                      <a:lnTo>
                        <a:pt x="918" y="204"/>
                      </a:lnTo>
                      <a:lnTo>
                        <a:pt x="930" y="204"/>
                      </a:lnTo>
                      <a:lnTo>
                        <a:pt x="942" y="198"/>
                      </a:lnTo>
                      <a:lnTo>
                        <a:pt x="948" y="192"/>
                      </a:lnTo>
                      <a:lnTo>
                        <a:pt x="960" y="186"/>
                      </a:lnTo>
                      <a:lnTo>
                        <a:pt x="966" y="180"/>
                      </a:lnTo>
                      <a:lnTo>
                        <a:pt x="972" y="186"/>
                      </a:lnTo>
                      <a:lnTo>
                        <a:pt x="978" y="180"/>
                      </a:lnTo>
                      <a:lnTo>
                        <a:pt x="1002" y="180"/>
                      </a:lnTo>
                      <a:lnTo>
                        <a:pt x="1002" y="162"/>
                      </a:lnTo>
                      <a:lnTo>
                        <a:pt x="1026" y="156"/>
                      </a:lnTo>
                      <a:lnTo>
                        <a:pt x="1050" y="120"/>
                      </a:lnTo>
                      <a:lnTo>
                        <a:pt x="1008" y="120"/>
                      </a:lnTo>
                      <a:close/>
                    </a:path>
                  </a:pathLst>
                </a:custGeom>
                <a:solidFill>
                  <a:srgbClr val="A29C97"/>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25" name="Parcel Islands" descr="© INSCALE GmbH, 05.05.2010&#10;http://www.presentationload.com/">
                  <a:extLst>
                    <a:ext uri="{FF2B5EF4-FFF2-40B4-BE49-F238E27FC236}">
                      <a16:creationId xmlns:a16="http://schemas.microsoft.com/office/drawing/2014/main" id="{50E16CC0-61C4-4DC0-9784-CCCB93D94256}"/>
                    </a:ext>
                  </a:extLst>
                </p:cNvPr>
                <p:cNvSpPr>
                  <a:spLocks noEditPoints="1"/>
                </p:cNvSpPr>
                <p:nvPr/>
              </p:nvSpPr>
              <p:spPr bwMode="gray">
                <a:xfrm>
                  <a:off x="9147860" y="3249218"/>
                  <a:ext cx="42393" cy="28265"/>
                </a:xfrm>
                <a:custGeom>
                  <a:avLst/>
                  <a:gdLst>
                    <a:gd name="T0" fmla="*/ 2147483647 w 96"/>
                    <a:gd name="T1" fmla="*/ 2147483647 h 66"/>
                    <a:gd name="T2" fmla="*/ 2147483647 w 96"/>
                    <a:gd name="T3" fmla="*/ 2147483647 h 66"/>
                    <a:gd name="T4" fmla="*/ 0 w 96"/>
                    <a:gd name="T5" fmla="*/ 2147483647 h 66"/>
                    <a:gd name="T6" fmla="*/ 0 w 96"/>
                    <a:gd name="T7" fmla="*/ 2147483647 h 66"/>
                    <a:gd name="T8" fmla="*/ 2147483647 w 96"/>
                    <a:gd name="T9" fmla="*/ 2147483647 h 66"/>
                    <a:gd name="T10" fmla="*/ 2147483647 w 96"/>
                    <a:gd name="T11" fmla="*/ 2147483647 h 66"/>
                    <a:gd name="T12" fmla="*/ 2147483647 w 96"/>
                    <a:gd name="T13" fmla="*/ 2147483647 h 66"/>
                    <a:gd name="T14" fmla="*/ 2147483647 w 96"/>
                    <a:gd name="T15" fmla="*/ 2147483647 h 66"/>
                    <a:gd name="T16" fmla="*/ 2147483647 w 96"/>
                    <a:gd name="T17" fmla="*/ 2147483647 h 66"/>
                    <a:gd name="T18" fmla="*/ 2147483647 w 96"/>
                    <a:gd name="T19" fmla="*/ 0 h 66"/>
                    <a:gd name="T20" fmla="*/ 2147483647 w 96"/>
                    <a:gd name="T21" fmla="*/ 2147483647 h 66"/>
                    <a:gd name="T22" fmla="*/ 2147483647 w 96"/>
                    <a:gd name="T23" fmla="*/ 2147483647 h 66"/>
                    <a:gd name="T24" fmla="*/ 2147483647 w 96"/>
                    <a:gd name="T25" fmla="*/ 2147483647 h 66"/>
                    <a:gd name="T26" fmla="*/ 2147483647 w 96"/>
                    <a:gd name="T27" fmla="*/ 2147483647 h 66"/>
                    <a:gd name="T28" fmla="*/ 2147483647 w 96"/>
                    <a:gd name="T29" fmla="*/ 0 h 66"/>
                    <a:gd name="T30" fmla="*/ 2147483647 w 96"/>
                    <a:gd name="T31" fmla="*/ 0 h 66"/>
                    <a:gd name="T32" fmla="*/ 2147483647 w 96"/>
                    <a:gd name="T33" fmla="*/ 2147483647 h 66"/>
                    <a:gd name="T34" fmla="*/ 2147483647 w 96"/>
                    <a:gd name="T35" fmla="*/ 2147483647 h 66"/>
                    <a:gd name="T36" fmla="*/ 2147483647 w 96"/>
                    <a:gd name="T37" fmla="*/ 2147483647 h 66"/>
                    <a:gd name="T38" fmla="*/ 2147483647 w 96"/>
                    <a:gd name="T39" fmla="*/ 2147483647 h 66"/>
                    <a:gd name="T40" fmla="*/ 2147483647 w 96"/>
                    <a:gd name="T41" fmla="*/ 2147483647 h 66"/>
                    <a:gd name="T42" fmla="*/ 2147483647 w 96"/>
                    <a:gd name="T43" fmla="*/ 2147483647 h 66"/>
                    <a:gd name="T44" fmla="*/ 2147483647 w 96"/>
                    <a:gd name="T45" fmla="*/ 2147483647 h 6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96"/>
                    <a:gd name="T70" fmla="*/ 0 h 66"/>
                    <a:gd name="T71" fmla="*/ 96 w 96"/>
                    <a:gd name="T72" fmla="*/ 66 h 6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96" h="66">
                      <a:moveTo>
                        <a:pt x="12" y="42"/>
                      </a:moveTo>
                      <a:lnTo>
                        <a:pt x="6" y="42"/>
                      </a:lnTo>
                      <a:lnTo>
                        <a:pt x="0" y="48"/>
                      </a:lnTo>
                      <a:lnTo>
                        <a:pt x="0" y="60"/>
                      </a:lnTo>
                      <a:lnTo>
                        <a:pt x="6" y="66"/>
                      </a:lnTo>
                      <a:lnTo>
                        <a:pt x="12" y="66"/>
                      </a:lnTo>
                      <a:lnTo>
                        <a:pt x="24" y="54"/>
                      </a:lnTo>
                      <a:lnTo>
                        <a:pt x="24" y="42"/>
                      </a:lnTo>
                      <a:lnTo>
                        <a:pt x="12" y="42"/>
                      </a:lnTo>
                      <a:close/>
                      <a:moveTo>
                        <a:pt x="42" y="0"/>
                      </a:moveTo>
                      <a:lnTo>
                        <a:pt x="42" y="18"/>
                      </a:lnTo>
                      <a:lnTo>
                        <a:pt x="54" y="30"/>
                      </a:lnTo>
                      <a:lnTo>
                        <a:pt x="60" y="30"/>
                      </a:lnTo>
                      <a:lnTo>
                        <a:pt x="72" y="24"/>
                      </a:lnTo>
                      <a:lnTo>
                        <a:pt x="48" y="0"/>
                      </a:lnTo>
                      <a:lnTo>
                        <a:pt x="42" y="0"/>
                      </a:lnTo>
                      <a:close/>
                      <a:moveTo>
                        <a:pt x="96" y="36"/>
                      </a:moveTo>
                      <a:lnTo>
                        <a:pt x="78" y="36"/>
                      </a:lnTo>
                      <a:lnTo>
                        <a:pt x="72" y="42"/>
                      </a:lnTo>
                      <a:lnTo>
                        <a:pt x="72" y="54"/>
                      </a:lnTo>
                      <a:lnTo>
                        <a:pt x="84" y="60"/>
                      </a:lnTo>
                      <a:lnTo>
                        <a:pt x="96" y="48"/>
                      </a:lnTo>
                      <a:lnTo>
                        <a:pt x="96" y="36"/>
                      </a:lnTo>
                      <a:close/>
                    </a:path>
                  </a:pathLst>
                </a:custGeom>
                <a:solidFill>
                  <a:srgbClr val="A29C97"/>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26" name="Oman" descr="© INSCALE GmbH, 05.05.2010&#10;http://www.presentationload.com/">
                  <a:extLst>
                    <a:ext uri="{FF2B5EF4-FFF2-40B4-BE49-F238E27FC236}">
                      <a16:creationId xmlns:a16="http://schemas.microsoft.com/office/drawing/2014/main" id="{D634C593-2C83-4E56-9AF8-44D9A772092C}"/>
                    </a:ext>
                  </a:extLst>
                </p:cNvPr>
                <p:cNvSpPr>
                  <a:spLocks/>
                </p:cNvSpPr>
                <p:nvPr/>
              </p:nvSpPr>
              <p:spPr bwMode="gray">
                <a:xfrm>
                  <a:off x="7261289" y="2966586"/>
                  <a:ext cx="243771" cy="303828"/>
                </a:xfrm>
                <a:custGeom>
                  <a:avLst/>
                  <a:gdLst>
                    <a:gd name="T0" fmla="*/ 2147483647 w 540"/>
                    <a:gd name="T1" fmla="*/ 2147483647 h 672"/>
                    <a:gd name="T2" fmla="*/ 2147483647 w 540"/>
                    <a:gd name="T3" fmla="*/ 2147483647 h 672"/>
                    <a:gd name="T4" fmla="*/ 2147483647 w 540"/>
                    <a:gd name="T5" fmla="*/ 2147483647 h 672"/>
                    <a:gd name="T6" fmla="*/ 2147483647 w 540"/>
                    <a:gd name="T7" fmla="*/ 2147483647 h 672"/>
                    <a:gd name="T8" fmla="*/ 2147483647 w 540"/>
                    <a:gd name="T9" fmla="*/ 2147483647 h 672"/>
                    <a:gd name="T10" fmla="*/ 2147483647 w 540"/>
                    <a:gd name="T11" fmla="*/ 2147483647 h 672"/>
                    <a:gd name="T12" fmla="*/ 2147483647 w 540"/>
                    <a:gd name="T13" fmla="*/ 2147483647 h 672"/>
                    <a:gd name="T14" fmla="*/ 2147483647 w 540"/>
                    <a:gd name="T15" fmla="*/ 2147483647 h 672"/>
                    <a:gd name="T16" fmla="*/ 2147483647 w 540"/>
                    <a:gd name="T17" fmla="*/ 2147483647 h 672"/>
                    <a:gd name="T18" fmla="*/ 2147483647 w 540"/>
                    <a:gd name="T19" fmla="*/ 2147483647 h 672"/>
                    <a:gd name="T20" fmla="*/ 2147483647 w 540"/>
                    <a:gd name="T21" fmla="*/ 2147483647 h 672"/>
                    <a:gd name="T22" fmla="*/ 2147483647 w 540"/>
                    <a:gd name="T23" fmla="*/ 2147483647 h 672"/>
                    <a:gd name="T24" fmla="*/ 2147483647 w 540"/>
                    <a:gd name="T25" fmla="*/ 2147483647 h 672"/>
                    <a:gd name="T26" fmla="*/ 2147483647 w 540"/>
                    <a:gd name="T27" fmla="*/ 2147483647 h 672"/>
                    <a:gd name="T28" fmla="*/ 2147483647 w 540"/>
                    <a:gd name="T29" fmla="*/ 2147483647 h 672"/>
                    <a:gd name="T30" fmla="*/ 2147483647 w 540"/>
                    <a:gd name="T31" fmla="*/ 2147483647 h 672"/>
                    <a:gd name="T32" fmla="*/ 2147483647 w 540"/>
                    <a:gd name="T33" fmla="*/ 2147483647 h 672"/>
                    <a:gd name="T34" fmla="*/ 2147483647 w 540"/>
                    <a:gd name="T35" fmla="*/ 2147483647 h 672"/>
                    <a:gd name="T36" fmla="*/ 2147483647 w 540"/>
                    <a:gd name="T37" fmla="*/ 2147483647 h 672"/>
                    <a:gd name="T38" fmla="*/ 2147483647 w 540"/>
                    <a:gd name="T39" fmla="*/ 2147483647 h 672"/>
                    <a:gd name="T40" fmla="*/ 2147483647 w 540"/>
                    <a:gd name="T41" fmla="*/ 2147483647 h 672"/>
                    <a:gd name="T42" fmla="*/ 2147483647 w 540"/>
                    <a:gd name="T43" fmla="*/ 2147483647 h 672"/>
                    <a:gd name="T44" fmla="*/ 2147483647 w 540"/>
                    <a:gd name="T45" fmla="*/ 2147483647 h 672"/>
                    <a:gd name="T46" fmla="*/ 2147483647 w 540"/>
                    <a:gd name="T47" fmla="*/ 2147483647 h 672"/>
                    <a:gd name="T48" fmla="*/ 2147483647 w 540"/>
                    <a:gd name="T49" fmla="*/ 2147483647 h 672"/>
                    <a:gd name="T50" fmla="*/ 2147483647 w 540"/>
                    <a:gd name="T51" fmla="*/ 0 h 672"/>
                    <a:gd name="T52" fmla="*/ 2147483647 w 540"/>
                    <a:gd name="T53" fmla="*/ 2147483647 h 672"/>
                    <a:gd name="T54" fmla="*/ 2147483647 w 540"/>
                    <a:gd name="T55" fmla="*/ 2147483647 h 672"/>
                    <a:gd name="T56" fmla="*/ 2147483647 w 540"/>
                    <a:gd name="T57" fmla="*/ 2147483647 h 672"/>
                    <a:gd name="T58" fmla="*/ 2147483647 w 540"/>
                    <a:gd name="T59" fmla="*/ 2147483647 h 672"/>
                    <a:gd name="T60" fmla="*/ 2147483647 w 540"/>
                    <a:gd name="T61" fmla="*/ 2147483647 h 672"/>
                    <a:gd name="T62" fmla="*/ 2147483647 w 540"/>
                    <a:gd name="T63" fmla="*/ 2147483647 h 672"/>
                    <a:gd name="T64" fmla="*/ 2147483647 w 540"/>
                    <a:gd name="T65" fmla="*/ 2147483647 h 672"/>
                    <a:gd name="T66" fmla="*/ 2147483647 w 540"/>
                    <a:gd name="T67" fmla="*/ 2147483647 h 672"/>
                    <a:gd name="T68" fmla="*/ 2147483647 w 540"/>
                    <a:gd name="T69" fmla="*/ 2147483647 h 672"/>
                    <a:gd name="T70" fmla="*/ 2147483647 w 540"/>
                    <a:gd name="T71" fmla="*/ 2147483647 h 672"/>
                    <a:gd name="T72" fmla="*/ 2147483647 w 540"/>
                    <a:gd name="T73" fmla="*/ 2147483647 h 672"/>
                    <a:gd name="T74" fmla="*/ 2147483647 w 540"/>
                    <a:gd name="T75" fmla="*/ 2147483647 h 672"/>
                    <a:gd name="T76" fmla="*/ 2147483647 w 540"/>
                    <a:gd name="T77" fmla="*/ 2147483647 h 672"/>
                    <a:gd name="T78" fmla="*/ 2147483647 w 540"/>
                    <a:gd name="T79" fmla="*/ 2147483647 h 672"/>
                    <a:gd name="T80" fmla="*/ 2147483647 w 540"/>
                    <a:gd name="T81" fmla="*/ 2147483647 h 672"/>
                    <a:gd name="T82" fmla="*/ 2147483647 w 540"/>
                    <a:gd name="T83" fmla="*/ 2147483647 h 672"/>
                    <a:gd name="T84" fmla="*/ 2147483647 w 540"/>
                    <a:gd name="T85" fmla="*/ 2147483647 h 672"/>
                    <a:gd name="T86" fmla="*/ 2147483647 w 540"/>
                    <a:gd name="T87" fmla="*/ 2147483647 h 67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540"/>
                    <a:gd name="T133" fmla="*/ 0 h 672"/>
                    <a:gd name="T134" fmla="*/ 540 w 540"/>
                    <a:gd name="T135" fmla="*/ 672 h 67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540" h="672">
                      <a:moveTo>
                        <a:pt x="258" y="564"/>
                      </a:moveTo>
                      <a:lnTo>
                        <a:pt x="276" y="564"/>
                      </a:lnTo>
                      <a:lnTo>
                        <a:pt x="288" y="558"/>
                      </a:lnTo>
                      <a:lnTo>
                        <a:pt x="306" y="552"/>
                      </a:lnTo>
                      <a:lnTo>
                        <a:pt x="330" y="540"/>
                      </a:lnTo>
                      <a:lnTo>
                        <a:pt x="336" y="528"/>
                      </a:lnTo>
                      <a:lnTo>
                        <a:pt x="342" y="510"/>
                      </a:lnTo>
                      <a:lnTo>
                        <a:pt x="342" y="498"/>
                      </a:lnTo>
                      <a:lnTo>
                        <a:pt x="348" y="498"/>
                      </a:lnTo>
                      <a:lnTo>
                        <a:pt x="354" y="492"/>
                      </a:lnTo>
                      <a:lnTo>
                        <a:pt x="366" y="486"/>
                      </a:lnTo>
                      <a:lnTo>
                        <a:pt x="384" y="480"/>
                      </a:lnTo>
                      <a:lnTo>
                        <a:pt x="408" y="456"/>
                      </a:lnTo>
                      <a:lnTo>
                        <a:pt x="414" y="444"/>
                      </a:lnTo>
                      <a:lnTo>
                        <a:pt x="414" y="426"/>
                      </a:lnTo>
                      <a:lnTo>
                        <a:pt x="420" y="408"/>
                      </a:lnTo>
                      <a:lnTo>
                        <a:pt x="420" y="378"/>
                      </a:lnTo>
                      <a:lnTo>
                        <a:pt x="426" y="372"/>
                      </a:lnTo>
                      <a:lnTo>
                        <a:pt x="432" y="372"/>
                      </a:lnTo>
                      <a:lnTo>
                        <a:pt x="444" y="378"/>
                      </a:lnTo>
                      <a:lnTo>
                        <a:pt x="450" y="384"/>
                      </a:lnTo>
                      <a:lnTo>
                        <a:pt x="462" y="384"/>
                      </a:lnTo>
                      <a:lnTo>
                        <a:pt x="468" y="378"/>
                      </a:lnTo>
                      <a:lnTo>
                        <a:pt x="480" y="354"/>
                      </a:lnTo>
                      <a:lnTo>
                        <a:pt x="480" y="330"/>
                      </a:lnTo>
                      <a:lnTo>
                        <a:pt x="534" y="276"/>
                      </a:lnTo>
                      <a:lnTo>
                        <a:pt x="534" y="264"/>
                      </a:lnTo>
                      <a:lnTo>
                        <a:pt x="540" y="252"/>
                      </a:lnTo>
                      <a:lnTo>
                        <a:pt x="540" y="204"/>
                      </a:lnTo>
                      <a:lnTo>
                        <a:pt x="528" y="192"/>
                      </a:lnTo>
                      <a:lnTo>
                        <a:pt x="510" y="192"/>
                      </a:lnTo>
                      <a:lnTo>
                        <a:pt x="510" y="186"/>
                      </a:lnTo>
                      <a:lnTo>
                        <a:pt x="492" y="168"/>
                      </a:lnTo>
                      <a:lnTo>
                        <a:pt x="486" y="150"/>
                      </a:lnTo>
                      <a:lnTo>
                        <a:pt x="462" y="126"/>
                      </a:lnTo>
                      <a:lnTo>
                        <a:pt x="456" y="114"/>
                      </a:lnTo>
                      <a:lnTo>
                        <a:pt x="432" y="96"/>
                      </a:lnTo>
                      <a:lnTo>
                        <a:pt x="396" y="84"/>
                      </a:lnTo>
                      <a:lnTo>
                        <a:pt x="366" y="78"/>
                      </a:lnTo>
                      <a:lnTo>
                        <a:pt x="348" y="78"/>
                      </a:lnTo>
                      <a:lnTo>
                        <a:pt x="342" y="72"/>
                      </a:lnTo>
                      <a:lnTo>
                        <a:pt x="330" y="72"/>
                      </a:lnTo>
                      <a:lnTo>
                        <a:pt x="318" y="60"/>
                      </a:lnTo>
                      <a:lnTo>
                        <a:pt x="294" y="48"/>
                      </a:lnTo>
                      <a:lnTo>
                        <a:pt x="288" y="36"/>
                      </a:lnTo>
                      <a:lnTo>
                        <a:pt x="288" y="30"/>
                      </a:lnTo>
                      <a:lnTo>
                        <a:pt x="282" y="18"/>
                      </a:lnTo>
                      <a:lnTo>
                        <a:pt x="276" y="12"/>
                      </a:lnTo>
                      <a:lnTo>
                        <a:pt x="252" y="18"/>
                      </a:lnTo>
                      <a:lnTo>
                        <a:pt x="246" y="6"/>
                      </a:lnTo>
                      <a:lnTo>
                        <a:pt x="246" y="0"/>
                      </a:lnTo>
                      <a:lnTo>
                        <a:pt x="240" y="0"/>
                      </a:lnTo>
                      <a:lnTo>
                        <a:pt x="234" y="6"/>
                      </a:lnTo>
                      <a:lnTo>
                        <a:pt x="234" y="12"/>
                      </a:lnTo>
                      <a:lnTo>
                        <a:pt x="228" y="24"/>
                      </a:lnTo>
                      <a:lnTo>
                        <a:pt x="228" y="54"/>
                      </a:lnTo>
                      <a:lnTo>
                        <a:pt x="246" y="72"/>
                      </a:lnTo>
                      <a:lnTo>
                        <a:pt x="246" y="78"/>
                      </a:lnTo>
                      <a:lnTo>
                        <a:pt x="240" y="78"/>
                      </a:lnTo>
                      <a:lnTo>
                        <a:pt x="240" y="72"/>
                      </a:lnTo>
                      <a:lnTo>
                        <a:pt x="228" y="72"/>
                      </a:lnTo>
                      <a:lnTo>
                        <a:pt x="228" y="78"/>
                      </a:lnTo>
                      <a:lnTo>
                        <a:pt x="222" y="84"/>
                      </a:lnTo>
                      <a:lnTo>
                        <a:pt x="222" y="96"/>
                      </a:lnTo>
                      <a:lnTo>
                        <a:pt x="216" y="108"/>
                      </a:lnTo>
                      <a:lnTo>
                        <a:pt x="216" y="120"/>
                      </a:lnTo>
                      <a:lnTo>
                        <a:pt x="210" y="132"/>
                      </a:lnTo>
                      <a:lnTo>
                        <a:pt x="204" y="138"/>
                      </a:lnTo>
                      <a:lnTo>
                        <a:pt x="198" y="150"/>
                      </a:lnTo>
                      <a:lnTo>
                        <a:pt x="192" y="156"/>
                      </a:lnTo>
                      <a:lnTo>
                        <a:pt x="192" y="168"/>
                      </a:lnTo>
                      <a:lnTo>
                        <a:pt x="210" y="204"/>
                      </a:lnTo>
                      <a:lnTo>
                        <a:pt x="216" y="210"/>
                      </a:lnTo>
                      <a:lnTo>
                        <a:pt x="216" y="222"/>
                      </a:lnTo>
                      <a:lnTo>
                        <a:pt x="222" y="228"/>
                      </a:lnTo>
                      <a:lnTo>
                        <a:pt x="234" y="234"/>
                      </a:lnTo>
                      <a:lnTo>
                        <a:pt x="240" y="240"/>
                      </a:lnTo>
                      <a:lnTo>
                        <a:pt x="204" y="414"/>
                      </a:lnTo>
                      <a:lnTo>
                        <a:pt x="0" y="486"/>
                      </a:lnTo>
                      <a:lnTo>
                        <a:pt x="84" y="672"/>
                      </a:lnTo>
                      <a:lnTo>
                        <a:pt x="114" y="660"/>
                      </a:lnTo>
                      <a:lnTo>
                        <a:pt x="198" y="636"/>
                      </a:lnTo>
                      <a:lnTo>
                        <a:pt x="228" y="624"/>
                      </a:lnTo>
                      <a:lnTo>
                        <a:pt x="246" y="618"/>
                      </a:lnTo>
                      <a:lnTo>
                        <a:pt x="252" y="606"/>
                      </a:lnTo>
                      <a:lnTo>
                        <a:pt x="252" y="594"/>
                      </a:lnTo>
                      <a:lnTo>
                        <a:pt x="258" y="582"/>
                      </a:lnTo>
                      <a:lnTo>
                        <a:pt x="258" y="564"/>
                      </a:lnTo>
                      <a:close/>
                    </a:path>
                  </a:pathLst>
                </a:custGeom>
                <a:solidFill>
                  <a:srgbClr val="A29C97"/>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27" name="Norway" descr="© INSCALE GmbH, 05.05.2010&#10;http://www.presentationload.com/">
                  <a:extLst>
                    <a:ext uri="{FF2B5EF4-FFF2-40B4-BE49-F238E27FC236}">
                      <a16:creationId xmlns:a16="http://schemas.microsoft.com/office/drawing/2014/main" id="{B0A64E1C-31DF-4A34-A097-9F8A6EB7D23E}"/>
                    </a:ext>
                  </a:extLst>
                </p:cNvPr>
                <p:cNvSpPr>
                  <a:spLocks noEditPoints="1"/>
                </p:cNvSpPr>
                <p:nvPr/>
              </p:nvSpPr>
              <p:spPr bwMode="gray">
                <a:xfrm>
                  <a:off x="5805732" y="1110039"/>
                  <a:ext cx="614723" cy="676554"/>
                </a:xfrm>
                <a:custGeom>
                  <a:avLst/>
                  <a:gdLst>
                    <a:gd name="T0" fmla="*/ 2147483647 w 1362"/>
                    <a:gd name="T1" fmla="*/ 2147483647 h 1500"/>
                    <a:gd name="T2" fmla="*/ 2147483647 w 1362"/>
                    <a:gd name="T3" fmla="*/ 2147483647 h 1500"/>
                    <a:gd name="T4" fmla="*/ 2147483647 w 1362"/>
                    <a:gd name="T5" fmla="*/ 2147483647 h 1500"/>
                    <a:gd name="T6" fmla="*/ 2147483647 w 1362"/>
                    <a:gd name="T7" fmla="*/ 2147483647 h 1500"/>
                    <a:gd name="T8" fmla="*/ 2147483647 w 1362"/>
                    <a:gd name="T9" fmla="*/ 0 h 1500"/>
                    <a:gd name="T10" fmla="*/ 2147483647 w 1362"/>
                    <a:gd name="T11" fmla="*/ 2147483647 h 1500"/>
                    <a:gd name="T12" fmla="*/ 2147483647 w 1362"/>
                    <a:gd name="T13" fmla="*/ 2147483647 h 1500"/>
                    <a:gd name="T14" fmla="*/ 2147483647 w 1362"/>
                    <a:gd name="T15" fmla="*/ 2147483647 h 1500"/>
                    <a:gd name="T16" fmla="*/ 2147483647 w 1362"/>
                    <a:gd name="T17" fmla="*/ 2147483647 h 1500"/>
                    <a:gd name="T18" fmla="*/ 2147483647 w 1362"/>
                    <a:gd name="T19" fmla="*/ 2147483647 h 1500"/>
                    <a:gd name="T20" fmla="*/ 2147483647 w 1362"/>
                    <a:gd name="T21" fmla="*/ 2147483647 h 1500"/>
                    <a:gd name="T22" fmla="*/ 2147483647 w 1362"/>
                    <a:gd name="T23" fmla="*/ 2147483647 h 1500"/>
                    <a:gd name="T24" fmla="*/ 2147483647 w 1362"/>
                    <a:gd name="T25" fmla="*/ 2147483647 h 1500"/>
                    <a:gd name="T26" fmla="*/ 2147483647 w 1362"/>
                    <a:gd name="T27" fmla="*/ 2147483647 h 1500"/>
                    <a:gd name="T28" fmla="*/ 2147483647 w 1362"/>
                    <a:gd name="T29" fmla="*/ 2147483647 h 1500"/>
                    <a:gd name="T30" fmla="*/ 2147483647 w 1362"/>
                    <a:gd name="T31" fmla="*/ 2147483647 h 1500"/>
                    <a:gd name="T32" fmla="*/ 2147483647 w 1362"/>
                    <a:gd name="T33" fmla="*/ 2147483647 h 1500"/>
                    <a:gd name="T34" fmla="*/ 2147483647 w 1362"/>
                    <a:gd name="T35" fmla="*/ 2147483647 h 1500"/>
                    <a:gd name="T36" fmla="*/ 2147483647 w 1362"/>
                    <a:gd name="T37" fmla="*/ 2147483647 h 1500"/>
                    <a:gd name="T38" fmla="*/ 2147483647 w 1362"/>
                    <a:gd name="T39" fmla="*/ 2147483647 h 1500"/>
                    <a:gd name="T40" fmla="*/ 2147483647 w 1362"/>
                    <a:gd name="T41" fmla="*/ 2147483647 h 1500"/>
                    <a:gd name="T42" fmla="*/ 2147483647 w 1362"/>
                    <a:gd name="T43" fmla="*/ 2147483647 h 1500"/>
                    <a:gd name="T44" fmla="*/ 2147483647 w 1362"/>
                    <a:gd name="T45" fmla="*/ 2147483647 h 1500"/>
                    <a:gd name="T46" fmla="*/ 2147483647 w 1362"/>
                    <a:gd name="T47" fmla="*/ 2147483647 h 1500"/>
                    <a:gd name="T48" fmla="*/ 2147483647 w 1362"/>
                    <a:gd name="T49" fmla="*/ 2147483647 h 1500"/>
                    <a:gd name="T50" fmla="*/ 2147483647 w 1362"/>
                    <a:gd name="T51" fmla="*/ 2147483647 h 1500"/>
                    <a:gd name="T52" fmla="*/ 2147483647 w 1362"/>
                    <a:gd name="T53" fmla="*/ 2147483647 h 1500"/>
                    <a:gd name="T54" fmla="*/ 2147483647 w 1362"/>
                    <a:gd name="T55" fmla="*/ 2147483647 h 1500"/>
                    <a:gd name="T56" fmla="*/ 2147483647 w 1362"/>
                    <a:gd name="T57" fmla="*/ 2147483647 h 1500"/>
                    <a:gd name="T58" fmla="*/ 2147483647 w 1362"/>
                    <a:gd name="T59" fmla="*/ 2147483647 h 1500"/>
                    <a:gd name="T60" fmla="*/ 2147483647 w 1362"/>
                    <a:gd name="T61" fmla="*/ 2147483647 h 1500"/>
                    <a:gd name="T62" fmla="*/ 2147483647 w 1362"/>
                    <a:gd name="T63" fmla="*/ 2147483647 h 1500"/>
                    <a:gd name="T64" fmla="*/ 2147483647 w 1362"/>
                    <a:gd name="T65" fmla="*/ 2147483647 h 1500"/>
                    <a:gd name="T66" fmla="*/ 2147483647 w 1362"/>
                    <a:gd name="T67" fmla="*/ 2147483647 h 1500"/>
                    <a:gd name="T68" fmla="*/ 2147483647 w 1362"/>
                    <a:gd name="T69" fmla="*/ 2147483647 h 1500"/>
                    <a:gd name="T70" fmla="*/ 2147483647 w 1362"/>
                    <a:gd name="T71" fmla="*/ 2147483647 h 1500"/>
                    <a:gd name="T72" fmla="*/ 2147483647 w 1362"/>
                    <a:gd name="T73" fmla="*/ 2147483647 h 1500"/>
                    <a:gd name="T74" fmla="*/ 2147483647 w 1362"/>
                    <a:gd name="T75" fmla="*/ 2147483647 h 1500"/>
                    <a:gd name="T76" fmla="*/ 2147483647 w 1362"/>
                    <a:gd name="T77" fmla="*/ 2147483647 h 1500"/>
                    <a:gd name="T78" fmla="*/ 2147483647 w 1362"/>
                    <a:gd name="T79" fmla="*/ 2147483647 h 1500"/>
                    <a:gd name="T80" fmla="*/ 2147483647 w 1362"/>
                    <a:gd name="T81" fmla="*/ 2147483647 h 1500"/>
                    <a:gd name="T82" fmla="*/ 2147483647 w 1362"/>
                    <a:gd name="T83" fmla="*/ 2147483647 h 1500"/>
                    <a:gd name="T84" fmla="*/ 2147483647 w 1362"/>
                    <a:gd name="T85" fmla="*/ 2147483647 h 1500"/>
                    <a:gd name="T86" fmla="*/ 2147483647 w 1362"/>
                    <a:gd name="T87" fmla="*/ 2147483647 h 1500"/>
                    <a:gd name="T88" fmla="*/ 2147483647 w 1362"/>
                    <a:gd name="T89" fmla="*/ 2147483647 h 1500"/>
                    <a:gd name="T90" fmla="*/ 2147483647 w 1362"/>
                    <a:gd name="T91" fmla="*/ 2147483647 h 1500"/>
                    <a:gd name="T92" fmla="*/ 2147483647 w 1362"/>
                    <a:gd name="T93" fmla="*/ 2147483647 h 1500"/>
                    <a:gd name="T94" fmla="*/ 2147483647 w 1362"/>
                    <a:gd name="T95" fmla="*/ 2147483647 h 1500"/>
                    <a:gd name="T96" fmla="*/ 2147483647 w 1362"/>
                    <a:gd name="T97" fmla="*/ 2147483647 h 1500"/>
                    <a:gd name="T98" fmla="*/ 2147483647 w 1362"/>
                    <a:gd name="T99" fmla="*/ 2147483647 h 1500"/>
                    <a:gd name="T100" fmla="*/ 2147483647 w 1362"/>
                    <a:gd name="T101" fmla="*/ 2147483647 h 1500"/>
                    <a:gd name="T102" fmla="*/ 2147483647 w 1362"/>
                    <a:gd name="T103" fmla="*/ 2147483647 h 1500"/>
                    <a:gd name="T104" fmla="*/ 2147483647 w 1362"/>
                    <a:gd name="T105" fmla="*/ 2147483647 h 1500"/>
                    <a:gd name="T106" fmla="*/ 2147483647 w 1362"/>
                    <a:gd name="T107" fmla="*/ 2147483647 h 1500"/>
                    <a:gd name="T108" fmla="*/ 2147483647 w 1362"/>
                    <a:gd name="T109" fmla="*/ 2147483647 h 1500"/>
                    <a:gd name="T110" fmla="*/ 2147483647 w 1362"/>
                    <a:gd name="T111" fmla="*/ 2147483647 h 1500"/>
                    <a:gd name="T112" fmla="*/ 2147483647 w 1362"/>
                    <a:gd name="T113" fmla="*/ 2147483647 h 1500"/>
                    <a:gd name="T114" fmla="*/ 2147483647 w 1362"/>
                    <a:gd name="T115" fmla="*/ 2147483647 h 1500"/>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362"/>
                    <a:gd name="T175" fmla="*/ 0 h 1500"/>
                    <a:gd name="T176" fmla="*/ 1362 w 1362"/>
                    <a:gd name="T177" fmla="*/ 1500 h 1500"/>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362" h="1500">
                      <a:moveTo>
                        <a:pt x="324" y="120"/>
                      </a:moveTo>
                      <a:lnTo>
                        <a:pt x="336" y="126"/>
                      </a:lnTo>
                      <a:lnTo>
                        <a:pt x="354" y="132"/>
                      </a:lnTo>
                      <a:lnTo>
                        <a:pt x="378" y="132"/>
                      </a:lnTo>
                      <a:lnTo>
                        <a:pt x="294" y="90"/>
                      </a:lnTo>
                      <a:lnTo>
                        <a:pt x="294" y="102"/>
                      </a:lnTo>
                      <a:lnTo>
                        <a:pt x="306" y="108"/>
                      </a:lnTo>
                      <a:lnTo>
                        <a:pt x="312" y="114"/>
                      </a:lnTo>
                      <a:lnTo>
                        <a:pt x="324" y="120"/>
                      </a:lnTo>
                      <a:close/>
                      <a:moveTo>
                        <a:pt x="684" y="48"/>
                      </a:moveTo>
                      <a:lnTo>
                        <a:pt x="732" y="48"/>
                      </a:lnTo>
                      <a:lnTo>
                        <a:pt x="738" y="54"/>
                      </a:lnTo>
                      <a:lnTo>
                        <a:pt x="750" y="54"/>
                      </a:lnTo>
                      <a:lnTo>
                        <a:pt x="774" y="66"/>
                      </a:lnTo>
                      <a:lnTo>
                        <a:pt x="786" y="66"/>
                      </a:lnTo>
                      <a:lnTo>
                        <a:pt x="798" y="60"/>
                      </a:lnTo>
                      <a:lnTo>
                        <a:pt x="804" y="60"/>
                      </a:lnTo>
                      <a:lnTo>
                        <a:pt x="816" y="54"/>
                      </a:lnTo>
                      <a:lnTo>
                        <a:pt x="828" y="54"/>
                      </a:lnTo>
                      <a:lnTo>
                        <a:pt x="840" y="60"/>
                      </a:lnTo>
                      <a:lnTo>
                        <a:pt x="876" y="72"/>
                      </a:lnTo>
                      <a:lnTo>
                        <a:pt x="888" y="78"/>
                      </a:lnTo>
                      <a:lnTo>
                        <a:pt x="894" y="84"/>
                      </a:lnTo>
                      <a:lnTo>
                        <a:pt x="900" y="84"/>
                      </a:lnTo>
                      <a:lnTo>
                        <a:pt x="924" y="60"/>
                      </a:lnTo>
                      <a:lnTo>
                        <a:pt x="984" y="66"/>
                      </a:lnTo>
                      <a:lnTo>
                        <a:pt x="984" y="42"/>
                      </a:lnTo>
                      <a:lnTo>
                        <a:pt x="1014" y="42"/>
                      </a:lnTo>
                      <a:lnTo>
                        <a:pt x="1026" y="36"/>
                      </a:lnTo>
                      <a:lnTo>
                        <a:pt x="1032" y="24"/>
                      </a:lnTo>
                      <a:lnTo>
                        <a:pt x="1038" y="18"/>
                      </a:lnTo>
                      <a:lnTo>
                        <a:pt x="1032" y="12"/>
                      </a:lnTo>
                      <a:lnTo>
                        <a:pt x="1002" y="12"/>
                      </a:lnTo>
                      <a:lnTo>
                        <a:pt x="990" y="18"/>
                      </a:lnTo>
                      <a:lnTo>
                        <a:pt x="984" y="18"/>
                      </a:lnTo>
                      <a:lnTo>
                        <a:pt x="972" y="6"/>
                      </a:lnTo>
                      <a:lnTo>
                        <a:pt x="960" y="0"/>
                      </a:lnTo>
                      <a:lnTo>
                        <a:pt x="918" y="0"/>
                      </a:lnTo>
                      <a:lnTo>
                        <a:pt x="900" y="6"/>
                      </a:lnTo>
                      <a:lnTo>
                        <a:pt x="882" y="18"/>
                      </a:lnTo>
                      <a:lnTo>
                        <a:pt x="870" y="18"/>
                      </a:lnTo>
                      <a:lnTo>
                        <a:pt x="864" y="12"/>
                      </a:lnTo>
                      <a:lnTo>
                        <a:pt x="864" y="6"/>
                      </a:lnTo>
                      <a:lnTo>
                        <a:pt x="858" y="6"/>
                      </a:lnTo>
                      <a:lnTo>
                        <a:pt x="852" y="0"/>
                      </a:lnTo>
                      <a:lnTo>
                        <a:pt x="822" y="0"/>
                      </a:lnTo>
                      <a:lnTo>
                        <a:pt x="804" y="18"/>
                      </a:lnTo>
                      <a:lnTo>
                        <a:pt x="738" y="0"/>
                      </a:lnTo>
                      <a:lnTo>
                        <a:pt x="726" y="0"/>
                      </a:lnTo>
                      <a:lnTo>
                        <a:pt x="708" y="6"/>
                      </a:lnTo>
                      <a:lnTo>
                        <a:pt x="690" y="6"/>
                      </a:lnTo>
                      <a:lnTo>
                        <a:pt x="672" y="12"/>
                      </a:lnTo>
                      <a:lnTo>
                        <a:pt x="660" y="12"/>
                      </a:lnTo>
                      <a:lnTo>
                        <a:pt x="660" y="6"/>
                      </a:lnTo>
                      <a:lnTo>
                        <a:pt x="666" y="0"/>
                      </a:lnTo>
                      <a:lnTo>
                        <a:pt x="630" y="12"/>
                      </a:lnTo>
                      <a:lnTo>
                        <a:pt x="648" y="36"/>
                      </a:lnTo>
                      <a:lnTo>
                        <a:pt x="684" y="48"/>
                      </a:lnTo>
                      <a:close/>
                      <a:moveTo>
                        <a:pt x="324" y="66"/>
                      </a:moveTo>
                      <a:lnTo>
                        <a:pt x="342" y="66"/>
                      </a:lnTo>
                      <a:lnTo>
                        <a:pt x="348" y="72"/>
                      </a:lnTo>
                      <a:lnTo>
                        <a:pt x="360" y="72"/>
                      </a:lnTo>
                      <a:lnTo>
                        <a:pt x="360" y="78"/>
                      </a:lnTo>
                      <a:lnTo>
                        <a:pt x="342" y="96"/>
                      </a:lnTo>
                      <a:lnTo>
                        <a:pt x="336" y="96"/>
                      </a:lnTo>
                      <a:lnTo>
                        <a:pt x="378" y="114"/>
                      </a:lnTo>
                      <a:lnTo>
                        <a:pt x="390" y="120"/>
                      </a:lnTo>
                      <a:lnTo>
                        <a:pt x="396" y="126"/>
                      </a:lnTo>
                      <a:lnTo>
                        <a:pt x="414" y="126"/>
                      </a:lnTo>
                      <a:lnTo>
                        <a:pt x="426" y="132"/>
                      </a:lnTo>
                      <a:lnTo>
                        <a:pt x="438" y="132"/>
                      </a:lnTo>
                      <a:lnTo>
                        <a:pt x="462" y="108"/>
                      </a:lnTo>
                      <a:lnTo>
                        <a:pt x="504" y="96"/>
                      </a:lnTo>
                      <a:lnTo>
                        <a:pt x="534" y="120"/>
                      </a:lnTo>
                      <a:lnTo>
                        <a:pt x="528" y="120"/>
                      </a:lnTo>
                      <a:lnTo>
                        <a:pt x="516" y="126"/>
                      </a:lnTo>
                      <a:lnTo>
                        <a:pt x="504" y="126"/>
                      </a:lnTo>
                      <a:lnTo>
                        <a:pt x="480" y="132"/>
                      </a:lnTo>
                      <a:lnTo>
                        <a:pt x="468" y="138"/>
                      </a:lnTo>
                      <a:lnTo>
                        <a:pt x="456" y="150"/>
                      </a:lnTo>
                      <a:lnTo>
                        <a:pt x="486" y="150"/>
                      </a:lnTo>
                      <a:lnTo>
                        <a:pt x="498" y="156"/>
                      </a:lnTo>
                      <a:lnTo>
                        <a:pt x="522" y="156"/>
                      </a:lnTo>
                      <a:lnTo>
                        <a:pt x="516" y="162"/>
                      </a:lnTo>
                      <a:lnTo>
                        <a:pt x="504" y="162"/>
                      </a:lnTo>
                      <a:lnTo>
                        <a:pt x="486" y="168"/>
                      </a:lnTo>
                      <a:lnTo>
                        <a:pt x="474" y="174"/>
                      </a:lnTo>
                      <a:lnTo>
                        <a:pt x="468" y="180"/>
                      </a:lnTo>
                      <a:lnTo>
                        <a:pt x="462" y="180"/>
                      </a:lnTo>
                      <a:lnTo>
                        <a:pt x="516" y="198"/>
                      </a:lnTo>
                      <a:lnTo>
                        <a:pt x="522" y="198"/>
                      </a:lnTo>
                      <a:lnTo>
                        <a:pt x="528" y="204"/>
                      </a:lnTo>
                      <a:lnTo>
                        <a:pt x="540" y="210"/>
                      </a:lnTo>
                      <a:lnTo>
                        <a:pt x="558" y="210"/>
                      </a:lnTo>
                      <a:lnTo>
                        <a:pt x="576" y="216"/>
                      </a:lnTo>
                      <a:lnTo>
                        <a:pt x="594" y="210"/>
                      </a:lnTo>
                      <a:lnTo>
                        <a:pt x="606" y="204"/>
                      </a:lnTo>
                      <a:lnTo>
                        <a:pt x="612" y="204"/>
                      </a:lnTo>
                      <a:lnTo>
                        <a:pt x="618" y="198"/>
                      </a:lnTo>
                      <a:lnTo>
                        <a:pt x="612" y="192"/>
                      </a:lnTo>
                      <a:lnTo>
                        <a:pt x="612" y="186"/>
                      </a:lnTo>
                      <a:lnTo>
                        <a:pt x="606" y="180"/>
                      </a:lnTo>
                      <a:lnTo>
                        <a:pt x="606" y="174"/>
                      </a:lnTo>
                      <a:lnTo>
                        <a:pt x="612" y="168"/>
                      </a:lnTo>
                      <a:lnTo>
                        <a:pt x="618" y="168"/>
                      </a:lnTo>
                      <a:lnTo>
                        <a:pt x="630" y="162"/>
                      </a:lnTo>
                      <a:lnTo>
                        <a:pt x="648" y="162"/>
                      </a:lnTo>
                      <a:lnTo>
                        <a:pt x="648" y="144"/>
                      </a:lnTo>
                      <a:lnTo>
                        <a:pt x="678" y="132"/>
                      </a:lnTo>
                      <a:lnTo>
                        <a:pt x="690" y="102"/>
                      </a:lnTo>
                      <a:lnTo>
                        <a:pt x="714" y="114"/>
                      </a:lnTo>
                      <a:lnTo>
                        <a:pt x="738" y="102"/>
                      </a:lnTo>
                      <a:lnTo>
                        <a:pt x="750" y="114"/>
                      </a:lnTo>
                      <a:lnTo>
                        <a:pt x="762" y="120"/>
                      </a:lnTo>
                      <a:lnTo>
                        <a:pt x="780" y="126"/>
                      </a:lnTo>
                      <a:lnTo>
                        <a:pt x="792" y="138"/>
                      </a:lnTo>
                      <a:lnTo>
                        <a:pt x="792" y="144"/>
                      </a:lnTo>
                      <a:lnTo>
                        <a:pt x="786" y="150"/>
                      </a:lnTo>
                      <a:lnTo>
                        <a:pt x="786" y="162"/>
                      </a:lnTo>
                      <a:lnTo>
                        <a:pt x="774" y="174"/>
                      </a:lnTo>
                      <a:lnTo>
                        <a:pt x="828" y="174"/>
                      </a:lnTo>
                      <a:lnTo>
                        <a:pt x="834" y="180"/>
                      </a:lnTo>
                      <a:lnTo>
                        <a:pt x="846" y="186"/>
                      </a:lnTo>
                      <a:lnTo>
                        <a:pt x="852" y="192"/>
                      </a:lnTo>
                      <a:lnTo>
                        <a:pt x="858" y="192"/>
                      </a:lnTo>
                      <a:lnTo>
                        <a:pt x="864" y="186"/>
                      </a:lnTo>
                      <a:lnTo>
                        <a:pt x="876" y="186"/>
                      </a:lnTo>
                      <a:lnTo>
                        <a:pt x="894" y="174"/>
                      </a:lnTo>
                      <a:lnTo>
                        <a:pt x="906" y="168"/>
                      </a:lnTo>
                      <a:lnTo>
                        <a:pt x="924" y="162"/>
                      </a:lnTo>
                      <a:lnTo>
                        <a:pt x="936" y="156"/>
                      </a:lnTo>
                      <a:lnTo>
                        <a:pt x="942" y="150"/>
                      </a:lnTo>
                      <a:lnTo>
                        <a:pt x="942" y="144"/>
                      </a:lnTo>
                      <a:lnTo>
                        <a:pt x="936" y="144"/>
                      </a:lnTo>
                      <a:lnTo>
                        <a:pt x="924" y="138"/>
                      </a:lnTo>
                      <a:lnTo>
                        <a:pt x="888" y="138"/>
                      </a:lnTo>
                      <a:lnTo>
                        <a:pt x="882" y="120"/>
                      </a:lnTo>
                      <a:lnTo>
                        <a:pt x="828" y="114"/>
                      </a:lnTo>
                      <a:lnTo>
                        <a:pt x="828" y="96"/>
                      </a:lnTo>
                      <a:lnTo>
                        <a:pt x="798" y="102"/>
                      </a:lnTo>
                      <a:lnTo>
                        <a:pt x="798" y="84"/>
                      </a:lnTo>
                      <a:lnTo>
                        <a:pt x="726" y="84"/>
                      </a:lnTo>
                      <a:lnTo>
                        <a:pt x="720" y="72"/>
                      </a:lnTo>
                      <a:lnTo>
                        <a:pt x="684" y="72"/>
                      </a:lnTo>
                      <a:lnTo>
                        <a:pt x="678" y="60"/>
                      </a:lnTo>
                      <a:lnTo>
                        <a:pt x="654" y="48"/>
                      </a:lnTo>
                      <a:lnTo>
                        <a:pt x="624" y="48"/>
                      </a:lnTo>
                      <a:lnTo>
                        <a:pt x="624" y="30"/>
                      </a:lnTo>
                      <a:lnTo>
                        <a:pt x="618" y="30"/>
                      </a:lnTo>
                      <a:lnTo>
                        <a:pt x="612" y="24"/>
                      </a:lnTo>
                      <a:lnTo>
                        <a:pt x="540" y="24"/>
                      </a:lnTo>
                      <a:lnTo>
                        <a:pt x="534" y="30"/>
                      </a:lnTo>
                      <a:lnTo>
                        <a:pt x="534" y="36"/>
                      </a:lnTo>
                      <a:lnTo>
                        <a:pt x="540" y="42"/>
                      </a:lnTo>
                      <a:lnTo>
                        <a:pt x="546" y="54"/>
                      </a:lnTo>
                      <a:lnTo>
                        <a:pt x="564" y="72"/>
                      </a:lnTo>
                      <a:lnTo>
                        <a:pt x="552" y="66"/>
                      </a:lnTo>
                      <a:lnTo>
                        <a:pt x="546" y="60"/>
                      </a:lnTo>
                      <a:lnTo>
                        <a:pt x="528" y="48"/>
                      </a:lnTo>
                      <a:lnTo>
                        <a:pt x="492" y="30"/>
                      </a:lnTo>
                      <a:lnTo>
                        <a:pt x="480" y="30"/>
                      </a:lnTo>
                      <a:lnTo>
                        <a:pt x="474" y="36"/>
                      </a:lnTo>
                      <a:lnTo>
                        <a:pt x="468" y="48"/>
                      </a:lnTo>
                      <a:lnTo>
                        <a:pt x="462" y="54"/>
                      </a:lnTo>
                      <a:lnTo>
                        <a:pt x="450" y="54"/>
                      </a:lnTo>
                      <a:lnTo>
                        <a:pt x="438" y="48"/>
                      </a:lnTo>
                      <a:lnTo>
                        <a:pt x="420" y="48"/>
                      </a:lnTo>
                      <a:lnTo>
                        <a:pt x="420" y="42"/>
                      </a:lnTo>
                      <a:lnTo>
                        <a:pt x="426" y="42"/>
                      </a:lnTo>
                      <a:lnTo>
                        <a:pt x="438" y="30"/>
                      </a:lnTo>
                      <a:lnTo>
                        <a:pt x="384" y="30"/>
                      </a:lnTo>
                      <a:lnTo>
                        <a:pt x="372" y="42"/>
                      </a:lnTo>
                      <a:lnTo>
                        <a:pt x="366" y="30"/>
                      </a:lnTo>
                      <a:lnTo>
                        <a:pt x="354" y="30"/>
                      </a:lnTo>
                      <a:lnTo>
                        <a:pt x="318" y="48"/>
                      </a:lnTo>
                      <a:lnTo>
                        <a:pt x="318" y="60"/>
                      </a:lnTo>
                      <a:lnTo>
                        <a:pt x="324" y="66"/>
                      </a:lnTo>
                      <a:close/>
                      <a:moveTo>
                        <a:pt x="642" y="708"/>
                      </a:moveTo>
                      <a:lnTo>
                        <a:pt x="666" y="696"/>
                      </a:lnTo>
                      <a:lnTo>
                        <a:pt x="666" y="690"/>
                      </a:lnTo>
                      <a:lnTo>
                        <a:pt x="678" y="690"/>
                      </a:lnTo>
                      <a:lnTo>
                        <a:pt x="678" y="678"/>
                      </a:lnTo>
                      <a:lnTo>
                        <a:pt x="672" y="672"/>
                      </a:lnTo>
                      <a:lnTo>
                        <a:pt x="630" y="690"/>
                      </a:lnTo>
                      <a:lnTo>
                        <a:pt x="642" y="708"/>
                      </a:lnTo>
                      <a:close/>
                      <a:moveTo>
                        <a:pt x="774" y="648"/>
                      </a:moveTo>
                      <a:lnTo>
                        <a:pt x="780" y="642"/>
                      </a:lnTo>
                      <a:lnTo>
                        <a:pt x="786" y="642"/>
                      </a:lnTo>
                      <a:lnTo>
                        <a:pt x="792" y="636"/>
                      </a:lnTo>
                      <a:lnTo>
                        <a:pt x="792" y="630"/>
                      </a:lnTo>
                      <a:lnTo>
                        <a:pt x="786" y="624"/>
                      </a:lnTo>
                      <a:lnTo>
                        <a:pt x="774" y="624"/>
                      </a:lnTo>
                      <a:lnTo>
                        <a:pt x="768" y="630"/>
                      </a:lnTo>
                      <a:lnTo>
                        <a:pt x="768" y="642"/>
                      </a:lnTo>
                      <a:lnTo>
                        <a:pt x="774" y="648"/>
                      </a:lnTo>
                      <a:close/>
                      <a:moveTo>
                        <a:pt x="594" y="696"/>
                      </a:moveTo>
                      <a:lnTo>
                        <a:pt x="576" y="696"/>
                      </a:lnTo>
                      <a:lnTo>
                        <a:pt x="552" y="708"/>
                      </a:lnTo>
                      <a:lnTo>
                        <a:pt x="546" y="714"/>
                      </a:lnTo>
                      <a:lnTo>
                        <a:pt x="570" y="720"/>
                      </a:lnTo>
                      <a:lnTo>
                        <a:pt x="576" y="714"/>
                      </a:lnTo>
                      <a:lnTo>
                        <a:pt x="588" y="714"/>
                      </a:lnTo>
                      <a:lnTo>
                        <a:pt x="600" y="702"/>
                      </a:lnTo>
                      <a:lnTo>
                        <a:pt x="594" y="696"/>
                      </a:lnTo>
                      <a:close/>
                      <a:moveTo>
                        <a:pt x="918" y="612"/>
                      </a:moveTo>
                      <a:lnTo>
                        <a:pt x="936" y="618"/>
                      </a:lnTo>
                      <a:lnTo>
                        <a:pt x="942" y="606"/>
                      </a:lnTo>
                      <a:lnTo>
                        <a:pt x="948" y="600"/>
                      </a:lnTo>
                      <a:lnTo>
                        <a:pt x="948" y="594"/>
                      </a:lnTo>
                      <a:lnTo>
                        <a:pt x="918" y="594"/>
                      </a:lnTo>
                      <a:lnTo>
                        <a:pt x="918" y="612"/>
                      </a:lnTo>
                      <a:close/>
                      <a:moveTo>
                        <a:pt x="486" y="756"/>
                      </a:moveTo>
                      <a:lnTo>
                        <a:pt x="474" y="756"/>
                      </a:lnTo>
                      <a:lnTo>
                        <a:pt x="438" y="774"/>
                      </a:lnTo>
                      <a:lnTo>
                        <a:pt x="432" y="780"/>
                      </a:lnTo>
                      <a:lnTo>
                        <a:pt x="432" y="786"/>
                      </a:lnTo>
                      <a:lnTo>
                        <a:pt x="444" y="786"/>
                      </a:lnTo>
                      <a:lnTo>
                        <a:pt x="456" y="780"/>
                      </a:lnTo>
                      <a:lnTo>
                        <a:pt x="462" y="774"/>
                      </a:lnTo>
                      <a:lnTo>
                        <a:pt x="474" y="768"/>
                      </a:lnTo>
                      <a:lnTo>
                        <a:pt x="510" y="768"/>
                      </a:lnTo>
                      <a:lnTo>
                        <a:pt x="510" y="762"/>
                      </a:lnTo>
                      <a:lnTo>
                        <a:pt x="504" y="762"/>
                      </a:lnTo>
                      <a:lnTo>
                        <a:pt x="504" y="756"/>
                      </a:lnTo>
                      <a:lnTo>
                        <a:pt x="486" y="756"/>
                      </a:lnTo>
                      <a:close/>
                      <a:moveTo>
                        <a:pt x="1356" y="660"/>
                      </a:moveTo>
                      <a:lnTo>
                        <a:pt x="1326" y="666"/>
                      </a:lnTo>
                      <a:lnTo>
                        <a:pt x="1290" y="654"/>
                      </a:lnTo>
                      <a:lnTo>
                        <a:pt x="1260" y="642"/>
                      </a:lnTo>
                      <a:lnTo>
                        <a:pt x="1302" y="642"/>
                      </a:lnTo>
                      <a:lnTo>
                        <a:pt x="1326" y="630"/>
                      </a:lnTo>
                      <a:lnTo>
                        <a:pt x="1344" y="630"/>
                      </a:lnTo>
                      <a:lnTo>
                        <a:pt x="1350" y="624"/>
                      </a:lnTo>
                      <a:lnTo>
                        <a:pt x="1356" y="624"/>
                      </a:lnTo>
                      <a:lnTo>
                        <a:pt x="1344" y="618"/>
                      </a:lnTo>
                      <a:lnTo>
                        <a:pt x="1338" y="612"/>
                      </a:lnTo>
                      <a:lnTo>
                        <a:pt x="1320" y="606"/>
                      </a:lnTo>
                      <a:lnTo>
                        <a:pt x="1308" y="600"/>
                      </a:lnTo>
                      <a:lnTo>
                        <a:pt x="1284" y="600"/>
                      </a:lnTo>
                      <a:lnTo>
                        <a:pt x="1260" y="588"/>
                      </a:lnTo>
                      <a:lnTo>
                        <a:pt x="1254" y="588"/>
                      </a:lnTo>
                      <a:lnTo>
                        <a:pt x="1242" y="582"/>
                      </a:lnTo>
                      <a:lnTo>
                        <a:pt x="1242" y="588"/>
                      </a:lnTo>
                      <a:lnTo>
                        <a:pt x="1236" y="594"/>
                      </a:lnTo>
                      <a:lnTo>
                        <a:pt x="1236" y="600"/>
                      </a:lnTo>
                      <a:lnTo>
                        <a:pt x="1218" y="618"/>
                      </a:lnTo>
                      <a:lnTo>
                        <a:pt x="1206" y="618"/>
                      </a:lnTo>
                      <a:lnTo>
                        <a:pt x="1200" y="612"/>
                      </a:lnTo>
                      <a:lnTo>
                        <a:pt x="1224" y="588"/>
                      </a:lnTo>
                      <a:lnTo>
                        <a:pt x="1158" y="564"/>
                      </a:lnTo>
                      <a:lnTo>
                        <a:pt x="1158" y="576"/>
                      </a:lnTo>
                      <a:lnTo>
                        <a:pt x="1152" y="594"/>
                      </a:lnTo>
                      <a:lnTo>
                        <a:pt x="1134" y="630"/>
                      </a:lnTo>
                      <a:lnTo>
                        <a:pt x="1128" y="630"/>
                      </a:lnTo>
                      <a:lnTo>
                        <a:pt x="1122" y="624"/>
                      </a:lnTo>
                      <a:lnTo>
                        <a:pt x="1116" y="612"/>
                      </a:lnTo>
                      <a:lnTo>
                        <a:pt x="1116" y="594"/>
                      </a:lnTo>
                      <a:lnTo>
                        <a:pt x="1122" y="582"/>
                      </a:lnTo>
                      <a:lnTo>
                        <a:pt x="1116" y="594"/>
                      </a:lnTo>
                      <a:lnTo>
                        <a:pt x="1104" y="600"/>
                      </a:lnTo>
                      <a:lnTo>
                        <a:pt x="1080" y="624"/>
                      </a:lnTo>
                      <a:lnTo>
                        <a:pt x="1056" y="636"/>
                      </a:lnTo>
                      <a:lnTo>
                        <a:pt x="1050" y="636"/>
                      </a:lnTo>
                      <a:lnTo>
                        <a:pt x="1050" y="630"/>
                      </a:lnTo>
                      <a:lnTo>
                        <a:pt x="1056" y="618"/>
                      </a:lnTo>
                      <a:lnTo>
                        <a:pt x="1086" y="588"/>
                      </a:lnTo>
                      <a:lnTo>
                        <a:pt x="1092" y="576"/>
                      </a:lnTo>
                      <a:lnTo>
                        <a:pt x="1104" y="570"/>
                      </a:lnTo>
                      <a:lnTo>
                        <a:pt x="1068" y="570"/>
                      </a:lnTo>
                      <a:lnTo>
                        <a:pt x="1050" y="582"/>
                      </a:lnTo>
                      <a:lnTo>
                        <a:pt x="1026" y="582"/>
                      </a:lnTo>
                      <a:lnTo>
                        <a:pt x="984" y="606"/>
                      </a:lnTo>
                      <a:lnTo>
                        <a:pt x="960" y="606"/>
                      </a:lnTo>
                      <a:lnTo>
                        <a:pt x="954" y="636"/>
                      </a:lnTo>
                      <a:lnTo>
                        <a:pt x="918" y="624"/>
                      </a:lnTo>
                      <a:lnTo>
                        <a:pt x="882" y="630"/>
                      </a:lnTo>
                      <a:lnTo>
                        <a:pt x="894" y="660"/>
                      </a:lnTo>
                      <a:lnTo>
                        <a:pt x="846" y="648"/>
                      </a:lnTo>
                      <a:lnTo>
                        <a:pt x="828" y="654"/>
                      </a:lnTo>
                      <a:lnTo>
                        <a:pt x="834" y="678"/>
                      </a:lnTo>
                      <a:lnTo>
                        <a:pt x="792" y="690"/>
                      </a:lnTo>
                      <a:lnTo>
                        <a:pt x="792" y="654"/>
                      </a:lnTo>
                      <a:lnTo>
                        <a:pt x="762" y="654"/>
                      </a:lnTo>
                      <a:lnTo>
                        <a:pt x="774" y="678"/>
                      </a:lnTo>
                      <a:lnTo>
                        <a:pt x="750" y="660"/>
                      </a:lnTo>
                      <a:lnTo>
                        <a:pt x="750" y="690"/>
                      </a:lnTo>
                      <a:lnTo>
                        <a:pt x="726" y="690"/>
                      </a:lnTo>
                      <a:lnTo>
                        <a:pt x="726" y="660"/>
                      </a:lnTo>
                      <a:lnTo>
                        <a:pt x="738" y="654"/>
                      </a:lnTo>
                      <a:lnTo>
                        <a:pt x="744" y="648"/>
                      </a:lnTo>
                      <a:lnTo>
                        <a:pt x="708" y="642"/>
                      </a:lnTo>
                      <a:lnTo>
                        <a:pt x="708" y="684"/>
                      </a:lnTo>
                      <a:lnTo>
                        <a:pt x="678" y="696"/>
                      </a:lnTo>
                      <a:lnTo>
                        <a:pt x="696" y="708"/>
                      </a:lnTo>
                      <a:lnTo>
                        <a:pt x="660" y="714"/>
                      </a:lnTo>
                      <a:lnTo>
                        <a:pt x="672" y="726"/>
                      </a:lnTo>
                      <a:lnTo>
                        <a:pt x="630" y="726"/>
                      </a:lnTo>
                      <a:lnTo>
                        <a:pt x="630" y="738"/>
                      </a:lnTo>
                      <a:lnTo>
                        <a:pt x="660" y="750"/>
                      </a:lnTo>
                      <a:lnTo>
                        <a:pt x="654" y="762"/>
                      </a:lnTo>
                      <a:lnTo>
                        <a:pt x="618" y="744"/>
                      </a:lnTo>
                      <a:lnTo>
                        <a:pt x="600" y="750"/>
                      </a:lnTo>
                      <a:lnTo>
                        <a:pt x="624" y="762"/>
                      </a:lnTo>
                      <a:lnTo>
                        <a:pt x="606" y="780"/>
                      </a:lnTo>
                      <a:lnTo>
                        <a:pt x="594" y="762"/>
                      </a:lnTo>
                      <a:lnTo>
                        <a:pt x="576" y="768"/>
                      </a:lnTo>
                      <a:lnTo>
                        <a:pt x="576" y="780"/>
                      </a:lnTo>
                      <a:lnTo>
                        <a:pt x="546" y="780"/>
                      </a:lnTo>
                      <a:lnTo>
                        <a:pt x="540" y="792"/>
                      </a:lnTo>
                      <a:lnTo>
                        <a:pt x="564" y="804"/>
                      </a:lnTo>
                      <a:lnTo>
                        <a:pt x="564" y="822"/>
                      </a:lnTo>
                      <a:lnTo>
                        <a:pt x="528" y="810"/>
                      </a:lnTo>
                      <a:lnTo>
                        <a:pt x="522" y="822"/>
                      </a:lnTo>
                      <a:lnTo>
                        <a:pt x="552" y="834"/>
                      </a:lnTo>
                      <a:lnTo>
                        <a:pt x="504" y="834"/>
                      </a:lnTo>
                      <a:lnTo>
                        <a:pt x="504" y="852"/>
                      </a:lnTo>
                      <a:lnTo>
                        <a:pt x="492" y="846"/>
                      </a:lnTo>
                      <a:lnTo>
                        <a:pt x="486" y="846"/>
                      </a:lnTo>
                      <a:lnTo>
                        <a:pt x="474" y="852"/>
                      </a:lnTo>
                      <a:lnTo>
                        <a:pt x="468" y="858"/>
                      </a:lnTo>
                      <a:lnTo>
                        <a:pt x="456" y="858"/>
                      </a:lnTo>
                      <a:lnTo>
                        <a:pt x="456" y="870"/>
                      </a:lnTo>
                      <a:lnTo>
                        <a:pt x="462" y="876"/>
                      </a:lnTo>
                      <a:lnTo>
                        <a:pt x="456" y="876"/>
                      </a:lnTo>
                      <a:lnTo>
                        <a:pt x="450" y="882"/>
                      </a:lnTo>
                      <a:lnTo>
                        <a:pt x="444" y="882"/>
                      </a:lnTo>
                      <a:lnTo>
                        <a:pt x="444" y="900"/>
                      </a:lnTo>
                      <a:lnTo>
                        <a:pt x="480" y="900"/>
                      </a:lnTo>
                      <a:lnTo>
                        <a:pt x="468" y="912"/>
                      </a:lnTo>
                      <a:lnTo>
                        <a:pt x="432" y="906"/>
                      </a:lnTo>
                      <a:lnTo>
                        <a:pt x="420" y="912"/>
                      </a:lnTo>
                      <a:lnTo>
                        <a:pt x="414" y="918"/>
                      </a:lnTo>
                      <a:lnTo>
                        <a:pt x="414" y="930"/>
                      </a:lnTo>
                      <a:lnTo>
                        <a:pt x="420" y="936"/>
                      </a:lnTo>
                      <a:lnTo>
                        <a:pt x="420" y="948"/>
                      </a:lnTo>
                      <a:lnTo>
                        <a:pt x="408" y="954"/>
                      </a:lnTo>
                      <a:lnTo>
                        <a:pt x="390" y="954"/>
                      </a:lnTo>
                      <a:lnTo>
                        <a:pt x="390" y="972"/>
                      </a:lnTo>
                      <a:lnTo>
                        <a:pt x="408" y="990"/>
                      </a:lnTo>
                      <a:lnTo>
                        <a:pt x="408" y="996"/>
                      </a:lnTo>
                      <a:lnTo>
                        <a:pt x="402" y="1002"/>
                      </a:lnTo>
                      <a:lnTo>
                        <a:pt x="366" y="1002"/>
                      </a:lnTo>
                      <a:lnTo>
                        <a:pt x="360" y="1008"/>
                      </a:lnTo>
                      <a:lnTo>
                        <a:pt x="360" y="1026"/>
                      </a:lnTo>
                      <a:lnTo>
                        <a:pt x="354" y="1032"/>
                      </a:lnTo>
                      <a:lnTo>
                        <a:pt x="342" y="1032"/>
                      </a:lnTo>
                      <a:lnTo>
                        <a:pt x="336" y="1026"/>
                      </a:lnTo>
                      <a:lnTo>
                        <a:pt x="318" y="1026"/>
                      </a:lnTo>
                      <a:lnTo>
                        <a:pt x="294" y="1050"/>
                      </a:lnTo>
                      <a:lnTo>
                        <a:pt x="282" y="1050"/>
                      </a:lnTo>
                      <a:lnTo>
                        <a:pt x="270" y="1062"/>
                      </a:lnTo>
                      <a:lnTo>
                        <a:pt x="270" y="1068"/>
                      </a:lnTo>
                      <a:lnTo>
                        <a:pt x="276" y="1074"/>
                      </a:lnTo>
                      <a:lnTo>
                        <a:pt x="276" y="1080"/>
                      </a:lnTo>
                      <a:lnTo>
                        <a:pt x="264" y="1092"/>
                      </a:lnTo>
                      <a:lnTo>
                        <a:pt x="252" y="1092"/>
                      </a:lnTo>
                      <a:lnTo>
                        <a:pt x="246" y="1086"/>
                      </a:lnTo>
                      <a:lnTo>
                        <a:pt x="234" y="1080"/>
                      </a:lnTo>
                      <a:lnTo>
                        <a:pt x="234" y="1074"/>
                      </a:lnTo>
                      <a:lnTo>
                        <a:pt x="228" y="1074"/>
                      </a:lnTo>
                      <a:lnTo>
                        <a:pt x="204" y="1086"/>
                      </a:lnTo>
                      <a:lnTo>
                        <a:pt x="198" y="1092"/>
                      </a:lnTo>
                      <a:lnTo>
                        <a:pt x="180" y="1092"/>
                      </a:lnTo>
                      <a:lnTo>
                        <a:pt x="180" y="1110"/>
                      </a:lnTo>
                      <a:lnTo>
                        <a:pt x="186" y="1116"/>
                      </a:lnTo>
                      <a:lnTo>
                        <a:pt x="192" y="1116"/>
                      </a:lnTo>
                      <a:lnTo>
                        <a:pt x="192" y="1128"/>
                      </a:lnTo>
                      <a:lnTo>
                        <a:pt x="186" y="1128"/>
                      </a:lnTo>
                      <a:lnTo>
                        <a:pt x="174" y="1116"/>
                      </a:lnTo>
                      <a:lnTo>
                        <a:pt x="162" y="1116"/>
                      </a:lnTo>
                      <a:lnTo>
                        <a:pt x="156" y="1122"/>
                      </a:lnTo>
                      <a:lnTo>
                        <a:pt x="156" y="1134"/>
                      </a:lnTo>
                      <a:lnTo>
                        <a:pt x="168" y="1134"/>
                      </a:lnTo>
                      <a:lnTo>
                        <a:pt x="174" y="1140"/>
                      </a:lnTo>
                      <a:lnTo>
                        <a:pt x="180" y="1140"/>
                      </a:lnTo>
                      <a:lnTo>
                        <a:pt x="180" y="1152"/>
                      </a:lnTo>
                      <a:lnTo>
                        <a:pt x="138" y="1152"/>
                      </a:lnTo>
                      <a:lnTo>
                        <a:pt x="138" y="1146"/>
                      </a:lnTo>
                      <a:lnTo>
                        <a:pt x="132" y="1146"/>
                      </a:lnTo>
                      <a:lnTo>
                        <a:pt x="126" y="1158"/>
                      </a:lnTo>
                      <a:lnTo>
                        <a:pt x="126" y="1170"/>
                      </a:lnTo>
                      <a:lnTo>
                        <a:pt x="120" y="1164"/>
                      </a:lnTo>
                      <a:lnTo>
                        <a:pt x="102" y="1164"/>
                      </a:lnTo>
                      <a:lnTo>
                        <a:pt x="96" y="1158"/>
                      </a:lnTo>
                      <a:lnTo>
                        <a:pt x="90" y="1158"/>
                      </a:lnTo>
                      <a:lnTo>
                        <a:pt x="90" y="1164"/>
                      </a:lnTo>
                      <a:lnTo>
                        <a:pt x="96" y="1170"/>
                      </a:lnTo>
                      <a:lnTo>
                        <a:pt x="120" y="1182"/>
                      </a:lnTo>
                      <a:lnTo>
                        <a:pt x="132" y="1182"/>
                      </a:lnTo>
                      <a:lnTo>
                        <a:pt x="108" y="1200"/>
                      </a:lnTo>
                      <a:lnTo>
                        <a:pt x="108" y="1188"/>
                      </a:lnTo>
                      <a:lnTo>
                        <a:pt x="90" y="1188"/>
                      </a:lnTo>
                      <a:lnTo>
                        <a:pt x="84" y="1194"/>
                      </a:lnTo>
                      <a:lnTo>
                        <a:pt x="60" y="1182"/>
                      </a:lnTo>
                      <a:lnTo>
                        <a:pt x="54" y="1194"/>
                      </a:lnTo>
                      <a:lnTo>
                        <a:pt x="66" y="1200"/>
                      </a:lnTo>
                      <a:lnTo>
                        <a:pt x="30" y="1194"/>
                      </a:lnTo>
                      <a:lnTo>
                        <a:pt x="30" y="1212"/>
                      </a:lnTo>
                      <a:lnTo>
                        <a:pt x="78" y="1212"/>
                      </a:lnTo>
                      <a:lnTo>
                        <a:pt x="54" y="1218"/>
                      </a:lnTo>
                      <a:lnTo>
                        <a:pt x="18" y="1212"/>
                      </a:lnTo>
                      <a:lnTo>
                        <a:pt x="6" y="1224"/>
                      </a:lnTo>
                      <a:lnTo>
                        <a:pt x="6" y="1230"/>
                      </a:lnTo>
                      <a:lnTo>
                        <a:pt x="18" y="1242"/>
                      </a:lnTo>
                      <a:lnTo>
                        <a:pt x="36" y="1242"/>
                      </a:lnTo>
                      <a:lnTo>
                        <a:pt x="18" y="1248"/>
                      </a:lnTo>
                      <a:lnTo>
                        <a:pt x="12" y="1254"/>
                      </a:lnTo>
                      <a:lnTo>
                        <a:pt x="12" y="1260"/>
                      </a:lnTo>
                      <a:lnTo>
                        <a:pt x="66" y="1260"/>
                      </a:lnTo>
                      <a:lnTo>
                        <a:pt x="78" y="1272"/>
                      </a:lnTo>
                      <a:lnTo>
                        <a:pt x="96" y="1260"/>
                      </a:lnTo>
                      <a:lnTo>
                        <a:pt x="108" y="1272"/>
                      </a:lnTo>
                      <a:lnTo>
                        <a:pt x="138" y="1260"/>
                      </a:lnTo>
                      <a:lnTo>
                        <a:pt x="132" y="1266"/>
                      </a:lnTo>
                      <a:lnTo>
                        <a:pt x="126" y="1278"/>
                      </a:lnTo>
                      <a:lnTo>
                        <a:pt x="60" y="1278"/>
                      </a:lnTo>
                      <a:lnTo>
                        <a:pt x="54" y="1272"/>
                      </a:lnTo>
                      <a:lnTo>
                        <a:pt x="24" y="1272"/>
                      </a:lnTo>
                      <a:lnTo>
                        <a:pt x="12" y="1278"/>
                      </a:lnTo>
                      <a:lnTo>
                        <a:pt x="0" y="1278"/>
                      </a:lnTo>
                      <a:lnTo>
                        <a:pt x="6" y="1284"/>
                      </a:lnTo>
                      <a:lnTo>
                        <a:pt x="6" y="1296"/>
                      </a:lnTo>
                      <a:lnTo>
                        <a:pt x="12" y="1296"/>
                      </a:lnTo>
                      <a:lnTo>
                        <a:pt x="18" y="1302"/>
                      </a:lnTo>
                      <a:lnTo>
                        <a:pt x="30" y="1302"/>
                      </a:lnTo>
                      <a:lnTo>
                        <a:pt x="24" y="1308"/>
                      </a:lnTo>
                      <a:lnTo>
                        <a:pt x="18" y="1320"/>
                      </a:lnTo>
                      <a:lnTo>
                        <a:pt x="36" y="1338"/>
                      </a:lnTo>
                      <a:lnTo>
                        <a:pt x="48" y="1338"/>
                      </a:lnTo>
                      <a:lnTo>
                        <a:pt x="72" y="1320"/>
                      </a:lnTo>
                      <a:lnTo>
                        <a:pt x="102" y="1314"/>
                      </a:lnTo>
                      <a:lnTo>
                        <a:pt x="90" y="1338"/>
                      </a:lnTo>
                      <a:lnTo>
                        <a:pt x="78" y="1332"/>
                      </a:lnTo>
                      <a:lnTo>
                        <a:pt x="66" y="1350"/>
                      </a:lnTo>
                      <a:lnTo>
                        <a:pt x="30" y="1350"/>
                      </a:lnTo>
                      <a:lnTo>
                        <a:pt x="48" y="1368"/>
                      </a:lnTo>
                      <a:lnTo>
                        <a:pt x="24" y="1380"/>
                      </a:lnTo>
                      <a:lnTo>
                        <a:pt x="6" y="1380"/>
                      </a:lnTo>
                      <a:lnTo>
                        <a:pt x="6" y="1398"/>
                      </a:lnTo>
                      <a:lnTo>
                        <a:pt x="66" y="1398"/>
                      </a:lnTo>
                      <a:lnTo>
                        <a:pt x="54" y="1422"/>
                      </a:lnTo>
                      <a:lnTo>
                        <a:pt x="66" y="1422"/>
                      </a:lnTo>
                      <a:lnTo>
                        <a:pt x="54" y="1440"/>
                      </a:lnTo>
                      <a:lnTo>
                        <a:pt x="42" y="1434"/>
                      </a:lnTo>
                      <a:lnTo>
                        <a:pt x="36" y="1434"/>
                      </a:lnTo>
                      <a:lnTo>
                        <a:pt x="30" y="1428"/>
                      </a:lnTo>
                      <a:lnTo>
                        <a:pt x="18" y="1428"/>
                      </a:lnTo>
                      <a:lnTo>
                        <a:pt x="18" y="1440"/>
                      </a:lnTo>
                      <a:lnTo>
                        <a:pt x="24" y="1452"/>
                      </a:lnTo>
                      <a:lnTo>
                        <a:pt x="36" y="1464"/>
                      </a:lnTo>
                      <a:lnTo>
                        <a:pt x="84" y="1482"/>
                      </a:lnTo>
                      <a:lnTo>
                        <a:pt x="78" y="1488"/>
                      </a:lnTo>
                      <a:lnTo>
                        <a:pt x="84" y="1494"/>
                      </a:lnTo>
                      <a:lnTo>
                        <a:pt x="126" y="1494"/>
                      </a:lnTo>
                      <a:lnTo>
                        <a:pt x="132" y="1500"/>
                      </a:lnTo>
                      <a:lnTo>
                        <a:pt x="144" y="1500"/>
                      </a:lnTo>
                      <a:lnTo>
                        <a:pt x="192" y="1476"/>
                      </a:lnTo>
                      <a:lnTo>
                        <a:pt x="204" y="1464"/>
                      </a:lnTo>
                      <a:lnTo>
                        <a:pt x="216" y="1458"/>
                      </a:lnTo>
                      <a:lnTo>
                        <a:pt x="222" y="1452"/>
                      </a:lnTo>
                      <a:lnTo>
                        <a:pt x="258" y="1422"/>
                      </a:lnTo>
                      <a:lnTo>
                        <a:pt x="282" y="1422"/>
                      </a:lnTo>
                      <a:lnTo>
                        <a:pt x="294" y="1416"/>
                      </a:lnTo>
                      <a:lnTo>
                        <a:pt x="300" y="1410"/>
                      </a:lnTo>
                      <a:lnTo>
                        <a:pt x="300" y="1386"/>
                      </a:lnTo>
                      <a:lnTo>
                        <a:pt x="294" y="1380"/>
                      </a:lnTo>
                      <a:lnTo>
                        <a:pt x="294" y="1374"/>
                      </a:lnTo>
                      <a:lnTo>
                        <a:pt x="312" y="1368"/>
                      </a:lnTo>
                      <a:lnTo>
                        <a:pt x="306" y="1374"/>
                      </a:lnTo>
                      <a:lnTo>
                        <a:pt x="306" y="1380"/>
                      </a:lnTo>
                      <a:lnTo>
                        <a:pt x="300" y="1386"/>
                      </a:lnTo>
                      <a:lnTo>
                        <a:pt x="300" y="1392"/>
                      </a:lnTo>
                      <a:lnTo>
                        <a:pt x="312" y="1404"/>
                      </a:lnTo>
                      <a:lnTo>
                        <a:pt x="330" y="1410"/>
                      </a:lnTo>
                      <a:lnTo>
                        <a:pt x="342" y="1410"/>
                      </a:lnTo>
                      <a:lnTo>
                        <a:pt x="348" y="1416"/>
                      </a:lnTo>
                      <a:lnTo>
                        <a:pt x="354" y="1416"/>
                      </a:lnTo>
                      <a:lnTo>
                        <a:pt x="372" y="1434"/>
                      </a:lnTo>
                      <a:lnTo>
                        <a:pt x="378" y="1422"/>
                      </a:lnTo>
                      <a:lnTo>
                        <a:pt x="384" y="1416"/>
                      </a:lnTo>
                      <a:lnTo>
                        <a:pt x="384" y="1398"/>
                      </a:lnTo>
                      <a:lnTo>
                        <a:pt x="372" y="1386"/>
                      </a:lnTo>
                      <a:lnTo>
                        <a:pt x="372" y="1380"/>
                      </a:lnTo>
                      <a:lnTo>
                        <a:pt x="378" y="1374"/>
                      </a:lnTo>
                      <a:lnTo>
                        <a:pt x="384" y="1374"/>
                      </a:lnTo>
                      <a:lnTo>
                        <a:pt x="384" y="1368"/>
                      </a:lnTo>
                      <a:lnTo>
                        <a:pt x="378" y="1356"/>
                      </a:lnTo>
                      <a:lnTo>
                        <a:pt x="414" y="1356"/>
                      </a:lnTo>
                      <a:lnTo>
                        <a:pt x="420" y="1350"/>
                      </a:lnTo>
                      <a:lnTo>
                        <a:pt x="420" y="1326"/>
                      </a:lnTo>
                      <a:lnTo>
                        <a:pt x="426" y="1326"/>
                      </a:lnTo>
                      <a:lnTo>
                        <a:pt x="420" y="1314"/>
                      </a:lnTo>
                      <a:lnTo>
                        <a:pt x="420" y="1308"/>
                      </a:lnTo>
                      <a:lnTo>
                        <a:pt x="414" y="1302"/>
                      </a:lnTo>
                      <a:lnTo>
                        <a:pt x="414" y="1296"/>
                      </a:lnTo>
                      <a:lnTo>
                        <a:pt x="408" y="1284"/>
                      </a:lnTo>
                      <a:lnTo>
                        <a:pt x="402" y="1278"/>
                      </a:lnTo>
                      <a:lnTo>
                        <a:pt x="426" y="1272"/>
                      </a:lnTo>
                      <a:lnTo>
                        <a:pt x="438" y="1260"/>
                      </a:lnTo>
                      <a:lnTo>
                        <a:pt x="438" y="1248"/>
                      </a:lnTo>
                      <a:lnTo>
                        <a:pt x="420" y="1230"/>
                      </a:lnTo>
                      <a:lnTo>
                        <a:pt x="414" y="1230"/>
                      </a:lnTo>
                      <a:lnTo>
                        <a:pt x="402" y="1218"/>
                      </a:lnTo>
                      <a:lnTo>
                        <a:pt x="402" y="1200"/>
                      </a:lnTo>
                      <a:lnTo>
                        <a:pt x="408" y="1188"/>
                      </a:lnTo>
                      <a:lnTo>
                        <a:pt x="408" y="1176"/>
                      </a:lnTo>
                      <a:lnTo>
                        <a:pt x="384" y="1152"/>
                      </a:lnTo>
                      <a:lnTo>
                        <a:pt x="384" y="1140"/>
                      </a:lnTo>
                      <a:lnTo>
                        <a:pt x="390" y="1134"/>
                      </a:lnTo>
                      <a:lnTo>
                        <a:pt x="396" y="1134"/>
                      </a:lnTo>
                      <a:lnTo>
                        <a:pt x="402" y="1128"/>
                      </a:lnTo>
                      <a:lnTo>
                        <a:pt x="402" y="1122"/>
                      </a:lnTo>
                      <a:lnTo>
                        <a:pt x="396" y="1116"/>
                      </a:lnTo>
                      <a:lnTo>
                        <a:pt x="390" y="1116"/>
                      </a:lnTo>
                      <a:lnTo>
                        <a:pt x="384" y="1110"/>
                      </a:lnTo>
                      <a:lnTo>
                        <a:pt x="426" y="1068"/>
                      </a:lnTo>
                      <a:lnTo>
                        <a:pt x="438" y="1062"/>
                      </a:lnTo>
                      <a:lnTo>
                        <a:pt x="444" y="1056"/>
                      </a:lnTo>
                      <a:lnTo>
                        <a:pt x="456" y="1050"/>
                      </a:lnTo>
                      <a:lnTo>
                        <a:pt x="498" y="1050"/>
                      </a:lnTo>
                      <a:lnTo>
                        <a:pt x="504" y="1044"/>
                      </a:lnTo>
                      <a:lnTo>
                        <a:pt x="504" y="1038"/>
                      </a:lnTo>
                      <a:lnTo>
                        <a:pt x="486" y="1020"/>
                      </a:lnTo>
                      <a:lnTo>
                        <a:pt x="474" y="1014"/>
                      </a:lnTo>
                      <a:lnTo>
                        <a:pt x="486" y="1008"/>
                      </a:lnTo>
                      <a:lnTo>
                        <a:pt x="492" y="1008"/>
                      </a:lnTo>
                      <a:lnTo>
                        <a:pt x="522" y="978"/>
                      </a:lnTo>
                      <a:lnTo>
                        <a:pt x="528" y="936"/>
                      </a:lnTo>
                      <a:lnTo>
                        <a:pt x="528" y="900"/>
                      </a:lnTo>
                      <a:lnTo>
                        <a:pt x="546" y="912"/>
                      </a:lnTo>
                      <a:lnTo>
                        <a:pt x="558" y="906"/>
                      </a:lnTo>
                      <a:lnTo>
                        <a:pt x="564" y="906"/>
                      </a:lnTo>
                      <a:lnTo>
                        <a:pt x="570" y="900"/>
                      </a:lnTo>
                      <a:lnTo>
                        <a:pt x="576" y="900"/>
                      </a:lnTo>
                      <a:lnTo>
                        <a:pt x="576" y="894"/>
                      </a:lnTo>
                      <a:lnTo>
                        <a:pt x="570" y="888"/>
                      </a:lnTo>
                      <a:lnTo>
                        <a:pt x="570" y="882"/>
                      </a:lnTo>
                      <a:lnTo>
                        <a:pt x="564" y="876"/>
                      </a:lnTo>
                      <a:lnTo>
                        <a:pt x="582" y="876"/>
                      </a:lnTo>
                      <a:lnTo>
                        <a:pt x="588" y="870"/>
                      </a:lnTo>
                      <a:lnTo>
                        <a:pt x="588" y="864"/>
                      </a:lnTo>
                      <a:lnTo>
                        <a:pt x="594" y="858"/>
                      </a:lnTo>
                      <a:lnTo>
                        <a:pt x="606" y="852"/>
                      </a:lnTo>
                      <a:lnTo>
                        <a:pt x="612" y="852"/>
                      </a:lnTo>
                      <a:lnTo>
                        <a:pt x="618" y="834"/>
                      </a:lnTo>
                      <a:lnTo>
                        <a:pt x="612" y="828"/>
                      </a:lnTo>
                      <a:lnTo>
                        <a:pt x="600" y="822"/>
                      </a:lnTo>
                      <a:lnTo>
                        <a:pt x="600" y="810"/>
                      </a:lnTo>
                      <a:lnTo>
                        <a:pt x="606" y="810"/>
                      </a:lnTo>
                      <a:lnTo>
                        <a:pt x="618" y="804"/>
                      </a:lnTo>
                      <a:lnTo>
                        <a:pt x="636" y="786"/>
                      </a:lnTo>
                      <a:lnTo>
                        <a:pt x="678" y="780"/>
                      </a:lnTo>
                      <a:lnTo>
                        <a:pt x="696" y="780"/>
                      </a:lnTo>
                      <a:lnTo>
                        <a:pt x="702" y="774"/>
                      </a:lnTo>
                      <a:lnTo>
                        <a:pt x="702" y="744"/>
                      </a:lnTo>
                      <a:lnTo>
                        <a:pt x="714" y="732"/>
                      </a:lnTo>
                      <a:lnTo>
                        <a:pt x="720" y="738"/>
                      </a:lnTo>
                      <a:lnTo>
                        <a:pt x="720" y="750"/>
                      </a:lnTo>
                      <a:lnTo>
                        <a:pt x="744" y="744"/>
                      </a:lnTo>
                      <a:lnTo>
                        <a:pt x="768" y="750"/>
                      </a:lnTo>
                      <a:lnTo>
                        <a:pt x="792" y="750"/>
                      </a:lnTo>
                      <a:lnTo>
                        <a:pt x="798" y="756"/>
                      </a:lnTo>
                      <a:lnTo>
                        <a:pt x="810" y="756"/>
                      </a:lnTo>
                      <a:lnTo>
                        <a:pt x="816" y="750"/>
                      </a:lnTo>
                      <a:lnTo>
                        <a:pt x="810" y="750"/>
                      </a:lnTo>
                      <a:lnTo>
                        <a:pt x="798" y="738"/>
                      </a:lnTo>
                      <a:lnTo>
                        <a:pt x="798" y="732"/>
                      </a:lnTo>
                      <a:lnTo>
                        <a:pt x="810" y="732"/>
                      </a:lnTo>
                      <a:lnTo>
                        <a:pt x="810" y="708"/>
                      </a:lnTo>
                      <a:lnTo>
                        <a:pt x="840" y="714"/>
                      </a:lnTo>
                      <a:lnTo>
                        <a:pt x="834" y="708"/>
                      </a:lnTo>
                      <a:lnTo>
                        <a:pt x="840" y="702"/>
                      </a:lnTo>
                      <a:lnTo>
                        <a:pt x="858" y="708"/>
                      </a:lnTo>
                      <a:lnTo>
                        <a:pt x="858" y="696"/>
                      </a:lnTo>
                      <a:lnTo>
                        <a:pt x="864" y="690"/>
                      </a:lnTo>
                      <a:lnTo>
                        <a:pt x="882" y="690"/>
                      </a:lnTo>
                      <a:lnTo>
                        <a:pt x="888" y="696"/>
                      </a:lnTo>
                      <a:lnTo>
                        <a:pt x="894" y="708"/>
                      </a:lnTo>
                      <a:lnTo>
                        <a:pt x="906" y="714"/>
                      </a:lnTo>
                      <a:lnTo>
                        <a:pt x="918" y="726"/>
                      </a:lnTo>
                      <a:lnTo>
                        <a:pt x="930" y="726"/>
                      </a:lnTo>
                      <a:lnTo>
                        <a:pt x="942" y="732"/>
                      </a:lnTo>
                      <a:lnTo>
                        <a:pt x="960" y="732"/>
                      </a:lnTo>
                      <a:lnTo>
                        <a:pt x="966" y="738"/>
                      </a:lnTo>
                      <a:lnTo>
                        <a:pt x="978" y="738"/>
                      </a:lnTo>
                      <a:lnTo>
                        <a:pt x="990" y="732"/>
                      </a:lnTo>
                      <a:lnTo>
                        <a:pt x="996" y="726"/>
                      </a:lnTo>
                      <a:lnTo>
                        <a:pt x="1026" y="726"/>
                      </a:lnTo>
                      <a:lnTo>
                        <a:pt x="1038" y="732"/>
                      </a:lnTo>
                      <a:lnTo>
                        <a:pt x="1044" y="738"/>
                      </a:lnTo>
                      <a:lnTo>
                        <a:pt x="1062" y="738"/>
                      </a:lnTo>
                      <a:lnTo>
                        <a:pt x="1062" y="726"/>
                      </a:lnTo>
                      <a:lnTo>
                        <a:pt x="1068" y="720"/>
                      </a:lnTo>
                      <a:lnTo>
                        <a:pt x="1068" y="714"/>
                      </a:lnTo>
                      <a:lnTo>
                        <a:pt x="1092" y="714"/>
                      </a:lnTo>
                      <a:lnTo>
                        <a:pt x="1092" y="678"/>
                      </a:lnTo>
                      <a:lnTo>
                        <a:pt x="1098" y="672"/>
                      </a:lnTo>
                      <a:lnTo>
                        <a:pt x="1098" y="660"/>
                      </a:lnTo>
                      <a:lnTo>
                        <a:pt x="1110" y="654"/>
                      </a:lnTo>
                      <a:lnTo>
                        <a:pt x="1116" y="654"/>
                      </a:lnTo>
                      <a:lnTo>
                        <a:pt x="1128" y="648"/>
                      </a:lnTo>
                      <a:lnTo>
                        <a:pt x="1158" y="648"/>
                      </a:lnTo>
                      <a:lnTo>
                        <a:pt x="1170" y="642"/>
                      </a:lnTo>
                      <a:lnTo>
                        <a:pt x="1206" y="642"/>
                      </a:lnTo>
                      <a:lnTo>
                        <a:pt x="1206" y="654"/>
                      </a:lnTo>
                      <a:lnTo>
                        <a:pt x="1242" y="660"/>
                      </a:lnTo>
                      <a:lnTo>
                        <a:pt x="1248" y="660"/>
                      </a:lnTo>
                      <a:lnTo>
                        <a:pt x="1260" y="672"/>
                      </a:lnTo>
                      <a:lnTo>
                        <a:pt x="1266" y="684"/>
                      </a:lnTo>
                      <a:lnTo>
                        <a:pt x="1266" y="702"/>
                      </a:lnTo>
                      <a:lnTo>
                        <a:pt x="1260" y="702"/>
                      </a:lnTo>
                      <a:lnTo>
                        <a:pt x="1260" y="696"/>
                      </a:lnTo>
                      <a:lnTo>
                        <a:pt x="1254" y="696"/>
                      </a:lnTo>
                      <a:lnTo>
                        <a:pt x="1254" y="708"/>
                      </a:lnTo>
                      <a:lnTo>
                        <a:pt x="1278" y="708"/>
                      </a:lnTo>
                      <a:lnTo>
                        <a:pt x="1284" y="696"/>
                      </a:lnTo>
                      <a:lnTo>
                        <a:pt x="1284" y="690"/>
                      </a:lnTo>
                      <a:lnTo>
                        <a:pt x="1308" y="684"/>
                      </a:lnTo>
                      <a:lnTo>
                        <a:pt x="1314" y="672"/>
                      </a:lnTo>
                      <a:lnTo>
                        <a:pt x="1350" y="672"/>
                      </a:lnTo>
                      <a:lnTo>
                        <a:pt x="1362" y="660"/>
                      </a:lnTo>
                      <a:lnTo>
                        <a:pt x="1356" y="660"/>
                      </a:lnTo>
                      <a:close/>
                      <a:moveTo>
                        <a:pt x="564" y="726"/>
                      </a:moveTo>
                      <a:lnTo>
                        <a:pt x="540" y="738"/>
                      </a:lnTo>
                      <a:lnTo>
                        <a:pt x="546" y="756"/>
                      </a:lnTo>
                      <a:lnTo>
                        <a:pt x="576" y="756"/>
                      </a:lnTo>
                      <a:lnTo>
                        <a:pt x="570" y="738"/>
                      </a:lnTo>
                      <a:lnTo>
                        <a:pt x="564" y="726"/>
                      </a:lnTo>
                      <a:close/>
                      <a:moveTo>
                        <a:pt x="522" y="714"/>
                      </a:moveTo>
                      <a:lnTo>
                        <a:pt x="516" y="720"/>
                      </a:lnTo>
                      <a:lnTo>
                        <a:pt x="510" y="732"/>
                      </a:lnTo>
                      <a:lnTo>
                        <a:pt x="510" y="750"/>
                      </a:lnTo>
                      <a:lnTo>
                        <a:pt x="528" y="768"/>
                      </a:lnTo>
                      <a:lnTo>
                        <a:pt x="528" y="756"/>
                      </a:lnTo>
                      <a:lnTo>
                        <a:pt x="534" y="744"/>
                      </a:lnTo>
                      <a:lnTo>
                        <a:pt x="534" y="720"/>
                      </a:lnTo>
                      <a:lnTo>
                        <a:pt x="528" y="714"/>
                      </a:lnTo>
                      <a:lnTo>
                        <a:pt x="522" y="714"/>
                      </a:lnTo>
                      <a:close/>
                      <a:moveTo>
                        <a:pt x="606" y="738"/>
                      </a:moveTo>
                      <a:lnTo>
                        <a:pt x="618" y="732"/>
                      </a:lnTo>
                      <a:lnTo>
                        <a:pt x="624" y="732"/>
                      </a:lnTo>
                      <a:lnTo>
                        <a:pt x="630" y="726"/>
                      </a:lnTo>
                      <a:lnTo>
                        <a:pt x="618" y="720"/>
                      </a:lnTo>
                      <a:lnTo>
                        <a:pt x="588" y="720"/>
                      </a:lnTo>
                      <a:lnTo>
                        <a:pt x="576" y="732"/>
                      </a:lnTo>
                      <a:lnTo>
                        <a:pt x="582" y="744"/>
                      </a:lnTo>
                      <a:lnTo>
                        <a:pt x="606" y="738"/>
                      </a:lnTo>
                      <a:close/>
                    </a:path>
                  </a:pathLst>
                </a:custGeom>
                <a:solidFill>
                  <a:srgbClr val="D40D8D"/>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28" name="Nigeria" descr="© INSCALE GmbH, 05.05.2010&#10;http://www.presentationload.com/">
                  <a:extLst>
                    <a:ext uri="{FF2B5EF4-FFF2-40B4-BE49-F238E27FC236}">
                      <a16:creationId xmlns:a16="http://schemas.microsoft.com/office/drawing/2014/main" id="{FEC08D09-5F94-4B35-9C78-40229425A55E}"/>
                    </a:ext>
                  </a:extLst>
                </p:cNvPr>
                <p:cNvSpPr>
                  <a:spLocks/>
                </p:cNvSpPr>
                <p:nvPr/>
              </p:nvSpPr>
              <p:spPr bwMode="gray">
                <a:xfrm>
                  <a:off x="5697979" y="3372872"/>
                  <a:ext cx="378021" cy="347992"/>
                </a:xfrm>
                <a:custGeom>
                  <a:avLst/>
                  <a:gdLst>
                    <a:gd name="T0" fmla="*/ 2147483647 w 840"/>
                    <a:gd name="T1" fmla="*/ 2147483647 h 768"/>
                    <a:gd name="T2" fmla="*/ 2147483647 w 840"/>
                    <a:gd name="T3" fmla="*/ 2147483647 h 768"/>
                    <a:gd name="T4" fmla="*/ 2147483647 w 840"/>
                    <a:gd name="T5" fmla="*/ 2147483647 h 768"/>
                    <a:gd name="T6" fmla="*/ 2147483647 w 840"/>
                    <a:gd name="T7" fmla="*/ 2147483647 h 768"/>
                    <a:gd name="T8" fmla="*/ 2147483647 w 840"/>
                    <a:gd name="T9" fmla="*/ 2147483647 h 768"/>
                    <a:gd name="T10" fmla="*/ 2147483647 w 840"/>
                    <a:gd name="T11" fmla="*/ 2147483647 h 768"/>
                    <a:gd name="T12" fmla="*/ 2147483647 w 840"/>
                    <a:gd name="T13" fmla="*/ 2147483647 h 768"/>
                    <a:gd name="T14" fmla="*/ 2147483647 w 840"/>
                    <a:gd name="T15" fmla="*/ 2147483647 h 768"/>
                    <a:gd name="T16" fmla="*/ 2147483647 w 840"/>
                    <a:gd name="T17" fmla="*/ 2147483647 h 768"/>
                    <a:gd name="T18" fmla="*/ 2147483647 w 840"/>
                    <a:gd name="T19" fmla="*/ 2147483647 h 768"/>
                    <a:gd name="T20" fmla="*/ 2147483647 w 840"/>
                    <a:gd name="T21" fmla="*/ 2147483647 h 768"/>
                    <a:gd name="T22" fmla="*/ 2147483647 w 840"/>
                    <a:gd name="T23" fmla="*/ 2147483647 h 768"/>
                    <a:gd name="T24" fmla="*/ 2147483647 w 840"/>
                    <a:gd name="T25" fmla="*/ 2147483647 h 768"/>
                    <a:gd name="T26" fmla="*/ 2147483647 w 840"/>
                    <a:gd name="T27" fmla="*/ 2147483647 h 768"/>
                    <a:gd name="T28" fmla="*/ 2147483647 w 840"/>
                    <a:gd name="T29" fmla="*/ 2147483647 h 768"/>
                    <a:gd name="T30" fmla="*/ 2147483647 w 840"/>
                    <a:gd name="T31" fmla="*/ 2147483647 h 768"/>
                    <a:gd name="T32" fmla="*/ 2147483647 w 840"/>
                    <a:gd name="T33" fmla="*/ 2147483647 h 768"/>
                    <a:gd name="T34" fmla="*/ 2147483647 w 840"/>
                    <a:gd name="T35" fmla="*/ 2147483647 h 768"/>
                    <a:gd name="T36" fmla="*/ 2147483647 w 840"/>
                    <a:gd name="T37" fmla="*/ 2147483647 h 768"/>
                    <a:gd name="T38" fmla="*/ 2147483647 w 840"/>
                    <a:gd name="T39" fmla="*/ 2147483647 h 768"/>
                    <a:gd name="T40" fmla="*/ 2147483647 w 840"/>
                    <a:gd name="T41" fmla="*/ 2147483647 h 768"/>
                    <a:gd name="T42" fmla="*/ 2147483647 w 840"/>
                    <a:gd name="T43" fmla="*/ 2147483647 h 768"/>
                    <a:gd name="T44" fmla="*/ 2147483647 w 840"/>
                    <a:gd name="T45" fmla="*/ 2147483647 h 768"/>
                    <a:gd name="T46" fmla="*/ 2147483647 w 840"/>
                    <a:gd name="T47" fmla="*/ 2147483647 h 768"/>
                    <a:gd name="T48" fmla="*/ 2147483647 w 840"/>
                    <a:gd name="T49" fmla="*/ 2147483647 h 768"/>
                    <a:gd name="T50" fmla="*/ 2147483647 w 840"/>
                    <a:gd name="T51" fmla="*/ 2147483647 h 768"/>
                    <a:gd name="T52" fmla="*/ 2147483647 w 840"/>
                    <a:gd name="T53" fmla="*/ 2147483647 h 768"/>
                    <a:gd name="T54" fmla="*/ 2147483647 w 840"/>
                    <a:gd name="T55" fmla="*/ 2147483647 h 768"/>
                    <a:gd name="T56" fmla="*/ 2147483647 w 840"/>
                    <a:gd name="T57" fmla="*/ 2147483647 h 768"/>
                    <a:gd name="T58" fmla="*/ 2147483647 w 840"/>
                    <a:gd name="T59" fmla="*/ 2147483647 h 768"/>
                    <a:gd name="T60" fmla="*/ 2147483647 w 840"/>
                    <a:gd name="T61" fmla="*/ 2147483647 h 768"/>
                    <a:gd name="T62" fmla="*/ 2147483647 w 840"/>
                    <a:gd name="T63" fmla="*/ 2147483647 h 768"/>
                    <a:gd name="T64" fmla="*/ 2147483647 w 840"/>
                    <a:gd name="T65" fmla="*/ 2147483647 h 768"/>
                    <a:gd name="T66" fmla="*/ 2147483647 w 840"/>
                    <a:gd name="T67" fmla="*/ 2147483647 h 768"/>
                    <a:gd name="T68" fmla="*/ 2147483647 w 840"/>
                    <a:gd name="T69" fmla="*/ 2147483647 h 768"/>
                    <a:gd name="T70" fmla="*/ 2147483647 w 840"/>
                    <a:gd name="T71" fmla="*/ 2147483647 h 768"/>
                    <a:gd name="T72" fmla="*/ 2147483647 w 840"/>
                    <a:gd name="T73" fmla="*/ 2147483647 h 768"/>
                    <a:gd name="T74" fmla="*/ 2147483647 w 840"/>
                    <a:gd name="T75" fmla="*/ 2147483647 h 768"/>
                    <a:gd name="T76" fmla="*/ 2147483647 w 840"/>
                    <a:gd name="T77" fmla="*/ 2147483647 h 768"/>
                    <a:gd name="T78" fmla="*/ 2147483647 w 840"/>
                    <a:gd name="T79" fmla="*/ 2147483647 h 768"/>
                    <a:gd name="T80" fmla="*/ 2147483647 w 840"/>
                    <a:gd name="T81" fmla="*/ 2147483647 h 768"/>
                    <a:gd name="T82" fmla="*/ 2147483647 w 840"/>
                    <a:gd name="T83" fmla="*/ 2147483647 h 768"/>
                    <a:gd name="T84" fmla="*/ 2147483647 w 840"/>
                    <a:gd name="T85" fmla="*/ 2147483647 h 768"/>
                    <a:gd name="T86" fmla="*/ 2147483647 w 840"/>
                    <a:gd name="T87" fmla="*/ 2147483647 h 768"/>
                    <a:gd name="T88" fmla="*/ 2147483647 w 840"/>
                    <a:gd name="T89" fmla="*/ 2147483647 h 768"/>
                    <a:gd name="T90" fmla="*/ 2147483647 w 840"/>
                    <a:gd name="T91" fmla="*/ 2147483647 h 768"/>
                    <a:gd name="T92" fmla="*/ 2147483647 w 840"/>
                    <a:gd name="T93" fmla="*/ 2147483647 h 768"/>
                    <a:gd name="T94" fmla="*/ 2147483647 w 840"/>
                    <a:gd name="T95" fmla="*/ 2147483647 h 768"/>
                    <a:gd name="T96" fmla="*/ 2147483647 w 840"/>
                    <a:gd name="T97" fmla="*/ 2147483647 h 768"/>
                    <a:gd name="T98" fmla="*/ 2147483647 w 840"/>
                    <a:gd name="T99" fmla="*/ 2147483647 h 768"/>
                    <a:gd name="T100" fmla="*/ 2147483647 w 840"/>
                    <a:gd name="T101" fmla="*/ 2147483647 h 768"/>
                    <a:gd name="T102" fmla="*/ 2147483647 w 840"/>
                    <a:gd name="T103" fmla="*/ 2147483647 h 768"/>
                    <a:gd name="T104" fmla="*/ 2147483647 w 840"/>
                    <a:gd name="T105" fmla="*/ 2147483647 h 768"/>
                    <a:gd name="T106" fmla="*/ 2147483647 w 840"/>
                    <a:gd name="T107" fmla="*/ 2147483647 h 768"/>
                    <a:gd name="T108" fmla="*/ 2147483647 w 840"/>
                    <a:gd name="T109" fmla="*/ 2147483647 h 768"/>
                    <a:gd name="T110" fmla="*/ 2147483647 w 840"/>
                    <a:gd name="T111" fmla="*/ 2147483647 h 768"/>
                    <a:gd name="T112" fmla="*/ 2147483647 w 840"/>
                    <a:gd name="T113" fmla="*/ 2147483647 h 768"/>
                    <a:gd name="T114" fmla="*/ 2147483647 w 840"/>
                    <a:gd name="T115" fmla="*/ 2147483647 h 768"/>
                    <a:gd name="T116" fmla="*/ 2147483647 w 840"/>
                    <a:gd name="T117" fmla="*/ 2147483647 h 768"/>
                    <a:gd name="T118" fmla="*/ 2147483647 w 840"/>
                    <a:gd name="T119" fmla="*/ 2147483647 h 768"/>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840"/>
                    <a:gd name="T181" fmla="*/ 0 h 768"/>
                    <a:gd name="T182" fmla="*/ 840 w 840"/>
                    <a:gd name="T183" fmla="*/ 768 h 768"/>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840" h="768">
                      <a:moveTo>
                        <a:pt x="420" y="738"/>
                      </a:moveTo>
                      <a:lnTo>
                        <a:pt x="420" y="732"/>
                      </a:lnTo>
                      <a:lnTo>
                        <a:pt x="426" y="726"/>
                      </a:lnTo>
                      <a:lnTo>
                        <a:pt x="426" y="714"/>
                      </a:lnTo>
                      <a:lnTo>
                        <a:pt x="432" y="702"/>
                      </a:lnTo>
                      <a:lnTo>
                        <a:pt x="432" y="648"/>
                      </a:lnTo>
                      <a:lnTo>
                        <a:pt x="498" y="594"/>
                      </a:lnTo>
                      <a:lnTo>
                        <a:pt x="498" y="588"/>
                      </a:lnTo>
                      <a:lnTo>
                        <a:pt x="504" y="582"/>
                      </a:lnTo>
                      <a:lnTo>
                        <a:pt x="516" y="558"/>
                      </a:lnTo>
                      <a:lnTo>
                        <a:pt x="522" y="552"/>
                      </a:lnTo>
                      <a:lnTo>
                        <a:pt x="528" y="552"/>
                      </a:lnTo>
                      <a:lnTo>
                        <a:pt x="534" y="558"/>
                      </a:lnTo>
                      <a:lnTo>
                        <a:pt x="546" y="564"/>
                      </a:lnTo>
                      <a:lnTo>
                        <a:pt x="552" y="564"/>
                      </a:lnTo>
                      <a:lnTo>
                        <a:pt x="558" y="558"/>
                      </a:lnTo>
                      <a:lnTo>
                        <a:pt x="558" y="546"/>
                      </a:lnTo>
                      <a:lnTo>
                        <a:pt x="552" y="540"/>
                      </a:lnTo>
                      <a:lnTo>
                        <a:pt x="564" y="540"/>
                      </a:lnTo>
                      <a:lnTo>
                        <a:pt x="570" y="552"/>
                      </a:lnTo>
                      <a:lnTo>
                        <a:pt x="582" y="564"/>
                      </a:lnTo>
                      <a:lnTo>
                        <a:pt x="588" y="576"/>
                      </a:lnTo>
                      <a:lnTo>
                        <a:pt x="588" y="582"/>
                      </a:lnTo>
                      <a:lnTo>
                        <a:pt x="594" y="594"/>
                      </a:lnTo>
                      <a:lnTo>
                        <a:pt x="600" y="600"/>
                      </a:lnTo>
                      <a:lnTo>
                        <a:pt x="606" y="600"/>
                      </a:lnTo>
                      <a:lnTo>
                        <a:pt x="624" y="582"/>
                      </a:lnTo>
                      <a:lnTo>
                        <a:pt x="624" y="570"/>
                      </a:lnTo>
                      <a:lnTo>
                        <a:pt x="630" y="558"/>
                      </a:lnTo>
                      <a:lnTo>
                        <a:pt x="642" y="552"/>
                      </a:lnTo>
                      <a:lnTo>
                        <a:pt x="648" y="546"/>
                      </a:lnTo>
                      <a:lnTo>
                        <a:pt x="648" y="516"/>
                      </a:lnTo>
                      <a:lnTo>
                        <a:pt x="672" y="486"/>
                      </a:lnTo>
                      <a:lnTo>
                        <a:pt x="684" y="438"/>
                      </a:lnTo>
                      <a:lnTo>
                        <a:pt x="696" y="432"/>
                      </a:lnTo>
                      <a:lnTo>
                        <a:pt x="702" y="426"/>
                      </a:lnTo>
                      <a:lnTo>
                        <a:pt x="714" y="420"/>
                      </a:lnTo>
                      <a:lnTo>
                        <a:pt x="720" y="414"/>
                      </a:lnTo>
                      <a:lnTo>
                        <a:pt x="720" y="402"/>
                      </a:lnTo>
                      <a:lnTo>
                        <a:pt x="726" y="384"/>
                      </a:lnTo>
                      <a:lnTo>
                        <a:pt x="726" y="354"/>
                      </a:lnTo>
                      <a:lnTo>
                        <a:pt x="744" y="354"/>
                      </a:lnTo>
                      <a:lnTo>
                        <a:pt x="750" y="348"/>
                      </a:lnTo>
                      <a:lnTo>
                        <a:pt x="756" y="330"/>
                      </a:lnTo>
                      <a:lnTo>
                        <a:pt x="756" y="300"/>
                      </a:lnTo>
                      <a:lnTo>
                        <a:pt x="762" y="294"/>
                      </a:lnTo>
                      <a:lnTo>
                        <a:pt x="768" y="264"/>
                      </a:lnTo>
                      <a:lnTo>
                        <a:pt x="774" y="252"/>
                      </a:lnTo>
                      <a:lnTo>
                        <a:pt x="786" y="240"/>
                      </a:lnTo>
                      <a:lnTo>
                        <a:pt x="786" y="234"/>
                      </a:lnTo>
                      <a:lnTo>
                        <a:pt x="792" y="228"/>
                      </a:lnTo>
                      <a:lnTo>
                        <a:pt x="792" y="222"/>
                      </a:lnTo>
                      <a:lnTo>
                        <a:pt x="798" y="216"/>
                      </a:lnTo>
                      <a:lnTo>
                        <a:pt x="798" y="210"/>
                      </a:lnTo>
                      <a:lnTo>
                        <a:pt x="810" y="210"/>
                      </a:lnTo>
                      <a:lnTo>
                        <a:pt x="822" y="204"/>
                      </a:lnTo>
                      <a:lnTo>
                        <a:pt x="840" y="186"/>
                      </a:lnTo>
                      <a:lnTo>
                        <a:pt x="840" y="174"/>
                      </a:lnTo>
                      <a:lnTo>
                        <a:pt x="834" y="168"/>
                      </a:lnTo>
                      <a:lnTo>
                        <a:pt x="834" y="162"/>
                      </a:lnTo>
                      <a:lnTo>
                        <a:pt x="840" y="156"/>
                      </a:lnTo>
                      <a:lnTo>
                        <a:pt x="840" y="126"/>
                      </a:lnTo>
                      <a:lnTo>
                        <a:pt x="810" y="126"/>
                      </a:lnTo>
                      <a:lnTo>
                        <a:pt x="810" y="120"/>
                      </a:lnTo>
                      <a:lnTo>
                        <a:pt x="804" y="108"/>
                      </a:lnTo>
                      <a:lnTo>
                        <a:pt x="804" y="60"/>
                      </a:lnTo>
                      <a:lnTo>
                        <a:pt x="774" y="12"/>
                      </a:lnTo>
                      <a:lnTo>
                        <a:pt x="756" y="12"/>
                      </a:lnTo>
                      <a:lnTo>
                        <a:pt x="750" y="18"/>
                      </a:lnTo>
                      <a:lnTo>
                        <a:pt x="750" y="24"/>
                      </a:lnTo>
                      <a:lnTo>
                        <a:pt x="744" y="30"/>
                      </a:lnTo>
                      <a:lnTo>
                        <a:pt x="744" y="36"/>
                      </a:lnTo>
                      <a:lnTo>
                        <a:pt x="720" y="36"/>
                      </a:lnTo>
                      <a:lnTo>
                        <a:pt x="714" y="42"/>
                      </a:lnTo>
                      <a:lnTo>
                        <a:pt x="702" y="48"/>
                      </a:lnTo>
                      <a:lnTo>
                        <a:pt x="696" y="54"/>
                      </a:lnTo>
                      <a:lnTo>
                        <a:pt x="684" y="60"/>
                      </a:lnTo>
                      <a:lnTo>
                        <a:pt x="654" y="60"/>
                      </a:lnTo>
                      <a:lnTo>
                        <a:pt x="648" y="54"/>
                      </a:lnTo>
                      <a:lnTo>
                        <a:pt x="636" y="48"/>
                      </a:lnTo>
                      <a:lnTo>
                        <a:pt x="600" y="36"/>
                      </a:lnTo>
                      <a:lnTo>
                        <a:pt x="546" y="36"/>
                      </a:lnTo>
                      <a:lnTo>
                        <a:pt x="528" y="42"/>
                      </a:lnTo>
                      <a:lnTo>
                        <a:pt x="516" y="54"/>
                      </a:lnTo>
                      <a:lnTo>
                        <a:pt x="504" y="60"/>
                      </a:lnTo>
                      <a:lnTo>
                        <a:pt x="492" y="84"/>
                      </a:lnTo>
                      <a:lnTo>
                        <a:pt x="486" y="90"/>
                      </a:lnTo>
                      <a:lnTo>
                        <a:pt x="480" y="90"/>
                      </a:lnTo>
                      <a:lnTo>
                        <a:pt x="468" y="84"/>
                      </a:lnTo>
                      <a:lnTo>
                        <a:pt x="438" y="84"/>
                      </a:lnTo>
                      <a:lnTo>
                        <a:pt x="414" y="72"/>
                      </a:lnTo>
                      <a:lnTo>
                        <a:pt x="402" y="60"/>
                      </a:lnTo>
                      <a:lnTo>
                        <a:pt x="390" y="54"/>
                      </a:lnTo>
                      <a:lnTo>
                        <a:pt x="384" y="48"/>
                      </a:lnTo>
                      <a:lnTo>
                        <a:pt x="372" y="42"/>
                      </a:lnTo>
                      <a:lnTo>
                        <a:pt x="360" y="42"/>
                      </a:lnTo>
                      <a:lnTo>
                        <a:pt x="336" y="54"/>
                      </a:lnTo>
                      <a:lnTo>
                        <a:pt x="324" y="66"/>
                      </a:lnTo>
                      <a:lnTo>
                        <a:pt x="312" y="72"/>
                      </a:lnTo>
                      <a:lnTo>
                        <a:pt x="306" y="72"/>
                      </a:lnTo>
                      <a:lnTo>
                        <a:pt x="294" y="66"/>
                      </a:lnTo>
                      <a:lnTo>
                        <a:pt x="288" y="60"/>
                      </a:lnTo>
                      <a:lnTo>
                        <a:pt x="288" y="54"/>
                      </a:lnTo>
                      <a:lnTo>
                        <a:pt x="282" y="48"/>
                      </a:lnTo>
                      <a:lnTo>
                        <a:pt x="282" y="42"/>
                      </a:lnTo>
                      <a:lnTo>
                        <a:pt x="258" y="18"/>
                      </a:lnTo>
                      <a:lnTo>
                        <a:pt x="222" y="18"/>
                      </a:lnTo>
                      <a:lnTo>
                        <a:pt x="222" y="12"/>
                      </a:lnTo>
                      <a:lnTo>
                        <a:pt x="210" y="0"/>
                      </a:lnTo>
                      <a:lnTo>
                        <a:pt x="198" y="0"/>
                      </a:lnTo>
                      <a:lnTo>
                        <a:pt x="186" y="6"/>
                      </a:lnTo>
                      <a:lnTo>
                        <a:pt x="180" y="6"/>
                      </a:lnTo>
                      <a:lnTo>
                        <a:pt x="180" y="12"/>
                      </a:lnTo>
                      <a:lnTo>
                        <a:pt x="126" y="12"/>
                      </a:lnTo>
                      <a:lnTo>
                        <a:pt x="102" y="36"/>
                      </a:lnTo>
                      <a:lnTo>
                        <a:pt x="102" y="60"/>
                      </a:lnTo>
                      <a:lnTo>
                        <a:pt x="96" y="78"/>
                      </a:lnTo>
                      <a:lnTo>
                        <a:pt x="90" y="90"/>
                      </a:lnTo>
                      <a:lnTo>
                        <a:pt x="84" y="96"/>
                      </a:lnTo>
                      <a:lnTo>
                        <a:pt x="78" y="108"/>
                      </a:lnTo>
                      <a:lnTo>
                        <a:pt x="72" y="114"/>
                      </a:lnTo>
                      <a:lnTo>
                        <a:pt x="66" y="114"/>
                      </a:lnTo>
                      <a:lnTo>
                        <a:pt x="66" y="168"/>
                      </a:lnTo>
                      <a:lnTo>
                        <a:pt x="60" y="180"/>
                      </a:lnTo>
                      <a:lnTo>
                        <a:pt x="60" y="186"/>
                      </a:lnTo>
                      <a:lnTo>
                        <a:pt x="54" y="192"/>
                      </a:lnTo>
                      <a:lnTo>
                        <a:pt x="66" y="216"/>
                      </a:lnTo>
                      <a:lnTo>
                        <a:pt x="72" y="222"/>
                      </a:lnTo>
                      <a:lnTo>
                        <a:pt x="78" y="234"/>
                      </a:lnTo>
                      <a:lnTo>
                        <a:pt x="78" y="246"/>
                      </a:lnTo>
                      <a:lnTo>
                        <a:pt x="84" y="252"/>
                      </a:lnTo>
                      <a:lnTo>
                        <a:pt x="84" y="264"/>
                      </a:lnTo>
                      <a:lnTo>
                        <a:pt x="78" y="270"/>
                      </a:lnTo>
                      <a:lnTo>
                        <a:pt x="72" y="270"/>
                      </a:lnTo>
                      <a:lnTo>
                        <a:pt x="60" y="276"/>
                      </a:lnTo>
                      <a:lnTo>
                        <a:pt x="60" y="318"/>
                      </a:lnTo>
                      <a:lnTo>
                        <a:pt x="48" y="324"/>
                      </a:lnTo>
                      <a:lnTo>
                        <a:pt x="42" y="336"/>
                      </a:lnTo>
                      <a:lnTo>
                        <a:pt x="36" y="342"/>
                      </a:lnTo>
                      <a:lnTo>
                        <a:pt x="36" y="372"/>
                      </a:lnTo>
                      <a:lnTo>
                        <a:pt x="24" y="396"/>
                      </a:lnTo>
                      <a:lnTo>
                        <a:pt x="6" y="396"/>
                      </a:lnTo>
                      <a:lnTo>
                        <a:pt x="0" y="426"/>
                      </a:lnTo>
                      <a:lnTo>
                        <a:pt x="6" y="462"/>
                      </a:lnTo>
                      <a:lnTo>
                        <a:pt x="0" y="492"/>
                      </a:lnTo>
                      <a:lnTo>
                        <a:pt x="0" y="606"/>
                      </a:lnTo>
                      <a:lnTo>
                        <a:pt x="6" y="612"/>
                      </a:lnTo>
                      <a:lnTo>
                        <a:pt x="30" y="612"/>
                      </a:lnTo>
                      <a:lnTo>
                        <a:pt x="54" y="600"/>
                      </a:lnTo>
                      <a:lnTo>
                        <a:pt x="60" y="594"/>
                      </a:lnTo>
                      <a:lnTo>
                        <a:pt x="66" y="600"/>
                      </a:lnTo>
                      <a:lnTo>
                        <a:pt x="108" y="600"/>
                      </a:lnTo>
                      <a:lnTo>
                        <a:pt x="126" y="606"/>
                      </a:lnTo>
                      <a:lnTo>
                        <a:pt x="138" y="618"/>
                      </a:lnTo>
                      <a:lnTo>
                        <a:pt x="150" y="636"/>
                      </a:lnTo>
                      <a:lnTo>
                        <a:pt x="156" y="648"/>
                      </a:lnTo>
                      <a:lnTo>
                        <a:pt x="168" y="660"/>
                      </a:lnTo>
                      <a:lnTo>
                        <a:pt x="186" y="660"/>
                      </a:lnTo>
                      <a:lnTo>
                        <a:pt x="180" y="666"/>
                      </a:lnTo>
                      <a:lnTo>
                        <a:pt x="180" y="678"/>
                      </a:lnTo>
                      <a:lnTo>
                        <a:pt x="174" y="684"/>
                      </a:lnTo>
                      <a:lnTo>
                        <a:pt x="186" y="684"/>
                      </a:lnTo>
                      <a:lnTo>
                        <a:pt x="198" y="678"/>
                      </a:lnTo>
                      <a:lnTo>
                        <a:pt x="198" y="684"/>
                      </a:lnTo>
                      <a:lnTo>
                        <a:pt x="192" y="690"/>
                      </a:lnTo>
                      <a:lnTo>
                        <a:pt x="186" y="702"/>
                      </a:lnTo>
                      <a:lnTo>
                        <a:pt x="186" y="714"/>
                      </a:lnTo>
                      <a:lnTo>
                        <a:pt x="204" y="750"/>
                      </a:lnTo>
                      <a:lnTo>
                        <a:pt x="216" y="762"/>
                      </a:lnTo>
                      <a:lnTo>
                        <a:pt x="234" y="768"/>
                      </a:lnTo>
                      <a:lnTo>
                        <a:pt x="270" y="768"/>
                      </a:lnTo>
                      <a:lnTo>
                        <a:pt x="276" y="762"/>
                      </a:lnTo>
                      <a:lnTo>
                        <a:pt x="282" y="762"/>
                      </a:lnTo>
                      <a:lnTo>
                        <a:pt x="288" y="738"/>
                      </a:lnTo>
                      <a:lnTo>
                        <a:pt x="312" y="750"/>
                      </a:lnTo>
                      <a:lnTo>
                        <a:pt x="336" y="744"/>
                      </a:lnTo>
                      <a:lnTo>
                        <a:pt x="354" y="756"/>
                      </a:lnTo>
                      <a:lnTo>
                        <a:pt x="396" y="756"/>
                      </a:lnTo>
                      <a:lnTo>
                        <a:pt x="396" y="732"/>
                      </a:lnTo>
                      <a:lnTo>
                        <a:pt x="420" y="732"/>
                      </a:lnTo>
                      <a:lnTo>
                        <a:pt x="420" y="738"/>
                      </a:lnTo>
                      <a:close/>
                    </a:path>
                  </a:pathLst>
                </a:custGeom>
                <a:solidFill>
                  <a:srgbClr val="9C968E"/>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29" name="Niger" descr="© INSCALE GmbH, 05.05.2010&#10;http://www.presentationload.com/">
                  <a:extLst>
                    <a:ext uri="{FF2B5EF4-FFF2-40B4-BE49-F238E27FC236}">
                      <a16:creationId xmlns:a16="http://schemas.microsoft.com/office/drawing/2014/main" id="{5558DCF7-E412-4DDF-A81A-9E7E208C84AC}"/>
                    </a:ext>
                  </a:extLst>
                </p:cNvPr>
                <p:cNvSpPr>
                  <a:spLocks/>
                </p:cNvSpPr>
                <p:nvPr/>
              </p:nvSpPr>
              <p:spPr bwMode="gray">
                <a:xfrm>
                  <a:off x="5618488" y="3023112"/>
                  <a:ext cx="501673" cy="425719"/>
                </a:xfrm>
                <a:custGeom>
                  <a:avLst/>
                  <a:gdLst>
                    <a:gd name="T0" fmla="*/ 2147483647 w 1110"/>
                    <a:gd name="T1" fmla="*/ 2147483647 h 942"/>
                    <a:gd name="T2" fmla="*/ 2147483647 w 1110"/>
                    <a:gd name="T3" fmla="*/ 2147483647 h 942"/>
                    <a:gd name="T4" fmla="*/ 2147483647 w 1110"/>
                    <a:gd name="T5" fmla="*/ 2147483647 h 942"/>
                    <a:gd name="T6" fmla="*/ 2147483647 w 1110"/>
                    <a:gd name="T7" fmla="*/ 2147483647 h 942"/>
                    <a:gd name="T8" fmla="*/ 2147483647 w 1110"/>
                    <a:gd name="T9" fmla="*/ 2147483647 h 942"/>
                    <a:gd name="T10" fmla="*/ 2147483647 w 1110"/>
                    <a:gd name="T11" fmla="*/ 2147483647 h 942"/>
                    <a:gd name="T12" fmla="*/ 2147483647 w 1110"/>
                    <a:gd name="T13" fmla="*/ 2147483647 h 942"/>
                    <a:gd name="T14" fmla="*/ 2147483647 w 1110"/>
                    <a:gd name="T15" fmla="*/ 2147483647 h 942"/>
                    <a:gd name="T16" fmla="*/ 2147483647 w 1110"/>
                    <a:gd name="T17" fmla="*/ 2147483647 h 942"/>
                    <a:gd name="T18" fmla="*/ 2147483647 w 1110"/>
                    <a:gd name="T19" fmla="*/ 2147483647 h 942"/>
                    <a:gd name="T20" fmla="*/ 2147483647 w 1110"/>
                    <a:gd name="T21" fmla="*/ 2147483647 h 942"/>
                    <a:gd name="T22" fmla="*/ 2147483647 w 1110"/>
                    <a:gd name="T23" fmla="*/ 2147483647 h 942"/>
                    <a:gd name="T24" fmla="*/ 2147483647 w 1110"/>
                    <a:gd name="T25" fmla="*/ 2147483647 h 942"/>
                    <a:gd name="T26" fmla="*/ 2147483647 w 1110"/>
                    <a:gd name="T27" fmla="*/ 2147483647 h 942"/>
                    <a:gd name="T28" fmla="*/ 2147483647 w 1110"/>
                    <a:gd name="T29" fmla="*/ 2147483647 h 942"/>
                    <a:gd name="T30" fmla="*/ 2147483647 w 1110"/>
                    <a:gd name="T31" fmla="*/ 2147483647 h 942"/>
                    <a:gd name="T32" fmla="*/ 2147483647 w 1110"/>
                    <a:gd name="T33" fmla="*/ 2147483647 h 942"/>
                    <a:gd name="T34" fmla="*/ 2147483647 w 1110"/>
                    <a:gd name="T35" fmla="*/ 2147483647 h 942"/>
                    <a:gd name="T36" fmla="*/ 2147483647 w 1110"/>
                    <a:gd name="T37" fmla="*/ 2147483647 h 942"/>
                    <a:gd name="T38" fmla="*/ 2147483647 w 1110"/>
                    <a:gd name="T39" fmla="*/ 2147483647 h 942"/>
                    <a:gd name="T40" fmla="*/ 2147483647 w 1110"/>
                    <a:gd name="T41" fmla="*/ 2147483647 h 942"/>
                    <a:gd name="T42" fmla="*/ 2147483647 w 1110"/>
                    <a:gd name="T43" fmla="*/ 2147483647 h 942"/>
                    <a:gd name="T44" fmla="*/ 2147483647 w 1110"/>
                    <a:gd name="T45" fmla="*/ 2147483647 h 942"/>
                    <a:gd name="T46" fmla="*/ 2147483647 w 1110"/>
                    <a:gd name="T47" fmla="*/ 2147483647 h 942"/>
                    <a:gd name="T48" fmla="*/ 2147483647 w 1110"/>
                    <a:gd name="T49" fmla="*/ 2147483647 h 942"/>
                    <a:gd name="T50" fmla="*/ 2147483647 w 1110"/>
                    <a:gd name="T51" fmla="*/ 2147483647 h 942"/>
                    <a:gd name="T52" fmla="*/ 2147483647 w 1110"/>
                    <a:gd name="T53" fmla="*/ 2147483647 h 942"/>
                    <a:gd name="T54" fmla="*/ 2147483647 w 1110"/>
                    <a:gd name="T55" fmla="*/ 2147483647 h 942"/>
                    <a:gd name="T56" fmla="*/ 2147483647 w 1110"/>
                    <a:gd name="T57" fmla="*/ 2147483647 h 942"/>
                    <a:gd name="T58" fmla="*/ 2147483647 w 1110"/>
                    <a:gd name="T59" fmla="*/ 2147483647 h 942"/>
                    <a:gd name="T60" fmla="*/ 2147483647 w 1110"/>
                    <a:gd name="T61" fmla="*/ 2147483647 h 942"/>
                    <a:gd name="T62" fmla="*/ 2147483647 w 1110"/>
                    <a:gd name="T63" fmla="*/ 2147483647 h 942"/>
                    <a:gd name="T64" fmla="*/ 2147483647 w 1110"/>
                    <a:gd name="T65" fmla="*/ 2147483647 h 942"/>
                    <a:gd name="T66" fmla="*/ 2147483647 w 1110"/>
                    <a:gd name="T67" fmla="*/ 2147483647 h 942"/>
                    <a:gd name="T68" fmla="*/ 2147483647 w 1110"/>
                    <a:gd name="T69" fmla="*/ 2147483647 h 942"/>
                    <a:gd name="T70" fmla="*/ 2147483647 w 1110"/>
                    <a:gd name="T71" fmla="*/ 2147483647 h 942"/>
                    <a:gd name="T72" fmla="*/ 2147483647 w 1110"/>
                    <a:gd name="T73" fmla="*/ 2147483647 h 942"/>
                    <a:gd name="T74" fmla="*/ 2147483647 w 1110"/>
                    <a:gd name="T75" fmla="*/ 2147483647 h 942"/>
                    <a:gd name="T76" fmla="*/ 2147483647 w 1110"/>
                    <a:gd name="T77" fmla="*/ 2147483647 h 942"/>
                    <a:gd name="T78" fmla="*/ 2147483647 w 1110"/>
                    <a:gd name="T79" fmla="*/ 2147483647 h 942"/>
                    <a:gd name="T80" fmla="*/ 2147483647 w 1110"/>
                    <a:gd name="T81" fmla="*/ 2147483647 h 942"/>
                    <a:gd name="T82" fmla="*/ 2147483647 w 1110"/>
                    <a:gd name="T83" fmla="*/ 2147483647 h 942"/>
                    <a:gd name="T84" fmla="*/ 2147483647 w 1110"/>
                    <a:gd name="T85" fmla="*/ 2147483647 h 942"/>
                    <a:gd name="T86" fmla="*/ 2147483647 w 1110"/>
                    <a:gd name="T87" fmla="*/ 2147483647 h 942"/>
                    <a:gd name="T88" fmla="*/ 2147483647 w 1110"/>
                    <a:gd name="T89" fmla="*/ 2147483647 h 942"/>
                    <a:gd name="T90" fmla="*/ 2147483647 w 1110"/>
                    <a:gd name="T91" fmla="*/ 2147483647 h 942"/>
                    <a:gd name="T92" fmla="*/ 2147483647 w 1110"/>
                    <a:gd name="T93" fmla="*/ 2147483647 h 942"/>
                    <a:gd name="T94" fmla="*/ 2147483647 w 1110"/>
                    <a:gd name="T95" fmla="*/ 2147483647 h 942"/>
                    <a:gd name="T96" fmla="*/ 2147483647 w 1110"/>
                    <a:gd name="T97" fmla="*/ 2147483647 h 942"/>
                    <a:gd name="T98" fmla="*/ 0 w 1110"/>
                    <a:gd name="T99" fmla="*/ 2147483647 h 942"/>
                    <a:gd name="T100" fmla="*/ 2147483647 w 1110"/>
                    <a:gd name="T101" fmla="*/ 2147483647 h 94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110"/>
                    <a:gd name="T154" fmla="*/ 0 h 942"/>
                    <a:gd name="T155" fmla="*/ 1110 w 1110"/>
                    <a:gd name="T156" fmla="*/ 942 h 94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110" h="942">
                      <a:moveTo>
                        <a:pt x="54" y="792"/>
                      </a:moveTo>
                      <a:lnTo>
                        <a:pt x="54" y="810"/>
                      </a:lnTo>
                      <a:lnTo>
                        <a:pt x="66" y="810"/>
                      </a:lnTo>
                      <a:lnTo>
                        <a:pt x="48" y="828"/>
                      </a:lnTo>
                      <a:lnTo>
                        <a:pt x="48" y="834"/>
                      </a:lnTo>
                      <a:lnTo>
                        <a:pt x="72" y="858"/>
                      </a:lnTo>
                      <a:lnTo>
                        <a:pt x="84" y="864"/>
                      </a:lnTo>
                      <a:lnTo>
                        <a:pt x="90" y="876"/>
                      </a:lnTo>
                      <a:lnTo>
                        <a:pt x="108" y="876"/>
                      </a:lnTo>
                      <a:lnTo>
                        <a:pt x="120" y="864"/>
                      </a:lnTo>
                      <a:lnTo>
                        <a:pt x="132" y="864"/>
                      </a:lnTo>
                      <a:lnTo>
                        <a:pt x="144" y="876"/>
                      </a:lnTo>
                      <a:lnTo>
                        <a:pt x="150" y="888"/>
                      </a:lnTo>
                      <a:lnTo>
                        <a:pt x="126" y="894"/>
                      </a:lnTo>
                      <a:lnTo>
                        <a:pt x="150" y="930"/>
                      </a:lnTo>
                      <a:lnTo>
                        <a:pt x="150" y="906"/>
                      </a:lnTo>
                      <a:lnTo>
                        <a:pt x="180" y="894"/>
                      </a:lnTo>
                      <a:lnTo>
                        <a:pt x="192" y="906"/>
                      </a:lnTo>
                      <a:lnTo>
                        <a:pt x="198" y="918"/>
                      </a:lnTo>
                      <a:lnTo>
                        <a:pt x="204" y="924"/>
                      </a:lnTo>
                      <a:lnTo>
                        <a:pt x="210" y="924"/>
                      </a:lnTo>
                      <a:lnTo>
                        <a:pt x="216" y="930"/>
                      </a:lnTo>
                      <a:lnTo>
                        <a:pt x="222" y="930"/>
                      </a:lnTo>
                      <a:lnTo>
                        <a:pt x="234" y="936"/>
                      </a:lnTo>
                      <a:lnTo>
                        <a:pt x="240" y="942"/>
                      </a:lnTo>
                      <a:lnTo>
                        <a:pt x="240" y="888"/>
                      </a:lnTo>
                      <a:lnTo>
                        <a:pt x="246" y="888"/>
                      </a:lnTo>
                      <a:lnTo>
                        <a:pt x="252" y="882"/>
                      </a:lnTo>
                      <a:lnTo>
                        <a:pt x="258" y="870"/>
                      </a:lnTo>
                      <a:lnTo>
                        <a:pt x="264" y="864"/>
                      </a:lnTo>
                      <a:lnTo>
                        <a:pt x="270" y="852"/>
                      </a:lnTo>
                      <a:lnTo>
                        <a:pt x="276" y="834"/>
                      </a:lnTo>
                      <a:lnTo>
                        <a:pt x="276" y="810"/>
                      </a:lnTo>
                      <a:lnTo>
                        <a:pt x="300" y="786"/>
                      </a:lnTo>
                      <a:lnTo>
                        <a:pt x="354" y="786"/>
                      </a:lnTo>
                      <a:lnTo>
                        <a:pt x="354" y="780"/>
                      </a:lnTo>
                      <a:lnTo>
                        <a:pt x="360" y="780"/>
                      </a:lnTo>
                      <a:lnTo>
                        <a:pt x="372" y="774"/>
                      </a:lnTo>
                      <a:lnTo>
                        <a:pt x="384" y="774"/>
                      </a:lnTo>
                      <a:lnTo>
                        <a:pt x="396" y="786"/>
                      </a:lnTo>
                      <a:lnTo>
                        <a:pt x="396" y="792"/>
                      </a:lnTo>
                      <a:lnTo>
                        <a:pt x="432" y="792"/>
                      </a:lnTo>
                      <a:lnTo>
                        <a:pt x="456" y="816"/>
                      </a:lnTo>
                      <a:lnTo>
                        <a:pt x="456" y="822"/>
                      </a:lnTo>
                      <a:lnTo>
                        <a:pt x="462" y="828"/>
                      </a:lnTo>
                      <a:lnTo>
                        <a:pt x="462" y="834"/>
                      </a:lnTo>
                      <a:lnTo>
                        <a:pt x="468" y="840"/>
                      </a:lnTo>
                      <a:lnTo>
                        <a:pt x="480" y="846"/>
                      </a:lnTo>
                      <a:lnTo>
                        <a:pt x="486" y="846"/>
                      </a:lnTo>
                      <a:lnTo>
                        <a:pt x="498" y="840"/>
                      </a:lnTo>
                      <a:lnTo>
                        <a:pt x="510" y="828"/>
                      </a:lnTo>
                      <a:lnTo>
                        <a:pt x="534" y="816"/>
                      </a:lnTo>
                      <a:lnTo>
                        <a:pt x="546" y="816"/>
                      </a:lnTo>
                      <a:lnTo>
                        <a:pt x="558" y="822"/>
                      </a:lnTo>
                      <a:lnTo>
                        <a:pt x="564" y="828"/>
                      </a:lnTo>
                      <a:lnTo>
                        <a:pt x="576" y="834"/>
                      </a:lnTo>
                      <a:lnTo>
                        <a:pt x="588" y="846"/>
                      </a:lnTo>
                      <a:lnTo>
                        <a:pt x="612" y="858"/>
                      </a:lnTo>
                      <a:lnTo>
                        <a:pt x="642" y="858"/>
                      </a:lnTo>
                      <a:lnTo>
                        <a:pt x="654" y="864"/>
                      </a:lnTo>
                      <a:lnTo>
                        <a:pt x="660" y="864"/>
                      </a:lnTo>
                      <a:lnTo>
                        <a:pt x="666" y="858"/>
                      </a:lnTo>
                      <a:lnTo>
                        <a:pt x="678" y="834"/>
                      </a:lnTo>
                      <a:lnTo>
                        <a:pt x="690" y="828"/>
                      </a:lnTo>
                      <a:lnTo>
                        <a:pt x="702" y="816"/>
                      </a:lnTo>
                      <a:lnTo>
                        <a:pt x="720" y="810"/>
                      </a:lnTo>
                      <a:lnTo>
                        <a:pt x="774" y="810"/>
                      </a:lnTo>
                      <a:lnTo>
                        <a:pt x="810" y="822"/>
                      </a:lnTo>
                      <a:lnTo>
                        <a:pt x="822" y="828"/>
                      </a:lnTo>
                      <a:lnTo>
                        <a:pt x="828" y="834"/>
                      </a:lnTo>
                      <a:lnTo>
                        <a:pt x="858" y="834"/>
                      </a:lnTo>
                      <a:lnTo>
                        <a:pt x="870" y="828"/>
                      </a:lnTo>
                      <a:lnTo>
                        <a:pt x="876" y="822"/>
                      </a:lnTo>
                      <a:lnTo>
                        <a:pt x="888" y="816"/>
                      </a:lnTo>
                      <a:lnTo>
                        <a:pt x="894" y="810"/>
                      </a:lnTo>
                      <a:lnTo>
                        <a:pt x="918" y="810"/>
                      </a:lnTo>
                      <a:lnTo>
                        <a:pt x="918" y="804"/>
                      </a:lnTo>
                      <a:lnTo>
                        <a:pt x="924" y="798"/>
                      </a:lnTo>
                      <a:lnTo>
                        <a:pt x="924" y="792"/>
                      </a:lnTo>
                      <a:lnTo>
                        <a:pt x="930" y="786"/>
                      </a:lnTo>
                      <a:lnTo>
                        <a:pt x="936" y="786"/>
                      </a:lnTo>
                      <a:lnTo>
                        <a:pt x="930" y="726"/>
                      </a:lnTo>
                      <a:lnTo>
                        <a:pt x="948" y="720"/>
                      </a:lnTo>
                      <a:lnTo>
                        <a:pt x="948" y="714"/>
                      </a:lnTo>
                      <a:lnTo>
                        <a:pt x="954" y="708"/>
                      </a:lnTo>
                      <a:lnTo>
                        <a:pt x="954" y="696"/>
                      </a:lnTo>
                      <a:lnTo>
                        <a:pt x="960" y="678"/>
                      </a:lnTo>
                      <a:lnTo>
                        <a:pt x="966" y="666"/>
                      </a:lnTo>
                      <a:lnTo>
                        <a:pt x="978" y="648"/>
                      </a:lnTo>
                      <a:lnTo>
                        <a:pt x="984" y="636"/>
                      </a:lnTo>
                      <a:lnTo>
                        <a:pt x="1002" y="618"/>
                      </a:lnTo>
                      <a:lnTo>
                        <a:pt x="1026" y="588"/>
                      </a:lnTo>
                      <a:lnTo>
                        <a:pt x="1050" y="564"/>
                      </a:lnTo>
                      <a:lnTo>
                        <a:pt x="1068" y="540"/>
                      </a:lnTo>
                      <a:lnTo>
                        <a:pt x="1074" y="534"/>
                      </a:lnTo>
                      <a:lnTo>
                        <a:pt x="1092" y="288"/>
                      </a:lnTo>
                      <a:lnTo>
                        <a:pt x="1110" y="252"/>
                      </a:lnTo>
                      <a:lnTo>
                        <a:pt x="1080" y="216"/>
                      </a:lnTo>
                      <a:lnTo>
                        <a:pt x="1074" y="192"/>
                      </a:lnTo>
                      <a:lnTo>
                        <a:pt x="1044" y="156"/>
                      </a:lnTo>
                      <a:lnTo>
                        <a:pt x="1056" y="108"/>
                      </a:lnTo>
                      <a:lnTo>
                        <a:pt x="1038" y="42"/>
                      </a:lnTo>
                      <a:lnTo>
                        <a:pt x="1020" y="48"/>
                      </a:lnTo>
                      <a:lnTo>
                        <a:pt x="1002" y="60"/>
                      </a:lnTo>
                      <a:lnTo>
                        <a:pt x="990" y="66"/>
                      </a:lnTo>
                      <a:lnTo>
                        <a:pt x="984" y="66"/>
                      </a:lnTo>
                      <a:lnTo>
                        <a:pt x="978" y="60"/>
                      </a:lnTo>
                      <a:lnTo>
                        <a:pt x="966" y="54"/>
                      </a:lnTo>
                      <a:lnTo>
                        <a:pt x="960" y="42"/>
                      </a:lnTo>
                      <a:lnTo>
                        <a:pt x="954" y="36"/>
                      </a:lnTo>
                      <a:lnTo>
                        <a:pt x="942" y="30"/>
                      </a:lnTo>
                      <a:lnTo>
                        <a:pt x="936" y="24"/>
                      </a:lnTo>
                      <a:lnTo>
                        <a:pt x="930" y="24"/>
                      </a:lnTo>
                      <a:lnTo>
                        <a:pt x="918" y="18"/>
                      </a:lnTo>
                      <a:lnTo>
                        <a:pt x="900" y="12"/>
                      </a:lnTo>
                      <a:lnTo>
                        <a:pt x="888" y="12"/>
                      </a:lnTo>
                      <a:lnTo>
                        <a:pt x="876" y="6"/>
                      </a:lnTo>
                      <a:lnTo>
                        <a:pt x="864" y="6"/>
                      </a:lnTo>
                      <a:lnTo>
                        <a:pt x="828" y="0"/>
                      </a:lnTo>
                      <a:lnTo>
                        <a:pt x="816" y="6"/>
                      </a:lnTo>
                      <a:lnTo>
                        <a:pt x="786" y="30"/>
                      </a:lnTo>
                      <a:lnTo>
                        <a:pt x="738" y="66"/>
                      </a:lnTo>
                      <a:lnTo>
                        <a:pt x="684" y="102"/>
                      </a:lnTo>
                      <a:lnTo>
                        <a:pt x="624" y="144"/>
                      </a:lnTo>
                      <a:lnTo>
                        <a:pt x="576" y="180"/>
                      </a:lnTo>
                      <a:lnTo>
                        <a:pt x="534" y="210"/>
                      </a:lnTo>
                      <a:lnTo>
                        <a:pt x="510" y="222"/>
                      </a:lnTo>
                      <a:lnTo>
                        <a:pt x="480" y="246"/>
                      </a:lnTo>
                      <a:lnTo>
                        <a:pt x="450" y="282"/>
                      </a:lnTo>
                      <a:lnTo>
                        <a:pt x="414" y="312"/>
                      </a:lnTo>
                      <a:lnTo>
                        <a:pt x="390" y="330"/>
                      </a:lnTo>
                      <a:lnTo>
                        <a:pt x="366" y="336"/>
                      </a:lnTo>
                      <a:lnTo>
                        <a:pt x="324" y="342"/>
                      </a:lnTo>
                      <a:lnTo>
                        <a:pt x="282" y="354"/>
                      </a:lnTo>
                      <a:lnTo>
                        <a:pt x="282" y="558"/>
                      </a:lnTo>
                      <a:lnTo>
                        <a:pt x="264" y="582"/>
                      </a:lnTo>
                      <a:lnTo>
                        <a:pt x="264" y="594"/>
                      </a:lnTo>
                      <a:lnTo>
                        <a:pt x="258" y="606"/>
                      </a:lnTo>
                      <a:lnTo>
                        <a:pt x="258" y="624"/>
                      </a:lnTo>
                      <a:lnTo>
                        <a:pt x="252" y="636"/>
                      </a:lnTo>
                      <a:lnTo>
                        <a:pt x="240" y="642"/>
                      </a:lnTo>
                      <a:lnTo>
                        <a:pt x="222" y="648"/>
                      </a:lnTo>
                      <a:lnTo>
                        <a:pt x="198" y="648"/>
                      </a:lnTo>
                      <a:lnTo>
                        <a:pt x="186" y="654"/>
                      </a:lnTo>
                      <a:lnTo>
                        <a:pt x="138" y="648"/>
                      </a:lnTo>
                      <a:lnTo>
                        <a:pt x="138" y="666"/>
                      </a:lnTo>
                      <a:lnTo>
                        <a:pt x="72" y="660"/>
                      </a:lnTo>
                      <a:lnTo>
                        <a:pt x="48" y="678"/>
                      </a:lnTo>
                      <a:lnTo>
                        <a:pt x="0" y="690"/>
                      </a:lnTo>
                      <a:lnTo>
                        <a:pt x="0" y="726"/>
                      </a:lnTo>
                      <a:lnTo>
                        <a:pt x="6" y="738"/>
                      </a:lnTo>
                      <a:lnTo>
                        <a:pt x="6" y="762"/>
                      </a:lnTo>
                      <a:lnTo>
                        <a:pt x="18" y="786"/>
                      </a:lnTo>
                      <a:lnTo>
                        <a:pt x="30" y="792"/>
                      </a:lnTo>
                      <a:lnTo>
                        <a:pt x="54" y="792"/>
                      </a:lnTo>
                      <a:close/>
                    </a:path>
                  </a:pathLst>
                </a:custGeom>
                <a:solidFill>
                  <a:srgbClr val="A29C97"/>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30" name="Nicaragua" descr="© INSCALE GmbH, 05.05.2010&#10;http://www.presentationload.com/">
                  <a:extLst>
                    <a:ext uri="{FF2B5EF4-FFF2-40B4-BE49-F238E27FC236}">
                      <a16:creationId xmlns:a16="http://schemas.microsoft.com/office/drawing/2014/main" id="{1B47B9DD-05B8-4D0F-8682-9ADCFC8FB529}"/>
                    </a:ext>
                  </a:extLst>
                </p:cNvPr>
                <p:cNvSpPr>
                  <a:spLocks/>
                </p:cNvSpPr>
                <p:nvPr/>
              </p:nvSpPr>
              <p:spPr bwMode="gray">
                <a:xfrm>
                  <a:off x="2813362" y="3337543"/>
                  <a:ext cx="146616" cy="150151"/>
                </a:xfrm>
                <a:custGeom>
                  <a:avLst/>
                  <a:gdLst>
                    <a:gd name="T0" fmla="*/ 2147483647 w 324"/>
                    <a:gd name="T1" fmla="*/ 2147483647 h 330"/>
                    <a:gd name="T2" fmla="*/ 2147483647 w 324"/>
                    <a:gd name="T3" fmla="*/ 0 h 330"/>
                    <a:gd name="T4" fmla="*/ 2147483647 w 324"/>
                    <a:gd name="T5" fmla="*/ 2147483647 h 330"/>
                    <a:gd name="T6" fmla="*/ 2147483647 w 324"/>
                    <a:gd name="T7" fmla="*/ 2147483647 h 330"/>
                    <a:gd name="T8" fmla="*/ 2147483647 w 324"/>
                    <a:gd name="T9" fmla="*/ 0 h 330"/>
                    <a:gd name="T10" fmla="*/ 2147483647 w 324"/>
                    <a:gd name="T11" fmla="*/ 2147483647 h 330"/>
                    <a:gd name="T12" fmla="*/ 2147483647 w 324"/>
                    <a:gd name="T13" fmla="*/ 2147483647 h 330"/>
                    <a:gd name="T14" fmla="*/ 2147483647 w 324"/>
                    <a:gd name="T15" fmla="*/ 2147483647 h 330"/>
                    <a:gd name="T16" fmla="*/ 2147483647 w 324"/>
                    <a:gd name="T17" fmla="*/ 2147483647 h 330"/>
                    <a:gd name="T18" fmla="*/ 2147483647 w 324"/>
                    <a:gd name="T19" fmla="*/ 2147483647 h 330"/>
                    <a:gd name="T20" fmla="*/ 2147483647 w 324"/>
                    <a:gd name="T21" fmla="*/ 2147483647 h 330"/>
                    <a:gd name="T22" fmla="*/ 2147483647 w 324"/>
                    <a:gd name="T23" fmla="*/ 2147483647 h 330"/>
                    <a:gd name="T24" fmla="*/ 2147483647 w 324"/>
                    <a:gd name="T25" fmla="*/ 2147483647 h 330"/>
                    <a:gd name="T26" fmla="*/ 2147483647 w 324"/>
                    <a:gd name="T27" fmla="*/ 2147483647 h 330"/>
                    <a:gd name="T28" fmla="*/ 2147483647 w 324"/>
                    <a:gd name="T29" fmla="*/ 2147483647 h 330"/>
                    <a:gd name="T30" fmla="*/ 2147483647 w 324"/>
                    <a:gd name="T31" fmla="*/ 2147483647 h 330"/>
                    <a:gd name="T32" fmla="*/ 2147483647 w 324"/>
                    <a:gd name="T33" fmla="*/ 2147483647 h 330"/>
                    <a:gd name="T34" fmla="*/ 2147483647 w 324"/>
                    <a:gd name="T35" fmla="*/ 2147483647 h 330"/>
                    <a:gd name="T36" fmla="*/ 2147483647 w 324"/>
                    <a:gd name="T37" fmla="*/ 2147483647 h 330"/>
                    <a:gd name="T38" fmla="*/ 2147483647 w 324"/>
                    <a:gd name="T39" fmla="*/ 2147483647 h 330"/>
                    <a:gd name="T40" fmla="*/ 2147483647 w 324"/>
                    <a:gd name="T41" fmla="*/ 2147483647 h 330"/>
                    <a:gd name="T42" fmla="*/ 2147483647 w 324"/>
                    <a:gd name="T43" fmla="*/ 2147483647 h 330"/>
                    <a:gd name="T44" fmla="*/ 2147483647 w 324"/>
                    <a:gd name="T45" fmla="*/ 2147483647 h 330"/>
                    <a:gd name="T46" fmla="*/ 2147483647 w 324"/>
                    <a:gd name="T47" fmla="*/ 2147483647 h 330"/>
                    <a:gd name="T48" fmla="*/ 2147483647 w 324"/>
                    <a:gd name="T49" fmla="*/ 2147483647 h 330"/>
                    <a:gd name="T50" fmla="*/ 2147483647 w 324"/>
                    <a:gd name="T51" fmla="*/ 2147483647 h 330"/>
                    <a:gd name="T52" fmla="*/ 2147483647 w 324"/>
                    <a:gd name="T53" fmla="*/ 2147483647 h 330"/>
                    <a:gd name="T54" fmla="*/ 2147483647 w 324"/>
                    <a:gd name="T55" fmla="*/ 2147483647 h 330"/>
                    <a:gd name="T56" fmla="*/ 2147483647 w 324"/>
                    <a:gd name="T57" fmla="*/ 2147483647 h 330"/>
                    <a:gd name="T58" fmla="*/ 2147483647 w 324"/>
                    <a:gd name="T59" fmla="*/ 2147483647 h 330"/>
                    <a:gd name="T60" fmla="*/ 2147483647 w 324"/>
                    <a:gd name="T61" fmla="*/ 2147483647 h 330"/>
                    <a:gd name="T62" fmla="*/ 2147483647 w 324"/>
                    <a:gd name="T63" fmla="*/ 2147483647 h 330"/>
                    <a:gd name="T64" fmla="*/ 2147483647 w 324"/>
                    <a:gd name="T65" fmla="*/ 2147483647 h 330"/>
                    <a:gd name="T66" fmla="*/ 2147483647 w 324"/>
                    <a:gd name="T67" fmla="*/ 2147483647 h 330"/>
                    <a:gd name="T68" fmla="*/ 2147483647 w 324"/>
                    <a:gd name="T69" fmla="*/ 2147483647 h 330"/>
                    <a:gd name="T70" fmla="*/ 2147483647 w 324"/>
                    <a:gd name="T71" fmla="*/ 2147483647 h 330"/>
                    <a:gd name="T72" fmla="*/ 2147483647 w 324"/>
                    <a:gd name="T73" fmla="*/ 2147483647 h 330"/>
                    <a:gd name="T74" fmla="*/ 2147483647 w 324"/>
                    <a:gd name="T75" fmla="*/ 2147483647 h 330"/>
                    <a:gd name="T76" fmla="*/ 2147483647 w 324"/>
                    <a:gd name="T77" fmla="*/ 2147483647 h 330"/>
                    <a:gd name="T78" fmla="*/ 2147483647 w 324"/>
                    <a:gd name="T79" fmla="*/ 2147483647 h 330"/>
                    <a:gd name="T80" fmla="*/ 2147483647 w 324"/>
                    <a:gd name="T81" fmla="*/ 2147483647 h 33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24"/>
                    <a:gd name="T124" fmla="*/ 0 h 330"/>
                    <a:gd name="T125" fmla="*/ 324 w 324"/>
                    <a:gd name="T126" fmla="*/ 330 h 33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24" h="330">
                      <a:moveTo>
                        <a:pt x="324" y="18"/>
                      </a:moveTo>
                      <a:lnTo>
                        <a:pt x="318" y="12"/>
                      </a:lnTo>
                      <a:lnTo>
                        <a:pt x="318" y="6"/>
                      </a:lnTo>
                      <a:lnTo>
                        <a:pt x="312" y="0"/>
                      </a:lnTo>
                      <a:lnTo>
                        <a:pt x="264" y="0"/>
                      </a:lnTo>
                      <a:lnTo>
                        <a:pt x="264" y="6"/>
                      </a:lnTo>
                      <a:lnTo>
                        <a:pt x="252" y="18"/>
                      </a:lnTo>
                      <a:lnTo>
                        <a:pt x="240" y="18"/>
                      </a:lnTo>
                      <a:lnTo>
                        <a:pt x="222" y="0"/>
                      </a:lnTo>
                      <a:lnTo>
                        <a:pt x="210" y="0"/>
                      </a:lnTo>
                      <a:lnTo>
                        <a:pt x="198" y="12"/>
                      </a:lnTo>
                      <a:lnTo>
                        <a:pt x="198" y="30"/>
                      </a:lnTo>
                      <a:lnTo>
                        <a:pt x="180" y="30"/>
                      </a:lnTo>
                      <a:lnTo>
                        <a:pt x="168" y="54"/>
                      </a:lnTo>
                      <a:lnTo>
                        <a:pt x="144" y="78"/>
                      </a:lnTo>
                      <a:lnTo>
                        <a:pt x="126" y="78"/>
                      </a:lnTo>
                      <a:lnTo>
                        <a:pt x="120" y="72"/>
                      </a:lnTo>
                      <a:lnTo>
                        <a:pt x="120" y="66"/>
                      </a:lnTo>
                      <a:lnTo>
                        <a:pt x="108" y="66"/>
                      </a:lnTo>
                      <a:lnTo>
                        <a:pt x="102" y="72"/>
                      </a:lnTo>
                      <a:lnTo>
                        <a:pt x="96" y="84"/>
                      </a:lnTo>
                      <a:lnTo>
                        <a:pt x="60" y="84"/>
                      </a:lnTo>
                      <a:lnTo>
                        <a:pt x="54" y="90"/>
                      </a:lnTo>
                      <a:lnTo>
                        <a:pt x="54" y="102"/>
                      </a:lnTo>
                      <a:lnTo>
                        <a:pt x="60" y="108"/>
                      </a:lnTo>
                      <a:lnTo>
                        <a:pt x="60" y="120"/>
                      </a:lnTo>
                      <a:lnTo>
                        <a:pt x="66" y="126"/>
                      </a:lnTo>
                      <a:lnTo>
                        <a:pt x="48" y="126"/>
                      </a:lnTo>
                      <a:lnTo>
                        <a:pt x="48" y="144"/>
                      </a:lnTo>
                      <a:lnTo>
                        <a:pt x="36" y="150"/>
                      </a:lnTo>
                      <a:lnTo>
                        <a:pt x="0" y="150"/>
                      </a:lnTo>
                      <a:lnTo>
                        <a:pt x="48" y="204"/>
                      </a:lnTo>
                      <a:lnTo>
                        <a:pt x="48" y="210"/>
                      </a:lnTo>
                      <a:lnTo>
                        <a:pt x="54" y="216"/>
                      </a:lnTo>
                      <a:lnTo>
                        <a:pt x="54" y="228"/>
                      </a:lnTo>
                      <a:lnTo>
                        <a:pt x="66" y="252"/>
                      </a:lnTo>
                      <a:lnTo>
                        <a:pt x="72" y="258"/>
                      </a:lnTo>
                      <a:lnTo>
                        <a:pt x="96" y="270"/>
                      </a:lnTo>
                      <a:lnTo>
                        <a:pt x="108" y="282"/>
                      </a:lnTo>
                      <a:lnTo>
                        <a:pt x="114" y="294"/>
                      </a:lnTo>
                      <a:lnTo>
                        <a:pt x="138" y="294"/>
                      </a:lnTo>
                      <a:lnTo>
                        <a:pt x="132" y="294"/>
                      </a:lnTo>
                      <a:lnTo>
                        <a:pt x="120" y="282"/>
                      </a:lnTo>
                      <a:lnTo>
                        <a:pt x="120" y="276"/>
                      </a:lnTo>
                      <a:lnTo>
                        <a:pt x="126" y="270"/>
                      </a:lnTo>
                      <a:lnTo>
                        <a:pt x="138" y="270"/>
                      </a:lnTo>
                      <a:lnTo>
                        <a:pt x="138" y="264"/>
                      </a:lnTo>
                      <a:lnTo>
                        <a:pt x="132" y="258"/>
                      </a:lnTo>
                      <a:lnTo>
                        <a:pt x="126" y="258"/>
                      </a:lnTo>
                      <a:lnTo>
                        <a:pt x="120" y="264"/>
                      </a:lnTo>
                      <a:lnTo>
                        <a:pt x="114" y="264"/>
                      </a:lnTo>
                      <a:lnTo>
                        <a:pt x="114" y="222"/>
                      </a:lnTo>
                      <a:lnTo>
                        <a:pt x="120" y="222"/>
                      </a:lnTo>
                      <a:lnTo>
                        <a:pt x="132" y="228"/>
                      </a:lnTo>
                      <a:lnTo>
                        <a:pt x="144" y="240"/>
                      </a:lnTo>
                      <a:lnTo>
                        <a:pt x="156" y="246"/>
                      </a:lnTo>
                      <a:lnTo>
                        <a:pt x="180" y="270"/>
                      </a:lnTo>
                      <a:lnTo>
                        <a:pt x="192" y="306"/>
                      </a:lnTo>
                      <a:lnTo>
                        <a:pt x="210" y="306"/>
                      </a:lnTo>
                      <a:lnTo>
                        <a:pt x="216" y="312"/>
                      </a:lnTo>
                      <a:lnTo>
                        <a:pt x="222" y="312"/>
                      </a:lnTo>
                      <a:lnTo>
                        <a:pt x="222" y="318"/>
                      </a:lnTo>
                      <a:lnTo>
                        <a:pt x="234" y="330"/>
                      </a:lnTo>
                      <a:lnTo>
                        <a:pt x="270" y="330"/>
                      </a:lnTo>
                      <a:lnTo>
                        <a:pt x="270" y="324"/>
                      </a:lnTo>
                      <a:lnTo>
                        <a:pt x="258" y="312"/>
                      </a:lnTo>
                      <a:lnTo>
                        <a:pt x="252" y="300"/>
                      </a:lnTo>
                      <a:lnTo>
                        <a:pt x="252" y="276"/>
                      </a:lnTo>
                      <a:lnTo>
                        <a:pt x="264" y="264"/>
                      </a:lnTo>
                      <a:lnTo>
                        <a:pt x="270" y="264"/>
                      </a:lnTo>
                      <a:lnTo>
                        <a:pt x="270" y="246"/>
                      </a:lnTo>
                      <a:lnTo>
                        <a:pt x="264" y="234"/>
                      </a:lnTo>
                      <a:lnTo>
                        <a:pt x="264" y="222"/>
                      </a:lnTo>
                      <a:lnTo>
                        <a:pt x="270" y="174"/>
                      </a:lnTo>
                      <a:lnTo>
                        <a:pt x="282" y="192"/>
                      </a:lnTo>
                      <a:lnTo>
                        <a:pt x="288" y="108"/>
                      </a:lnTo>
                      <a:lnTo>
                        <a:pt x="288" y="102"/>
                      </a:lnTo>
                      <a:lnTo>
                        <a:pt x="294" y="96"/>
                      </a:lnTo>
                      <a:lnTo>
                        <a:pt x="306" y="72"/>
                      </a:lnTo>
                      <a:lnTo>
                        <a:pt x="312" y="66"/>
                      </a:lnTo>
                      <a:lnTo>
                        <a:pt x="324" y="42"/>
                      </a:lnTo>
                      <a:lnTo>
                        <a:pt x="324" y="18"/>
                      </a:lnTo>
                      <a:close/>
                    </a:path>
                  </a:pathLst>
                </a:custGeom>
                <a:solidFill>
                  <a:srgbClr val="572772"/>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31" name="New Zealand" descr="© INSCALE GmbH, 05.05.2010&#10;http://www.presentationload.com/">
                  <a:extLst>
                    <a:ext uri="{FF2B5EF4-FFF2-40B4-BE49-F238E27FC236}">
                      <a16:creationId xmlns:a16="http://schemas.microsoft.com/office/drawing/2014/main" id="{C33CE36A-4A90-4F84-9C6B-532532EF7D74}"/>
                    </a:ext>
                  </a:extLst>
                </p:cNvPr>
                <p:cNvSpPr>
                  <a:spLocks noEditPoints="1"/>
                </p:cNvSpPr>
                <p:nvPr/>
              </p:nvSpPr>
              <p:spPr bwMode="gray">
                <a:xfrm>
                  <a:off x="10405576" y="5126965"/>
                  <a:ext cx="574096" cy="443383"/>
                </a:xfrm>
                <a:custGeom>
                  <a:avLst/>
                  <a:gdLst>
                    <a:gd name="T0" fmla="*/ 2147483647 w 1272"/>
                    <a:gd name="T1" fmla="*/ 2147483647 h 984"/>
                    <a:gd name="T2" fmla="*/ 2147483647 w 1272"/>
                    <a:gd name="T3" fmla="*/ 2147483647 h 984"/>
                    <a:gd name="T4" fmla="*/ 2147483647 w 1272"/>
                    <a:gd name="T5" fmla="*/ 2147483647 h 984"/>
                    <a:gd name="T6" fmla="*/ 2147483647 w 1272"/>
                    <a:gd name="T7" fmla="*/ 2147483647 h 984"/>
                    <a:gd name="T8" fmla="*/ 2147483647 w 1272"/>
                    <a:gd name="T9" fmla="*/ 2147483647 h 984"/>
                    <a:gd name="T10" fmla="*/ 2147483647 w 1272"/>
                    <a:gd name="T11" fmla="*/ 2147483647 h 984"/>
                    <a:gd name="T12" fmla="*/ 2147483647 w 1272"/>
                    <a:gd name="T13" fmla="*/ 2147483647 h 984"/>
                    <a:gd name="T14" fmla="*/ 2147483647 w 1272"/>
                    <a:gd name="T15" fmla="*/ 2147483647 h 984"/>
                    <a:gd name="T16" fmla="*/ 2147483647 w 1272"/>
                    <a:gd name="T17" fmla="*/ 2147483647 h 984"/>
                    <a:gd name="T18" fmla="*/ 2147483647 w 1272"/>
                    <a:gd name="T19" fmla="*/ 2147483647 h 984"/>
                    <a:gd name="T20" fmla="*/ 2147483647 w 1272"/>
                    <a:gd name="T21" fmla="*/ 2147483647 h 984"/>
                    <a:gd name="T22" fmla="*/ 2147483647 w 1272"/>
                    <a:gd name="T23" fmla="*/ 2147483647 h 984"/>
                    <a:gd name="T24" fmla="*/ 2147483647 w 1272"/>
                    <a:gd name="T25" fmla="*/ 2147483647 h 984"/>
                    <a:gd name="T26" fmla="*/ 2147483647 w 1272"/>
                    <a:gd name="T27" fmla="*/ 2147483647 h 984"/>
                    <a:gd name="T28" fmla="*/ 2147483647 w 1272"/>
                    <a:gd name="T29" fmla="*/ 2147483647 h 984"/>
                    <a:gd name="T30" fmla="*/ 2147483647 w 1272"/>
                    <a:gd name="T31" fmla="*/ 2147483647 h 984"/>
                    <a:gd name="T32" fmla="*/ 2147483647 w 1272"/>
                    <a:gd name="T33" fmla="*/ 2147483647 h 984"/>
                    <a:gd name="T34" fmla="*/ 2147483647 w 1272"/>
                    <a:gd name="T35" fmla="*/ 2147483647 h 984"/>
                    <a:gd name="T36" fmla="*/ 2147483647 w 1272"/>
                    <a:gd name="T37" fmla="*/ 2147483647 h 984"/>
                    <a:gd name="T38" fmla="*/ 2147483647 w 1272"/>
                    <a:gd name="T39" fmla="*/ 2147483647 h 984"/>
                    <a:gd name="T40" fmla="*/ 2147483647 w 1272"/>
                    <a:gd name="T41" fmla="*/ 2147483647 h 984"/>
                    <a:gd name="T42" fmla="*/ 2147483647 w 1272"/>
                    <a:gd name="T43" fmla="*/ 2147483647 h 984"/>
                    <a:gd name="T44" fmla="*/ 2147483647 w 1272"/>
                    <a:gd name="T45" fmla="*/ 2147483647 h 984"/>
                    <a:gd name="T46" fmla="*/ 2147483647 w 1272"/>
                    <a:gd name="T47" fmla="*/ 2147483647 h 984"/>
                    <a:gd name="T48" fmla="*/ 2147483647 w 1272"/>
                    <a:gd name="T49" fmla="*/ 2147483647 h 984"/>
                    <a:gd name="T50" fmla="*/ 2147483647 w 1272"/>
                    <a:gd name="T51" fmla="*/ 2147483647 h 984"/>
                    <a:gd name="T52" fmla="*/ 2147483647 w 1272"/>
                    <a:gd name="T53" fmla="*/ 2147483647 h 984"/>
                    <a:gd name="T54" fmla="*/ 2147483647 w 1272"/>
                    <a:gd name="T55" fmla="*/ 2147483647 h 984"/>
                    <a:gd name="T56" fmla="*/ 2147483647 w 1272"/>
                    <a:gd name="T57" fmla="*/ 2147483647 h 984"/>
                    <a:gd name="T58" fmla="*/ 2147483647 w 1272"/>
                    <a:gd name="T59" fmla="*/ 2147483647 h 984"/>
                    <a:gd name="T60" fmla="*/ 2147483647 w 1272"/>
                    <a:gd name="T61" fmla="*/ 2147483647 h 984"/>
                    <a:gd name="T62" fmla="*/ 2147483647 w 1272"/>
                    <a:gd name="T63" fmla="*/ 2147483647 h 984"/>
                    <a:gd name="T64" fmla="*/ 2147483647 w 1272"/>
                    <a:gd name="T65" fmla="*/ 2147483647 h 984"/>
                    <a:gd name="T66" fmla="*/ 2147483647 w 1272"/>
                    <a:gd name="T67" fmla="*/ 2147483647 h 984"/>
                    <a:gd name="T68" fmla="*/ 2147483647 w 1272"/>
                    <a:gd name="T69" fmla="*/ 2147483647 h 984"/>
                    <a:gd name="T70" fmla="*/ 2147483647 w 1272"/>
                    <a:gd name="T71" fmla="*/ 2147483647 h 984"/>
                    <a:gd name="T72" fmla="*/ 2147483647 w 1272"/>
                    <a:gd name="T73" fmla="*/ 2147483647 h 984"/>
                    <a:gd name="T74" fmla="*/ 2147483647 w 1272"/>
                    <a:gd name="T75" fmla="*/ 2147483647 h 984"/>
                    <a:gd name="T76" fmla="*/ 2147483647 w 1272"/>
                    <a:gd name="T77" fmla="*/ 2147483647 h 984"/>
                    <a:gd name="T78" fmla="*/ 2147483647 w 1272"/>
                    <a:gd name="T79" fmla="*/ 2147483647 h 984"/>
                    <a:gd name="T80" fmla="*/ 2147483647 w 1272"/>
                    <a:gd name="T81" fmla="*/ 2147483647 h 984"/>
                    <a:gd name="T82" fmla="*/ 2147483647 w 1272"/>
                    <a:gd name="T83" fmla="*/ 2147483647 h 984"/>
                    <a:gd name="T84" fmla="*/ 2147483647 w 1272"/>
                    <a:gd name="T85" fmla="*/ 2147483647 h 984"/>
                    <a:gd name="T86" fmla="*/ 2147483647 w 1272"/>
                    <a:gd name="T87" fmla="*/ 2147483647 h 984"/>
                    <a:gd name="T88" fmla="*/ 2147483647 w 1272"/>
                    <a:gd name="T89" fmla="*/ 2147483647 h 984"/>
                    <a:gd name="T90" fmla="*/ 2147483647 w 1272"/>
                    <a:gd name="T91" fmla="*/ 2147483647 h 984"/>
                    <a:gd name="T92" fmla="*/ 2147483647 w 1272"/>
                    <a:gd name="T93" fmla="*/ 2147483647 h 984"/>
                    <a:gd name="T94" fmla="*/ 2147483647 w 1272"/>
                    <a:gd name="T95" fmla="*/ 2147483647 h 984"/>
                    <a:gd name="T96" fmla="*/ 2147483647 w 1272"/>
                    <a:gd name="T97" fmla="*/ 2147483647 h 984"/>
                    <a:gd name="T98" fmla="*/ 2147483647 w 1272"/>
                    <a:gd name="T99" fmla="*/ 2147483647 h 984"/>
                    <a:gd name="T100" fmla="*/ 2147483647 w 1272"/>
                    <a:gd name="T101" fmla="*/ 2147483647 h 984"/>
                    <a:gd name="T102" fmla="*/ 2147483647 w 1272"/>
                    <a:gd name="T103" fmla="*/ 2147483647 h 984"/>
                    <a:gd name="T104" fmla="*/ 2147483647 w 1272"/>
                    <a:gd name="T105" fmla="*/ 2147483647 h 984"/>
                    <a:gd name="T106" fmla="*/ 2147483647 w 1272"/>
                    <a:gd name="T107" fmla="*/ 2147483647 h 984"/>
                    <a:gd name="T108" fmla="*/ 2147483647 w 1272"/>
                    <a:gd name="T109" fmla="*/ 2147483647 h 984"/>
                    <a:gd name="T110" fmla="*/ 2147483647 w 1272"/>
                    <a:gd name="T111" fmla="*/ 2147483647 h 984"/>
                    <a:gd name="T112" fmla="*/ 2147483647 w 1272"/>
                    <a:gd name="T113" fmla="*/ 2147483647 h 984"/>
                    <a:gd name="T114" fmla="*/ 2147483647 w 1272"/>
                    <a:gd name="T115" fmla="*/ 2147483647 h 984"/>
                    <a:gd name="T116" fmla="*/ 2147483647 w 1272"/>
                    <a:gd name="T117" fmla="*/ 2147483647 h 984"/>
                    <a:gd name="T118" fmla="*/ 2147483647 w 1272"/>
                    <a:gd name="T119" fmla="*/ 2147483647 h 984"/>
                    <a:gd name="T120" fmla="*/ 2147483647 w 1272"/>
                    <a:gd name="T121" fmla="*/ 2147483647 h 984"/>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272"/>
                    <a:gd name="T184" fmla="*/ 0 h 984"/>
                    <a:gd name="T185" fmla="*/ 1272 w 1272"/>
                    <a:gd name="T186" fmla="*/ 984 h 984"/>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272" h="984">
                      <a:moveTo>
                        <a:pt x="750" y="564"/>
                      </a:moveTo>
                      <a:lnTo>
                        <a:pt x="738" y="564"/>
                      </a:lnTo>
                      <a:lnTo>
                        <a:pt x="744" y="528"/>
                      </a:lnTo>
                      <a:lnTo>
                        <a:pt x="720" y="546"/>
                      </a:lnTo>
                      <a:lnTo>
                        <a:pt x="726" y="540"/>
                      </a:lnTo>
                      <a:lnTo>
                        <a:pt x="726" y="504"/>
                      </a:lnTo>
                      <a:lnTo>
                        <a:pt x="708" y="504"/>
                      </a:lnTo>
                      <a:lnTo>
                        <a:pt x="702" y="510"/>
                      </a:lnTo>
                      <a:lnTo>
                        <a:pt x="696" y="522"/>
                      </a:lnTo>
                      <a:lnTo>
                        <a:pt x="690" y="528"/>
                      </a:lnTo>
                      <a:lnTo>
                        <a:pt x="672" y="540"/>
                      </a:lnTo>
                      <a:lnTo>
                        <a:pt x="660" y="546"/>
                      </a:lnTo>
                      <a:lnTo>
                        <a:pt x="654" y="558"/>
                      </a:lnTo>
                      <a:lnTo>
                        <a:pt x="642" y="570"/>
                      </a:lnTo>
                      <a:lnTo>
                        <a:pt x="630" y="576"/>
                      </a:lnTo>
                      <a:lnTo>
                        <a:pt x="618" y="588"/>
                      </a:lnTo>
                      <a:lnTo>
                        <a:pt x="606" y="588"/>
                      </a:lnTo>
                      <a:lnTo>
                        <a:pt x="588" y="600"/>
                      </a:lnTo>
                      <a:lnTo>
                        <a:pt x="576" y="606"/>
                      </a:lnTo>
                      <a:lnTo>
                        <a:pt x="546" y="636"/>
                      </a:lnTo>
                      <a:lnTo>
                        <a:pt x="540" y="648"/>
                      </a:lnTo>
                      <a:lnTo>
                        <a:pt x="534" y="648"/>
                      </a:lnTo>
                      <a:lnTo>
                        <a:pt x="528" y="654"/>
                      </a:lnTo>
                      <a:lnTo>
                        <a:pt x="510" y="660"/>
                      </a:lnTo>
                      <a:lnTo>
                        <a:pt x="498" y="666"/>
                      </a:lnTo>
                      <a:lnTo>
                        <a:pt x="462" y="678"/>
                      </a:lnTo>
                      <a:lnTo>
                        <a:pt x="438" y="690"/>
                      </a:lnTo>
                      <a:lnTo>
                        <a:pt x="426" y="702"/>
                      </a:lnTo>
                      <a:lnTo>
                        <a:pt x="414" y="708"/>
                      </a:lnTo>
                      <a:lnTo>
                        <a:pt x="408" y="720"/>
                      </a:lnTo>
                      <a:lnTo>
                        <a:pt x="396" y="726"/>
                      </a:lnTo>
                      <a:lnTo>
                        <a:pt x="378" y="726"/>
                      </a:lnTo>
                      <a:lnTo>
                        <a:pt x="366" y="732"/>
                      </a:lnTo>
                      <a:lnTo>
                        <a:pt x="312" y="750"/>
                      </a:lnTo>
                      <a:lnTo>
                        <a:pt x="288" y="762"/>
                      </a:lnTo>
                      <a:lnTo>
                        <a:pt x="270" y="774"/>
                      </a:lnTo>
                      <a:lnTo>
                        <a:pt x="246" y="786"/>
                      </a:lnTo>
                      <a:lnTo>
                        <a:pt x="222" y="792"/>
                      </a:lnTo>
                      <a:lnTo>
                        <a:pt x="198" y="804"/>
                      </a:lnTo>
                      <a:lnTo>
                        <a:pt x="180" y="810"/>
                      </a:lnTo>
                      <a:lnTo>
                        <a:pt x="174" y="816"/>
                      </a:lnTo>
                      <a:lnTo>
                        <a:pt x="168" y="828"/>
                      </a:lnTo>
                      <a:lnTo>
                        <a:pt x="168" y="846"/>
                      </a:lnTo>
                      <a:lnTo>
                        <a:pt x="156" y="834"/>
                      </a:lnTo>
                      <a:lnTo>
                        <a:pt x="150" y="834"/>
                      </a:lnTo>
                      <a:lnTo>
                        <a:pt x="144" y="840"/>
                      </a:lnTo>
                      <a:lnTo>
                        <a:pt x="120" y="852"/>
                      </a:lnTo>
                      <a:lnTo>
                        <a:pt x="108" y="864"/>
                      </a:lnTo>
                      <a:lnTo>
                        <a:pt x="72" y="882"/>
                      </a:lnTo>
                      <a:lnTo>
                        <a:pt x="66" y="882"/>
                      </a:lnTo>
                      <a:lnTo>
                        <a:pt x="54" y="888"/>
                      </a:lnTo>
                      <a:lnTo>
                        <a:pt x="36" y="888"/>
                      </a:lnTo>
                      <a:lnTo>
                        <a:pt x="18" y="894"/>
                      </a:lnTo>
                      <a:lnTo>
                        <a:pt x="12" y="906"/>
                      </a:lnTo>
                      <a:lnTo>
                        <a:pt x="0" y="912"/>
                      </a:lnTo>
                      <a:lnTo>
                        <a:pt x="18" y="912"/>
                      </a:lnTo>
                      <a:lnTo>
                        <a:pt x="24" y="918"/>
                      </a:lnTo>
                      <a:lnTo>
                        <a:pt x="30" y="918"/>
                      </a:lnTo>
                      <a:lnTo>
                        <a:pt x="24" y="924"/>
                      </a:lnTo>
                      <a:lnTo>
                        <a:pt x="24" y="942"/>
                      </a:lnTo>
                      <a:lnTo>
                        <a:pt x="30" y="948"/>
                      </a:lnTo>
                      <a:lnTo>
                        <a:pt x="42" y="948"/>
                      </a:lnTo>
                      <a:lnTo>
                        <a:pt x="54" y="942"/>
                      </a:lnTo>
                      <a:lnTo>
                        <a:pt x="60" y="936"/>
                      </a:lnTo>
                      <a:lnTo>
                        <a:pt x="72" y="948"/>
                      </a:lnTo>
                      <a:lnTo>
                        <a:pt x="96" y="948"/>
                      </a:lnTo>
                      <a:lnTo>
                        <a:pt x="102" y="954"/>
                      </a:lnTo>
                      <a:lnTo>
                        <a:pt x="132" y="954"/>
                      </a:lnTo>
                      <a:lnTo>
                        <a:pt x="150" y="972"/>
                      </a:lnTo>
                      <a:lnTo>
                        <a:pt x="180" y="966"/>
                      </a:lnTo>
                      <a:lnTo>
                        <a:pt x="192" y="972"/>
                      </a:lnTo>
                      <a:lnTo>
                        <a:pt x="198" y="978"/>
                      </a:lnTo>
                      <a:lnTo>
                        <a:pt x="216" y="984"/>
                      </a:lnTo>
                      <a:lnTo>
                        <a:pt x="228" y="984"/>
                      </a:lnTo>
                      <a:lnTo>
                        <a:pt x="252" y="972"/>
                      </a:lnTo>
                      <a:lnTo>
                        <a:pt x="264" y="948"/>
                      </a:lnTo>
                      <a:lnTo>
                        <a:pt x="288" y="936"/>
                      </a:lnTo>
                      <a:lnTo>
                        <a:pt x="312" y="936"/>
                      </a:lnTo>
                      <a:lnTo>
                        <a:pt x="336" y="924"/>
                      </a:lnTo>
                      <a:lnTo>
                        <a:pt x="342" y="912"/>
                      </a:lnTo>
                      <a:lnTo>
                        <a:pt x="342" y="894"/>
                      </a:lnTo>
                      <a:lnTo>
                        <a:pt x="348" y="882"/>
                      </a:lnTo>
                      <a:lnTo>
                        <a:pt x="372" y="870"/>
                      </a:lnTo>
                      <a:lnTo>
                        <a:pt x="396" y="870"/>
                      </a:lnTo>
                      <a:lnTo>
                        <a:pt x="408" y="858"/>
                      </a:lnTo>
                      <a:lnTo>
                        <a:pt x="408" y="846"/>
                      </a:lnTo>
                      <a:lnTo>
                        <a:pt x="402" y="840"/>
                      </a:lnTo>
                      <a:lnTo>
                        <a:pt x="420" y="840"/>
                      </a:lnTo>
                      <a:lnTo>
                        <a:pt x="480" y="792"/>
                      </a:lnTo>
                      <a:lnTo>
                        <a:pt x="462" y="774"/>
                      </a:lnTo>
                      <a:lnTo>
                        <a:pt x="504" y="792"/>
                      </a:lnTo>
                      <a:lnTo>
                        <a:pt x="504" y="774"/>
                      </a:lnTo>
                      <a:lnTo>
                        <a:pt x="510" y="768"/>
                      </a:lnTo>
                      <a:lnTo>
                        <a:pt x="540" y="768"/>
                      </a:lnTo>
                      <a:lnTo>
                        <a:pt x="546" y="774"/>
                      </a:lnTo>
                      <a:lnTo>
                        <a:pt x="558" y="780"/>
                      </a:lnTo>
                      <a:lnTo>
                        <a:pt x="570" y="780"/>
                      </a:lnTo>
                      <a:lnTo>
                        <a:pt x="576" y="774"/>
                      </a:lnTo>
                      <a:lnTo>
                        <a:pt x="576" y="768"/>
                      </a:lnTo>
                      <a:lnTo>
                        <a:pt x="582" y="762"/>
                      </a:lnTo>
                      <a:lnTo>
                        <a:pt x="582" y="756"/>
                      </a:lnTo>
                      <a:lnTo>
                        <a:pt x="570" y="744"/>
                      </a:lnTo>
                      <a:lnTo>
                        <a:pt x="612" y="702"/>
                      </a:lnTo>
                      <a:lnTo>
                        <a:pt x="618" y="702"/>
                      </a:lnTo>
                      <a:lnTo>
                        <a:pt x="624" y="696"/>
                      </a:lnTo>
                      <a:lnTo>
                        <a:pt x="660" y="678"/>
                      </a:lnTo>
                      <a:lnTo>
                        <a:pt x="666" y="666"/>
                      </a:lnTo>
                      <a:lnTo>
                        <a:pt x="672" y="660"/>
                      </a:lnTo>
                      <a:lnTo>
                        <a:pt x="672" y="654"/>
                      </a:lnTo>
                      <a:lnTo>
                        <a:pt x="696" y="654"/>
                      </a:lnTo>
                      <a:lnTo>
                        <a:pt x="708" y="648"/>
                      </a:lnTo>
                      <a:lnTo>
                        <a:pt x="738" y="618"/>
                      </a:lnTo>
                      <a:lnTo>
                        <a:pt x="738" y="612"/>
                      </a:lnTo>
                      <a:lnTo>
                        <a:pt x="744" y="612"/>
                      </a:lnTo>
                      <a:lnTo>
                        <a:pt x="750" y="606"/>
                      </a:lnTo>
                      <a:lnTo>
                        <a:pt x="768" y="594"/>
                      </a:lnTo>
                      <a:lnTo>
                        <a:pt x="780" y="582"/>
                      </a:lnTo>
                      <a:lnTo>
                        <a:pt x="786" y="570"/>
                      </a:lnTo>
                      <a:lnTo>
                        <a:pt x="786" y="546"/>
                      </a:lnTo>
                      <a:lnTo>
                        <a:pt x="780" y="540"/>
                      </a:lnTo>
                      <a:lnTo>
                        <a:pt x="780" y="534"/>
                      </a:lnTo>
                      <a:lnTo>
                        <a:pt x="750" y="564"/>
                      </a:lnTo>
                      <a:close/>
                      <a:moveTo>
                        <a:pt x="1224" y="324"/>
                      </a:moveTo>
                      <a:lnTo>
                        <a:pt x="1236" y="318"/>
                      </a:lnTo>
                      <a:lnTo>
                        <a:pt x="1242" y="318"/>
                      </a:lnTo>
                      <a:lnTo>
                        <a:pt x="1266" y="306"/>
                      </a:lnTo>
                      <a:lnTo>
                        <a:pt x="1272" y="300"/>
                      </a:lnTo>
                      <a:lnTo>
                        <a:pt x="1272" y="282"/>
                      </a:lnTo>
                      <a:lnTo>
                        <a:pt x="1266" y="270"/>
                      </a:lnTo>
                      <a:lnTo>
                        <a:pt x="1260" y="264"/>
                      </a:lnTo>
                      <a:lnTo>
                        <a:pt x="1248" y="264"/>
                      </a:lnTo>
                      <a:lnTo>
                        <a:pt x="1236" y="276"/>
                      </a:lnTo>
                      <a:lnTo>
                        <a:pt x="1236" y="282"/>
                      </a:lnTo>
                      <a:lnTo>
                        <a:pt x="1224" y="282"/>
                      </a:lnTo>
                      <a:lnTo>
                        <a:pt x="1212" y="276"/>
                      </a:lnTo>
                      <a:lnTo>
                        <a:pt x="1200" y="276"/>
                      </a:lnTo>
                      <a:lnTo>
                        <a:pt x="1194" y="282"/>
                      </a:lnTo>
                      <a:lnTo>
                        <a:pt x="1176" y="288"/>
                      </a:lnTo>
                      <a:lnTo>
                        <a:pt x="1158" y="288"/>
                      </a:lnTo>
                      <a:lnTo>
                        <a:pt x="1146" y="276"/>
                      </a:lnTo>
                      <a:lnTo>
                        <a:pt x="1146" y="222"/>
                      </a:lnTo>
                      <a:lnTo>
                        <a:pt x="1170" y="180"/>
                      </a:lnTo>
                      <a:lnTo>
                        <a:pt x="1170" y="174"/>
                      </a:lnTo>
                      <a:lnTo>
                        <a:pt x="1164" y="162"/>
                      </a:lnTo>
                      <a:lnTo>
                        <a:pt x="1158" y="156"/>
                      </a:lnTo>
                      <a:lnTo>
                        <a:pt x="1146" y="156"/>
                      </a:lnTo>
                      <a:lnTo>
                        <a:pt x="1140" y="168"/>
                      </a:lnTo>
                      <a:lnTo>
                        <a:pt x="1134" y="174"/>
                      </a:lnTo>
                      <a:lnTo>
                        <a:pt x="1134" y="204"/>
                      </a:lnTo>
                      <a:lnTo>
                        <a:pt x="1128" y="216"/>
                      </a:lnTo>
                      <a:lnTo>
                        <a:pt x="1116" y="222"/>
                      </a:lnTo>
                      <a:lnTo>
                        <a:pt x="1116" y="192"/>
                      </a:lnTo>
                      <a:lnTo>
                        <a:pt x="1092" y="174"/>
                      </a:lnTo>
                      <a:lnTo>
                        <a:pt x="1104" y="150"/>
                      </a:lnTo>
                      <a:lnTo>
                        <a:pt x="1116" y="138"/>
                      </a:lnTo>
                      <a:lnTo>
                        <a:pt x="1122" y="126"/>
                      </a:lnTo>
                      <a:lnTo>
                        <a:pt x="1128" y="108"/>
                      </a:lnTo>
                      <a:lnTo>
                        <a:pt x="1128" y="84"/>
                      </a:lnTo>
                      <a:lnTo>
                        <a:pt x="1116" y="78"/>
                      </a:lnTo>
                      <a:lnTo>
                        <a:pt x="1110" y="72"/>
                      </a:lnTo>
                      <a:lnTo>
                        <a:pt x="1098" y="66"/>
                      </a:lnTo>
                      <a:lnTo>
                        <a:pt x="1092" y="60"/>
                      </a:lnTo>
                      <a:lnTo>
                        <a:pt x="1080" y="60"/>
                      </a:lnTo>
                      <a:lnTo>
                        <a:pt x="1086" y="42"/>
                      </a:lnTo>
                      <a:lnTo>
                        <a:pt x="1062" y="42"/>
                      </a:lnTo>
                      <a:lnTo>
                        <a:pt x="1044" y="18"/>
                      </a:lnTo>
                      <a:lnTo>
                        <a:pt x="1050" y="0"/>
                      </a:lnTo>
                      <a:lnTo>
                        <a:pt x="1020" y="18"/>
                      </a:lnTo>
                      <a:lnTo>
                        <a:pt x="1044" y="54"/>
                      </a:lnTo>
                      <a:lnTo>
                        <a:pt x="1032" y="90"/>
                      </a:lnTo>
                      <a:lnTo>
                        <a:pt x="1056" y="102"/>
                      </a:lnTo>
                      <a:lnTo>
                        <a:pt x="1044" y="108"/>
                      </a:lnTo>
                      <a:lnTo>
                        <a:pt x="1044" y="126"/>
                      </a:lnTo>
                      <a:lnTo>
                        <a:pt x="1068" y="132"/>
                      </a:lnTo>
                      <a:lnTo>
                        <a:pt x="1044" y="150"/>
                      </a:lnTo>
                      <a:lnTo>
                        <a:pt x="1062" y="156"/>
                      </a:lnTo>
                      <a:lnTo>
                        <a:pt x="1062" y="168"/>
                      </a:lnTo>
                      <a:lnTo>
                        <a:pt x="1056" y="174"/>
                      </a:lnTo>
                      <a:lnTo>
                        <a:pt x="1056" y="192"/>
                      </a:lnTo>
                      <a:lnTo>
                        <a:pt x="1068" y="198"/>
                      </a:lnTo>
                      <a:lnTo>
                        <a:pt x="1074" y="204"/>
                      </a:lnTo>
                      <a:lnTo>
                        <a:pt x="1056" y="210"/>
                      </a:lnTo>
                      <a:lnTo>
                        <a:pt x="1044" y="222"/>
                      </a:lnTo>
                      <a:lnTo>
                        <a:pt x="1062" y="234"/>
                      </a:lnTo>
                      <a:lnTo>
                        <a:pt x="1038" y="258"/>
                      </a:lnTo>
                      <a:lnTo>
                        <a:pt x="1032" y="270"/>
                      </a:lnTo>
                      <a:lnTo>
                        <a:pt x="1026" y="276"/>
                      </a:lnTo>
                      <a:lnTo>
                        <a:pt x="1026" y="288"/>
                      </a:lnTo>
                      <a:lnTo>
                        <a:pt x="1038" y="300"/>
                      </a:lnTo>
                      <a:lnTo>
                        <a:pt x="1026" y="300"/>
                      </a:lnTo>
                      <a:lnTo>
                        <a:pt x="1014" y="306"/>
                      </a:lnTo>
                      <a:lnTo>
                        <a:pt x="1002" y="306"/>
                      </a:lnTo>
                      <a:lnTo>
                        <a:pt x="978" y="318"/>
                      </a:lnTo>
                      <a:lnTo>
                        <a:pt x="948" y="348"/>
                      </a:lnTo>
                      <a:lnTo>
                        <a:pt x="930" y="360"/>
                      </a:lnTo>
                      <a:lnTo>
                        <a:pt x="894" y="372"/>
                      </a:lnTo>
                      <a:lnTo>
                        <a:pt x="870" y="384"/>
                      </a:lnTo>
                      <a:lnTo>
                        <a:pt x="858" y="396"/>
                      </a:lnTo>
                      <a:lnTo>
                        <a:pt x="858" y="432"/>
                      </a:lnTo>
                      <a:lnTo>
                        <a:pt x="864" y="444"/>
                      </a:lnTo>
                      <a:lnTo>
                        <a:pt x="870" y="450"/>
                      </a:lnTo>
                      <a:lnTo>
                        <a:pt x="870" y="456"/>
                      </a:lnTo>
                      <a:lnTo>
                        <a:pt x="924" y="456"/>
                      </a:lnTo>
                      <a:lnTo>
                        <a:pt x="924" y="474"/>
                      </a:lnTo>
                      <a:lnTo>
                        <a:pt x="918" y="486"/>
                      </a:lnTo>
                      <a:lnTo>
                        <a:pt x="918" y="522"/>
                      </a:lnTo>
                      <a:lnTo>
                        <a:pt x="894" y="534"/>
                      </a:lnTo>
                      <a:lnTo>
                        <a:pt x="882" y="534"/>
                      </a:lnTo>
                      <a:lnTo>
                        <a:pt x="864" y="540"/>
                      </a:lnTo>
                      <a:lnTo>
                        <a:pt x="852" y="546"/>
                      </a:lnTo>
                      <a:lnTo>
                        <a:pt x="852" y="558"/>
                      </a:lnTo>
                      <a:lnTo>
                        <a:pt x="840" y="570"/>
                      </a:lnTo>
                      <a:lnTo>
                        <a:pt x="852" y="576"/>
                      </a:lnTo>
                      <a:lnTo>
                        <a:pt x="858" y="582"/>
                      </a:lnTo>
                      <a:lnTo>
                        <a:pt x="876" y="588"/>
                      </a:lnTo>
                      <a:lnTo>
                        <a:pt x="888" y="588"/>
                      </a:lnTo>
                      <a:lnTo>
                        <a:pt x="912" y="576"/>
                      </a:lnTo>
                      <a:lnTo>
                        <a:pt x="924" y="558"/>
                      </a:lnTo>
                      <a:lnTo>
                        <a:pt x="972" y="510"/>
                      </a:lnTo>
                      <a:lnTo>
                        <a:pt x="996" y="498"/>
                      </a:lnTo>
                      <a:lnTo>
                        <a:pt x="1014" y="492"/>
                      </a:lnTo>
                      <a:lnTo>
                        <a:pt x="1026" y="486"/>
                      </a:lnTo>
                      <a:lnTo>
                        <a:pt x="1032" y="480"/>
                      </a:lnTo>
                      <a:lnTo>
                        <a:pt x="1038" y="480"/>
                      </a:lnTo>
                      <a:lnTo>
                        <a:pt x="1044" y="474"/>
                      </a:lnTo>
                      <a:lnTo>
                        <a:pt x="1050" y="462"/>
                      </a:lnTo>
                      <a:lnTo>
                        <a:pt x="1056" y="462"/>
                      </a:lnTo>
                      <a:lnTo>
                        <a:pt x="1062" y="456"/>
                      </a:lnTo>
                      <a:lnTo>
                        <a:pt x="1074" y="450"/>
                      </a:lnTo>
                      <a:lnTo>
                        <a:pt x="1080" y="444"/>
                      </a:lnTo>
                      <a:lnTo>
                        <a:pt x="1080" y="420"/>
                      </a:lnTo>
                      <a:lnTo>
                        <a:pt x="1074" y="414"/>
                      </a:lnTo>
                      <a:lnTo>
                        <a:pt x="1080" y="414"/>
                      </a:lnTo>
                      <a:lnTo>
                        <a:pt x="1086" y="408"/>
                      </a:lnTo>
                      <a:lnTo>
                        <a:pt x="1110" y="396"/>
                      </a:lnTo>
                      <a:lnTo>
                        <a:pt x="1140" y="396"/>
                      </a:lnTo>
                      <a:lnTo>
                        <a:pt x="1152" y="402"/>
                      </a:lnTo>
                      <a:lnTo>
                        <a:pt x="1164" y="402"/>
                      </a:lnTo>
                      <a:lnTo>
                        <a:pt x="1176" y="390"/>
                      </a:lnTo>
                      <a:lnTo>
                        <a:pt x="1176" y="360"/>
                      </a:lnTo>
                      <a:lnTo>
                        <a:pt x="1200" y="360"/>
                      </a:lnTo>
                      <a:lnTo>
                        <a:pt x="1212" y="354"/>
                      </a:lnTo>
                      <a:lnTo>
                        <a:pt x="1218" y="354"/>
                      </a:lnTo>
                      <a:lnTo>
                        <a:pt x="1224" y="348"/>
                      </a:lnTo>
                      <a:lnTo>
                        <a:pt x="1224" y="324"/>
                      </a:lnTo>
                      <a:close/>
                    </a:path>
                  </a:pathLst>
                </a:custGeom>
                <a:solidFill>
                  <a:srgbClr val="D40D8D"/>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32" name="Newfoundland" descr="© INSCALE GmbH, 05.05.2010&#10;http://www.presentationload.com/">
                  <a:extLst>
                    <a:ext uri="{FF2B5EF4-FFF2-40B4-BE49-F238E27FC236}">
                      <a16:creationId xmlns:a16="http://schemas.microsoft.com/office/drawing/2014/main" id="{B45E50C8-85A8-4E69-AFBE-F6EB29535199}"/>
                    </a:ext>
                  </a:extLst>
                </p:cNvPr>
                <p:cNvSpPr>
                  <a:spLocks/>
                </p:cNvSpPr>
                <p:nvPr/>
              </p:nvSpPr>
              <p:spPr bwMode="gray">
                <a:xfrm>
                  <a:off x="3965090" y="2012698"/>
                  <a:ext cx="192544" cy="173114"/>
                </a:xfrm>
                <a:custGeom>
                  <a:avLst/>
                  <a:gdLst>
                    <a:gd name="T0" fmla="*/ 2147483647 w 426"/>
                    <a:gd name="T1" fmla="*/ 2147483647 h 384"/>
                    <a:gd name="T2" fmla="*/ 2147483647 w 426"/>
                    <a:gd name="T3" fmla="*/ 2147483647 h 384"/>
                    <a:gd name="T4" fmla="*/ 2147483647 w 426"/>
                    <a:gd name="T5" fmla="*/ 0 h 384"/>
                    <a:gd name="T6" fmla="*/ 2147483647 w 426"/>
                    <a:gd name="T7" fmla="*/ 2147483647 h 384"/>
                    <a:gd name="T8" fmla="*/ 2147483647 w 426"/>
                    <a:gd name="T9" fmla="*/ 2147483647 h 384"/>
                    <a:gd name="T10" fmla="*/ 2147483647 w 426"/>
                    <a:gd name="T11" fmla="*/ 2147483647 h 384"/>
                    <a:gd name="T12" fmla="*/ 2147483647 w 426"/>
                    <a:gd name="T13" fmla="*/ 2147483647 h 384"/>
                    <a:gd name="T14" fmla="*/ 2147483647 w 426"/>
                    <a:gd name="T15" fmla="*/ 2147483647 h 384"/>
                    <a:gd name="T16" fmla="*/ 2147483647 w 426"/>
                    <a:gd name="T17" fmla="*/ 2147483647 h 384"/>
                    <a:gd name="T18" fmla="*/ 2147483647 w 426"/>
                    <a:gd name="T19" fmla="*/ 2147483647 h 384"/>
                    <a:gd name="T20" fmla="*/ 2147483647 w 426"/>
                    <a:gd name="T21" fmla="*/ 2147483647 h 384"/>
                    <a:gd name="T22" fmla="*/ 2147483647 w 426"/>
                    <a:gd name="T23" fmla="*/ 2147483647 h 384"/>
                    <a:gd name="T24" fmla="*/ 2147483647 w 426"/>
                    <a:gd name="T25" fmla="*/ 2147483647 h 384"/>
                    <a:gd name="T26" fmla="*/ 2147483647 w 426"/>
                    <a:gd name="T27" fmla="*/ 2147483647 h 384"/>
                    <a:gd name="T28" fmla="*/ 2147483647 w 426"/>
                    <a:gd name="T29" fmla="*/ 2147483647 h 384"/>
                    <a:gd name="T30" fmla="*/ 2147483647 w 426"/>
                    <a:gd name="T31" fmla="*/ 2147483647 h 384"/>
                    <a:gd name="T32" fmla="*/ 2147483647 w 426"/>
                    <a:gd name="T33" fmla="*/ 2147483647 h 384"/>
                    <a:gd name="T34" fmla="*/ 2147483647 w 426"/>
                    <a:gd name="T35" fmla="*/ 2147483647 h 384"/>
                    <a:gd name="T36" fmla="*/ 2147483647 w 426"/>
                    <a:gd name="T37" fmla="*/ 2147483647 h 384"/>
                    <a:gd name="T38" fmla="*/ 2147483647 w 426"/>
                    <a:gd name="T39" fmla="*/ 2147483647 h 384"/>
                    <a:gd name="T40" fmla="*/ 2147483647 w 426"/>
                    <a:gd name="T41" fmla="*/ 2147483647 h 384"/>
                    <a:gd name="T42" fmla="*/ 2147483647 w 426"/>
                    <a:gd name="T43" fmla="*/ 2147483647 h 384"/>
                    <a:gd name="T44" fmla="*/ 2147483647 w 426"/>
                    <a:gd name="T45" fmla="*/ 2147483647 h 384"/>
                    <a:gd name="T46" fmla="*/ 2147483647 w 426"/>
                    <a:gd name="T47" fmla="*/ 2147483647 h 384"/>
                    <a:gd name="T48" fmla="*/ 2147483647 w 426"/>
                    <a:gd name="T49" fmla="*/ 2147483647 h 384"/>
                    <a:gd name="T50" fmla="*/ 2147483647 w 426"/>
                    <a:gd name="T51" fmla="*/ 2147483647 h 384"/>
                    <a:gd name="T52" fmla="*/ 2147483647 w 426"/>
                    <a:gd name="T53" fmla="*/ 2147483647 h 384"/>
                    <a:gd name="T54" fmla="*/ 2147483647 w 426"/>
                    <a:gd name="T55" fmla="*/ 2147483647 h 384"/>
                    <a:gd name="T56" fmla="*/ 2147483647 w 426"/>
                    <a:gd name="T57" fmla="*/ 2147483647 h 384"/>
                    <a:gd name="T58" fmla="*/ 2147483647 w 426"/>
                    <a:gd name="T59" fmla="*/ 2147483647 h 384"/>
                    <a:gd name="T60" fmla="*/ 2147483647 w 426"/>
                    <a:gd name="T61" fmla="*/ 2147483647 h 384"/>
                    <a:gd name="T62" fmla="*/ 2147483647 w 426"/>
                    <a:gd name="T63" fmla="*/ 2147483647 h 384"/>
                    <a:gd name="T64" fmla="*/ 2147483647 w 426"/>
                    <a:gd name="T65" fmla="*/ 2147483647 h 384"/>
                    <a:gd name="T66" fmla="*/ 2147483647 w 426"/>
                    <a:gd name="T67" fmla="*/ 2147483647 h 384"/>
                    <a:gd name="T68" fmla="*/ 2147483647 w 426"/>
                    <a:gd name="T69" fmla="*/ 2147483647 h 384"/>
                    <a:gd name="T70" fmla="*/ 2147483647 w 426"/>
                    <a:gd name="T71" fmla="*/ 2147483647 h 384"/>
                    <a:gd name="T72" fmla="*/ 2147483647 w 426"/>
                    <a:gd name="T73" fmla="*/ 2147483647 h 384"/>
                    <a:gd name="T74" fmla="*/ 2147483647 w 426"/>
                    <a:gd name="T75" fmla="*/ 2147483647 h 384"/>
                    <a:gd name="T76" fmla="*/ 2147483647 w 426"/>
                    <a:gd name="T77" fmla="*/ 2147483647 h 384"/>
                    <a:gd name="T78" fmla="*/ 2147483647 w 426"/>
                    <a:gd name="T79" fmla="*/ 2147483647 h 384"/>
                    <a:gd name="T80" fmla="*/ 2147483647 w 426"/>
                    <a:gd name="T81" fmla="*/ 2147483647 h 384"/>
                    <a:gd name="T82" fmla="*/ 2147483647 w 426"/>
                    <a:gd name="T83" fmla="*/ 2147483647 h 384"/>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426"/>
                    <a:gd name="T127" fmla="*/ 0 h 384"/>
                    <a:gd name="T128" fmla="*/ 426 w 426"/>
                    <a:gd name="T129" fmla="*/ 384 h 384"/>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426" h="384">
                      <a:moveTo>
                        <a:pt x="258" y="18"/>
                      </a:moveTo>
                      <a:lnTo>
                        <a:pt x="270" y="12"/>
                      </a:lnTo>
                      <a:lnTo>
                        <a:pt x="276" y="12"/>
                      </a:lnTo>
                      <a:lnTo>
                        <a:pt x="294" y="6"/>
                      </a:lnTo>
                      <a:lnTo>
                        <a:pt x="306" y="0"/>
                      </a:lnTo>
                      <a:lnTo>
                        <a:pt x="330" y="0"/>
                      </a:lnTo>
                      <a:lnTo>
                        <a:pt x="342" y="6"/>
                      </a:lnTo>
                      <a:lnTo>
                        <a:pt x="342" y="18"/>
                      </a:lnTo>
                      <a:lnTo>
                        <a:pt x="336" y="24"/>
                      </a:lnTo>
                      <a:lnTo>
                        <a:pt x="312" y="42"/>
                      </a:lnTo>
                      <a:lnTo>
                        <a:pt x="312" y="48"/>
                      </a:lnTo>
                      <a:lnTo>
                        <a:pt x="306" y="54"/>
                      </a:lnTo>
                      <a:lnTo>
                        <a:pt x="300" y="72"/>
                      </a:lnTo>
                      <a:lnTo>
                        <a:pt x="276" y="96"/>
                      </a:lnTo>
                      <a:lnTo>
                        <a:pt x="258" y="102"/>
                      </a:lnTo>
                      <a:lnTo>
                        <a:pt x="246" y="102"/>
                      </a:lnTo>
                      <a:lnTo>
                        <a:pt x="210" y="150"/>
                      </a:lnTo>
                      <a:lnTo>
                        <a:pt x="210" y="174"/>
                      </a:lnTo>
                      <a:lnTo>
                        <a:pt x="234" y="156"/>
                      </a:lnTo>
                      <a:lnTo>
                        <a:pt x="264" y="108"/>
                      </a:lnTo>
                      <a:lnTo>
                        <a:pt x="282" y="126"/>
                      </a:lnTo>
                      <a:lnTo>
                        <a:pt x="306" y="138"/>
                      </a:lnTo>
                      <a:lnTo>
                        <a:pt x="294" y="168"/>
                      </a:lnTo>
                      <a:lnTo>
                        <a:pt x="324" y="168"/>
                      </a:lnTo>
                      <a:lnTo>
                        <a:pt x="330" y="192"/>
                      </a:lnTo>
                      <a:lnTo>
                        <a:pt x="384" y="162"/>
                      </a:lnTo>
                      <a:lnTo>
                        <a:pt x="402" y="174"/>
                      </a:lnTo>
                      <a:lnTo>
                        <a:pt x="396" y="180"/>
                      </a:lnTo>
                      <a:lnTo>
                        <a:pt x="390" y="192"/>
                      </a:lnTo>
                      <a:lnTo>
                        <a:pt x="378" y="204"/>
                      </a:lnTo>
                      <a:lnTo>
                        <a:pt x="372" y="204"/>
                      </a:lnTo>
                      <a:lnTo>
                        <a:pt x="384" y="204"/>
                      </a:lnTo>
                      <a:lnTo>
                        <a:pt x="396" y="210"/>
                      </a:lnTo>
                      <a:lnTo>
                        <a:pt x="408" y="210"/>
                      </a:lnTo>
                      <a:lnTo>
                        <a:pt x="408" y="216"/>
                      </a:lnTo>
                      <a:lnTo>
                        <a:pt x="396" y="240"/>
                      </a:lnTo>
                      <a:lnTo>
                        <a:pt x="384" y="252"/>
                      </a:lnTo>
                      <a:lnTo>
                        <a:pt x="378" y="264"/>
                      </a:lnTo>
                      <a:lnTo>
                        <a:pt x="366" y="276"/>
                      </a:lnTo>
                      <a:lnTo>
                        <a:pt x="360" y="288"/>
                      </a:lnTo>
                      <a:lnTo>
                        <a:pt x="354" y="294"/>
                      </a:lnTo>
                      <a:lnTo>
                        <a:pt x="390" y="294"/>
                      </a:lnTo>
                      <a:lnTo>
                        <a:pt x="354" y="312"/>
                      </a:lnTo>
                      <a:lnTo>
                        <a:pt x="384" y="312"/>
                      </a:lnTo>
                      <a:lnTo>
                        <a:pt x="420" y="300"/>
                      </a:lnTo>
                      <a:lnTo>
                        <a:pt x="426" y="324"/>
                      </a:lnTo>
                      <a:lnTo>
                        <a:pt x="360" y="384"/>
                      </a:lnTo>
                      <a:lnTo>
                        <a:pt x="318" y="378"/>
                      </a:lnTo>
                      <a:lnTo>
                        <a:pt x="336" y="354"/>
                      </a:lnTo>
                      <a:lnTo>
                        <a:pt x="306" y="360"/>
                      </a:lnTo>
                      <a:lnTo>
                        <a:pt x="300" y="348"/>
                      </a:lnTo>
                      <a:lnTo>
                        <a:pt x="228" y="360"/>
                      </a:lnTo>
                      <a:lnTo>
                        <a:pt x="192" y="354"/>
                      </a:lnTo>
                      <a:lnTo>
                        <a:pt x="186" y="348"/>
                      </a:lnTo>
                      <a:lnTo>
                        <a:pt x="228" y="336"/>
                      </a:lnTo>
                      <a:lnTo>
                        <a:pt x="234" y="330"/>
                      </a:lnTo>
                      <a:lnTo>
                        <a:pt x="234" y="324"/>
                      </a:lnTo>
                      <a:lnTo>
                        <a:pt x="228" y="324"/>
                      </a:lnTo>
                      <a:lnTo>
                        <a:pt x="222" y="318"/>
                      </a:lnTo>
                      <a:lnTo>
                        <a:pt x="198" y="318"/>
                      </a:lnTo>
                      <a:lnTo>
                        <a:pt x="162" y="312"/>
                      </a:lnTo>
                      <a:lnTo>
                        <a:pt x="126" y="300"/>
                      </a:lnTo>
                      <a:lnTo>
                        <a:pt x="96" y="294"/>
                      </a:lnTo>
                      <a:lnTo>
                        <a:pt x="78" y="294"/>
                      </a:lnTo>
                      <a:lnTo>
                        <a:pt x="72" y="300"/>
                      </a:lnTo>
                      <a:lnTo>
                        <a:pt x="48" y="300"/>
                      </a:lnTo>
                      <a:lnTo>
                        <a:pt x="36" y="306"/>
                      </a:lnTo>
                      <a:lnTo>
                        <a:pt x="24" y="306"/>
                      </a:lnTo>
                      <a:lnTo>
                        <a:pt x="12" y="300"/>
                      </a:lnTo>
                      <a:lnTo>
                        <a:pt x="6" y="294"/>
                      </a:lnTo>
                      <a:lnTo>
                        <a:pt x="18" y="282"/>
                      </a:lnTo>
                      <a:lnTo>
                        <a:pt x="24" y="282"/>
                      </a:lnTo>
                      <a:lnTo>
                        <a:pt x="30" y="276"/>
                      </a:lnTo>
                      <a:lnTo>
                        <a:pt x="42" y="276"/>
                      </a:lnTo>
                      <a:lnTo>
                        <a:pt x="30" y="276"/>
                      </a:lnTo>
                      <a:lnTo>
                        <a:pt x="12" y="270"/>
                      </a:lnTo>
                      <a:lnTo>
                        <a:pt x="0" y="258"/>
                      </a:lnTo>
                      <a:lnTo>
                        <a:pt x="6" y="252"/>
                      </a:lnTo>
                      <a:lnTo>
                        <a:pt x="18" y="252"/>
                      </a:lnTo>
                      <a:lnTo>
                        <a:pt x="54" y="234"/>
                      </a:lnTo>
                      <a:lnTo>
                        <a:pt x="60" y="228"/>
                      </a:lnTo>
                      <a:lnTo>
                        <a:pt x="66" y="228"/>
                      </a:lnTo>
                      <a:lnTo>
                        <a:pt x="204" y="90"/>
                      </a:lnTo>
                      <a:lnTo>
                        <a:pt x="258" y="18"/>
                      </a:lnTo>
                      <a:close/>
                    </a:path>
                  </a:pathLst>
                </a:custGeom>
                <a:solidFill>
                  <a:srgbClr val="D40D8D"/>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33" name="Netherlands" descr="© INSCALE GmbH, 05.05.2010&#10;http://www.presentationload.com/">
                  <a:extLst>
                    <a:ext uri="{FF2B5EF4-FFF2-40B4-BE49-F238E27FC236}">
                      <a16:creationId xmlns:a16="http://schemas.microsoft.com/office/drawing/2014/main" id="{05298438-22EE-48BE-A312-9D41444D112F}"/>
                    </a:ext>
                  </a:extLst>
                </p:cNvPr>
                <p:cNvSpPr>
                  <a:spLocks/>
                </p:cNvSpPr>
                <p:nvPr/>
              </p:nvSpPr>
              <p:spPr bwMode="gray">
                <a:xfrm>
                  <a:off x="5735073" y="1943808"/>
                  <a:ext cx="121886" cy="95390"/>
                </a:xfrm>
                <a:custGeom>
                  <a:avLst/>
                  <a:gdLst>
                    <a:gd name="T0" fmla="*/ 0 w 270"/>
                    <a:gd name="T1" fmla="*/ 2147483647 h 210"/>
                    <a:gd name="T2" fmla="*/ 2147483647 w 270"/>
                    <a:gd name="T3" fmla="*/ 2147483647 h 210"/>
                    <a:gd name="T4" fmla="*/ 2147483647 w 270"/>
                    <a:gd name="T5" fmla="*/ 2147483647 h 210"/>
                    <a:gd name="T6" fmla="*/ 2147483647 w 270"/>
                    <a:gd name="T7" fmla="*/ 2147483647 h 210"/>
                    <a:gd name="T8" fmla="*/ 2147483647 w 270"/>
                    <a:gd name="T9" fmla="*/ 2147483647 h 210"/>
                    <a:gd name="T10" fmla="*/ 2147483647 w 270"/>
                    <a:gd name="T11" fmla="*/ 2147483647 h 210"/>
                    <a:gd name="T12" fmla="*/ 2147483647 w 270"/>
                    <a:gd name="T13" fmla="*/ 2147483647 h 210"/>
                    <a:gd name="T14" fmla="*/ 2147483647 w 270"/>
                    <a:gd name="T15" fmla="*/ 2147483647 h 210"/>
                    <a:gd name="T16" fmla="*/ 2147483647 w 270"/>
                    <a:gd name="T17" fmla="*/ 2147483647 h 210"/>
                    <a:gd name="T18" fmla="*/ 2147483647 w 270"/>
                    <a:gd name="T19" fmla="*/ 2147483647 h 210"/>
                    <a:gd name="T20" fmla="*/ 2147483647 w 270"/>
                    <a:gd name="T21" fmla="*/ 2147483647 h 210"/>
                    <a:gd name="T22" fmla="*/ 2147483647 w 270"/>
                    <a:gd name="T23" fmla="*/ 2147483647 h 210"/>
                    <a:gd name="T24" fmla="*/ 2147483647 w 270"/>
                    <a:gd name="T25" fmla="*/ 2147483647 h 210"/>
                    <a:gd name="T26" fmla="*/ 2147483647 w 270"/>
                    <a:gd name="T27" fmla="*/ 2147483647 h 210"/>
                    <a:gd name="T28" fmla="*/ 2147483647 w 270"/>
                    <a:gd name="T29" fmla="*/ 2147483647 h 210"/>
                    <a:gd name="T30" fmla="*/ 2147483647 w 270"/>
                    <a:gd name="T31" fmla="*/ 2147483647 h 210"/>
                    <a:gd name="T32" fmla="*/ 2147483647 w 270"/>
                    <a:gd name="T33" fmla="*/ 2147483647 h 210"/>
                    <a:gd name="T34" fmla="*/ 2147483647 w 270"/>
                    <a:gd name="T35" fmla="*/ 2147483647 h 210"/>
                    <a:gd name="T36" fmla="*/ 2147483647 w 270"/>
                    <a:gd name="T37" fmla="*/ 2147483647 h 210"/>
                    <a:gd name="T38" fmla="*/ 2147483647 w 270"/>
                    <a:gd name="T39" fmla="*/ 2147483647 h 210"/>
                    <a:gd name="T40" fmla="*/ 2147483647 w 270"/>
                    <a:gd name="T41" fmla="*/ 2147483647 h 210"/>
                    <a:gd name="T42" fmla="*/ 2147483647 w 270"/>
                    <a:gd name="T43" fmla="*/ 2147483647 h 210"/>
                    <a:gd name="T44" fmla="*/ 2147483647 w 270"/>
                    <a:gd name="T45" fmla="*/ 2147483647 h 210"/>
                    <a:gd name="T46" fmla="*/ 2147483647 w 270"/>
                    <a:gd name="T47" fmla="*/ 2147483647 h 210"/>
                    <a:gd name="T48" fmla="*/ 2147483647 w 270"/>
                    <a:gd name="T49" fmla="*/ 2147483647 h 210"/>
                    <a:gd name="T50" fmla="*/ 2147483647 w 270"/>
                    <a:gd name="T51" fmla="*/ 2147483647 h 210"/>
                    <a:gd name="T52" fmla="*/ 2147483647 w 270"/>
                    <a:gd name="T53" fmla="*/ 2147483647 h 210"/>
                    <a:gd name="T54" fmla="*/ 2147483647 w 270"/>
                    <a:gd name="T55" fmla="*/ 2147483647 h 210"/>
                    <a:gd name="T56" fmla="*/ 2147483647 w 270"/>
                    <a:gd name="T57" fmla="*/ 2147483647 h 210"/>
                    <a:gd name="T58" fmla="*/ 2147483647 w 270"/>
                    <a:gd name="T59" fmla="*/ 0 h 210"/>
                    <a:gd name="T60" fmla="*/ 2147483647 w 270"/>
                    <a:gd name="T61" fmla="*/ 2147483647 h 210"/>
                    <a:gd name="T62" fmla="*/ 2147483647 w 270"/>
                    <a:gd name="T63" fmla="*/ 2147483647 h 210"/>
                    <a:gd name="T64" fmla="*/ 2147483647 w 270"/>
                    <a:gd name="T65" fmla="*/ 2147483647 h 210"/>
                    <a:gd name="T66" fmla="*/ 2147483647 w 270"/>
                    <a:gd name="T67" fmla="*/ 2147483647 h 210"/>
                    <a:gd name="T68" fmla="*/ 2147483647 w 270"/>
                    <a:gd name="T69" fmla="*/ 2147483647 h 210"/>
                    <a:gd name="T70" fmla="*/ 2147483647 w 270"/>
                    <a:gd name="T71" fmla="*/ 2147483647 h 210"/>
                    <a:gd name="T72" fmla="*/ 2147483647 w 270"/>
                    <a:gd name="T73" fmla="*/ 2147483647 h 210"/>
                    <a:gd name="T74" fmla="*/ 2147483647 w 270"/>
                    <a:gd name="T75" fmla="*/ 2147483647 h 210"/>
                    <a:gd name="T76" fmla="*/ 2147483647 w 270"/>
                    <a:gd name="T77" fmla="*/ 2147483647 h 210"/>
                    <a:gd name="T78" fmla="*/ 2147483647 w 270"/>
                    <a:gd name="T79" fmla="*/ 2147483647 h 210"/>
                    <a:gd name="T80" fmla="*/ 2147483647 w 270"/>
                    <a:gd name="T81" fmla="*/ 2147483647 h 210"/>
                    <a:gd name="T82" fmla="*/ 2147483647 w 270"/>
                    <a:gd name="T83" fmla="*/ 2147483647 h 210"/>
                    <a:gd name="T84" fmla="*/ 2147483647 w 270"/>
                    <a:gd name="T85" fmla="*/ 2147483647 h 210"/>
                    <a:gd name="T86" fmla="*/ 2147483647 w 270"/>
                    <a:gd name="T87" fmla="*/ 2147483647 h 210"/>
                    <a:gd name="T88" fmla="*/ 2147483647 w 270"/>
                    <a:gd name="T89" fmla="*/ 2147483647 h 210"/>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270"/>
                    <a:gd name="T136" fmla="*/ 0 h 210"/>
                    <a:gd name="T137" fmla="*/ 270 w 270"/>
                    <a:gd name="T138" fmla="*/ 210 h 210"/>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270" h="210">
                      <a:moveTo>
                        <a:pt x="18" y="156"/>
                      </a:moveTo>
                      <a:lnTo>
                        <a:pt x="0" y="174"/>
                      </a:lnTo>
                      <a:lnTo>
                        <a:pt x="12" y="162"/>
                      </a:lnTo>
                      <a:lnTo>
                        <a:pt x="24" y="162"/>
                      </a:lnTo>
                      <a:lnTo>
                        <a:pt x="30" y="168"/>
                      </a:lnTo>
                      <a:lnTo>
                        <a:pt x="54" y="168"/>
                      </a:lnTo>
                      <a:lnTo>
                        <a:pt x="60" y="174"/>
                      </a:lnTo>
                      <a:lnTo>
                        <a:pt x="66" y="162"/>
                      </a:lnTo>
                      <a:lnTo>
                        <a:pt x="84" y="168"/>
                      </a:lnTo>
                      <a:lnTo>
                        <a:pt x="84" y="156"/>
                      </a:lnTo>
                      <a:lnTo>
                        <a:pt x="96" y="162"/>
                      </a:lnTo>
                      <a:lnTo>
                        <a:pt x="96" y="156"/>
                      </a:lnTo>
                      <a:lnTo>
                        <a:pt x="132" y="156"/>
                      </a:lnTo>
                      <a:lnTo>
                        <a:pt x="132" y="168"/>
                      </a:lnTo>
                      <a:lnTo>
                        <a:pt x="138" y="174"/>
                      </a:lnTo>
                      <a:lnTo>
                        <a:pt x="150" y="174"/>
                      </a:lnTo>
                      <a:lnTo>
                        <a:pt x="162" y="168"/>
                      </a:lnTo>
                      <a:lnTo>
                        <a:pt x="168" y="168"/>
                      </a:lnTo>
                      <a:lnTo>
                        <a:pt x="174" y="174"/>
                      </a:lnTo>
                      <a:lnTo>
                        <a:pt x="174" y="192"/>
                      </a:lnTo>
                      <a:lnTo>
                        <a:pt x="168" y="198"/>
                      </a:lnTo>
                      <a:lnTo>
                        <a:pt x="168" y="210"/>
                      </a:lnTo>
                      <a:lnTo>
                        <a:pt x="180" y="210"/>
                      </a:lnTo>
                      <a:lnTo>
                        <a:pt x="180" y="198"/>
                      </a:lnTo>
                      <a:lnTo>
                        <a:pt x="186" y="192"/>
                      </a:lnTo>
                      <a:lnTo>
                        <a:pt x="186" y="180"/>
                      </a:lnTo>
                      <a:lnTo>
                        <a:pt x="180" y="174"/>
                      </a:lnTo>
                      <a:lnTo>
                        <a:pt x="186" y="168"/>
                      </a:lnTo>
                      <a:lnTo>
                        <a:pt x="198" y="162"/>
                      </a:lnTo>
                      <a:lnTo>
                        <a:pt x="198" y="156"/>
                      </a:lnTo>
                      <a:lnTo>
                        <a:pt x="192" y="150"/>
                      </a:lnTo>
                      <a:lnTo>
                        <a:pt x="192" y="144"/>
                      </a:lnTo>
                      <a:lnTo>
                        <a:pt x="186" y="120"/>
                      </a:lnTo>
                      <a:lnTo>
                        <a:pt x="192" y="120"/>
                      </a:lnTo>
                      <a:lnTo>
                        <a:pt x="198" y="126"/>
                      </a:lnTo>
                      <a:lnTo>
                        <a:pt x="222" y="126"/>
                      </a:lnTo>
                      <a:lnTo>
                        <a:pt x="222" y="120"/>
                      </a:lnTo>
                      <a:lnTo>
                        <a:pt x="228" y="114"/>
                      </a:lnTo>
                      <a:lnTo>
                        <a:pt x="234" y="114"/>
                      </a:lnTo>
                      <a:lnTo>
                        <a:pt x="240" y="102"/>
                      </a:lnTo>
                      <a:lnTo>
                        <a:pt x="246" y="96"/>
                      </a:lnTo>
                      <a:lnTo>
                        <a:pt x="252" y="96"/>
                      </a:lnTo>
                      <a:lnTo>
                        <a:pt x="252" y="90"/>
                      </a:lnTo>
                      <a:lnTo>
                        <a:pt x="240" y="78"/>
                      </a:lnTo>
                      <a:lnTo>
                        <a:pt x="234" y="78"/>
                      </a:lnTo>
                      <a:lnTo>
                        <a:pt x="228" y="72"/>
                      </a:lnTo>
                      <a:lnTo>
                        <a:pt x="228" y="66"/>
                      </a:lnTo>
                      <a:lnTo>
                        <a:pt x="234" y="66"/>
                      </a:lnTo>
                      <a:lnTo>
                        <a:pt x="246" y="60"/>
                      </a:lnTo>
                      <a:lnTo>
                        <a:pt x="258" y="60"/>
                      </a:lnTo>
                      <a:lnTo>
                        <a:pt x="252" y="54"/>
                      </a:lnTo>
                      <a:lnTo>
                        <a:pt x="252" y="36"/>
                      </a:lnTo>
                      <a:lnTo>
                        <a:pt x="258" y="36"/>
                      </a:lnTo>
                      <a:lnTo>
                        <a:pt x="270" y="30"/>
                      </a:lnTo>
                      <a:lnTo>
                        <a:pt x="264" y="18"/>
                      </a:lnTo>
                      <a:lnTo>
                        <a:pt x="270" y="12"/>
                      </a:lnTo>
                      <a:lnTo>
                        <a:pt x="264" y="12"/>
                      </a:lnTo>
                      <a:lnTo>
                        <a:pt x="252" y="6"/>
                      </a:lnTo>
                      <a:lnTo>
                        <a:pt x="246" y="6"/>
                      </a:lnTo>
                      <a:lnTo>
                        <a:pt x="234" y="0"/>
                      </a:lnTo>
                      <a:lnTo>
                        <a:pt x="180" y="0"/>
                      </a:lnTo>
                      <a:lnTo>
                        <a:pt x="168" y="12"/>
                      </a:lnTo>
                      <a:lnTo>
                        <a:pt x="156" y="18"/>
                      </a:lnTo>
                      <a:lnTo>
                        <a:pt x="156" y="30"/>
                      </a:lnTo>
                      <a:lnTo>
                        <a:pt x="162" y="36"/>
                      </a:lnTo>
                      <a:lnTo>
                        <a:pt x="162" y="54"/>
                      </a:lnTo>
                      <a:lnTo>
                        <a:pt x="168" y="60"/>
                      </a:lnTo>
                      <a:lnTo>
                        <a:pt x="174" y="60"/>
                      </a:lnTo>
                      <a:lnTo>
                        <a:pt x="180" y="66"/>
                      </a:lnTo>
                      <a:lnTo>
                        <a:pt x="180" y="78"/>
                      </a:lnTo>
                      <a:lnTo>
                        <a:pt x="168" y="84"/>
                      </a:lnTo>
                      <a:lnTo>
                        <a:pt x="162" y="90"/>
                      </a:lnTo>
                      <a:lnTo>
                        <a:pt x="144" y="90"/>
                      </a:lnTo>
                      <a:lnTo>
                        <a:pt x="138" y="84"/>
                      </a:lnTo>
                      <a:lnTo>
                        <a:pt x="138" y="66"/>
                      </a:lnTo>
                      <a:lnTo>
                        <a:pt x="150" y="54"/>
                      </a:lnTo>
                      <a:lnTo>
                        <a:pt x="150" y="36"/>
                      </a:lnTo>
                      <a:lnTo>
                        <a:pt x="144" y="30"/>
                      </a:lnTo>
                      <a:lnTo>
                        <a:pt x="144" y="24"/>
                      </a:lnTo>
                      <a:lnTo>
                        <a:pt x="132" y="36"/>
                      </a:lnTo>
                      <a:lnTo>
                        <a:pt x="120" y="42"/>
                      </a:lnTo>
                      <a:lnTo>
                        <a:pt x="114" y="48"/>
                      </a:lnTo>
                      <a:lnTo>
                        <a:pt x="102" y="54"/>
                      </a:lnTo>
                      <a:lnTo>
                        <a:pt x="96" y="66"/>
                      </a:lnTo>
                      <a:lnTo>
                        <a:pt x="96" y="84"/>
                      </a:lnTo>
                      <a:lnTo>
                        <a:pt x="90" y="90"/>
                      </a:lnTo>
                      <a:lnTo>
                        <a:pt x="90" y="102"/>
                      </a:lnTo>
                      <a:lnTo>
                        <a:pt x="60" y="132"/>
                      </a:lnTo>
                      <a:lnTo>
                        <a:pt x="72" y="144"/>
                      </a:lnTo>
                      <a:lnTo>
                        <a:pt x="42" y="144"/>
                      </a:lnTo>
                      <a:lnTo>
                        <a:pt x="18" y="156"/>
                      </a:lnTo>
                      <a:close/>
                    </a:path>
                  </a:pathLst>
                </a:custGeom>
                <a:solidFill>
                  <a:srgbClr val="D40D8D"/>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34" name="Nepal" descr="© INSCALE GmbH, 05.05.2010&#10;http://www.presentationload.com/">
                  <a:extLst>
                    <a:ext uri="{FF2B5EF4-FFF2-40B4-BE49-F238E27FC236}">
                      <a16:creationId xmlns:a16="http://schemas.microsoft.com/office/drawing/2014/main" id="{8272954F-E325-4860-969F-2AF0C7001CBB}"/>
                    </a:ext>
                  </a:extLst>
                </p:cNvPr>
                <p:cNvSpPr>
                  <a:spLocks/>
                </p:cNvSpPr>
                <p:nvPr/>
              </p:nvSpPr>
              <p:spPr bwMode="gray">
                <a:xfrm>
                  <a:off x="8102120" y="2768741"/>
                  <a:ext cx="264968" cy="148382"/>
                </a:xfrm>
                <a:custGeom>
                  <a:avLst/>
                  <a:gdLst>
                    <a:gd name="T0" fmla="*/ 2147483647 w 588"/>
                    <a:gd name="T1" fmla="*/ 2147483647 h 330"/>
                    <a:gd name="T2" fmla="*/ 2147483647 w 588"/>
                    <a:gd name="T3" fmla="*/ 2147483647 h 330"/>
                    <a:gd name="T4" fmla="*/ 2147483647 w 588"/>
                    <a:gd name="T5" fmla="*/ 2147483647 h 330"/>
                    <a:gd name="T6" fmla="*/ 2147483647 w 588"/>
                    <a:gd name="T7" fmla="*/ 2147483647 h 330"/>
                    <a:gd name="T8" fmla="*/ 2147483647 w 588"/>
                    <a:gd name="T9" fmla="*/ 2147483647 h 330"/>
                    <a:gd name="T10" fmla="*/ 2147483647 w 588"/>
                    <a:gd name="T11" fmla="*/ 2147483647 h 330"/>
                    <a:gd name="T12" fmla="*/ 2147483647 w 588"/>
                    <a:gd name="T13" fmla="*/ 2147483647 h 330"/>
                    <a:gd name="T14" fmla="*/ 2147483647 w 588"/>
                    <a:gd name="T15" fmla="*/ 2147483647 h 330"/>
                    <a:gd name="T16" fmla="*/ 2147483647 w 588"/>
                    <a:gd name="T17" fmla="*/ 2147483647 h 330"/>
                    <a:gd name="T18" fmla="*/ 2147483647 w 588"/>
                    <a:gd name="T19" fmla="*/ 2147483647 h 330"/>
                    <a:gd name="T20" fmla="*/ 2147483647 w 588"/>
                    <a:gd name="T21" fmla="*/ 2147483647 h 330"/>
                    <a:gd name="T22" fmla="*/ 2147483647 w 588"/>
                    <a:gd name="T23" fmla="*/ 2147483647 h 330"/>
                    <a:gd name="T24" fmla="*/ 2147483647 w 588"/>
                    <a:gd name="T25" fmla="*/ 2147483647 h 330"/>
                    <a:gd name="T26" fmla="*/ 2147483647 w 588"/>
                    <a:gd name="T27" fmla="*/ 2147483647 h 330"/>
                    <a:gd name="T28" fmla="*/ 2147483647 w 588"/>
                    <a:gd name="T29" fmla="*/ 2147483647 h 330"/>
                    <a:gd name="T30" fmla="*/ 2147483647 w 588"/>
                    <a:gd name="T31" fmla="*/ 2147483647 h 330"/>
                    <a:gd name="T32" fmla="*/ 2147483647 w 588"/>
                    <a:gd name="T33" fmla="*/ 2147483647 h 330"/>
                    <a:gd name="T34" fmla="*/ 2147483647 w 588"/>
                    <a:gd name="T35" fmla="*/ 2147483647 h 330"/>
                    <a:gd name="T36" fmla="*/ 2147483647 w 588"/>
                    <a:gd name="T37" fmla="*/ 2147483647 h 330"/>
                    <a:gd name="T38" fmla="*/ 2147483647 w 588"/>
                    <a:gd name="T39" fmla="*/ 2147483647 h 330"/>
                    <a:gd name="T40" fmla="*/ 2147483647 w 588"/>
                    <a:gd name="T41" fmla="*/ 2147483647 h 330"/>
                    <a:gd name="T42" fmla="*/ 2147483647 w 588"/>
                    <a:gd name="T43" fmla="*/ 2147483647 h 330"/>
                    <a:gd name="T44" fmla="*/ 2147483647 w 588"/>
                    <a:gd name="T45" fmla="*/ 2147483647 h 330"/>
                    <a:gd name="T46" fmla="*/ 2147483647 w 588"/>
                    <a:gd name="T47" fmla="*/ 2147483647 h 330"/>
                    <a:gd name="T48" fmla="*/ 2147483647 w 588"/>
                    <a:gd name="T49" fmla="*/ 2147483647 h 330"/>
                    <a:gd name="T50" fmla="*/ 2147483647 w 588"/>
                    <a:gd name="T51" fmla="*/ 2147483647 h 330"/>
                    <a:gd name="T52" fmla="*/ 2147483647 w 588"/>
                    <a:gd name="T53" fmla="*/ 2147483647 h 330"/>
                    <a:gd name="T54" fmla="*/ 2147483647 w 588"/>
                    <a:gd name="T55" fmla="*/ 2147483647 h 330"/>
                    <a:gd name="T56" fmla="*/ 2147483647 w 588"/>
                    <a:gd name="T57" fmla="*/ 2147483647 h 330"/>
                    <a:gd name="T58" fmla="*/ 2147483647 w 588"/>
                    <a:gd name="T59" fmla="*/ 2147483647 h 330"/>
                    <a:gd name="T60" fmla="*/ 2147483647 w 588"/>
                    <a:gd name="T61" fmla="*/ 2147483647 h 330"/>
                    <a:gd name="T62" fmla="*/ 2147483647 w 588"/>
                    <a:gd name="T63" fmla="*/ 2147483647 h 330"/>
                    <a:gd name="T64" fmla="*/ 2147483647 w 588"/>
                    <a:gd name="T65" fmla="*/ 2147483647 h 330"/>
                    <a:gd name="T66" fmla="*/ 2147483647 w 588"/>
                    <a:gd name="T67" fmla="*/ 2147483647 h 330"/>
                    <a:gd name="T68" fmla="*/ 2147483647 w 588"/>
                    <a:gd name="T69" fmla="*/ 2147483647 h 330"/>
                    <a:gd name="T70" fmla="*/ 2147483647 w 588"/>
                    <a:gd name="T71" fmla="*/ 0 h 330"/>
                    <a:gd name="T72" fmla="*/ 2147483647 w 588"/>
                    <a:gd name="T73" fmla="*/ 2147483647 h 330"/>
                    <a:gd name="T74" fmla="*/ 2147483647 w 588"/>
                    <a:gd name="T75" fmla="*/ 2147483647 h 330"/>
                    <a:gd name="T76" fmla="*/ 2147483647 w 588"/>
                    <a:gd name="T77" fmla="*/ 2147483647 h 330"/>
                    <a:gd name="T78" fmla="*/ 2147483647 w 588"/>
                    <a:gd name="T79" fmla="*/ 2147483647 h 330"/>
                    <a:gd name="T80" fmla="*/ 2147483647 w 588"/>
                    <a:gd name="T81" fmla="*/ 2147483647 h 330"/>
                    <a:gd name="T82" fmla="*/ 2147483647 w 588"/>
                    <a:gd name="T83" fmla="*/ 2147483647 h 330"/>
                    <a:gd name="T84" fmla="*/ 0 w 588"/>
                    <a:gd name="T85" fmla="*/ 2147483647 h 330"/>
                    <a:gd name="T86" fmla="*/ 2147483647 w 588"/>
                    <a:gd name="T87" fmla="*/ 2147483647 h 330"/>
                    <a:gd name="T88" fmla="*/ 2147483647 w 588"/>
                    <a:gd name="T89" fmla="*/ 2147483647 h 330"/>
                    <a:gd name="T90" fmla="*/ 2147483647 w 588"/>
                    <a:gd name="T91" fmla="*/ 2147483647 h 330"/>
                    <a:gd name="T92" fmla="*/ 2147483647 w 588"/>
                    <a:gd name="T93" fmla="*/ 2147483647 h 330"/>
                    <a:gd name="T94" fmla="*/ 2147483647 w 588"/>
                    <a:gd name="T95" fmla="*/ 2147483647 h 330"/>
                    <a:gd name="T96" fmla="*/ 2147483647 w 588"/>
                    <a:gd name="T97" fmla="*/ 2147483647 h 330"/>
                    <a:gd name="T98" fmla="*/ 2147483647 w 588"/>
                    <a:gd name="T99" fmla="*/ 2147483647 h 330"/>
                    <a:gd name="T100" fmla="*/ 2147483647 w 588"/>
                    <a:gd name="T101" fmla="*/ 2147483647 h 330"/>
                    <a:gd name="T102" fmla="*/ 2147483647 w 588"/>
                    <a:gd name="T103" fmla="*/ 2147483647 h 330"/>
                    <a:gd name="T104" fmla="*/ 2147483647 w 588"/>
                    <a:gd name="T105" fmla="*/ 2147483647 h 330"/>
                    <a:gd name="T106" fmla="*/ 2147483647 w 588"/>
                    <a:gd name="T107" fmla="*/ 2147483647 h 330"/>
                    <a:gd name="T108" fmla="*/ 2147483647 w 588"/>
                    <a:gd name="T109" fmla="*/ 2147483647 h 330"/>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588"/>
                    <a:gd name="T166" fmla="*/ 0 h 330"/>
                    <a:gd name="T167" fmla="*/ 588 w 588"/>
                    <a:gd name="T168" fmla="*/ 330 h 330"/>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588" h="330">
                      <a:moveTo>
                        <a:pt x="294" y="234"/>
                      </a:moveTo>
                      <a:lnTo>
                        <a:pt x="306" y="246"/>
                      </a:lnTo>
                      <a:lnTo>
                        <a:pt x="306" y="252"/>
                      </a:lnTo>
                      <a:lnTo>
                        <a:pt x="330" y="252"/>
                      </a:lnTo>
                      <a:lnTo>
                        <a:pt x="384" y="306"/>
                      </a:lnTo>
                      <a:lnTo>
                        <a:pt x="402" y="294"/>
                      </a:lnTo>
                      <a:lnTo>
                        <a:pt x="432" y="312"/>
                      </a:lnTo>
                      <a:lnTo>
                        <a:pt x="438" y="306"/>
                      </a:lnTo>
                      <a:lnTo>
                        <a:pt x="456" y="306"/>
                      </a:lnTo>
                      <a:lnTo>
                        <a:pt x="474" y="312"/>
                      </a:lnTo>
                      <a:lnTo>
                        <a:pt x="486" y="318"/>
                      </a:lnTo>
                      <a:lnTo>
                        <a:pt x="492" y="330"/>
                      </a:lnTo>
                      <a:lnTo>
                        <a:pt x="498" y="318"/>
                      </a:lnTo>
                      <a:lnTo>
                        <a:pt x="510" y="312"/>
                      </a:lnTo>
                      <a:lnTo>
                        <a:pt x="516" y="312"/>
                      </a:lnTo>
                      <a:lnTo>
                        <a:pt x="522" y="318"/>
                      </a:lnTo>
                      <a:lnTo>
                        <a:pt x="522" y="330"/>
                      </a:lnTo>
                      <a:lnTo>
                        <a:pt x="588" y="330"/>
                      </a:lnTo>
                      <a:lnTo>
                        <a:pt x="588" y="294"/>
                      </a:lnTo>
                      <a:lnTo>
                        <a:pt x="576" y="270"/>
                      </a:lnTo>
                      <a:lnTo>
                        <a:pt x="576" y="222"/>
                      </a:lnTo>
                      <a:lnTo>
                        <a:pt x="564" y="204"/>
                      </a:lnTo>
                      <a:lnTo>
                        <a:pt x="540" y="216"/>
                      </a:lnTo>
                      <a:lnTo>
                        <a:pt x="522" y="216"/>
                      </a:lnTo>
                      <a:lnTo>
                        <a:pt x="498" y="204"/>
                      </a:lnTo>
                      <a:lnTo>
                        <a:pt x="480" y="198"/>
                      </a:lnTo>
                      <a:lnTo>
                        <a:pt x="474" y="192"/>
                      </a:lnTo>
                      <a:lnTo>
                        <a:pt x="462" y="186"/>
                      </a:lnTo>
                      <a:lnTo>
                        <a:pt x="462" y="192"/>
                      </a:lnTo>
                      <a:lnTo>
                        <a:pt x="456" y="198"/>
                      </a:lnTo>
                      <a:lnTo>
                        <a:pt x="438" y="198"/>
                      </a:lnTo>
                      <a:lnTo>
                        <a:pt x="432" y="192"/>
                      </a:lnTo>
                      <a:lnTo>
                        <a:pt x="432" y="180"/>
                      </a:lnTo>
                      <a:lnTo>
                        <a:pt x="432" y="186"/>
                      </a:lnTo>
                      <a:lnTo>
                        <a:pt x="420" y="198"/>
                      </a:lnTo>
                      <a:lnTo>
                        <a:pt x="408" y="198"/>
                      </a:lnTo>
                      <a:lnTo>
                        <a:pt x="402" y="192"/>
                      </a:lnTo>
                      <a:lnTo>
                        <a:pt x="402" y="174"/>
                      </a:lnTo>
                      <a:lnTo>
                        <a:pt x="396" y="174"/>
                      </a:lnTo>
                      <a:lnTo>
                        <a:pt x="390" y="180"/>
                      </a:lnTo>
                      <a:lnTo>
                        <a:pt x="378" y="180"/>
                      </a:lnTo>
                      <a:lnTo>
                        <a:pt x="360" y="174"/>
                      </a:lnTo>
                      <a:lnTo>
                        <a:pt x="354" y="168"/>
                      </a:lnTo>
                      <a:lnTo>
                        <a:pt x="348" y="168"/>
                      </a:lnTo>
                      <a:lnTo>
                        <a:pt x="348" y="162"/>
                      </a:lnTo>
                      <a:lnTo>
                        <a:pt x="354" y="156"/>
                      </a:lnTo>
                      <a:lnTo>
                        <a:pt x="354" y="150"/>
                      </a:lnTo>
                      <a:lnTo>
                        <a:pt x="348" y="144"/>
                      </a:lnTo>
                      <a:lnTo>
                        <a:pt x="342" y="144"/>
                      </a:lnTo>
                      <a:lnTo>
                        <a:pt x="330" y="150"/>
                      </a:lnTo>
                      <a:lnTo>
                        <a:pt x="324" y="156"/>
                      </a:lnTo>
                      <a:lnTo>
                        <a:pt x="312" y="150"/>
                      </a:lnTo>
                      <a:lnTo>
                        <a:pt x="282" y="120"/>
                      </a:lnTo>
                      <a:lnTo>
                        <a:pt x="282" y="102"/>
                      </a:lnTo>
                      <a:lnTo>
                        <a:pt x="276" y="90"/>
                      </a:lnTo>
                      <a:lnTo>
                        <a:pt x="270" y="84"/>
                      </a:lnTo>
                      <a:lnTo>
                        <a:pt x="258" y="84"/>
                      </a:lnTo>
                      <a:lnTo>
                        <a:pt x="252" y="96"/>
                      </a:lnTo>
                      <a:lnTo>
                        <a:pt x="246" y="102"/>
                      </a:lnTo>
                      <a:lnTo>
                        <a:pt x="246" y="108"/>
                      </a:lnTo>
                      <a:lnTo>
                        <a:pt x="234" y="108"/>
                      </a:lnTo>
                      <a:lnTo>
                        <a:pt x="234" y="96"/>
                      </a:lnTo>
                      <a:lnTo>
                        <a:pt x="228" y="90"/>
                      </a:lnTo>
                      <a:lnTo>
                        <a:pt x="222" y="78"/>
                      </a:lnTo>
                      <a:lnTo>
                        <a:pt x="216" y="72"/>
                      </a:lnTo>
                      <a:lnTo>
                        <a:pt x="210" y="60"/>
                      </a:lnTo>
                      <a:lnTo>
                        <a:pt x="168" y="54"/>
                      </a:lnTo>
                      <a:lnTo>
                        <a:pt x="150" y="36"/>
                      </a:lnTo>
                      <a:lnTo>
                        <a:pt x="138" y="30"/>
                      </a:lnTo>
                      <a:lnTo>
                        <a:pt x="132" y="18"/>
                      </a:lnTo>
                      <a:lnTo>
                        <a:pt x="120" y="6"/>
                      </a:lnTo>
                      <a:lnTo>
                        <a:pt x="108" y="0"/>
                      </a:lnTo>
                      <a:lnTo>
                        <a:pt x="96" y="0"/>
                      </a:lnTo>
                      <a:lnTo>
                        <a:pt x="84" y="6"/>
                      </a:lnTo>
                      <a:lnTo>
                        <a:pt x="78" y="12"/>
                      </a:lnTo>
                      <a:lnTo>
                        <a:pt x="54" y="30"/>
                      </a:lnTo>
                      <a:lnTo>
                        <a:pt x="36" y="12"/>
                      </a:lnTo>
                      <a:lnTo>
                        <a:pt x="30" y="36"/>
                      </a:lnTo>
                      <a:lnTo>
                        <a:pt x="6" y="60"/>
                      </a:lnTo>
                      <a:lnTo>
                        <a:pt x="12" y="72"/>
                      </a:lnTo>
                      <a:lnTo>
                        <a:pt x="6" y="78"/>
                      </a:lnTo>
                      <a:lnTo>
                        <a:pt x="6" y="84"/>
                      </a:lnTo>
                      <a:lnTo>
                        <a:pt x="18" y="96"/>
                      </a:lnTo>
                      <a:lnTo>
                        <a:pt x="12" y="96"/>
                      </a:lnTo>
                      <a:lnTo>
                        <a:pt x="0" y="108"/>
                      </a:lnTo>
                      <a:lnTo>
                        <a:pt x="0" y="120"/>
                      </a:lnTo>
                      <a:lnTo>
                        <a:pt x="30" y="150"/>
                      </a:lnTo>
                      <a:lnTo>
                        <a:pt x="42" y="144"/>
                      </a:lnTo>
                      <a:lnTo>
                        <a:pt x="60" y="168"/>
                      </a:lnTo>
                      <a:lnTo>
                        <a:pt x="84" y="168"/>
                      </a:lnTo>
                      <a:lnTo>
                        <a:pt x="96" y="186"/>
                      </a:lnTo>
                      <a:lnTo>
                        <a:pt x="138" y="204"/>
                      </a:lnTo>
                      <a:lnTo>
                        <a:pt x="150" y="204"/>
                      </a:lnTo>
                      <a:lnTo>
                        <a:pt x="156" y="210"/>
                      </a:lnTo>
                      <a:lnTo>
                        <a:pt x="162" y="222"/>
                      </a:lnTo>
                      <a:lnTo>
                        <a:pt x="168" y="228"/>
                      </a:lnTo>
                      <a:lnTo>
                        <a:pt x="186" y="228"/>
                      </a:lnTo>
                      <a:lnTo>
                        <a:pt x="192" y="222"/>
                      </a:lnTo>
                      <a:lnTo>
                        <a:pt x="204" y="222"/>
                      </a:lnTo>
                      <a:lnTo>
                        <a:pt x="204" y="234"/>
                      </a:lnTo>
                      <a:lnTo>
                        <a:pt x="210" y="240"/>
                      </a:lnTo>
                      <a:lnTo>
                        <a:pt x="234" y="240"/>
                      </a:lnTo>
                      <a:lnTo>
                        <a:pt x="240" y="246"/>
                      </a:lnTo>
                      <a:lnTo>
                        <a:pt x="246" y="258"/>
                      </a:lnTo>
                      <a:lnTo>
                        <a:pt x="258" y="246"/>
                      </a:lnTo>
                      <a:lnTo>
                        <a:pt x="276" y="246"/>
                      </a:lnTo>
                      <a:lnTo>
                        <a:pt x="282" y="252"/>
                      </a:lnTo>
                      <a:lnTo>
                        <a:pt x="282" y="258"/>
                      </a:lnTo>
                      <a:lnTo>
                        <a:pt x="282" y="240"/>
                      </a:lnTo>
                      <a:lnTo>
                        <a:pt x="288" y="234"/>
                      </a:lnTo>
                      <a:lnTo>
                        <a:pt x="294" y="234"/>
                      </a:lnTo>
                      <a:close/>
                    </a:path>
                  </a:pathLst>
                </a:custGeom>
                <a:solidFill>
                  <a:srgbClr val="A29C97"/>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35" name="Namibia" descr="© INSCALE GmbH, 05.05.2010&#10;http://www.presentationload.com/">
                  <a:extLst>
                    <a:ext uri="{FF2B5EF4-FFF2-40B4-BE49-F238E27FC236}">
                      <a16:creationId xmlns:a16="http://schemas.microsoft.com/office/drawing/2014/main" id="{DDFAFBE5-A604-4796-8258-FEE210A1528C}"/>
                    </a:ext>
                  </a:extLst>
                </p:cNvPr>
                <p:cNvSpPr>
                  <a:spLocks/>
                </p:cNvSpPr>
                <p:nvPr/>
              </p:nvSpPr>
              <p:spPr bwMode="gray">
                <a:xfrm>
                  <a:off x="5982377" y="4494573"/>
                  <a:ext cx="431013" cy="439848"/>
                </a:xfrm>
                <a:custGeom>
                  <a:avLst/>
                  <a:gdLst>
                    <a:gd name="T0" fmla="*/ 2147483647 w 954"/>
                    <a:gd name="T1" fmla="*/ 2147483647 h 972"/>
                    <a:gd name="T2" fmla="*/ 2147483647 w 954"/>
                    <a:gd name="T3" fmla="*/ 2147483647 h 972"/>
                    <a:gd name="T4" fmla="*/ 2147483647 w 954"/>
                    <a:gd name="T5" fmla="*/ 2147483647 h 972"/>
                    <a:gd name="T6" fmla="*/ 2147483647 w 954"/>
                    <a:gd name="T7" fmla="*/ 2147483647 h 972"/>
                    <a:gd name="T8" fmla="*/ 2147483647 w 954"/>
                    <a:gd name="T9" fmla="*/ 2147483647 h 972"/>
                    <a:gd name="T10" fmla="*/ 2147483647 w 954"/>
                    <a:gd name="T11" fmla="*/ 2147483647 h 972"/>
                    <a:gd name="T12" fmla="*/ 2147483647 w 954"/>
                    <a:gd name="T13" fmla="*/ 2147483647 h 972"/>
                    <a:gd name="T14" fmla="*/ 2147483647 w 954"/>
                    <a:gd name="T15" fmla="*/ 2147483647 h 972"/>
                    <a:gd name="T16" fmla="*/ 2147483647 w 954"/>
                    <a:gd name="T17" fmla="*/ 2147483647 h 972"/>
                    <a:gd name="T18" fmla="*/ 2147483647 w 954"/>
                    <a:gd name="T19" fmla="*/ 2147483647 h 972"/>
                    <a:gd name="T20" fmla="*/ 2147483647 w 954"/>
                    <a:gd name="T21" fmla="*/ 2147483647 h 972"/>
                    <a:gd name="T22" fmla="*/ 2147483647 w 954"/>
                    <a:gd name="T23" fmla="*/ 2147483647 h 972"/>
                    <a:gd name="T24" fmla="*/ 2147483647 w 954"/>
                    <a:gd name="T25" fmla="*/ 2147483647 h 972"/>
                    <a:gd name="T26" fmla="*/ 2147483647 w 954"/>
                    <a:gd name="T27" fmla="*/ 2147483647 h 972"/>
                    <a:gd name="T28" fmla="*/ 2147483647 w 954"/>
                    <a:gd name="T29" fmla="*/ 2147483647 h 972"/>
                    <a:gd name="T30" fmla="*/ 2147483647 w 954"/>
                    <a:gd name="T31" fmla="*/ 2147483647 h 972"/>
                    <a:gd name="T32" fmla="*/ 2147483647 w 954"/>
                    <a:gd name="T33" fmla="*/ 2147483647 h 972"/>
                    <a:gd name="T34" fmla="*/ 2147483647 w 954"/>
                    <a:gd name="T35" fmla="*/ 2147483647 h 972"/>
                    <a:gd name="T36" fmla="*/ 2147483647 w 954"/>
                    <a:gd name="T37" fmla="*/ 2147483647 h 972"/>
                    <a:gd name="T38" fmla="*/ 2147483647 w 954"/>
                    <a:gd name="T39" fmla="*/ 2147483647 h 972"/>
                    <a:gd name="T40" fmla="*/ 2147483647 w 954"/>
                    <a:gd name="T41" fmla="*/ 2147483647 h 972"/>
                    <a:gd name="T42" fmla="*/ 2147483647 w 954"/>
                    <a:gd name="T43" fmla="*/ 2147483647 h 972"/>
                    <a:gd name="T44" fmla="*/ 2147483647 w 954"/>
                    <a:gd name="T45" fmla="*/ 2147483647 h 972"/>
                    <a:gd name="T46" fmla="*/ 2147483647 w 954"/>
                    <a:gd name="T47" fmla="*/ 2147483647 h 972"/>
                    <a:gd name="T48" fmla="*/ 2147483647 w 954"/>
                    <a:gd name="T49" fmla="*/ 2147483647 h 972"/>
                    <a:gd name="T50" fmla="*/ 2147483647 w 954"/>
                    <a:gd name="T51" fmla="*/ 2147483647 h 972"/>
                    <a:gd name="T52" fmla="*/ 2147483647 w 954"/>
                    <a:gd name="T53" fmla="*/ 2147483647 h 972"/>
                    <a:gd name="T54" fmla="*/ 2147483647 w 954"/>
                    <a:gd name="T55" fmla="*/ 2147483647 h 972"/>
                    <a:gd name="T56" fmla="*/ 2147483647 w 954"/>
                    <a:gd name="T57" fmla="*/ 2147483647 h 972"/>
                    <a:gd name="T58" fmla="*/ 2147483647 w 954"/>
                    <a:gd name="T59" fmla="*/ 2147483647 h 972"/>
                    <a:gd name="T60" fmla="*/ 2147483647 w 954"/>
                    <a:gd name="T61" fmla="*/ 2147483647 h 972"/>
                    <a:gd name="T62" fmla="*/ 2147483647 w 954"/>
                    <a:gd name="T63" fmla="*/ 2147483647 h 972"/>
                    <a:gd name="T64" fmla="*/ 2147483647 w 954"/>
                    <a:gd name="T65" fmla="*/ 2147483647 h 972"/>
                    <a:gd name="T66" fmla="*/ 2147483647 w 954"/>
                    <a:gd name="T67" fmla="*/ 0 h 972"/>
                    <a:gd name="T68" fmla="*/ 2147483647 w 954"/>
                    <a:gd name="T69" fmla="*/ 2147483647 h 972"/>
                    <a:gd name="T70" fmla="*/ 2147483647 w 954"/>
                    <a:gd name="T71" fmla="*/ 2147483647 h 972"/>
                    <a:gd name="T72" fmla="*/ 0 w 954"/>
                    <a:gd name="T73" fmla="*/ 2147483647 h 972"/>
                    <a:gd name="T74" fmla="*/ 2147483647 w 954"/>
                    <a:gd name="T75" fmla="*/ 2147483647 h 972"/>
                    <a:gd name="T76" fmla="*/ 2147483647 w 954"/>
                    <a:gd name="T77" fmla="*/ 2147483647 h 972"/>
                    <a:gd name="T78" fmla="*/ 2147483647 w 954"/>
                    <a:gd name="T79" fmla="*/ 2147483647 h 972"/>
                    <a:gd name="T80" fmla="*/ 2147483647 w 954"/>
                    <a:gd name="T81" fmla="*/ 2147483647 h 972"/>
                    <a:gd name="T82" fmla="*/ 2147483647 w 954"/>
                    <a:gd name="T83" fmla="*/ 2147483647 h 972"/>
                    <a:gd name="T84" fmla="*/ 2147483647 w 954"/>
                    <a:gd name="T85" fmla="*/ 2147483647 h 972"/>
                    <a:gd name="T86" fmla="*/ 2147483647 w 954"/>
                    <a:gd name="T87" fmla="*/ 2147483647 h 972"/>
                    <a:gd name="T88" fmla="*/ 2147483647 w 954"/>
                    <a:gd name="T89" fmla="*/ 2147483647 h 972"/>
                    <a:gd name="T90" fmla="*/ 2147483647 w 954"/>
                    <a:gd name="T91" fmla="*/ 2147483647 h 972"/>
                    <a:gd name="T92" fmla="*/ 2147483647 w 954"/>
                    <a:gd name="T93" fmla="*/ 2147483647 h 972"/>
                    <a:gd name="T94" fmla="*/ 2147483647 w 954"/>
                    <a:gd name="T95" fmla="*/ 2147483647 h 972"/>
                    <a:gd name="T96" fmla="*/ 2147483647 w 954"/>
                    <a:gd name="T97" fmla="*/ 2147483647 h 972"/>
                    <a:gd name="T98" fmla="*/ 2147483647 w 954"/>
                    <a:gd name="T99" fmla="*/ 2147483647 h 972"/>
                    <a:gd name="T100" fmla="*/ 2147483647 w 954"/>
                    <a:gd name="T101" fmla="*/ 2147483647 h 972"/>
                    <a:gd name="T102" fmla="*/ 2147483647 w 954"/>
                    <a:gd name="T103" fmla="*/ 2147483647 h 972"/>
                    <a:gd name="T104" fmla="*/ 2147483647 w 954"/>
                    <a:gd name="T105" fmla="*/ 2147483647 h 972"/>
                    <a:gd name="T106" fmla="*/ 2147483647 w 954"/>
                    <a:gd name="T107" fmla="*/ 2147483647 h 972"/>
                    <a:gd name="T108" fmla="*/ 2147483647 w 954"/>
                    <a:gd name="T109" fmla="*/ 2147483647 h 972"/>
                    <a:gd name="T110" fmla="*/ 2147483647 w 954"/>
                    <a:gd name="T111" fmla="*/ 2147483647 h 972"/>
                    <a:gd name="T112" fmla="*/ 2147483647 w 954"/>
                    <a:gd name="T113" fmla="*/ 2147483647 h 972"/>
                    <a:gd name="T114" fmla="*/ 2147483647 w 954"/>
                    <a:gd name="T115" fmla="*/ 2147483647 h 972"/>
                    <a:gd name="T116" fmla="*/ 2147483647 w 954"/>
                    <a:gd name="T117" fmla="*/ 2147483647 h 972"/>
                    <a:gd name="T118" fmla="*/ 2147483647 w 954"/>
                    <a:gd name="T119" fmla="*/ 2147483647 h 972"/>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954"/>
                    <a:gd name="T181" fmla="*/ 0 h 972"/>
                    <a:gd name="T182" fmla="*/ 954 w 954"/>
                    <a:gd name="T183" fmla="*/ 972 h 972"/>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954" h="972">
                      <a:moveTo>
                        <a:pt x="366" y="894"/>
                      </a:moveTo>
                      <a:lnTo>
                        <a:pt x="372" y="894"/>
                      </a:lnTo>
                      <a:lnTo>
                        <a:pt x="390" y="912"/>
                      </a:lnTo>
                      <a:lnTo>
                        <a:pt x="390" y="936"/>
                      </a:lnTo>
                      <a:lnTo>
                        <a:pt x="396" y="948"/>
                      </a:lnTo>
                      <a:lnTo>
                        <a:pt x="402" y="954"/>
                      </a:lnTo>
                      <a:lnTo>
                        <a:pt x="426" y="954"/>
                      </a:lnTo>
                      <a:lnTo>
                        <a:pt x="432" y="960"/>
                      </a:lnTo>
                      <a:lnTo>
                        <a:pt x="432" y="966"/>
                      </a:lnTo>
                      <a:lnTo>
                        <a:pt x="438" y="972"/>
                      </a:lnTo>
                      <a:lnTo>
                        <a:pt x="462" y="972"/>
                      </a:lnTo>
                      <a:lnTo>
                        <a:pt x="474" y="960"/>
                      </a:lnTo>
                      <a:lnTo>
                        <a:pt x="486" y="960"/>
                      </a:lnTo>
                      <a:lnTo>
                        <a:pt x="498" y="972"/>
                      </a:lnTo>
                      <a:lnTo>
                        <a:pt x="522" y="972"/>
                      </a:lnTo>
                      <a:lnTo>
                        <a:pt x="522" y="948"/>
                      </a:lnTo>
                      <a:lnTo>
                        <a:pt x="534" y="948"/>
                      </a:lnTo>
                      <a:lnTo>
                        <a:pt x="534" y="942"/>
                      </a:lnTo>
                      <a:lnTo>
                        <a:pt x="540" y="936"/>
                      </a:lnTo>
                      <a:lnTo>
                        <a:pt x="552" y="930"/>
                      </a:lnTo>
                      <a:lnTo>
                        <a:pt x="570" y="930"/>
                      </a:lnTo>
                      <a:lnTo>
                        <a:pt x="582" y="414"/>
                      </a:lnTo>
                      <a:lnTo>
                        <a:pt x="654" y="414"/>
                      </a:lnTo>
                      <a:lnTo>
                        <a:pt x="648" y="288"/>
                      </a:lnTo>
                      <a:lnTo>
                        <a:pt x="654" y="282"/>
                      </a:lnTo>
                      <a:lnTo>
                        <a:pt x="654" y="108"/>
                      </a:lnTo>
                      <a:lnTo>
                        <a:pt x="690" y="108"/>
                      </a:lnTo>
                      <a:lnTo>
                        <a:pt x="708" y="102"/>
                      </a:lnTo>
                      <a:lnTo>
                        <a:pt x="744" y="102"/>
                      </a:lnTo>
                      <a:lnTo>
                        <a:pt x="792" y="90"/>
                      </a:lnTo>
                      <a:lnTo>
                        <a:pt x="804" y="84"/>
                      </a:lnTo>
                      <a:lnTo>
                        <a:pt x="822" y="84"/>
                      </a:lnTo>
                      <a:lnTo>
                        <a:pt x="828" y="90"/>
                      </a:lnTo>
                      <a:lnTo>
                        <a:pt x="828" y="108"/>
                      </a:lnTo>
                      <a:lnTo>
                        <a:pt x="834" y="108"/>
                      </a:lnTo>
                      <a:lnTo>
                        <a:pt x="834" y="126"/>
                      </a:lnTo>
                      <a:lnTo>
                        <a:pt x="840" y="126"/>
                      </a:lnTo>
                      <a:lnTo>
                        <a:pt x="882" y="84"/>
                      </a:lnTo>
                      <a:lnTo>
                        <a:pt x="906" y="84"/>
                      </a:lnTo>
                      <a:lnTo>
                        <a:pt x="918" y="72"/>
                      </a:lnTo>
                      <a:lnTo>
                        <a:pt x="954" y="66"/>
                      </a:lnTo>
                      <a:lnTo>
                        <a:pt x="936" y="48"/>
                      </a:lnTo>
                      <a:lnTo>
                        <a:pt x="906" y="54"/>
                      </a:lnTo>
                      <a:lnTo>
                        <a:pt x="906" y="48"/>
                      </a:lnTo>
                      <a:lnTo>
                        <a:pt x="900" y="42"/>
                      </a:lnTo>
                      <a:lnTo>
                        <a:pt x="882" y="42"/>
                      </a:lnTo>
                      <a:lnTo>
                        <a:pt x="876" y="48"/>
                      </a:lnTo>
                      <a:lnTo>
                        <a:pt x="870" y="48"/>
                      </a:lnTo>
                      <a:lnTo>
                        <a:pt x="846" y="60"/>
                      </a:lnTo>
                      <a:lnTo>
                        <a:pt x="828" y="54"/>
                      </a:lnTo>
                      <a:lnTo>
                        <a:pt x="816" y="60"/>
                      </a:lnTo>
                      <a:lnTo>
                        <a:pt x="780" y="72"/>
                      </a:lnTo>
                      <a:lnTo>
                        <a:pt x="732" y="78"/>
                      </a:lnTo>
                      <a:lnTo>
                        <a:pt x="696" y="84"/>
                      </a:lnTo>
                      <a:lnTo>
                        <a:pt x="624" y="84"/>
                      </a:lnTo>
                      <a:lnTo>
                        <a:pt x="618" y="72"/>
                      </a:lnTo>
                      <a:lnTo>
                        <a:pt x="546" y="78"/>
                      </a:lnTo>
                      <a:lnTo>
                        <a:pt x="540" y="66"/>
                      </a:lnTo>
                      <a:lnTo>
                        <a:pt x="504" y="66"/>
                      </a:lnTo>
                      <a:lnTo>
                        <a:pt x="480" y="42"/>
                      </a:lnTo>
                      <a:lnTo>
                        <a:pt x="480" y="36"/>
                      </a:lnTo>
                      <a:lnTo>
                        <a:pt x="174" y="36"/>
                      </a:lnTo>
                      <a:lnTo>
                        <a:pt x="168" y="30"/>
                      </a:lnTo>
                      <a:lnTo>
                        <a:pt x="156" y="30"/>
                      </a:lnTo>
                      <a:lnTo>
                        <a:pt x="132" y="18"/>
                      </a:lnTo>
                      <a:lnTo>
                        <a:pt x="126" y="6"/>
                      </a:lnTo>
                      <a:lnTo>
                        <a:pt x="120" y="0"/>
                      </a:lnTo>
                      <a:lnTo>
                        <a:pt x="90" y="0"/>
                      </a:lnTo>
                      <a:lnTo>
                        <a:pt x="90" y="6"/>
                      </a:lnTo>
                      <a:lnTo>
                        <a:pt x="72" y="24"/>
                      </a:lnTo>
                      <a:lnTo>
                        <a:pt x="42" y="24"/>
                      </a:lnTo>
                      <a:lnTo>
                        <a:pt x="36" y="18"/>
                      </a:lnTo>
                      <a:lnTo>
                        <a:pt x="18" y="24"/>
                      </a:lnTo>
                      <a:lnTo>
                        <a:pt x="0" y="24"/>
                      </a:lnTo>
                      <a:lnTo>
                        <a:pt x="6" y="96"/>
                      </a:lnTo>
                      <a:lnTo>
                        <a:pt x="12" y="108"/>
                      </a:lnTo>
                      <a:lnTo>
                        <a:pt x="30" y="126"/>
                      </a:lnTo>
                      <a:lnTo>
                        <a:pt x="36" y="138"/>
                      </a:lnTo>
                      <a:lnTo>
                        <a:pt x="54" y="162"/>
                      </a:lnTo>
                      <a:lnTo>
                        <a:pt x="72" y="192"/>
                      </a:lnTo>
                      <a:lnTo>
                        <a:pt x="96" y="228"/>
                      </a:lnTo>
                      <a:lnTo>
                        <a:pt x="102" y="258"/>
                      </a:lnTo>
                      <a:lnTo>
                        <a:pt x="102" y="276"/>
                      </a:lnTo>
                      <a:lnTo>
                        <a:pt x="114" y="294"/>
                      </a:lnTo>
                      <a:lnTo>
                        <a:pt x="120" y="312"/>
                      </a:lnTo>
                      <a:lnTo>
                        <a:pt x="138" y="348"/>
                      </a:lnTo>
                      <a:lnTo>
                        <a:pt x="156" y="366"/>
                      </a:lnTo>
                      <a:lnTo>
                        <a:pt x="156" y="390"/>
                      </a:lnTo>
                      <a:lnTo>
                        <a:pt x="162" y="396"/>
                      </a:lnTo>
                      <a:lnTo>
                        <a:pt x="174" y="402"/>
                      </a:lnTo>
                      <a:lnTo>
                        <a:pt x="180" y="414"/>
                      </a:lnTo>
                      <a:lnTo>
                        <a:pt x="192" y="420"/>
                      </a:lnTo>
                      <a:lnTo>
                        <a:pt x="198" y="432"/>
                      </a:lnTo>
                      <a:lnTo>
                        <a:pt x="198" y="582"/>
                      </a:lnTo>
                      <a:lnTo>
                        <a:pt x="222" y="630"/>
                      </a:lnTo>
                      <a:lnTo>
                        <a:pt x="222" y="678"/>
                      </a:lnTo>
                      <a:lnTo>
                        <a:pt x="216" y="678"/>
                      </a:lnTo>
                      <a:lnTo>
                        <a:pt x="228" y="726"/>
                      </a:lnTo>
                      <a:lnTo>
                        <a:pt x="228" y="762"/>
                      </a:lnTo>
                      <a:lnTo>
                        <a:pt x="240" y="762"/>
                      </a:lnTo>
                      <a:lnTo>
                        <a:pt x="240" y="804"/>
                      </a:lnTo>
                      <a:lnTo>
                        <a:pt x="252" y="810"/>
                      </a:lnTo>
                      <a:lnTo>
                        <a:pt x="258" y="816"/>
                      </a:lnTo>
                      <a:lnTo>
                        <a:pt x="258" y="846"/>
                      </a:lnTo>
                      <a:lnTo>
                        <a:pt x="264" y="858"/>
                      </a:lnTo>
                      <a:lnTo>
                        <a:pt x="270" y="864"/>
                      </a:lnTo>
                      <a:lnTo>
                        <a:pt x="276" y="876"/>
                      </a:lnTo>
                      <a:lnTo>
                        <a:pt x="282" y="894"/>
                      </a:lnTo>
                      <a:lnTo>
                        <a:pt x="282" y="900"/>
                      </a:lnTo>
                      <a:lnTo>
                        <a:pt x="288" y="912"/>
                      </a:lnTo>
                      <a:lnTo>
                        <a:pt x="294" y="918"/>
                      </a:lnTo>
                      <a:lnTo>
                        <a:pt x="318" y="930"/>
                      </a:lnTo>
                      <a:lnTo>
                        <a:pt x="324" y="936"/>
                      </a:lnTo>
                      <a:lnTo>
                        <a:pt x="330" y="936"/>
                      </a:lnTo>
                      <a:lnTo>
                        <a:pt x="330" y="942"/>
                      </a:lnTo>
                      <a:lnTo>
                        <a:pt x="348" y="930"/>
                      </a:lnTo>
                      <a:lnTo>
                        <a:pt x="348" y="924"/>
                      </a:lnTo>
                      <a:lnTo>
                        <a:pt x="354" y="918"/>
                      </a:lnTo>
                      <a:lnTo>
                        <a:pt x="360" y="906"/>
                      </a:lnTo>
                      <a:lnTo>
                        <a:pt x="360" y="900"/>
                      </a:lnTo>
                      <a:lnTo>
                        <a:pt x="366" y="894"/>
                      </a:lnTo>
                      <a:close/>
                    </a:path>
                  </a:pathLst>
                </a:custGeom>
                <a:solidFill>
                  <a:srgbClr val="A29C97"/>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36" name="Myanmar" descr="© INSCALE GmbH, 05.05.2010&#10;http://www.presentationload.com/">
                  <a:extLst>
                    <a:ext uri="{FF2B5EF4-FFF2-40B4-BE49-F238E27FC236}">
                      <a16:creationId xmlns:a16="http://schemas.microsoft.com/office/drawing/2014/main" id="{367CE9AD-F5DB-4BE2-81EC-EC9E8989938C}"/>
                    </a:ext>
                  </a:extLst>
                </p:cNvPr>
                <p:cNvSpPr>
                  <a:spLocks/>
                </p:cNvSpPr>
                <p:nvPr/>
              </p:nvSpPr>
              <p:spPr bwMode="gray">
                <a:xfrm>
                  <a:off x="8519004" y="2839400"/>
                  <a:ext cx="287932" cy="676554"/>
                </a:xfrm>
                <a:custGeom>
                  <a:avLst/>
                  <a:gdLst>
                    <a:gd name="T0" fmla="*/ 2147483647 w 636"/>
                    <a:gd name="T1" fmla="*/ 2147483647 h 1500"/>
                    <a:gd name="T2" fmla="*/ 2147483647 w 636"/>
                    <a:gd name="T3" fmla="*/ 2147483647 h 1500"/>
                    <a:gd name="T4" fmla="*/ 2147483647 w 636"/>
                    <a:gd name="T5" fmla="*/ 2147483647 h 1500"/>
                    <a:gd name="T6" fmla="*/ 2147483647 w 636"/>
                    <a:gd name="T7" fmla="*/ 2147483647 h 1500"/>
                    <a:gd name="T8" fmla="*/ 2147483647 w 636"/>
                    <a:gd name="T9" fmla="*/ 2147483647 h 1500"/>
                    <a:gd name="T10" fmla="*/ 2147483647 w 636"/>
                    <a:gd name="T11" fmla="*/ 2147483647 h 1500"/>
                    <a:gd name="T12" fmla="*/ 2147483647 w 636"/>
                    <a:gd name="T13" fmla="*/ 2147483647 h 1500"/>
                    <a:gd name="T14" fmla="*/ 2147483647 w 636"/>
                    <a:gd name="T15" fmla="*/ 2147483647 h 1500"/>
                    <a:gd name="T16" fmla="*/ 2147483647 w 636"/>
                    <a:gd name="T17" fmla="*/ 2147483647 h 1500"/>
                    <a:gd name="T18" fmla="*/ 2147483647 w 636"/>
                    <a:gd name="T19" fmla="*/ 2147483647 h 1500"/>
                    <a:gd name="T20" fmla="*/ 2147483647 w 636"/>
                    <a:gd name="T21" fmla="*/ 2147483647 h 1500"/>
                    <a:gd name="T22" fmla="*/ 2147483647 w 636"/>
                    <a:gd name="T23" fmla="*/ 2147483647 h 1500"/>
                    <a:gd name="T24" fmla="*/ 2147483647 w 636"/>
                    <a:gd name="T25" fmla="*/ 2147483647 h 1500"/>
                    <a:gd name="T26" fmla="*/ 2147483647 w 636"/>
                    <a:gd name="T27" fmla="*/ 2147483647 h 1500"/>
                    <a:gd name="T28" fmla="*/ 2147483647 w 636"/>
                    <a:gd name="T29" fmla="*/ 2147483647 h 1500"/>
                    <a:gd name="T30" fmla="*/ 2147483647 w 636"/>
                    <a:gd name="T31" fmla="*/ 2147483647 h 1500"/>
                    <a:gd name="T32" fmla="*/ 2147483647 w 636"/>
                    <a:gd name="T33" fmla="*/ 2147483647 h 1500"/>
                    <a:gd name="T34" fmla="*/ 2147483647 w 636"/>
                    <a:gd name="T35" fmla="*/ 2147483647 h 1500"/>
                    <a:gd name="T36" fmla="*/ 2147483647 w 636"/>
                    <a:gd name="T37" fmla="*/ 2147483647 h 1500"/>
                    <a:gd name="T38" fmla="*/ 2147483647 w 636"/>
                    <a:gd name="T39" fmla="*/ 2147483647 h 1500"/>
                    <a:gd name="T40" fmla="*/ 2147483647 w 636"/>
                    <a:gd name="T41" fmla="*/ 2147483647 h 1500"/>
                    <a:gd name="T42" fmla="*/ 2147483647 w 636"/>
                    <a:gd name="T43" fmla="*/ 2147483647 h 1500"/>
                    <a:gd name="T44" fmla="*/ 2147483647 w 636"/>
                    <a:gd name="T45" fmla="*/ 2147483647 h 1500"/>
                    <a:gd name="T46" fmla="*/ 2147483647 w 636"/>
                    <a:gd name="T47" fmla="*/ 2147483647 h 1500"/>
                    <a:gd name="T48" fmla="*/ 2147483647 w 636"/>
                    <a:gd name="T49" fmla="*/ 2147483647 h 1500"/>
                    <a:gd name="T50" fmla="*/ 2147483647 w 636"/>
                    <a:gd name="T51" fmla="*/ 2147483647 h 1500"/>
                    <a:gd name="T52" fmla="*/ 2147483647 w 636"/>
                    <a:gd name="T53" fmla="*/ 2147483647 h 1500"/>
                    <a:gd name="T54" fmla="*/ 2147483647 w 636"/>
                    <a:gd name="T55" fmla="*/ 2147483647 h 1500"/>
                    <a:gd name="T56" fmla="*/ 2147483647 w 636"/>
                    <a:gd name="T57" fmla="*/ 2147483647 h 1500"/>
                    <a:gd name="T58" fmla="*/ 2147483647 w 636"/>
                    <a:gd name="T59" fmla="*/ 2147483647 h 1500"/>
                    <a:gd name="T60" fmla="*/ 2147483647 w 636"/>
                    <a:gd name="T61" fmla="*/ 2147483647 h 1500"/>
                    <a:gd name="T62" fmla="*/ 2147483647 w 636"/>
                    <a:gd name="T63" fmla="*/ 2147483647 h 1500"/>
                    <a:gd name="T64" fmla="*/ 2147483647 w 636"/>
                    <a:gd name="T65" fmla="*/ 2147483647 h 1500"/>
                    <a:gd name="T66" fmla="*/ 2147483647 w 636"/>
                    <a:gd name="T67" fmla="*/ 2147483647 h 1500"/>
                    <a:gd name="T68" fmla="*/ 2147483647 w 636"/>
                    <a:gd name="T69" fmla="*/ 2147483647 h 1500"/>
                    <a:gd name="T70" fmla="*/ 2147483647 w 636"/>
                    <a:gd name="T71" fmla="*/ 2147483647 h 1500"/>
                    <a:gd name="T72" fmla="*/ 2147483647 w 636"/>
                    <a:gd name="T73" fmla="*/ 2147483647 h 1500"/>
                    <a:gd name="T74" fmla="*/ 2147483647 w 636"/>
                    <a:gd name="T75" fmla="*/ 2147483647 h 1500"/>
                    <a:gd name="T76" fmla="*/ 2147483647 w 636"/>
                    <a:gd name="T77" fmla="*/ 2147483647 h 1500"/>
                    <a:gd name="T78" fmla="*/ 2147483647 w 636"/>
                    <a:gd name="T79" fmla="*/ 2147483647 h 1500"/>
                    <a:gd name="T80" fmla="*/ 2147483647 w 636"/>
                    <a:gd name="T81" fmla="*/ 2147483647 h 1500"/>
                    <a:gd name="T82" fmla="*/ 2147483647 w 636"/>
                    <a:gd name="T83" fmla="*/ 2147483647 h 1500"/>
                    <a:gd name="T84" fmla="*/ 2147483647 w 636"/>
                    <a:gd name="T85" fmla="*/ 2147483647 h 1500"/>
                    <a:gd name="T86" fmla="*/ 2147483647 w 636"/>
                    <a:gd name="T87" fmla="*/ 0 h 1500"/>
                    <a:gd name="T88" fmla="*/ 2147483647 w 636"/>
                    <a:gd name="T89" fmla="*/ 2147483647 h 1500"/>
                    <a:gd name="T90" fmla="*/ 2147483647 w 636"/>
                    <a:gd name="T91" fmla="*/ 2147483647 h 1500"/>
                    <a:gd name="T92" fmla="*/ 2147483647 w 636"/>
                    <a:gd name="T93" fmla="*/ 2147483647 h 1500"/>
                    <a:gd name="T94" fmla="*/ 2147483647 w 636"/>
                    <a:gd name="T95" fmla="*/ 2147483647 h 1500"/>
                    <a:gd name="T96" fmla="*/ 2147483647 w 636"/>
                    <a:gd name="T97" fmla="*/ 2147483647 h 1500"/>
                    <a:gd name="T98" fmla="*/ 2147483647 w 636"/>
                    <a:gd name="T99" fmla="*/ 2147483647 h 1500"/>
                    <a:gd name="T100" fmla="*/ 2147483647 w 636"/>
                    <a:gd name="T101" fmla="*/ 2147483647 h 1500"/>
                    <a:gd name="T102" fmla="*/ 2147483647 w 636"/>
                    <a:gd name="T103" fmla="*/ 2147483647 h 1500"/>
                    <a:gd name="T104" fmla="*/ 2147483647 w 636"/>
                    <a:gd name="T105" fmla="*/ 2147483647 h 1500"/>
                    <a:gd name="T106" fmla="*/ 2147483647 w 636"/>
                    <a:gd name="T107" fmla="*/ 2147483647 h 1500"/>
                    <a:gd name="T108" fmla="*/ 2147483647 w 636"/>
                    <a:gd name="T109" fmla="*/ 2147483647 h 1500"/>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636"/>
                    <a:gd name="T166" fmla="*/ 0 h 1500"/>
                    <a:gd name="T167" fmla="*/ 636 w 636"/>
                    <a:gd name="T168" fmla="*/ 1500 h 1500"/>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636" h="1500">
                      <a:moveTo>
                        <a:pt x="0" y="588"/>
                      </a:moveTo>
                      <a:lnTo>
                        <a:pt x="18" y="588"/>
                      </a:lnTo>
                      <a:lnTo>
                        <a:pt x="12" y="630"/>
                      </a:lnTo>
                      <a:lnTo>
                        <a:pt x="18" y="630"/>
                      </a:lnTo>
                      <a:lnTo>
                        <a:pt x="24" y="636"/>
                      </a:lnTo>
                      <a:lnTo>
                        <a:pt x="42" y="642"/>
                      </a:lnTo>
                      <a:lnTo>
                        <a:pt x="54" y="648"/>
                      </a:lnTo>
                      <a:lnTo>
                        <a:pt x="72" y="666"/>
                      </a:lnTo>
                      <a:lnTo>
                        <a:pt x="84" y="690"/>
                      </a:lnTo>
                      <a:lnTo>
                        <a:pt x="90" y="696"/>
                      </a:lnTo>
                      <a:lnTo>
                        <a:pt x="90" y="702"/>
                      </a:lnTo>
                      <a:lnTo>
                        <a:pt x="126" y="696"/>
                      </a:lnTo>
                      <a:lnTo>
                        <a:pt x="102" y="738"/>
                      </a:lnTo>
                      <a:lnTo>
                        <a:pt x="108" y="738"/>
                      </a:lnTo>
                      <a:lnTo>
                        <a:pt x="114" y="744"/>
                      </a:lnTo>
                      <a:lnTo>
                        <a:pt x="126" y="744"/>
                      </a:lnTo>
                      <a:lnTo>
                        <a:pt x="144" y="750"/>
                      </a:lnTo>
                      <a:lnTo>
                        <a:pt x="156" y="762"/>
                      </a:lnTo>
                      <a:lnTo>
                        <a:pt x="168" y="768"/>
                      </a:lnTo>
                      <a:lnTo>
                        <a:pt x="174" y="780"/>
                      </a:lnTo>
                      <a:lnTo>
                        <a:pt x="186" y="792"/>
                      </a:lnTo>
                      <a:lnTo>
                        <a:pt x="192" y="804"/>
                      </a:lnTo>
                      <a:lnTo>
                        <a:pt x="192" y="822"/>
                      </a:lnTo>
                      <a:lnTo>
                        <a:pt x="198" y="834"/>
                      </a:lnTo>
                      <a:lnTo>
                        <a:pt x="198" y="840"/>
                      </a:lnTo>
                      <a:lnTo>
                        <a:pt x="204" y="846"/>
                      </a:lnTo>
                      <a:lnTo>
                        <a:pt x="210" y="858"/>
                      </a:lnTo>
                      <a:lnTo>
                        <a:pt x="222" y="870"/>
                      </a:lnTo>
                      <a:lnTo>
                        <a:pt x="210" y="888"/>
                      </a:lnTo>
                      <a:lnTo>
                        <a:pt x="216" y="978"/>
                      </a:lnTo>
                      <a:lnTo>
                        <a:pt x="204" y="990"/>
                      </a:lnTo>
                      <a:lnTo>
                        <a:pt x="204" y="1002"/>
                      </a:lnTo>
                      <a:lnTo>
                        <a:pt x="222" y="1020"/>
                      </a:lnTo>
                      <a:lnTo>
                        <a:pt x="234" y="1020"/>
                      </a:lnTo>
                      <a:lnTo>
                        <a:pt x="246" y="1014"/>
                      </a:lnTo>
                      <a:lnTo>
                        <a:pt x="252" y="1008"/>
                      </a:lnTo>
                      <a:lnTo>
                        <a:pt x="258" y="1014"/>
                      </a:lnTo>
                      <a:lnTo>
                        <a:pt x="258" y="1020"/>
                      </a:lnTo>
                      <a:lnTo>
                        <a:pt x="276" y="1020"/>
                      </a:lnTo>
                      <a:lnTo>
                        <a:pt x="282" y="1014"/>
                      </a:lnTo>
                      <a:lnTo>
                        <a:pt x="294" y="1008"/>
                      </a:lnTo>
                      <a:lnTo>
                        <a:pt x="300" y="996"/>
                      </a:lnTo>
                      <a:lnTo>
                        <a:pt x="306" y="990"/>
                      </a:lnTo>
                      <a:lnTo>
                        <a:pt x="312" y="978"/>
                      </a:lnTo>
                      <a:lnTo>
                        <a:pt x="324" y="978"/>
                      </a:lnTo>
                      <a:lnTo>
                        <a:pt x="360" y="960"/>
                      </a:lnTo>
                      <a:lnTo>
                        <a:pt x="366" y="954"/>
                      </a:lnTo>
                      <a:lnTo>
                        <a:pt x="366" y="900"/>
                      </a:lnTo>
                      <a:lnTo>
                        <a:pt x="372" y="894"/>
                      </a:lnTo>
                      <a:lnTo>
                        <a:pt x="378" y="894"/>
                      </a:lnTo>
                      <a:lnTo>
                        <a:pt x="396" y="912"/>
                      </a:lnTo>
                      <a:lnTo>
                        <a:pt x="402" y="924"/>
                      </a:lnTo>
                      <a:lnTo>
                        <a:pt x="402" y="954"/>
                      </a:lnTo>
                      <a:lnTo>
                        <a:pt x="408" y="954"/>
                      </a:lnTo>
                      <a:lnTo>
                        <a:pt x="426" y="972"/>
                      </a:lnTo>
                      <a:lnTo>
                        <a:pt x="432" y="984"/>
                      </a:lnTo>
                      <a:lnTo>
                        <a:pt x="444" y="1014"/>
                      </a:lnTo>
                      <a:lnTo>
                        <a:pt x="450" y="1050"/>
                      </a:lnTo>
                      <a:lnTo>
                        <a:pt x="450" y="1074"/>
                      </a:lnTo>
                      <a:lnTo>
                        <a:pt x="456" y="1092"/>
                      </a:lnTo>
                      <a:lnTo>
                        <a:pt x="456" y="1128"/>
                      </a:lnTo>
                      <a:lnTo>
                        <a:pt x="462" y="1134"/>
                      </a:lnTo>
                      <a:lnTo>
                        <a:pt x="480" y="1170"/>
                      </a:lnTo>
                      <a:lnTo>
                        <a:pt x="486" y="1176"/>
                      </a:lnTo>
                      <a:lnTo>
                        <a:pt x="486" y="1182"/>
                      </a:lnTo>
                      <a:lnTo>
                        <a:pt x="528" y="1272"/>
                      </a:lnTo>
                      <a:lnTo>
                        <a:pt x="540" y="1320"/>
                      </a:lnTo>
                      <a:lnTo>
                        <a:pt x="522" y="1320"/>
                      </a:lnTo>
                      <a:lnTo>
                        <a:pt x="516" y="1326"/>
                      </a:lnTo>
                      <a:lnTo>
                        <a:pt x="516" y="1350"/>
                      </a:lnTo>
                      <a:lnTo>
                        <a:pt x="510" y="1362"/>
                      </a:lnTo>
                      <a:lnTo>
                        <a:pt x="510" y="1374"/>
                      </a:lnTo>
                      <a:lnTo>
                        <a:pt x="552" y="1362"/>
                      </a:lnTo>
                      <a:lnTo>
                        <a:pt x="540" y="1416"/>
                      </a:lnTo>
                      <a:lnTo>
                        <a:pt x="540" y="1428"/>
                      </a:lnTo>
                      <a:lnTo>
                        <a:pt x="534" y="1440"/>
                      </a:lnTo>
                      <a:lnTo>
                        <a:pt x="534" y="1464"/>
                      </a:lnTo>
                      <a:lnTo>
                        <a:pt x="540" y="1482"/>
                      </a:lnTo>
                      <a:lnTo>
                        <a:pt x="540" y="1488"/>
                      </a:lnTo>
                      <a:lnTo>
                        <a:pt x="546" y="1500"/>
                      </a:lnTo>
                      <a:lnTo>
                        <a:pt x="552" y="1488"/>
                      </a:lnTo>
                      <a:lnTo>
                        <a:pt x="558" y="1482"/>
                      </a:lnTo>
                      <a:lnTo>
                        <a:pt x="564" y="1470"/>
                      </a:lnTo>
                      <a:lnTo>
                        <a:pt x="564" y="1458"/>
                      </a:lnTo>
                      <a:lnTo>
                        <a:pt x="558" y="1452"/>
                      </a:lnTo>
                      <a:lnTo>
                        <a:pt x="558" y="1440"/>
                      </a:lnTo>
                      <a:lnTo>
                        <a:pt x="576" y="1422"/>
                      </a:lnTo>
                      <a:lnTo>
                        <a:pt x="594" y="1386"/>
                      </a:lnTo>
                      <a:lnTo>
                        <a:pt x="594" y="1368"/>
                      </a:lnTo>
                      <a:lnTo>
                        <a:pt x="600" y="1356"/>
                      </a:lnTo>
                      <a:lnTo>
                        <a:pt x="600" y="1326"/>
                      </a:lnTo>
                      <a:lnTo>
                        <a:pt x="594" y="1314"/>
                      </a:lnTo>
                      <a:lnTo>
                        <a:pt x="594" y="1290"/>
                      </a:lnTo>
                      <a:lnTo>
                        <a:pt x="570" y="1266"/>
                      </a:lnTo>
                      <a:lnTo>
                        <a:pt x="570" y="1242"/>
                      </a:lnTo>
                      <a:lnTo>
                        <a:pt x="564" y="1224"/>
                      </a:lnTo>
                      <a:lnTo>
                        <a:pt x="564" y="1194"/>
                      </a:lnTo>
                      <a:lnTo>
                        <a:pt x="558" y="1182"/>
                      </a:lnTo>
                      <a:lnTo>
                        <a:pt x="516" y="1140"/>
                      </a:lnTo>
                      <a:lnTo>
                        <a:pt x="510" y="1128"/>
                      </a:lnTo>
                      <a:lnTo>
                        <a:pt x="504" y="1122"/>
                      </a:lnTo>
                      <a:lnTo>
                        <a:pt x="498" y="1110"/>
                      </a:lnTo>
                      <a:lnTo>
                        <a:pt x="492" y="1104"/>
                      </a:lnTo>
                      <a:lnTo>
                        <a:pt x="492" y="1098"/>
                      </a:lnTo>
                      <a:lnTo>
                        <a:pt x="486" y="1092"/>
                      </a:lnTo>
                      <a:lnTo>
                        <a:pt x="504" y="1056"/>
                      </a:lnTo>
                      <a:lnTo>
                        <a:pt x="510" y="1050"/>
                      </a:lnTo>
                      <a:lnTo>
                        <a:pt x="516" y="1038"/>
                      </a:lnTo>
                      <a:lnTo>
                        <a:pt x="516" y="1014"/>
                      </a:lnTo>
                      <a:lnTo>
                        <a:pt x="510" y="1002"/>
                      </a:lnTo>
                      <a:lnTo>
                        <a:pt x="522" y="1002"/>
                      </a:lnTo>
                      <a:lnTo>
                        <a:pt x="528" y="996"/>
                      </a:lnTo>
                      <a:lnTo>
                        <a:pt x="528" y="978"/>
                      </a:lnTo>
                      <a:lnTo>
                        <a:pt x="522" y="972"/>
                      </a:lnTo>
                      <a:lnTo>
                        <a:pt x="516" y="978"/>
                      </a:lnTo>
                      <a:lnTo>
                        <a:pt x="510" y="978"/>
                      </a:lnTo>
                      <a:lnTo>
                        <a:pt x="504" y="972"/>
                      </a:lnTo>
                      <a:lnTo>
                        <a:pt x="498" y="960"/>
                      </a:lnTo>
                      <a:lnTo>
                        <a:pt x="498" y="942"/>
                      </a:lnTo>
                      <a:lnTo>
                        <a:pt x="504" y="942"/>
                      </a:lnTo>
                      <a:lnTo>
                        <a:pt x="504" y="936"/>
                      </a:lnTo>
                      <a:lnTo>
                        <a:pt x="498" y="930"/>
                      </a:lnTo>
                      <a:lnTo>
                        <a:pt x="486" y="924"/>
                      </a:lnTo>
                      <a:lnTo>
                        <a:pt x="474" y="912"/>
                      </a:lnTo>
                      <a:lnTo>
                        <a:pt x="462" y="906"/>
                      </a:lnTo>
                      <a:lnTo>
                        <a:pt x="444" y="888"/>
                      </a:lnTo>
                      <a:lnTo>
                        <a:pt x="438" y="876"/>
                      </a:lnTo>
                      <a:lnTo>
                        <a:pt x="438" y="870"/>
                      </a:lnTo>
                      <a:lnTo>
                        <a:pt x="432" y="870"/>
                      </a:lnTo>
                      <a:lnTo>
                        <a:pt x="438" y="846"/>
                      </a:lnTo>
                      <a:lnTo>
                        <a:pt x="426" y="840"/>
                      </a:lnTo>
                      <a:lnTo>
                        <a:pt x="402" y="816"/>
                      </a:lnTo>
                      <a:lnTo>
                        <a:pt x="402" y="810"/>
                      </a:lnTo>
                      <a:lnTo>
                        <a:pt x="426" y="810"/>
                      </a:lnTo>
                      <a:lnTo>
                        <a:pt x="426" y="792"/>
                      </a:lnTo>
                      <a:lnTo>
                        <a:pt x="408" y="774"/>
                      </a:lnTo>
                      <a:lnTo>
                        <a:pt x="408" y="768"/>
                      </a:lnTo>
                      <a:lnTo>
                        <a:pt x="414" y="762"/>
                      </a:lnTo>
                      <a:lnTo>
                        <a:pt x="420" y="762"/>
                      </a:lnTo>
                      <a:lnTo>
                        <a:pt x="426" y="756"/>
                      </a:lnTo>
                      <a:lnTo>
                        <a:pt x="426" y="708"/>
                      </a:lnTo>
                      <a:lnTo>
                        <a:pt x="456" y="708"/>
                      </a:lnTo>
                      <a:lnTo>
                        <a:pt x="468" y="714"/>
                      </a:lnTo>
                      <a:lnTo>
                        <a:pt x="480" y="714"/>
                      </a:lnTo>
                      <a:lnTo>
                        <a:pt x="486" y="708"/>
                      </a:lnTo>
                      <a:lnTo>
                        <a:pt x="492" y="696"/>
                      </a:lnTo>
                      <a:lnTo>
                        <a:pt x="498" y="690"/>
                      </a:lnTo>
                      <a:lnTo>
                        <a:pt x="498" y="684"/>
                      </a:lnTo>
                      <a:lnTo>
                        <a:pt x="522" y="684"/>
                      </a:lnTo>
                      <a:lnTo>
                        <a:pt x="528" y="660"/>
                      </a:lnTo>
                      <a:lnTo>
                        <a:pt x="534" y="660"/>
                      </a:lnTo>
                      <a:lnTo>
                        <a:pt x="540" y="654"/>
                      </a:lnTo>
                      <a:lnTo>
                        <a:pt x="564" y="654"/>
                      </a:lnTo>
                      <a:lnTo>
                        <a:pt x="564" y="642"/>
                      </a:lnTo>
                      <a:lnTo>
                        <a:pt x="582" y="624"/>
                      </a:lnTo>
                      <a:lnTo>
                        <a:pt x="594" y="624"/>
                      </a:lnTo>
                      <a:lnTo>
                        <a:pt x="600" y="618"/>
                      </a:lnTo>
                      <a:lnTo>
                        <a:pt x="594" y="612"/>
                      </a:lnTo>
                      <a:lnTo>
                        <a:pt x="600" y="600"/>
                      </a:lnTo>
                      <a:lnTo>
                        <a:pt x="600" y="588"/>
                      </a:lnTo>
                      <a:lnTo>
                        <a:pt x="636" y="570"/>
                      </a:lnTo>
                      <a:lnTo>
                        <a:pt x="636" y="552"/>
                      </a:lnTo>
                      <a:lnTo>
                        <a:pt x="630" y="546"/>
                      </a:lnTo>
                      <a:lnTo>
                        <a:pt x="618" y="546"/>
                      </a:lnTo>
                      <a:lnTo>
                        <a:pt x="600" y="564"/>
                      </a:lnTo>
                      <a:lnTo>
                        <a:pt x="600" y="570"/>
                      </a:lnTo>
                      <a:lnTo>
                        <a:pt x="558" y="570"/>
                      </a:lnTo>
                      <a:lnTo>
                        <a:pt x="558" y="552"/>
                      </a:lnTo>
                      <a:lnTo>
                        <a:pt x="546" y="552"/>
                      </a:lnTo>
                      <a:lnTo>
                        <a:pt x="534" y="522"/>
                      </a:lnTo>
                      <a:lnTo>
                        <a:pt x="480" y="516"/>
                      </a:lnTo>
                      <a:lnTo>
                        <a:pt x="486" y="504"/>
                      </a:lnTo>
                      <a:lnTo>
                        <a:pt x="486" y="498"/>
                      </a:lnTo>
                      <a:lnTo>
                        <a:pt x="492" y="492"/>
                      </a:lnTo>
                      <a:lnTo>
                        <a:pt x="492" y="480"/>
                      </a:lnTo>
                      <a:lnTo>
                        <a:pt x="480" y="468"/>
                      </a:lnTo>
                      <a:lnTo>
                        <a:pt x="486" y="462"/>
                      </a:lnTo>
                      <a:lnTo>
                        <a:pt x="498" y="462"/>
                      </a:lnTo>
                      <a:lnTo>
                        <a:pt x="504" y="456"/>
                      </a:lnTo>
                      <a:lnTo>
                        <a:pt x="504" y="450"/>
                      </a:lnTo>
                      <a:lnTo>
                        <a:pt x="498" y="444"/>
                      </a:lnTo>
                      <a:lnTo>
                        <a:pt x="486" y="438"/>
                      </a:lnTo>
                      <a:lnTo>
                        <a:pt x="456" y="438"/>
                      </a:lnTo>
                      <a:lnTo>
                        <a:pt x="444" y="396"/>
                      </a:lnTo>
                      <a:lnTo>
                        <a:pt x="420" y="378"/>
                      </a:lnTo>
                      <a:lnTo>
                        <a:pt x="450" y="354"/>
                      </a:lnTo>
                      <a:lnTo>
                        <a:pt x="390" y="354"/>
                      </a:lnTo>
                      <a:lnTo>
                        <a:pt x="384" y="360"/>
                      </a:lnTo>
                      <a:lnTo>
                        <a:pt x="372" y="360"/>
                      </a:lnTo>
                      <a:lnTo>
                        <a:pt x="366" y="366"/>
                      </a:lnTo>
                      <a:lnTo>
                        <a:pt x="354" y="372"/>
                      </a:lnTo>
                      <a:lnTo>
                        <a:pt x="366" y="354"/>
                      </a:lnTo>
                      <a:lnTo>
                        <a:pt x="360" y="342"/>
                      </a:lnTo>
                      <a:lnTo>
                        <a:pt x="342" y="324"/>
                      </a:lnTo>
                      <a:lnTo>
                        <a:pt x="342" y="306"/>
                      </a:lnTo>
                      <a:lnTo>
                        <a:pt x="354" y="306"/>
                      </a:lnTo>
                      <a:lnTo>
                        <a:pt x="348" y="276"/>
                      </a:lnTo>
                      <a:lnTo>
                        <a:pt x="360" y="276"/>
                      </a:lnTo>
                      <a:lnTo>
                        <a:pt x="366" y="270"/>
                      </a:lnTo>
                      <a:lnTo>
                        <a:pt x="366" y="234"/>
                      </a:lnTo>
                      <a:lnTo>
                        <a:pt x="372" y="240"/>
                      </a:lnTo>
                      <a:lnTo>
                        <a:pt x="384" y="240"/>
                      </a:lnTo>
                      <a:lnTo>
                        <a:pt x="390" y="234"/>
                      </a:lnTo>
                      <a:lnTo>
                        <a:pt x="396" y="222"/>
                      </a:lnTo>
                      <a:lnTo>
                        <a:pt x="396" y="216"/>
                      </a:lnTo>
                      <a:lnTo>
                        <a:pt x="378" y="198"/>
                      </a:lnTo>
                      <a:lnTo>
                        <a:pt x="390" y="198"/>
                      </a:lnTo>
                      <a:lnTo>
                        <a:pt x="396" y="192"/>
                      </a:lnTo>
                      <a:lnTo>
                        <a:pt x="408" y="192"/>
                      </a:lnTo>
                      <a:lnTo>
                        <a:pt x="396" y="132"/>
                      </a:lnTo>
                      <a:lnTo>
                        <a:pt x="384" y="108"/>
                      </a:lnTo>
                      <a:lnTo>
                        <a:pt x="384" y="78"/>
                      </a:lnTo>
                      <a:lnTo>
                        <a:pt x="378" y="72"/>
                      </a:lnTo>
                      <a:lnTo>
                        <a:pt x="342" y="72"/>
                      </a:lnTo>
                      <a:lnTo>
                        <a:pt x="342" y="66"/>
                      </a:lnTo>
                      <a:lnTo>
                        <a:pt x="336" y="60"/>
                      </a:lnTo>
                      <a:lnTo>
                        <a:pt x="318" y="24"/>
                      </a:lnTo>
                      <a:lnTo>
                        <a:pt x="306" y="18"/>
                      </a:lnTo>
                      <a:lnTo>
                        <a:pt x="300" y="6"/>
                      </a:lnTo>
                      <a:lnTo>
                        <a:pt x="294" y="0"/>
                      </a:lnTo>
                      <a:lnTo>
                        <a:pt x="288" y="0"/>
                      </a:lnTo>
                      <a:lnTo>
                        <a:pt x="282" y="18"/>
                      </a:lnTo>
                      <a:lnTo>
                        <a:pt x="282" y="48"/>
                      </a:lnTo>
                      <a:lnTo>
                        <a:pt x="276" y="48"/>
                      </a:lnTo>
                      <a:lnTo>
                        <a:pt x="270" y="54"/>
                      </a:lnTo>
                      <a:lnTo>
                        <a:pt x="258" y="60"/>
                      </a:lnTo>
                      <a:lnTo>
                        <a:pt x="246" y="72"/>
                      </a:lnTo>
                      <a:lnTo>
                        <a:pt x="252" y="84"/>
                      </a:lnTo>
                      <a:lnTo>
                        <a:pt x="258" y="90"/>
                      </a:lnTo>
                      <a:lnTo>
                        <a:pt x="270" y="96"/>
                      </a:lnTo>
                      <a:lnTo>
                        <a:pt x="276" y="102"/>
                      </a:lnTo>
                      <a:lnTo>
                        <a:pt x="276" y="108"/>
                      </a:lnTo>
                      <a:lnTo>
                        <a:pt x="258" y="108"/>
                      </a:lnTo>
                      <a:lnTo>
                        <a:pt x="252" y="102"/>
                      </a:lnTo>
                      <a:lnTo>
                        <a:pt x="216" y="102"/>
                      </a:lnTo>
                      <a:lnTo>
                        <a:pt x="204" y="108"/>
                      </a:lnTo>
                      <a:lnTo>
                        <a:pt x="198" y="108"/>
                      </a:lnTo>
                      <a:lnTo>
                        <a:pt x="198" y="126"/>
                      </a:lnTo>
                      <a:lnTo>
                        <a:pt x="186" y="138"/>
                      </a:lnTo>
                      <a:lnTo>
                        <a:pt x="174" y="144"/>
                      </a:lnTo>
                      <a:lnTo>
                        <a:pt x="162" y="144"/>
                      </a:lnTo>
                      <a:lnTo>
                        <a:pt x="156" y="150"/>
                      </a:lnTo>
                      <a:lnTo>
                        <a:pt x="150" y="150"/>
                      </a:lnTo>
                      <a:lnTo>
                        <a:pt x="150" y="174"/>
                      </a:lnTo>
                      <a:lnTo>
                        <a:pt x="156" y="180"/>
                      </a:lnTo>
                      <a:lnTo>
                        <a:pt x="156" y="186"/>
                      </a:lnTo>
                      <a:lnTo>
                        <a:pt x="162" y="192"/>
                      </a:lnTo>
                      <a:lnTo>
                        <a:pt x="162" y="204"/>
                      </a:lnTo>
                      <a:lnTo>
                        <a:pt x="144" y="234"/>
                      </a:lnTo>
                      <a:lnTo>
                        <a:pt x="138" y="240"/>
                      </a:lnTo>
                      <a:lnTo>
                        <a:pt x="126" y="246"/>
                      </a:lnTo>
                      <a:lnTo>
                        <a:pt x="126" y="264"/>
                      </a:lnTo>
                      <a:lnTo>
                        <a:pt x="132" y="276"/>
                      </a:lnTo>
                      <a:lnTo>
                        <a:pt x="138" y="282"/>
                      </a:lnTo>
                      <a:lnTo>
                        <a:pt x="120" y="336"/>
                      </a:lnTo>
                      <a:lnTo>
                        <a:pt x="120" y="372"/>
                      </a:lnTo>
                      <a:lnTo>
                        <a:pt x="108" y="372"/>
                      </a:lnTo>
                      <a:lnTo>
                        <a:pt x="96" y="366"/>
                      </a:lnTo>
                      <a:lnTo>
                        <a:pt x="42" y="366"/>
                      </a:lnTo>
                      <a:lnTo>
                        <a:pt x="48" y="366"/>
                      </a:lnTo>
                      <a:lnTo>
                        <a:pt x="66" y="384"/>
                      </a:lnTo>
                      <a:lnTo>
                        <a:pt x="72" y="432"/>
                      </a:lnTo>
                      <a:lnTo>
                        <a:pt x="66" y="432"/>
                      </a:lnTo>
                      <a:lnTo>
                        <a:pt x="48" y="450"/>
                      </a:lnTo>
                      <a:lnTo>
                        <a:pt x="54" y="462"/>
                      </a:lnTo>
                      <a:lnTo>
                        <a:pt x="54" y="486"/>
                      </a:lnTo>
                      <a:lnTo>
                        <a:pt x="72" y="504"/>
                      </a:lnTo>
                      <a:lnTo>
                        <a:pt x="72" y="516"/>
                      </a:lnTo>
                      <a:lnTo>
                        <a:pt x="60" y="516"/>
                      </a:lnTo>
                      <a:lnTo>
                        <a:pt x="54" y="510"/>
                      </a:lnTo>
                      <a:lnTo>
                        <a:pt x="48" y="510"/>
                      </a:lnTo>
                      <a:lnTo>
                        <a:pt x="48" y="534"/>
                      </a:lnTo>
                      <a:lnTo>
                        <a:pt x="30" y="516"/>
                      </a:lnTo>
                      <a:lnTo>
                        <a:pt x="42" y="576"/>
                      </a:lnTo>
                      <a:lnTo>
                        <a:pt x="6" y="570"/>
                      </a:lnTo>
                      <a:lnTo>
                        <a:pt x="6" y="576"/>
                      </a:lnTo>
                      <a:lnTo>
                        <a:pt x="0" y="588"/>
                      </a:lnTo>
                      <a:close/>
                    </a:path>
                  </a:pathLst>
                </a:custGeom>
                <a:solidFill>
                  <a:srgbClr val="A29C97"/>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37" name="Mozambique" descr="© INSCALE GmbH, 05.05.2010&#10;http://www.presentationload.com/">
                  <a:extLst>
                    <a:ext uri="{FF2B5EF4-FFF2-40B4-BE49-F238E27FC236}">
                      <a16:creationId xmlns:a16="http://schemas.microsoft.com/office/drawing/2014/main" id="{58B30BE7-17F4-487B-A554-7F5067505303}"/>
                    </a:ext>
                  </a:extLst>
                </p:cNvPr>
                <p:cNvSpPr>
                  <a:spLocks/>
                </p:cNvSpPr>
                <p:nvPr/>
              </p:nvSpPr>
              <p:spPr bwMode="gray">
                <a:xfrm>
                  <a:off x="6570606" y="4259635"/>
                  <a:ext cx="344458" cy="604129"/>
                </a:xfrm>
                <a:custGeom>
                  <a:avLst/>
                  <a:gdLst>
                    <a:gd name="T0" fmla="*/ 2147483647 w 762"/>
                    <a:gd name="T1" fmla="*/ 2147483647 h 1338"/>
                    <a:gd name="T2" fmla="*/ 2147483647 w 762"/>
                    <a:gd name="T3" fmla="*/ 2147483647 h 1338"/>
                    <a:gd name="T4" fmla="*/ 2147483647 w 762"/>
                    <a:gd name="T5" fmla="*/ 2147483647 h 1338"/>
                    <a:gd name="T6" fmla="*/ 2147483647 w 762"/>
                    <a:gd name="T7" fmla="*/ 2147483647 h 1338"/>
                    <a:gd name="T8" fmla="*/ 2147483647 w 762"/>
                    <a:gd name="T9" fmla="*/ 2147483647 h 1338"/>
                    <a:gd name="T10" fmla="*/ 2147483647 w 762"/>
                    <a:gd name="T11" fmla="*/ 2147483647 h 1338"/>
                    <a:gd name="T12" fmla="*/ 2147483647 w 762"/>
                    <a:gd name="T13" fmla="*/ 2147483647 h 1338"/>
                    <a:gd name="T14" fmla="*/ 2147483647 w 762"/>
                    <a:gd name="T15" fmla="*/ 2147483647 h 1338"/>
                    <a:gd name="T16" fmla="*/ 2147483647 w 762"/>
                    <a:gd name="T17" fmla="*/ 2147483647 h 1338"/>
                    <a:gd name="T18" fmla="*/ 2147483647 w 762"/>
                    <a:gd name="T19" fmla="*/ 2147483647 h 1338"/>
                    <a:gd name="T20" fmla="*/ 2147483647 w 762"/>
                    <a:gd name="T21" fmla="*/ 2147483647 h 1338"/>
                    <a:gd name="T22" fmla="*/ 2147483647 w 762"/>
                    <a:gd name="T23" fmla="*/ 2147483647 h 1338"/>
                    <a:gd name="T24" fmla="*/ 2147483647 w 762"/>
                    <a:gd name="T25" fmla="*/ 2147483647 h 1338"/>
                    <a:gd name="T26" fmla="*/ 2147483647 w 762"/>
                    <a:gd name="T27" fmla="*/ 2147483647 h 1338"/>
                    <a:gd name="T28" fmla="*/ 2147483647 w 762"/>
                    <a:gd name="T29" fmla="*/ 2147483647 h 1338"/>
                    <a:gd name="T30" fmla="*/ 2147483647 w 762"/>
                    <a:gd name="T31" fmla="*/ 2147483647 h 1338"/>
                    <a:gd name="T32" fmla="*/ 2147483647 w 762"/>
                    <a:gd name="T33" fmla="*/ 2147483647 h 1338"/>
                    <a:gd name="T34" fmla="*/ 2147483647 w 762"/>
                    <a:gd name="T35" fmla="*/ 2147483647 h 1338"/>
                    <a:gd name="T36" fmla="*/ 2147483647 w 762"/>
                    <a:gd name="T37" fmla="*/ 2147483647 h 1338"/>
                    <a:gd name="T38" fmla="*/ 2147483647 w 762"/>
                    <a:gd name="T39" fmla="*/ 2147483647 h 1338"/>
                    <a:gd name="T40" fmla="*/ 2147483647 w 762"/>
                    <a:gd name="T41" fmla="*/ 2147483647 h 1338"/>
                    <a:gd name="T42" fmla="*/ 2147483647 w 762"/>
                    <a:gd name="T43" fmla="*/ 2147483647 h 1338"/>
                    <a:gd name="T44" fmla="*/ 2147483647 w 762"/>
                    <a:gd name="T45" fmla="*/ 2147483647 h 1338"/>
                    <a:gd name="T46" fmla="*/ 2147483647 w 762"/>
                    <a:gd name="T47" fmla="*/ 2147483647 h 1338"/>
                    <a:gd name="T48" fmla="*/ 2147483647 w 762"/>
                    <a:gd name="T49" fmla="*/ 2147483647 h 1338"/>
                    <a:gd name="T50" fmla="*/ 2147483647 w 762"/>
                    <a:gd name="T51" fmla="*/ 2147483647 h 1338"/>
                    <a:gd name="T52" fmla="*/ 2147483647 w 762"/>
                    <a:gd name="T53" fmla="*/ 2147483647 h 1338"/>
                    <a:gd name="T54" fmla="*/ 2147483647 w 762"/>
                    <a:gd name="T55" fmla="*/ 2147483647 h 1338"/>
                    <a:gd name="T56" fmla="*/ 0 w 762"/>
                    <a:gd name="T57" fmla="*/ 2147483647 h 1338"/>
                    <a:gd name="T58" fmla="*/ 2147483647 w 762"/>
                    <a:gd name="T59" fmla="*/ 2147483647 h 1338"/>
                    <a:gd name="T60" fmla="*/ 2147483647 w 762"/>
                    <a:gd name="T61" fmla="*/ 2147483647 h 1338"/>
                    <a:gd name="T62" fmla="*/ 2147483647 w 762"/>
                    <a:gd name="T63" fmla="*/ 2147483647 h 1338"/>
                    <a:gd name="T64" fmla="*/ 2147483647 w 762"/>
                    <a:gd name="T65" fmla="*/ 2147483647 h 1338"/>
                    <a:gd name="T66" fmla="*/ 2147483647 w 762"/>
                    <a:gd name="T67" fmla="*/ 2147483647 h 1338"/>
                    <a:gd name="T68" fmla="*/ 2147483647 w 762"/>
                    <a:gd name="T69" fmla="*/ 2147483647 h 1338"/>
                    <a:gd name="T70" fmla="*/ 2147483647 w 762"/>
                    <a:gd name="T71" fmla="*/ 2147483647 h 1338"/>
                    <a:gd name="T72" fmla="*/ 2147483647 w 762"/>
                    <a:gd name="T73" fmla="*/ 2147483647 h 1338"/>
                    <a:gd name="T74" fmla="*/ 2147483647 w 762"/>
                    <a:gd name="T75" fmla="*/ 2147483647 h 1338"/>
                    <a:gd name="T76" fmla="*/ 2147483647 w 762"/>
                    <a:gd name="T77" fmla="*/ 2147483647 h 1338"/>
                    <a:gd name="T78" fmla="*/ 2147483647 w 762"/>
                    <a:gd name="T79" fmla="*/ 2147483647 h 1338"/>
                    <a:gd name="T80" fmla="*/ 2147483647 w 762"/>
                    <a:gd name="T81" fmla="*/ 2147483647 h 1338"/>
                    <a:gd name="T82" fmla="*/ 2147483647 w 762"/>
                    <a:gd name="T83" fmla="*/ 2147483647 h 1338"/>
                    <a:gd name="T84" fmla="*/ 2147483647 w 762"/>
                    <a:gd name="T85" fmla="*/ 2147483647 h 1338"/>
                    <a:gd name="T86" fmla="*/ 2147483647 w 762"/>
                    <a:gd name="T87" fmla="*/ 2147483647 h 1338"/>
                    <a:gd name="T88" fmla="*/ 2147483647 w 762"/>
                    <a:gd name="T89" fmla="*/ 2147483647 h 1338"/>
                    <a:gd name="T90" fmla="*/ 2147483647 w 762"/>
                    <a:gd name="T91" fmla="*/ 2147483647 h 1338"/>
                    <a:gd name="T92" fmla="*/ 2147483647 w 762"/>
                    <a:gd name="T93" fmla="*/ 2147483647 h 1338"/>
                    <a:gd name="T94" fmla="*/ 2147483647 w 762"/>
                    <a:gd name="T95" fmla="*/ 2147483647 h 1338"/>
                    <a:gd name="T96" fmla="*/ 2147483647 w 762"/>
                    <a:gd name="T97" fmla="*/ 2147483647 h 1338"/>
                    <a:gd name="T98" fmla="*/ 2147483647 w 762"/>
                    <a:gd name="T99" fmla="*/ 2147483647 h 1338"/>
                    <a:gd name="T100" fmla="*/ 2147483647 w 762"/>
                    <a:gd name="T101" fmla="*/ 2147483647 h 1338"/>
                    <a:gd name="T102" fmla="*/ 2147483647 w 762"/>
                    <a:gd name="T103" fmla="*/ 2147483647 h 1338"/>
                    <a:gd name="T104" fmla="*/ 2147483647 w 762"/>
                    <a:gd name="T105" fmla="*/ 2147483647 h 1338"/>
                    <a:gd name="T106" fmla="*/ 2147483647 w 762"/>
                    <a:gd name="T107" fmla="*/ 2147483647 h 1338"/>
                    <a:gd name="T108" fmla="*/ 2147483647 w 762"/>
                    <a:gd name="T109" fmla="*/ 2147483647 h 1338"/>
                    <a:gd name="T110" fmla="*/ 2147483647 w 762"/>
                    <a:gd name="T111" fmla="*/ 2147483647 h 1338"/>
                    <a:gd name="T112" fmla="*/ 2147483647 w 762"/>
                    <a:gd name="T113" fmla="*/ 2147483647 h 1338"/>
                    <a:gd name="T114" fmla="*/ 2147483647 w 762"/>
                    <a:gd name="T115" fmla="*/ 2147483647 h 1338"/>
                    <a:gd name="T116" fmla="*/ 2147483647 w 762"/>
                    <a:gd name="T117" fmla="*/ 2147483647 h 1338"/>
                    <a:gd name="T118" fmla="*/ 2147483647 w 762"/>
                    <a:gd name="T119" fmla="*/ 2147483647 h 1338"/>
                    <a:gd name="T120" fmla="*/ 2147483647 w 762"/>
                    <a:gd name="T121" fmla="*/ 2147483647 h 1338"/>
                    <a:gd name="T122" fmla="*/ 2147483647 w 762"/>
                    <a:gd name="T123" fmla="*/ 2147483647 h 1338"/>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762"/>
                    <a:gd name="T187" fmla="*/ 0 h 1338"/>
                    <a:gd name="T188" fmla="*/ 762 w 762"/>
                    <a:gd name="T189" fmla="*/ 1338 h 1338"/>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762" h="1338">
                      <a:moveTo>
                        <a:pt x="762" y="342"/>
                      </a:moveTo>
                      <a:lnTo>
                        <a:pt x="762" y="324"/>
                      </a:lnTo>
                      <a:lnTo>
                        <a:pt x="756" y="318"/>
                      </a:lnTo>
                      <a:lnTo>
                        <a:pt x="744" y="318"/>
                      </a:lnTo>
                      <a:lnTo>
                        <a:pt x="744" y="258"/>
                      </a:lnTo>
                      <a:lnTo>
                        <a:pt x="732" y="246"/>
                      </a:lnTo>
                      <a:lnTo>
                        <a:pt x="750" y="234"/>
                      </a:lnTo>
                      <a:lnTo>
                        <a:pt x="738" y="186"/>
                      </a:lnTo>
                      <a:lnTo>
                        <a:pt x="750" y="156"/>
                      </a:lnTo>
                      <a:lnTo>
                        <a:pt x="738" y="120"/>
                      </a:lnTo>
                      <a:lnTo>
                        <a:pt x="738" y="108"/>
                      </a:lnTo>
                      <a:lnTo>
                        <a:pt x="750" y="72"/>
                      </a:lnTo>
                      <a:lnTo>
                        <a:pt x="756" y="42"/>
                      </a:lnTo>
                      <a:lnTo>
                        <a:pt x="756" y="12"/>
                      </a:lnTo>
                      <a:lnTo>
                        <a:pt x="744" y="0"/>
                      </a:lnTo>
                      <a:lnTo>
                        <a:pt x="666" y="54"/>
                      </a:lnTo>
                      <a:lnTo>
                        <a:pt x="636" y="60"/>
                      </a:lnTo>
                      <a:lnTo>
                        <a:pt x="630" y="60"/>
                      </a:lnTo>
                      <a:lnTo>
                        <a:pt x="618" y="72"/>
                      </a:lnTo>
                      <a:lnTo>
                        <a:pt x="606" y="78"/>
                      </a:lnTo>
                      <a:lnTo>
                        <a:pt x="594" y="78"/>
                      </a:lnTo>
                      <a:lnTo>
                        <a:pt x="594" y="72"/>
                      </a:lnTo>
                      <a:lnTo>
                        <a:pt x="588" y="66"/>
                      </a:lnTo>
                      <a:lnTo>
                        <a:pt x="564" y="66"/>
                      </a:lnTo>
                      <a:lnTo>
                        <a:pt x="558" y="72"/>
                      </a:lnTo>
                      <a:lnTo>
                        <a:pt x="552" y="84"/>
                      </a:lnTo>
                      <a:lnTo>
                        <a:pt x="540" y="90"/>
                      </a:lnTo>
                      <a:lnTo>
                        <a:pt x="528" y="102"/>
                      </a:lnTo>
                      <a:lnTo>
                        <a:pt x="510" y="102"/>
                      </a:lnTo>
                      <a:lnTo>
                        <a:pt x="498" y="96"/>
                      </a:lnTo>
                      <a:lnTo>
                        <a:pt x="492" y="90"/>
                      </a:lnTo>
                      <a:lnTo>
                        <a:pt x="486" y="90"/>
                      </a:lnTo>
                      <a:lnTo>
                        <a:pt x="468" y="108"/>
                      </a:lnTo>
                      <a:lnTo>
                        <a:pt x="456" y="108"/>
                      </a:lnTo>
                      <a:lnTo>
                        <a:pt x="450" y="102"/>
                      </a:lnTo>
                      <a:lnTo>
                        <a:pt x="438" y="96"/>
                      </a:lnTo>
                      <a:lnTo>
                        <a:pt x="432" y="84"/>
                      </a:lnTo>
                      <a:lnTo>
                        <a:pt x="420" y="78"/>
                      </a:lnTo>
                      <a:lnTo>
                        <a:pt x="408" y="78"/>
                      </a:lnTo>
                      <a:lnTo>
                        <a:pt x="396" y="90"/>
                      </a:lnTo>
                      <a:lnTo>
                        <a:pt x="390" y="90"/>
                      </a:lnTo>
                      <a:lnTo>
                        <a:pt x="384" y="96"/>
                      </a:lnTo>
                      <a:lnTo>
                        <a:pt x="354" y="96"/>
                      </a:lnTo>
                      <a:lnTo>
                        <a:pt x="354" y="114"/>
                      </a:lnTo>
                      <a:lnTo>
                        <a:pt x="330" y="138"/>
                      </a:lnTo>
                      <a:lnTo>
                        <a:pt x="330" y="150"/>
                      </a:lnTo>
                      <a:lnTo>
                        <a:pt x="342" y="162"/>
                      </a:lnTo>
                      <a:lnTo>
                        <a:pt x="348" y="174"/>
                      </a:lnTo>
                      <a:lnTo>
                        <a:pt x="348" y="204"/>
                      </a:lnTo>
                      <a:lnTo>
                        <a:pt x="342" y="216"/>
                      </a:lnTo>
                      <a:lnTo>
                        <a:pt x="336" y="234"/>
                      </a:lnTo>
                      <a:lnTo>
                        <a:pt x="336" y="246"/>
                      </a:lnTo>
                      <a:lnTo>
                        <a:pt x="342" y="246"/>
                      </a:lnTo>
                      <a:lnTo>
                        <a:pt x="342" y="252"/>
                      </a:lnTo>
                      <a:lnTo>
                        <a:pt x="348" y="252"/>
                      </a:lnTo>
                      <a:lnTo>
                        <a:pt x="372" y="276"/>
                      </a:lnTo>
                      <a:lnTo>
                        <a:pt x="384" y="300"/>
                      </a:lnTo>
                      <a:lnTo>
                        <a:pt x="390" y="306"/>
                      </a:lnTo>
                      <a:lnTo>
                        <a:pt x="396" y="318"/>
                      </a:lnTo>
                      <a:lnTo>
                        <a:pt x="408" y="336"/>
                      </a:lnTo>
                      <a:lnTo>
                        <a:pt x="420" y="348"/>
                      </a:lnTo>
                      <a:lnTo>
                        <a:pt x="420" y="366"/>
                      </a:lnTo>
                      <a:lnTo>
                        <a:pt x="414" y="372"/>
                      </a:lnTo>
                      <a:lnTo>
                        <a:pt x="408" y="384"/>
                      </a:lnTo>
                      <a:lnTo>
                        <a:pt x="402" y="390"/>
                      </a:lnTo>
                      <a:lnTo>
                        <a:pt x="402" y="450"/>
                      </a:lnTo>
                      <a:lnTo>
                        <a:pt x="396" y="456"/>
                      </a:lnTo>
                      <a:lnTo>
                        <a:pt x="372" y="456"/>
                      </a:lnTo>
                      <a:lnTo>
                        <a:pt x="360" y="462"/>
                      </a:lnTo>
                      <a:lnTo>
                        <a:pt x="354" y="474"/>
                      </a:lnTo>
                      <a:lnTo>
                        <a:pt x="354" y="492"/>
                      </a:lnTo>
                      <a:lnTo>
                        <a:pt x="360" y="492"/>
                      </a:lnTo>
                      <a:lnTo>
                        <a:pt x="366" y="498"/>
                      </a:lnTo>
                      <a:lnTo>
                        <a:pt x="366" y="528"/>
                      </a:lnTo>
                      <a:lnTo>
                        <a:pt x="354" y="534"/>
                      </a:lnTo>
                      <a:lnTo>
                        <a:pt x="348" y="540"/>
                      </a:lnTo>
                      <a:lnTo>
                        <a:pt x="342" y="534"/>
                      </a:lnTo>
                      <a:lnTo>
                        <a:pt x="342" y="522"/>
                      </a:lnTo>
                      <a:lnTo>
                        <a:pt x="348" y="516"/>
                      </a:lnTo>
                      <a:lnTo>
                        <a:pt x="348" y="504"/>
                      </a:lnTo>
                      <a:lnTo>
                        <a:pt x="336" y="498"/>
                      </a:lnTo>
                      <a:lnTo>
                        <a:pt x="330" y="492"/>
                      </a:lnTo>
                      <a:lnTo>
                        <a:pt x="318" y="486"/>
                      </a:lnTo>
                      <a:lnTo>
                        <a:pt x="312" y="480"/>
                      </a:lnTo>
                      <a:lnTo>
                        <a:pt x="300" y="474"/>
                      </a:lnTo>
                      <a:lnTo>
                        <a:pt x="300" y="444"/>
                      </a:lnTo>
                      <a:lnTo>
                        <a:pt x="288" y="444"/>
                      </a:lnTo>
                      <a:lnTo>
                        <a:pt x="288" y="438"/>
                      </a:lnTo>
                      <a:lnTo>
                        <a:pt x="294" y="432"/>
                      </a:lnTo>
                      <a:lnTo>
                        <a:pt x="306" y="426"/>
                      </a:lnTo>
                      <a:lnTo>
                        <a:pt x="312" y="420"/>
                      </a:lnTo>
                      <a:lnTo>
                        <a:pt x="300" y="402"/>
                      </a:lnTo>
                      <a:lnTo>
                        <a:pt x="312" y="396"/>
                      </a:lnTo>
                      <a:lnTo>
                        <a:pt x="318" y="366"/>
                      </a:lnTo>
                      <a:lnTo>
                        <a:pt x="312" y="366"/>
                      </a:lnTo>
                      <a:lnTo>
                        <a:pt x="312" y="330"/>
                      </a:lnTo>
                      <a:lnTo>
                        <a:pt x="306" y="324"/>
                      </a:lnTo>
                      <a:lnTo>
                        <a:pt x="288" y="324"/>
                      </a:lnTo>
                      <a:lnTo>
                        <a:pt x="282" y="330"/>
                      </a:lnTo>
                      <a:lnTo>
                        <a:pt x="252" y="330"/>
                      </a:lnTo>
                      <a:lnTo>
                        <a:pt x="222" y="282"/>
                      </a:lnTo>
                      <a:lnTo>
                        <a:pt x="216" y="282"/>
                      </a:lnTo>
                      <a:lnTo>
                        <a:pt x="210" y="288"/>
                      </a:lnTo>
                      <a:lnTo>
                        <a:pt x="192" y="294"/>
                      </a:lnTo>
                      <a:lnTo>
                        <a:pt x="180" y="300"/>
                      </a:lnTo>
                      <a:lnTo>
                        <a:pt x="162" y="312"/>
                      </a:lnTo>
                      <a:lnTo>
                        <a:pt x="138" y="324"/>
                      </a:lnTo>
                      <a:lnTo>
                        <a:pt x="132" y="324"/>
                      </a:lnTo>
                      <a:lnTo>
                        <a:pt x="120" y="330"/>
                      </a:lnTo>
                      <a:lnTo>
                        <a:pt x="102" y="336"/>
                      </a:lnTo>
                      <a:lnTo>
                        <a:pt x="84" y="336"/>
                      </a:lnTo>
                      <a:lnTo>
                        <a:pt x="72" y="342"/>
                      </a:lnTo>
                      <a:lnTo>
                        <a:pt x="60" y="342"/>
                      </a:lnTo>
                      <a:lnTo>
                        <a:pt x="42" y="360"/>
                      </a:lnTo>
                      <a:lnTo>
                        <a:pt x="12" y="360"/>
                      </a:lnTo>
                      <a:lnTo>
                        <a:pt x="0" y="372"/>
                      </a:lnTo>
                      <a:lnTo>
                        <a:pt x="18" y="390"/>
                      </a:lnTo>
                      <a:lnTo>
                        <a:pt x="24" y="444"/>
                      </a:lnTo>
                      <a:lnTo>
                        <a:pt x="84" y="444"/>
                      </a:lnTo>
                      <a:lnTo>
                        <a:pt x="96" y="462"/>
                      </a:lnTo>
                      <a:lnTo>
                        <a:pt x="114" y="462"/>
                      </a:lnTo>
                      <a:lnTo>
                        <a:pt x="132" y="486"/>
                      </a:lnTo>
                      <a:lnTo>
                        <a:pt x="138" y="486"/>
                      </a:lnTo>
                      <a:lnTo>
                        <a:pt x="150" y="480"/>
                      </a:lnTo>
                      <a:lnTo>
                        <a:pt x="162" y="480"/>
                      </a:lnTo>
                      <a:lnTo>
                        <a:pt x="180" y="498"/>
                      </a:lnTo>
                      <a:lnTo>
                        <a:pt x="192" y="498"/>
                      </a:lnTo>
                      <a:lnTo>
                        <a:pt x="204" y="510"/>
                      </a:lnTo>
                      <a:lnTo>
                        <a:pt x="204" y="516"/>
                      </a:lnTo>
                      <a:lnTo>
                        <a:pt x="198" y="528"/>
                      </a:lnTo>
                      <a:lnTo>
                        <a:pt x="192" y="534"/>
                      </a:lnTo>
                      <a:lnTo>
                        <a:pt x="204" y="552"/>
                      </a:lnTo>
                      <a:lnTo>
                        <a:pt x="192" y="564"/>
                      </a:lnTo>
                      <a:lnTo>
                        <a:pt x="204" y="576"/>
                      </a:lnTo>
                      <a:lnTo>
                        <a:pt x="198" y="582"/>
                      </a:lnTo>
                      <a:lnTo>
                        <a:pt x="198" y="588"/>
                      </a:lnTo>
                      <a:lnTo>
                        <a:pt x="192" y="594"/>
                      </a:lnTo>
                      <a:lnTo>
                        <a:pt x="192" y="606"/>
                      </a:lnTo>
                      <a:lnTo>
                        <a:pt x="204" y="630"/>
                      </a:lnTo>
                      <a:lnTo>
                        <a:pt x="204" y="642"/>
                      </a:lnTo>
                      <a:lnTo>
                        <a:pt x="198" y="648"/>
                      </a:lnTo>
                      <a:lnTo>
                        <a:pt x="198" y="654"/>
                      </a:lnTo>
                      <a:lnTo>
                        <a:pt x="192" y="654"/>
                      </a:lnTo>
                      <a:lnTo>
                        <a:pt x="192" y="666"/>
                      </a:lnTo>
                      <a:lnTo>
                        <a:pt x="174" y="678"/>
                      </a:lnTo>
                      <a:lnTo>
                        <a:pt x="192" y="702"/>
                      </a:lnTo>
                      <a:lnTo>
                        <a:pt x="174" y="720"/>
                      </a:lnTo>
                      <a:lnTo>
                        <a:pt x="174" y="732"/>
                      </a:lnTo>
                      <a:lnTo>
                        <a:pt x="198" y="756"/>
                      </a:lnTo>
                      <a:lnTo>
                        <a:pt x="198" y="762"/>
                      </a:lnTo>
                      <a:lnTo>
                        <a:pt x="192" y="774"/>
                      </a:lnTo>
                      <a:lnTo>
                        <a:pt x="180" y="786"/>
                      </a:lnTo>
                      <a:lnTo>
                        <a:pt x="180" y="798"/>
                      </a:lnTo>
                      <a:lnTo>
                        <a:pt x="168" y="810"/>
                      </a:lnTo>
                      <a:lnTo>
                        <a:pt x="156" y="816"/>
                      </a:lnTo>
                      <a:lnTo>
                        <a:pt x="156" y="846"/>
                      </a:lnTo>
                      <a:lnTo>
                        <a:pt x="144" y="858"/>
                      </a:lnTo>
                      <a:lnTo>
                        <a:pt x="156" y="876"/>
                      </a:lnTo>
                      <a:lnTo>
                        <a:pt x="138" y="882"/>
                      </a:lnTo>
                      <a:lnTo>
                        <a:pt x="72" y="966"/>
                      </a:lnTo>
                      <a:lnTo>
                        <a:pt x="72" y="996"/>
                      </a:lnTo>
                      <a:lnTo>
                        <a:pt x="78" y="1014"/>
                      </a:lnTo>
                      <a:lnTo>
                        <a:pt x="78" y="1032"/>
                      </a:lnTo>
                      <a:lnTo>
                        <a:pt x="84" y="1044"/>
                      </a:lnTo>
                      <a:lnTo>
                        <a:pt x="84" y="1062"/>
                      </a:lnTo>
                      <a:lnTo>
                        <a:pt x="114" y="1122"/>
                      </a:lnTo>
                      <a:lnTo>
                        <a:pt x="114" y="1212"/>
                      </a:lnTo>
                      <a:lnTo>
                        <a:pt x="90" y="1248"/>
                      </a:lnTo>
                      <a:lnTo>
                        <a:pt x="114" y="1248"/>
                      </a:lnTo>
                      <a:lnTo>
                        <a:pt x="108" y="1260"/>
                      </a:lnTo>
                      <a:lnTo>
                        <a:pt x="108" y="1284"/>
                      </a:lnTo>
                      <a:lnTo>
                        <a:pt x="114" y="1290"/>
                      </a:lnTo>
                      <a:lnTo>
                        <a:pt x="120" y="1290"/>
                      </a:lnTo>
                      <a:lnTo>
                        <a:pt x="126" y="1314"/>
                      </a:lnTo>
                      <a:lnTo>
                        <a:pt x="144" y="1314"/>
                      </a:lnTo>
                      <a:lnTo>
                        <a:pt x="156" y="1326"/>
                      </a:lnTo>
                      <a:lnTo>
                        <a:pt x="162" y="1338"/>
                      </a:lnTo>
                      <a:lnTo>
                        <a:pt x="168" y="1320"/>
                      </a:lnTo>
                      <a:lnTo>
                        <a:pt x="168" y="1284"/>
                      </a:lnTo>
                      <a:lnTo>
                        <a:pt x="162" y="1272"/>
                      </a:lnTo>
                      <a:lnTo>
                        <a:pt x="156" y="1266"/>
                      </a:lnTo>
                      <a:lnTo>
                        <a:pt x="150" y="1266"/>
                      </a:lnTo>
                      <a:lnTo>
                        <a:pt x="150" y="1242"/>
                      </a:lnTo>
                      <a:lnTo>
                        <a:pt x="162" y="1230"/>
                      </a:lnTo>
                      <a:lnTo>
                        <a:pt x="222" y="1188"/>
                      </a:lnTo>
                      <a:lnTo>
                        <a:pt x="276" y="1158"/>
                      </a:lnTo>
                      <a:lnTo>
                        <a:pt x="294" y="1146"/>
                      </a:lnTo>
                      <a:lnTo>
                        <a:pt x="312" y="1140"/>
                      </a:lnTo>
                      <a:lnTo>
                        <a:pt x="330" y="1128"/>
                      </a:lnTo>
                      <a:lnTo>
                        <a:pt x="342" y="1122"/>
                      </a:lnTo>
                      <a:lnTo>
                        <a:pt x="360" y="1104"/>
                      </a:lnTo>
                      <a:lnTo>
                        <a:pt x="360" y="1080"/>
                      </a:lnTo>
                      <a:lnTo>
                        <a:pt x="354" y="1080"/>
                      </a:lnTo>
                      <a:lnTo>
                        <a:pt x="354" y="1086"/>
                      </a:lnTo>
                      <a:lnTo>
                        <a:pt x="348" y="1080"/>
                      </a:lnTo>
                      <a:lnTo>
                        <a:pt x="342" y="1080"/>
                      </a:lnTo>
                      <a:lnTo>
                        <a:pt x="342" y="1068"/>
                      </a:lnTo>
                      <a:lnTo>
                        <a:pt x="366" y="1020"/>
                      </a:lnTo>
                      <a:lnTo>
                        <a:pt x="366" y="990"/>
                      </a:lnTo>
                      <a:lnTo>
                        <a:pt x="360" y="984"/>
                      </a:lnTo>
                      <a:lnTo>
                        <a:pt x="360" y="978"/>
                      </a:lnTo>
                      <a:lnTo>
                        <a:pt x="372" y="948"/>
                      </a:lnTo>
                      <a:lnTo>
                        <a:pt x="366" y="942"/>
                      </a:lnTo>
                      <a:lnTo>
                        <a:pt x="348" y="960"/>
                      </a:lnTo>
                      <a:lnTo>
                        <a:pt x="354" y="918"/>
                      </a:lnTo>
                      <a:lnTo>
                        <a:pt x="348" y="906"/>
                      </a:lnTo>
                      <a:lnTo>
                        <a:pt x="336" y="900"/>
                      </a:lnTo>
                      <a:lnTo>
                        <a:pt x="330" y="888"/>
                      </a:lnTo>
                      <a:lnTo>
                        <a:pt x="330" y="870"/>
                      </a:lnTo>
                      <a:lnTo>
                        <a:pt x="336" y="858"/>
                      </a:lnTo>
                      <a:lnTo>
                        <a:pt x="336" y="834"/>
                      </a:lnTo>
                      <a:lnTo>
                        <a:pt x="324" y="822"/>
                      </a:lnTo>
                      <a:lnTo>
                        <a:pt x="318" y="822"/>
                      </a:lnTo>
                      <a:lnTo>
                        <a:pt x="312" y="816"/>
                      </a:lnTo>
                      <a:lnTo>
                        <a:pt x="312" y="792"/>
                      </a:lnTo>
                      <a:lnTo>
                        <a:pt x="318" y="780"/>
                      </a:lnTo>
                      <a:lnTo>
                        <a:pt x="324" y="762"/>
                      </a:lnTo>
                      <a:lnTo>
                        <a:pt x="336" y="750"/>
                      </a:lnTo>
                      <a:lnTo>
                        <a:pt x="372" y="732"/>
                      </a:lnTo>
                      <a:lnTo>
                        <a:pt x="378" y="726"/>
                      </a:lnTo>
                      <a:lnTo>
                        <a:pt x="378" y="714"/>
                      </a:lnTo>
                      <a:lnTo>
                        <a:pt x="390" y="690"/>
                      </a:lnTo>
                      <a:lnTo>
                        <a:pt x="396" y="684"/>
                      </a:lnTo>
                      <a:lnTo>
                        <a:pt x="402" y="684"/>
                      </a:lnTo>
                      <a:lnTo>
                        <a:pt x="414" y="678"/>
                      </a:lnTo>
                      <a:lnTo>
                        <a:pt x="420" y="678"/>
                      </a:lnTo>
                      <a:lnTo>
                        <a:pt x="426" y="672"/>
                      </a:lnTo>
                      <a:lnTo>
                        <a:pt x="450" y="660"/>
                      </a:lnTo>
                      <a:lnTo>
                        <a:pt x="462" y="648"/>
                      </a:lnTo>
                      <a:lnTo>
                        <a:pt x="474" y="612"/>
                      </a:lnTo>
                      <a:lnTo>
                        <a:pt x="498" y="576"/>
                      </a:lnTo>
                      <a:lnTo>
                        <a:pt x="522" y="564"/>
                      </a:lnTo>
                      <a:lnTo>
                        <a:pt x="558" y="552"/>
                      </a:lnTo>
                      <a:lnTo>
                        <a:pt x="600" y="534"/>
                      </a:lnTo>
                      <a:lnTo>
                        <a:pt x="624" y="522"/>
                      </a:lnTo>
                      <a:lnTo>
                        <a:pt x="630" y="516"/>
                      </a:lnTo>
                      <a:lnTo>
                        <a:pt x="666" y="498"/>
                      </a:lnTo>
                      <a:lnTo>
                        <a:pt x="672" y="492"/>
                      </a:lnTo>
                      <a:lnTo>
                        <a:pt x="684" y="486"/>
                      </a:lnTo>
                      <a:lnTo>
                        <a:pt x="684" y="474"/>
                      </a:lnTo>
                      <a:lnTo>
                        <a:pt x="714" y="444"/>
                      </a:lnTo>
                      <a:lnTo>
                        <a:pt x="714" y="432"/>
                      </a:lnTo>
                      <a:lnTo>
                        <a:pt x="720" y="420"/>
                      </a:lnTo>
                      <a:lnTo>
                        <a:pt x="732" y="414"/>
                      </a:lnTo>
                      <a:lnTo>
                        <a:pt x="738" y="402"/>
                      </a:lnTo>
                      <a:lnTo>
                        <a:pt x="744" y="396"/>
                      </a:lnTo>
                      <a:lnTo>
                        <a:pt x="744" y="378"/>
                      </a:lnTo>
                      <a:lnTo>
                        <a:pt x="750" y="372"/>
                      </a:lnTo>
                      <a:lnTo>
                        <a:pt x="762" y="348"/>
                      </a:lnTo>
                      <a:lnTo>
                        <a:pt x="762" y="342"/>
                      </a:lnTo>
                      <a:close/>
                    </a:path>
                  </a:pathLst>
                </a:custGeom>
                <a:solidFill>
                  <a:srgbClr val="9C968E"/>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38" name="Morocco" descr="© INSCALE GmbH, 05.05.2010&#10;http://www.presentationload.com/">
                  <a:extLst>
                    <a:ext uri="{FF2B5EF4-FFF2-40B4-BE49-F238E27FC236}">
                      <a16:creationId xmlns:a16="http://schemas.microsoft.com/office/drawing/2014/main" id="{BD0B5B7C-5882-432E-A754-25B07A7A719B}"/>
                    </a:ext>
                  </a:extLst>
                </p:cNvPr>
                <p:cNvSpPr>
                  <a:spLocks/>
                </p:cNvSpPr>
                <p:nvPr/>
              </p:nvSpPr>
              <p:spPr bwMode="gray">
                <a:xfrm>
                  <a:off x="5208671" y="2572666"/>
                  <a:ext cx="383321" cy="298530"/>
                </a:xfrm>
                <a:custGeom>
                  <a:avLst/>
                  <a:gdLst>
                    <a:gd name="T0" fmla="*/ 2147483647 w 846"/>
                    <a:gd name="T1" fmla="*/ 2147483647 h 660"/>
                    <a:gd name="T2" fmla="*/ 2147483647 w 846"/>
                    <a:gd name="T3" fmla="*/ 2147483647 h 660"/>
                    <a:gd name="T4" fmla="*/ 2147483647 w 846"/>
                    <a:gd name="T5" fmla="*/ 2147483647 h 660"/>
                    <a:gd name="T6" fmla="*/ 2147483647 w 846"/>
                    <a:gd name="T7" fmla="*/ 2147483647 h 660"/>
                    <a:gd name="T8" fmla="*/ 2147483647 w 846"/>
                    <a:gd name="T9" fmla="*/ 2147483647 h 660"/>
                    <a:gd name="T10" fmla="*/ 2147483647 w 846"/>
                    <a:gd name="T11" fmla="*/ 2147483647 h 660"/>
                    <a:gd name="T12" fmla="*/ 2147483647 w 846"/>
                    <a:gd name="T13" fmla="*/ 2147483647 h 660"/>
                    <a:gd name="T14" fmla="*/ 2147483647 w 846"/>
                    <a:gd name="T15" fmla="*/ 2147483647 h 660"/>
                    <a:gd name="T16" fmla="*/ 2147483647 w 846"/>
                    <a:gd name="T17" fmla="*/ 2147483647 h 660"/>
                    <a:gd name="T18" fmla="*/ 2147483647 w 846"/>
                    <a:gd name="T19" fmla="*/ 0 h 660"/>
                    <a:gd name="T20" fmla="*/ 2147483647 w 846"/>
                    <a:gd name="T21" fmla="*/ 2147483647 h 660"/>
                    <a:gd name="T22" fmla="*/ 2147483647 w 846"/>
                    <a:gd name="T23" fmla="*/ 2147483647 h 660"/>
                    <a:gd name="T24" fmla="*/ 2147483647 w 846"/>
                    <a:gd name="T25" fmla="*/ 2147483647 h 660"/>
                    <a:gd name="T26" fmla="*/ 2147483647 w 846"/>
                    <a:gd name="T27" fmla="*/ 2147483647 h 660"/>
                    <a:gd name="T28" fmla="*/ 2147483647 w 846"/>
                    <a:gd name="T29" fmla="*/ 2147483647 h 660"/>
                    <a:gd name="T30" fmla="*/ 2147483647 w 846"/>
                    <a:gd name="T31" fmla="*/ 2147483647 h 660"/>
                    <a:gd name="T32" fmla="*/ 2147483647 w 846"/>
                    <a:gd name="T33" fmla="*/ 2147483647 h 660"/>
                    <a:gd name="T34" fmla="*/ 2147483647 w 846"/>
                    <a:gd name="T35" fmla="*/ 2147483647 h 660"/>
                    <a:gd name="T36" fmla="*/ 2147483647 w 846"/>
                    <a:gd name="T37" fmla="*/ 2147483647 h 660"/>
                    <a:gd name="T38" fmla="*/ 2147483647 w 846"/>
                    <a:gd name="T39" fmla="*/ 2147483647 h 660"/>
                    <a:gd name="T40" fmla="*/ 2147483647 w 846"/>
                    <a:gd name="T41" fmla="*/ 2147483647 h 660"/>
                    <a:gd name="T42" fmla="*/ 2147483647 w 846"/>
                    <a:gd name="T43" fmla="*/ 2147483647 h 660"/>
                    <a:gd name="T44" fmla="*/ 2147483647 w 846"/>
                    <a:gd name="T45" fmla="*/ 2147483647 h 660"/>
                    <a:gd name="T46" fmla="*/ 2147483647 w 846"/>
                    <a:gd name="T47" fmla="*/ 2147483647 h 660"/>
                    <a:gd name="T48" fmla="*/ 2147483647 w 846"/>
                    <a:gd name="T49" fmla="*/ 2147483647 h 660"/>
                    <a:gd name="T50" fmla="*/ 2147483647 w 846"/>
                    <a:gd name="T51" fmla="*/ 2147483647 h 660"/>
                    <a:gd name="T52" fmla="*/ 2147483647 w 846"/>
                    <a:gd name="T53" fmla="*/ 2147483647 h 660"/>
                    <a:gd name="T54" fmla="*/ 2147483647 w 846"/>
                    <a:gd name="T55" fmla="*/ 2147483647 h 660"/>
                    <a:gd name="T56" fmla="*/ 2147483647 w 846"/>
                    <a:gd name="T57" fmla="*/ 2147483647 h 660"/>
                    <a:gd name="T58" fmla="*/ 2147483647 w 846"/>
                    <a:gd name="T59" fmla="*/ 2147483647 h 660"/>
                    <a:gd name="T60" fmla="*/ 2147483647 w 846"/>
                    <a:gd name="T61" fmla="*/ 2147483647 h 660"/>
                    <a:gd name="T62" fmla="*/ 2147483647 w 846"/>
                    <a:gd name="T63" fmla="*/ 2147483647 h 660"/>
                    <a:gd name="T64" fmla="*/ 2147483647 w 846"/>
                    <a:gd name="T65" fmla="*/ 2147483647 h 660"/>
                    <a:gd name="T66" fmla="*/ 2147483647 w 846"/>
                    <a:gd name="T67" fmla="*/ 2147483647 h 660"/>
                    <a:gd name="T68" fmla="*/ 2147483647 w 846"/>
                    <a:gd name="T69" fmla="*/ 2147483647 h 660"/>
                    <a:gd name="T70" fmla="*/ 2147483647 w 846"/>
                    <a:gd name="T71" fmla="*/ 2147483647 h 660"/>
                    <a:gd name="T72" fmla="*/ 2147483647 w 846"/>
                    <a:gd name="T73" fmla="*/ 2147483647 h 660"/>
                    <a:gd name="T74" fmla="*/ 2147483647 w 846"/>
                    <a:gd name="T75" fmla="*/ 2147483647 h 660"/>
                    <a:gd name="T76" fmla="*/ 2147483647 w 846"/>
                    <a:gd name="T77" fmla="*/ 2147483647 h 660"/>
                    <a:gd name="T78" fmla="*/ 2147483647 w 846"/>
                    <a:gd name="T79" fmla="*/ 2147483647 h 660"/>
                    <a:gd name="T80" fmla="*/ 2147483647 w 846"/>
                    <a:gd name="T81" fmla="*/ 2147483647 h 660"/>
                    <a:gd name="T82" fmla="*/ 2147483647 w 846"/>
                    <a:gd name="T83" fmla="*/ 2147483647 h 660"/>
                    <a:gd name="T84" fmla="*/ 2147483647 w 846"/>
                    <a:gd name="T85" fmla="*/ 2147483647 h 660"/>
                    <a:gd name="T86" fmla="*/ 2147483647 w 846"/>
                    <a:gd name="T87" fmla="*/ 2147483647 h 660"/>
                    <a:gd name="T88" fmla="*/ 2147483647 w 846"/>
                    <a:gd name="T89" fmla="*/ 2147483647 h 660"/>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846"/>
                    <a:gd name="T136" fmla="*/ 0 h 660"/>
                    <a:gd name="T137" fmla="*/ 846 w 846"/>
                    <a:gd name="T138" fmla="*/ 660 h 660"/>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846" h="660">
                      <a:moveTo>
                        <a:pt x="822" y="246"/>
                      </a:moveTo>
                      <a:lnTo>
                        <a:pt x="822" y="216"/>
                      </a:lnTo>
                      <a:lnTo>
                        <a:pt x="804" y="216"/>
                      </a:lnTo>
                      <a:lnTo>
                        <a:pt x="816" y="186"/>
                      </a:lnTo>
                      <a:lnTo>
                        <a:pt x="804" y="168"/>
                      </a:lnTo>
                      <a:lnTo>
                        <a:pt x="810" y="102"/>
                      </a:lnTo>
                      <a:lnTo>
                        <a:pt x="798" y="102"/>
                      </a:lnTo>
                      <a:lnTo>
                        <a:pt x="798" y="90"/>
                      </a:lnTo>
                      <a:lnTo>
                        <a:pt x="804" y="84"/>
                      </a:lnTo>
                      <a:lnTo>
                        <a:pt x="792" y="78"/>
                      </a:lnTo>
                      <a:lnTo>
                        <a:pt x="786" y="66"/>
                      </a:lnTo>
                      <a:lnTo>
                        <a:pt x="780" y="60"/>
                      </a:lnTo>
                      <a:lnTo>
                        <a:pt x="744" y="42"/>
                      </a:lnTo>
                      <a:lnTo>
                        <a:pt x="720" y="42"/>
                      </a:lnTo>
                      <a:lnTo>
                        <a:pt x="708" y="48"/>
                      </a:lnTo>
                      <a:lnTo>
                        <a:pt x="702" y="54"/>
                      </a:lnTo>
                      <a:lnTo>
                        <a:pt x="696" y="54"/>
                      </a:lnTo>
                      <a:lnTo>
                        <a:pt x="690" y="48"/>
                      </a:lnTo>
                      <a:lnTo>
                        <a:pt x="678" y="48"/>
                      </a:lnTo>
                      <a:lnTo>
                        <a:pt x="666" y="42"/>
                      </a:lnTo>
                      <a:lnTo>
                        <a:pt x="654" y="42"/>
                      </a:lnTo>
                      <a:lnTo>
                        <a:pt x="642" y="48"/>
                      </a:lnTo>
                      <a:lnTo>
                        <a:pt x="636" y="54"/>
                      </a:lnTo>
                      <a:lnTo>
                        <a:pt x="624" y="54"/>
                      </a:lnTo>
                      <a:lnTo>
                        <a:pt x="588" y="36"/>
                      </a:lnTo>
                      <a:lnTo>
                        <a:pt x="570" y="18"/>
                      </a:lnTo>
                      <a:lnTo>
                        <a:pt x="564" y="6"/>
                      </a:lnTo>
                      <a:lnTo>
                        <a:pt x="558" y="6"/>
                      </a:lnTo>
                      <a:lnTo>
                        <a:pt x="552" y="0"/>
                      </a:lnTo>
                      <a:lnTo>
                        <a:pt x="528" y="0"/>
                      </a:lnTo>
                      <a:lnTo>
                        <a:pt x="528" y="6"/>
                      </a:lnTo>
                      <a:lnTo>
                        <a:pt x="522" y="12"/>
                      </a:lnTo>
                      <a:lnTo>
                        <a:pt x="522" y="30"/>
                      </a:lnTo>
                      <a:lnTo>
                        <a:pt x="516" y="48"/>
                      </a:lnTo>
                      <a:lnTo>
                        <a:pt x="498" y="84"/>
                      </a:lnTo>
                      <a:lnTo>
                        <a:pt x="492" y="102"/>
                      </a:lnTo>
                      <a:lnTo>
                        <a:pt x="468" y="138"/>
                      </a:lnTo>
                      <a:lnTo>
                        <a:pt x="462" y="150"/>
                      </a:lnTo>
                      <a:lnTo>
                        <a:pt x="450" y="162"/>
                      </a:lnTo>
                      <a:lnTo>
                        <a:pt x="438" y="168"/>
                      </a:lnTo>
                      <a:lnTo>
                        <a:pt x="420" y="168"/>
                      </a:lnTo>
                      <a:lnTo>
                        <a:pt x="408" y="174"/>
                      </a:lnTo>
                      <a:lnTo>
                        <a:pt x="402" y="174"/>
                      </a:lnTo>
                      <a:lnTo>
                        <a:pt x="396" y="180"/>
                      </a:lnTo>
                      <a:lnTo>
                        <a:pt x="384" y="186"/>
                      </a:lnTo>
                      <a:lnTo>
                        <a:pt x="378" y="198"/>
                      </a:lnTo>
                      <a:lnTo>
                        <a:pt x="360" y="192"/>
                      </a:lnTo>
                      <a:lnTo>
                        <a:pt x="330" y="204"/>
                      </a:lnTo>
                      <a:lnTo>
                        <a:pt x="330" y="210"/>
                      </a:lnTo>
                      <a:lnTo>
                        <a:pt x="324" y="216"/>
                      </a:lnTo>
                      <a:lnTo>
                        <a:pt x="324" y="228"/>
                      </a:lnTo>
                      <a:lnTo>
                        <a:pt x="318" y="240"/>
                      </a:lnTo>
                      <a:lnTo>
                        <a:pt x="312" y="240"/>
                      </a:lnTo>
                      <a:lnTo>
                        <a:pt x="288" y="264"/>
                      </a:lnTo>
                      <a:lnTo>
                        <a:pt x="288" y="288"/>
                      </a:lnTo>
                      <a:lnTo>
                        <a:pt x="276" y="312"/>
                      </a:lnTo>
                      <a:lnTo>
                        <a:pt x="264" y="324"/>
                      </a:lnTo>
                      <a:lnTo>
                        <a:pt x="258" y="336"/>
                      </a:lnTo>
                      <a:lnTo>
                        <a:pt x="246" y="354"/>
                      </a:lnTo>
                      <a:lnTo>
                        <a:pt x="246" y="402"/>
                      </a:lnTo>
                      <a:lnTo>
                        <a:pt x="240" y="408"/>
                      </a:lnTo>
                      <a:lnTo>
                        <a:pt x="234" y="408"/>
                      </a:lnTo>
                      <a:lnTo>
                        <a:pt x="234" y="414"/>
                      </a:lnTo>
                      <a:lnTo>
                        <a:pt x="240" y="420"/>
                      </a:lnTo>
                      <a:lnTo>
                        <a:pt x="252" y="420"/>
                      </a:lnTo>
                      <a:lnTo>
                        <a:pt x="252" y="474"/>
                      </a:lnTo>
                      <a:lnTo>
                        <a:pt x="240" y="474"/>
                      </a:lnTo>
                      <a:lnTo>
                        <a:pt x="228" y="480"/>
                      </a:lnTo>
                      <a:lnTo>
                        <a:pt x="192" y="540"/>
                      </a:lnTo>
                      <a:lnTo>
                        <a:pt x="180" y="552"/>
                      </a:lnTo>
                      <a:lnTo>
                        <a:pt x="168" y="552"/>
                      </a:lnTo>
                      <a:lnTo>
                        <a:pt x="162" y="558"/>
                      </a:lnTo>
                      <a:lnTo>
                        <a:pt x="150" y="564"/>
                      </a:lnTo>
                      <a:lnTo>
                        <a:pt x="144" y="576"/>
                      </a:lnTo>
                      <a:lnTo>
                        <a:pt x="132" y="588"/>
                      </a:lnTo>
                      <a:lnTo>
                        <a:pt x="126" y="600"/>
                      </a:lnTo>
                      <a:lnTo>
                        <a:pt x="120" y="606"/>
                      </a:lnTo>
                      <a:lnTo>
                        <a:pt x="84" y="624"/>
                      </a:lnTo>
                      <a:lnTo>
                        <a:pt x="66" y="624"/>
                      </a:lnTo>
                      <a:lnTo>
                        <a:pt x="54" y="630"/>
                      </a:lnTo>
                      <a:lnTo>
                        <a:pt x="48" y="630"/>
                      </a:lnTo>
                      <a:lnTo>
                        <a:pt x="42" y="636"/>
                      </a:lnTo>
                      <a:lnTo>
                        <a:pt x="12" y="636"/>
                      </a:lnTo>
                      <a:lnTo>
                        <a:pt x="6" y="642"/>
                      </a:lnTo>
                      <a:lnTo>
                        <a:pt x="6" y="654"/>
                      </a:lnTo>
                      <a:lnTo>
                        <a:pt x="0" y="660"/>
                      </a:lnTo>
                      <a:lnTo>
                        <a:pt x="312" y="660"/>
                      </a:lnTo>
                      <a:lnTo>
                        <a:pt x="312" y="600"/>
                      </a:lnTo>
                      <a:lnTo>
                        <a:pt x="318" y="570"/>
                      </a:lnTo>
                      <a:lnTo>
                        <a:pt x="330" y="564"/>
                      </a:lnTo>
                      <a:lnTo>
                        <a:pt x="336" y="558"/>
                      </a:lnTo>
                      <a:lnTo>
                        <a:pt x="348" y="552"/>
                      </a:lnTo>
                      <a:lnTo>
                        <a:pt x="378" y="522"/>
                      </a:lnTo>
                      <a:lnTo>
                        <a:pt x="378" y="516"/>
                      </a:lnTo>
                      <a:lnTo>
                        <a:pt x="396" y="516"/>
                      </a:lnTo>
                      <a:lnTo>
                        <a:pt x="426" y="498"/>
                      </a:lnTo>
                      <a:lnTo>
                        <a:pt x="438" y="504"/>
                      </a:lnTo>
                      <a:lnTo>
                        <a:pt x="444" y="510"/>
                      </a:lnTo>
                      <a:lnTo>
                        <a:pt x="456" y="510"/>
                      </a:lnTo>
                      <a:lnTo>
                        <a:pt x="462" y="498"/>
                      </a:lnTo>
                      <a:lnTo>
                        <a:pt x="462" y="492"/>
                      </a:lnTo>
                      <a:lnTo>
                        <a:pt x="486" y="486"/>
                      </a:lnTo>
                      <a:lnTo>
                        <a:pt x="492" y="474"/>
                      </a:lnTo>
                      <a:lnTo>
                        <a:pt x="504" y="474"/>
                      </a:lnTo>
                      <a:lnTo>
                        <a:pt x="516" y="480"/>
                      </a:lnTo>
                      <a:lnTo>
                        <a:pt x="540" y="480"/>
                      </a:lnTo>
                      <a:lnTo>
                        <a:pt x="552" y="468"/>
                      </a:lnTo>
                      <a:lnTo>
                        <a:pt x="564" y="444"/>
                      </a:lnTo>
                      <a:lnTo>
                        <a:pt x="570" y="438"/>
                      </a:lnTo>
                      <a:lnTo>
                        <a:pt x="576" y="426"/>
                      </a:lnTo>
                      <a:lnTo>
                        <a:pt x="618" y="426"/>
                      </a:lnTo>
                      <a:lnTo>
                        <a:pt x="624" y="420"/>
                      </a:lnTo>
                      <a:lnTo>
                        <a:pt x="636" y="414"/>
                      </a:lnTo>
                      <a:lnTo>
                        <a:pt x="648" y="402"/>
                      </a:lnTo>
                      <a:lnTo>
                        <a:pt x="648" y="396"/>
                      </a:lnTo>
                      <a:lnTo>
                        <a:pt x="672" y="384"/>
                      </a:lnTo>
                      <a:lnTo>
                        <a:pt x="660" y="366"/>
                      </a:lnTo>
                      <a:lnTo>
                        <a:pt x="654" y="354"/>
                      </a:lnTo>
                      <a:lnTo>
                        <a:pt x="648" y="348"/>
                      </a:lnTo>
                      <a:lnTo>
                        <a:pt x="648" y="336"/>
                      </a:lnTo>
                      <a:lnTo>
                        <a:pt x="654" y="330"/>
                      </a:lnTo>
                      <a:lnTo>
                        <a:pt x="678" y="330"/>
                      </a:lnTo>
                      <a:lnTo>
                        <a:pt x="690" y="324"/>
                      </a:lnTo>
                      <a:lnTo>
                        <a:pt x="714" y="324"/>
                      </a:lnTo>
                      <a:lnTo>
                        <a:pt x="714" y="312"/>
                      </a:lnTo>
                      <a:lnTo>
                        <a:pt x="720" y="306"/>
                      </a:lnTo>
                      <a:lnTo>
                        <a:pt x="720" y="300"/>
                      </a:lnTo>
                      <a:lnTo>
                        <a:pt x="732" y="300"/>
                      </a:lnTo>
                      <a:lnTo>
                        <a:pt x="738" y="306"/>
                      </a:lnTo>
                      <a:lnTo>
                        <a:pt x="744" y="300"/>
                      </a:lnTo>
                      <a:lnTo>
                        <a:pt x="744" y="294"/>
                      </a:lnTo>
                      <a:lnTo>
                        <a:pt x="762" y="294"/>
                      </a:lnTo>
                      <a:lnTo>
                        <a:pt x="774" y="300"/>
                      </a:lnTo>
                      <a:lnTo>
                        <a:pt x="828" y="294"/>
                      </a:lnTo>
                      <a:lnTo>
                        <a:pt x="828" y="282"/>
                      </a:lnTo>
                      <a:lnTo>
                        <a:pt x="846" y="264"/>
                      </a:lnTo>
                      <a:lnTo>
                        <a:pt x="822" y="246"/>
                      </a:lnTo>
                      <a:close/>
                    </a:path>
                  </a:pathLst>
                </a:custGeom>
                <a:solidFill>
                  <a:srgbClr val="A29C97"/>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39" name="Montenegro" descr="© INSCALE GmbH, 05.05.2010&#10;http://www.presentationload.com/">
                  <a:extLst>
                    <a:ext uri="{FF2B5EF4-FFF2-40B4-BE49-F238E27FC236}">
                      <a16:creationId xmlns:a16="http://schemas.microsoft.com/office/drawing/2014/main" id="{5C3069C7-34B7-4934-9E6B-CDF6EC2C2327}"/>
                    </a:ext>
                  </a:extLst>
                </p:cNvPr>
                <p:cNvSpPr>
                  <a:spLocks/>
                </p:cNvSpPr>
                <p:nvPr/>
              </p:nvSpPr>
              <p:spPr bwMode="gray">
                <a:xfrm>
                  <a:off x="6174921" y="2291800"/>
                  <a:ext cx="51227" cy="61827"/>
                </a:xfrm>
                <a:custGeom>
                  <a:avLst/>
                  <a:gdLst>
                    <a:gd name="T0" fmla="*/ 2147483647 w 114"/>
                    <a:gd name="T1" fmla="*/ 2147483647 h 138"/>
                    <a:gd name="T2" fmla="*/ 2147483647 w 114"/>
                    <a:gd name="T3" fmla="*/ 2147483647 h 138"/>
                    <a:gd name="T4" fmla="*/ 2147483647 w 114"/>
                    <a:gd name="T5" fmla="*/ 2147483647 h 138"/>
                    <a:gd name="T6" fmla="*/ 2147483647 w 114"/>
                    <a:gd name="T7" fmla="*/ 2147483647 h 138"/>
                    <a:gd name="T8" fmla="*/ 2147483647 w 114"/>
                    <a:gd name="T9" fmla="*/ 2147483647 h 138"/>
                    <a:gd name="T10" fmla="*/ 2147483647 w 114"/>
                    <a:gd name="T11" fmla="*/ 2147483647 h 138"/>
                    <a:gd name="T12" fmla="*/ 2147483647 w 114"/>
                    <a:gd name="T13" fmla="*/ 0 h 138"/>
                    <a:gd name="T14" fmla="*/ 2147483647 w 114"/>
                    <a:gd name="T15" fmla="*/ 0 h 138"/>
                    <a:gd name="T16" fmla="*/ 2147483647 w 114"/>
                    <a:gd name="T17" fmla="*/ 2147483647 h 138"/>
                    <a:gd name="T18" fmla="*/ 2147483647 w 114"/>
                    <a:gd name="T19" fmla="*/ 2147483647 h 138"/>
                    <a:gd name="T20" fmla="*/ 2147483647 w 114"/>
                    <a:gd name="T21" fmla="*/ 2147483647 h 138"/>
                    <a:gd name="T22" fmla="*/ 2147483647 w 114"/>
                    <a:gd name="T23" fmla="*/ 2147483647 h 138"/>
                    <a:gd name="T24" fmla="*/ 2147483647 w 114"/>
                    <a:gd name="T25" fmla="*/ 2147483647 h 138"/>
                    <a:gd name="T26" fmla="*/ 2147483647 w 114"/>
                    <a:gd name="T27" fmla="*/ 2147483647 h 138"/>
                    <a:gd name="T28" fmla="*/ 0 w 114"/>
                    <a:gd name="T29" fmla="*/ 2147483647 h 138"/>
                    <a:gd name="T30" fmla="*/ 0 w 114"/>
                    <a:gd name="T31" fmla="*/ 2147483647 h 138"/>
                    <a:gd name="T32" fmla="*/ 2147483647 w 114"/>
                    <a:gd name="T33" fmla="*/ 2147483647 h 138"/>
                    <a:gd name="T34" fmla="*/ 2147483647 w 114"/>
                    <a:gd name="T35" fmla="*/ 2147483647 h 138"/>
                    <a:gd name="T36" fmla="*/ 2147483647 w 114"/>
                    <a:gd name="T37" fmla="*/ 2147483647 h 138"/>
                    <a:gd name="T38" fmla="*/ 2147483647 w 114"/>
                    <a:gd name="T39" fmla="*/ 2147483647 h 138"/>
                    <a:gd name="T40" fmla="*/ 2147483647 w 114"/>
                    <a:gd name="T41" fmla="*/ 2147483647 h 138"/>
                    <a:gd name="T42" fmla="*/ 2147483647 w 114"/>
                    <a:gd name="T43" fmla="*/ 2147483647 h 138"/>
                    <a:gd name="T44" fmla="*/ 2147483647 w 114"/>
                    <a:gd name="T45" fmla="*/ 2147483647 h 138"/>
                    <a:gd name="T46" fmla="*/ 2147483647 w 114"/>
                    <a:gd name="T47" fmla="*/ 2147483647 h 138"/>
                    <a:gd name="T48" fmla="*/ 2147483647 w 114"/>
                    <a:gd name="T49" fmla="*/ 2147483647 h 138"/>
                    <a:gd name="T50" fmla="*/ 2147483647 w 114"/>
                    <a:gd name="T51" fmla="*/ 2147483647 h 138"/>
                    <a:gd name="T52" fmla="*/ 2147483647 w 114"/>
                    <a:gd name="T53" fmla="*/ 2147483647 h 138"/>
                    <a:gd name="T54" fmla="*/ 2147483647 w 114"/>
                    <a:gd name="T55" fmla="*/ 2147483647 h 138"/>
                    <a:gd name="T56" fmla="*/ 2147483647 w 114"/>
                    <a:gd name="T57" fmla="*/ 2147483647 h 138"/>
                    <a:gd name="T58" fmla="*/ 2147483647 w 114"/>
                    <a:gd name="T59" fmla="*/ 2147483647 h 138"/>
                    <a:gd name="T60" fmla="*/ 2147483647 w 114"/>
                    <a:gd name="T61" fmla="*/ 2147483647 h 138"/>
                    <a:gd name="T62" fmla="*/ 2147483647 w 114"/>
                    <a:gd name="T63" fmla="*/ 2147483647 h 138"/>
                    <a:gd name="T64" fmla="*/ 2147483647 w 114"/>
                    <a:gd name="T65" fmla="*/ 2147483647 h 138"/>
                    <a:gd name="T66" fmla="*/ 2147483647 w 114"/>
                    <a:gd name="T67" fmla="*/ 2147483647 h 138"/>
                    <a:gd name="T68" fmla="*/ 2147483647 w 114"/>
                    <a:gd name="T69" fmla="*/ 2147483647 h 138"/>
                    <a:gd name="T70" fmla="*/ 2147483647 w 114"/>
                    <a:gd name="T71" fmla="*/ 2147483647 h 13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14"/>
                    <a:gd name="T109" fmla="*/ 0 h 138"/>
                    <a:gd name="T110" fmla="*/ 114 w 114"/>
                    <a:gd name="T111" fmla="*/ 138 h 138"/>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14" h="138">
                      <a:moveTo>
                        <a:pt x="114" y="42"/>
                      </a:moveTo>
                      <a:lnTo>
                        <a:pt x="108" y="48"/>
                      </a:lnTo>
                      <a:lnTo>
                        <a:pt x="96" y="30"/>
                      </a:lnTo>
                      <a:lnTo>
                        <a:pt x="84" y="18"/>
                      </a:lnTo>
                      <a:lnTo>
                        <a:pt x="66" y="6"/>
                      </a:lnTo>
                      <a:lnTo>
                        <a:pt x="60" y="6"/>
                      </a:lnTo>
                      <a:lnTo>
                        <a:pt x="48" y="0"/>
                      </a:lnTo>
                      <a:lnTo>
                        <a:pt x="42" y="0"/>
                      </a:lnTo>
                      <a:lnTo>
                        <a:pt x="42" y="24"/>
                      </a:lnTo>
                      <a:lnTo>
                        <a:pt x="24" y="24"/>
                      </a:lnTo>
                      <a:lnTo>
                        <a:pt x="18" y="30"/>
                      </a:lnTo>
                      <a:lnTo>
                        <a:pt x="18" y="36"/>
                      </a:lnTo>
                      <a:lnTo>
                        <a:pt x="12" y="48"/>
                      </a:lnTo>
                      <a:lnTo>
                        <a:pt x="6" y="48"/>
                      </a:lnTo>
                      <a:lnTo>
                        <a:pt x="0" y="54"/>
                      </a:lnTo>
                      <a:lnTo>
                        <a:pt x="0" y="60"/>
                      </a:lnTo>
                      <a:lnTo>
                        <a:pt x="6" y="66"/>
                      </a:lnTo>
                      <a:lnTo>
                        <a:pt x="12" y="66"/>
                      </a:lnTo>
                      <a:lnTo>
                        <a:pt x="24" y="72"/>
                      </a:lnTo>
                      <a:lnTo>
                        <a:pt x="6" y="102"/>
                      </a:lnTo>
                      <a:lnTo>
                        <a:pt x="18" y="102"/>
                      </a:lnTo>
                      <a:lnTo>
                        <a:pt x="24" y="96"/>
                      </a:lnTo>
                      <a:lnTo>
                        <a:pt x="36" y="96"/>
                      </a:lnTo>
                      <a:lnTo>
                        <a:pt x="36" y="114"/>
                      </a:lnTo>
                      <a:lnTo>
                        <a:pt x="60" y="138"/>
                      </a:lnTo>
                      <a:lnTo>
                        <a:pt x="72" y="126"/>
                      </a:lnTo>
                      <a:lnTo>
                        <a:pt x="66" y="108"/>
                      </a:lnTo>
                      <a:lnTo>
                        <a:pt x="60" y="114"/>
                      </a:lnTo>
                      <a:lnTo>
                        <a:pt x="42" y="102"/>
                      </a:lnTo>
                      <a:lnTo>
                        <a:pt x="66" y="102"/>
                      </a:lnTo>
                      <a:lnTo>
                        <a:pt x="78" y="96"/>
                      </a:lnTo>
                      <a:lnTo>
                        <a:pt x="78" y="78"/>
                      </a:lnTo>
                      <a:lnTo>
                        <a:pt x="108" y="90"/>
                      </a:lnTo>
                      <a:lnTo>
                        <a:pt x="114" y="84"/>
                      </a:lnTo>
                      <a:lnTo>
                        <a:pt x="114" y="90"/>
                      </a:lnTo>
                      <a:lnTo>
                        <a:pt x="114" y="42"/>
                      </a:lnTo>
                      <a:close/>
                    </a:path>
                  </a:pathLst>
                </a:custGeom>
                <a:solidFill>
                  <a:srgbClr val="A29C97"/>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40" name="Mongolia" descr="© INSCALE GmbH, 05.05.2010&#10;http://www.presentationload.com/">
                  <a:extLst>
                    <a:ext uri="{FF2B5EF4-FFF2-40B4-BE49-F238E27FC236}">
                      <a16:creationId xmlns:a16="http://schemas.microsoft.com/office/drawing/2014/main" id="{C8E02C39-0281-4BF0-A02F-CA7232AFD68D}"/>
                    </a:ext>
                  </a:extLst>
                </p:cNvPr>
                <p:cNvSpPr>
                  <a:spLocks/>
                </p:cNvSpPr>
                <p:nvPr/>
              </p:nvSpPr>
              <p:spPr bwMode="gray">
                <a:xfrm>
                  <a:off x="8118018" y="1987968"/>
                  <a:ext cx="948587" cy="376255"/>
                </a:xfrm>
                <a:custGeom>
                  <a:avLst/>
                  <a:gdLst>
                    <a:gd name="T0" fmla="*/ 2147483647 w 2100"/>
                    <a:gd name="T1" fmla="*/ 2147483647 h 834"/>
                    <a:gd name="T2" fmla="*/ 2147483647 w 2100"/>
                    <a:gd name="T3" fmla="*/ 2147483647 h 834"/>
                    <a:gd name="T4" fmla="*/ 2147483647 w 2100"/>
                    <a:gd name="T5" fmla="*/ 2147483647 h 834"/>
                    <a:gd name="T6" fmla="*/ 2147483647 w 2100"/>
                    <a:gd name="T7" fmla="*/ 2147483647 h 834"/>
                    <a:gd name="T8" fmla="*/ 2147483647 w 2100"/>
                    <a:gd name="T9" fmla="*/ 2147483647 h 834"/>
                    <a:gd name="T10" fmla="*/ 2147483647 w 2100"/>
                    <a:gd name="T11" fmla="*/ 2147483647 h 834"/>
                    <a:gd name="T12" fmla="*/ 2147483647 w 2100"/>
                    <a:gd name="T13" fmla="*/ 2147483647 h 834"/>
                    <a:gd name="T14" fmla="*/ 2147483647 w 2100"/>
                    <a:gd name="T15" fmla="*/ 2147483647 h 834"/>
                    <a:gd name="T16" fmla="*/ 2147483647 w 2100"/>
                    <a:gd name="T17" fmla="*/ 2147483647 h 834"/>
                    <a:gd name="T18" fmla="*/ 2147483647 w 2100"/>
                    <a:gd name="T19" fmla="*/ 2147483647 h 834"/>
                    <a:gd name="T20" fmla="*/ 2147483647 w 2100"/>
                    <a:gd name="T21" fmla="*/ 2147483647 h 834"/>
                    <a:gd name="T22" fmla="*/ 2147483647 w 2100"/>
                    <a:gd name="T23" fmla="*/ 2147483647 h 834"/>
                    <a:gd name="T24" fmla="*/ 2147483647 w 2100"/>
                    <a:gd name="T25" fmla="*/ 2147483647 h 834"/>
                    <a:gd name="T26" fmla="*/ 2147483647 w 2100"/>
                    <a:gd name="T27" fmla="*/ 2147483647 h 834"/>
                    <a:gd name="T28" fmla="*/ 2147483647 w 2100"/>
                    <a:gd name="T29" fmla="*/ 2147483647 h 834"/>
                    <a:gd name="T30" fmla="*/ 2147483647 w 2100"/>
                    <a:gd name="T31" fmla="*/ 2147483647 h 834"/>
                    <a:gd name="T32" fmla="*/ 2147483647 w 2100"/>
                    <a:gd name="T33" fmla="*/ 2147483647 h 834"/>
                    <a:gd name="T34" fmla="*/ 2147483647 w 2100"/>
                    <a:gd name="T35" fmla="*/ 2147483647 h 834"/>
                    <a:gd name="T36" fmla="*/ 2147483647 w 2100"/>
                    <a:gd name="T37" fmla="*/ 2147483647 h 834"/>
                    <a:gd name="T38" fmla="*/ 2147483647 w 2100"/>
                    <a:gd name="T39" fmla="*/ 2147483647 h 834"/>
                    <a:gd name="T40" fmla="*/ 2147483647 w 2100"/>
                    <a:gd name="T41" fmla="*/ 2147483647 h 834"/>
                    <a:gd name="T42" fmla="*/ 2147483647 w 2100"/>
                    <a:gd name="T43" fmla="*/ 2147483647 h 834"/>
                    <a:gd name="T44" fmla="*/ 2147483647 w 2100"/>
                    <a:gd name="T45" fmla="*/ 2147483647 h 834"/>
                    <a:gd name="T46" fmla="*/ 2147483647 w 2100"/>
                    <a:gd name="T47" fmla="*/ 2147483647 h 834"/>
                    <a:gd name="T48" fmla="*/ 2147483647 w 2100"/>
                    <a:gd name="T49" fmla="*/ 2147483647 h 834"/>
                    <a:gd name="T50" fmla="*/ 2147483647 w 2100"/>
                    <a:gd name="T51" fmla="*/ 2147483647 h 834"/>
                    <a:gd name="T52" fmla="*/ 2147483647 w 2100"/>
                    <a:gd name="T53" fmla="*/ 2147483647 h 834"/>
                    <a:gd name="T54" fmla="*/ 2147483647 w 2100"/>
                    <a:gd name="T55" fmla="*/ 2147483647 h 834"/>
                    <a:gd name="T56" fmla="*/ 2147483647 w 2100"/>
                    <a:gd name="T57" fmla="*/ 2147483647 h 834"/>
                    <a:gd name="T58" fmla="*/ 2147483647 w 2100"/>
                    <a:gd name="T59" fmla="*/ 2147483647 h 834"/>
                    <a:gd name="T60" fmla="*/ 2147483647 w 2100"/>
                    <a:gd name="T61" fmla="*/ 2147483647 h 834"/>
                    <a:gd name="T62" fmla="*/ 0 w 2100"/>
                    <a:gd name="T63" fmla="*/ 2147483647 h 834"/>
                    <a:gd name="T64" fmla="*/ 2147483647 w 2100"/>
                    <a:gd name="T65" fmla="*/ 2147483647 h 834"/>
                    <a:gd name="T66" fmla="*/ 2147483647 w 2100"/>
                    <a:gd name="T67" fmla="*/ 2147483647 h 834"/>
                    <a:gd name="T68" fmla="*/ 2147483647 w 2100"/>
                    <a:gd name="T69" fmla="*/ 2147483647 h 834"/>
                    <a:gd name="T70" fmla="*/ 2147483647 w 2100"/>
                    <a:gd name="T71" fmla="*/ 2147483647 h 834"/>
                    <a:gd name="T72" fmla="*/ 2147483647 w 2100"/>
                    <a:gd name="T73" fmla="*/ 2147483647 h 834"/>
                    <a:gd name="T74" fmla="*/ 2147483647 w 2100"/>
                    <a:gd name="T75" fmla="*/ 2147483647 h 834"/>
                    <a:gd name="T76" fmla="*/ 2147483647 w 2100"/>
                    <a:gd name="T77" fmla="*/ 2147483647 h 834"/>
                    <a:gd name="T78" fmla="*/ 2147483647 w 2100"/>
                    <a:gd name="T79" fmla="*/ 2147483647 h 834"/>
                    <a:gd name="T80" fmla="*/ 2147483647 w 2100"/>
                    <a:gd name="T81" fmla="*/ 2147483647 h 834"/>
                    <a:gd name="T82" fmla="*/ 2147483647 w 2100"/>
                    <a:gd name="T83" fmla="*/ 2147483647 h 834"/>
                    <a:gd name="T84" fmla="*/ 2147483647 w 2100"/>
                    <a:gd name="T85" fmla="*/ 2147483647 h 834"/>
                    <a:gd name="T86" fmla="*/ 2147483647 w 2100"/>
                    <a:gd name="T87" fmla="*/ 2147483647 h 834"/>
                    <a:gd name="T88" fmla="*/ 2147483647 w 2100"/>
                    <a:gd name="T89" fmla="*/ 2147483647 h 834"/>
                    <a:gd name="T90" fmla="*/ 2147483647 w 2100"/>
                    <a:gd name="T91" fmla="*/ 2147483647 h 834"/>
                    <a:gd name="T92" fmla="*/ 2147483647 w 2100"/>
                    <a:gd name="T93" fmla="*/ 2147483647 h 834"/>
                    <a:gd name="T94" fmla="*/ 2147483647 w 2100"/>
                    <a:gd name="T95" fmla="*/ 2147483647 h 834"/>
                    <a:gd name="T96" fmla="*/ 2147483647 w 2100"/>
                    <a:gd name="T97" fmla="*/ 2147483647 h 834"/>
                    <a:gd name="T98" fmla="*/ 2147483647 w 2100"/>
                    <a:gd name="T99" fmla="*/ 2147483647 h 834"/>
                    <a:gd name="T100" fmla="*/ 2147483647 w 2100"/>
                    <a:gd name="T101" fmla="*/ 2147483647 h 834"/>
                    <a:gd name="T102" fmla="*/ 2147483647 w 2100"/>
                    <a:gd name="T103" fmla="*/ 2147483647 h 834"/>
                    <a:gd name="T104" fmla="*/ 2147483647 w 2100"/>
                    <a:gd name="T105" fmla="*/ 2147483647 h 834"/>
                    <a:gd name="T106" fmla="*/ 2147483647 w 2100"/>
                    <a:gd name="T107" fmla="*/ 2147483647 h 834"/>
                    <a:gd name="T108" fmla="*/ 2147483647 w 2100"/>
                    <a:gd name="T109" fmla="*/ 2147483647 h 834"/>
                    <a:gd name="T110" fmla="*/ 2147483647 w 2100"/>
                    <a:gd name="T111" fmla="*/ 2147483647 h 834"/>
                    <a:gd name="T112" fmla="*/ 2147483647 w 2100"/>
                    <a:gd name="T113" fmla="*/ 2147483647 h 834"/>
                    <a:gd name="T114" fmla="*/ 2147483647 w 2100"/>
                    <a:gd name="T115" fmla="*/ 2147483647 h 834"/>
                    <a:gd name="T116" fmla="*/ 2147483647 w 2100"/>
                    <a:gd name="T117" fmla="*/ 2147483647 h 834"/>
                    <a:gd name="T118" fmla="*/ 2147483647 w 2100"/>
                    <a:gd name="T119" fmla="*/ 2147483647 h 834"/>
                    <a:gd name="T120" fmla="*/ 2147483647 w 2100"/>
                    <a:gd name="T121" fmla="*/ 2147483647 h 834"/>
                    <a:gd name="T122" fmla="*/ 2147483647 w 2100"/>
                    <a:gd name="T123" fmla="*/ 2147483647 h 834"/>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2100"/>
                    <a:gd name="T187" fmla="*/ 0 h 834"/>
                    <a:gd name="T188" fmla="*/ 2100 w 2100"/>
                    <a:gd name="T189" fmla="*/ 834 h 834"/>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2100" h="834">
                      <a:moveTo>
                        <a:pt x="2088" y="408"/>
                      </a:moveTo>
                      <a:lnTo>
                        <a:pt x="2076" y="396"/>
                      </a:lnTo>
                      <a:lnTo>
                        <a:pt x="2070" y="384"/>
                      </a:lnTo>
                      <a:lnTo>
                        <a:pt x="2058" y="384"/>
                      </a:lnTo>
                      <a:lnTo>
                        <a:pt x="2034" y="372"/>
                      </a:lnTo>
                      <a:lnTo>
                        <a:pt x="2022" y="360"/>
                      </a:lnTo>
                      <a:lnTo>
                        <a:pt x="2010" y="354"/>
                      </a:lnTo>
                      <a:lnTo>
                        <a:pt x="2004" y="348"/>
                      </a:lnTo>
                      <a:lnTo>
                        <a:pt x="1986" y="348"/>
                      </a:lnTo>
                      <a:lnTo>
                        <a:pt x="1974" y="342"/>
                      </a:lnTo>
                      <a:lnTo>
                        <a:pt x="1968" y="336"/>
                      </a:lnTo>
                      <a:lnTo>
                        <a:pt x="1968" y="324"/>
                      </a:lnTo>
                      <a:lnTo>
                        <a:pt x="1902" y="324"/>
                      </a:lnTo>
                      <a:lnTo>
                        <a:pt x="1902" y="348"/>
                      </a:lnTo>
                      <a:lnTo>
                        <a:pt x="1896" y="354"/>
                      </a:lnTo>
                      <a:lnTo>
                        <a:pt x="1890" y="354"/>
                      </a:lnTo>
                      <a:lnTo>
                        <a:pt x="1878" y="348"/>
                      </a:lnTo>
                      <a:lnTo>
                        <a:pt x="1866" y="336"/>
                      </a:lnTo>
                      <a:lnTo>
                        <a:pt x="1812" y="336"/>
                      </a:lnTo>
                      <a:lnTo>
                        <a:pt x="1806" y="342"/>
                      </a:lnTo>
                      <a:lnTo>
                        <a:pt x="1812" y="342"/>
                      </a:lnTo>
                      <a:lnTo>
                        <a:pt x="1812" y="348"/>
                      </a:lnTo>
                      <a:lnTo>
                        <a:pt x="1794" y="348"/>
                      </a:lnTo>
                      <a:lnTo>
                        <a:pt x="1788" y="342"/>
                      </a:lnTo>
                      <a:lnTo>
                        <a:pt x="1776" y="336"/>
                      </a:lnTo>
                      <a:lnTo>
                        <a:pt x="1770" y="324"/>
                      </a:lnTo>
                      <a:lnTo>
                        <a:pt x="1770" y="306"/>
                      </a:lnTo>
                      <a:lnTo>
                        <a:pt x="1776" y="306"/>
                      </a:lnTo>
                      <a:lnTo>
                        <a:pt x="1770" y="294"/>
                      </a:lnTo>
                      <a:lnTo>
                        <a:pt x="1764" y="270"/>
                      </a:lnTo>
                      <a:lnTo>
                        <a:pt x="1758" y="258"/>
                      </a:lnTo>
                      <a:lnTo>
                        <a:pt x="1758" y="174"/>
                      </a:lnTo>
                      <a:lnTo>
                        <a:pt x="1740" y="174"/>
                      </a:lnTo>
                      <a:lnTo>
                        <a:pt x="1716" y="168"/>
                      </a:lnTo>
                      <a:lnTo>
                        <a:pt x="1710" y="174"/>
                      </a:lnTo>
                      <a:lnTo>
                        <a:pt x="1698" y="180"/>
                      </a:lnTo>
                      <a:lnTo>
                        <a:pt x="1674" y="180"/>
                      </a:lnTo>
                      <a:lnTo>
                        <a:pt x="1662" y="174"/>
                      </a:lnTo>
                      <a:lnTo>
                        <a:pt x="1644" y="156"/>
                      </a:lnTo>
                      <a:lnTo>
                        <a:pt x="1608" y="156"/>
                      </a:lnTo>
                      <a:lnTo>
                        <a:pt x="1596" y="150"/>
                      </a:lnTo>
                      <a:lnTo>
                        <a:pt x="1578" y="150"/>
                      </a:lnTo>
                      <a:lnTo>
                        <a:pt x="1548" y="180"/>
                      </a:lnTo>
                      <a:lnTo>
                        <a:pt x="1548" y="192"/>
                      </a:lnTo>
                      <a:lnTo>
                        <a:pt x="1536" y="204"/>
                      </a:lnTo>
                      <a:lnTo>
                        <a:pt x="1500" y="204"/>
                      </a:lnTo>
                      <a:lnTo>
                        <a:pt x="1488" y="216"/>
                      </a:lnTo>
                      <a:lnTo>
                        <a:pt x="1440" y="216"/>
                      </a:lnTo>
                      <a:lnTo>
                        <a:pt x="1440" y="222"/>
                      </a:lnTo>
                      <a:lnTo>
                        <a:pt x="1422" y="240"/>
                      </a:lnTo>
                      <a:lnTo>
                        <a:pt x="1416" y="240"/>
                      </a:lnTo>
                      <a:lnTo>
                        <a:pt x="1416" y="234"/>
                      </a:lnTo>
                      <a:lnTo>
                        <a:pt x="1410" y="228"/>
                      </a:lnTo>
                      <a:lnTo>
                        <a:pt x="1392" y="228"/>
                      </a:lnTo>
                      <a:lnTo>
                        <a:pt x="1380" y="234"/>
                      </a:lnTo>
                      <a:lnTo>
                        <a:pt x="1356" y="234"/>
                      </a:lnTo>
                      <a:lnTo>
                        <a:pt x="1344" y="228"/>
                      </a:lnTo>
                      <a:lnTo>
                        <a:pt x="1338" y="228"/>
                      </a:lnTo>
                      <a:lnTo>
                        <a:pt x="1332" y="222"/>
                      </a:lnTo>
                      <a:lnTo>
                        <a:pt x="1266" y="222"/>
                      </a:lnTo>
                      <a:lnTo>
                        <a:pt x="1260" y="216"/>
                      </a:lnTo>
                      <a:lnTo>
                        <a:pt x="1260" y="204"/>
                      </a:lnTo>
                      <a:lnTo>
                        <a:pt x="1248" y="198"/>
                      </a:lnTo>
                      <a:lnTo>
                        <a:pt x="1230" y="198"/>
                      </a:lnTo>
                      <a:lnTo>
                        <a:pt x="1230" y="192"/>
                      </a:lnTo>
                      <a:lnTo>
                        <a:pt x="1218" y="180"/>
                      </a:lnTo>
                      <a:lnTo>
                        <a:pt x="1218" y="174"/>
                      </a:lnTo>
                      <a:lnTo>
                        <a:pt x="1212" y="168"/>
                      </a:lnTo>
                      <a:lnTo>
                        <a:pt x="1152" y="168"/>
                      </a:lnTo>
                      <a:lnTo>
                        <a:pt x="1128" y="144"/>
                      </a:lnTo>
                      <a:lnTo>
                        <a:pt x="1092" y="144"/>
                      </a:lnTo>
                      <a:lnTo>
                        <a:pt x="1086" y="138"/>
                      </a:lnTo>
                      <a:lnTo>
                        <a:pt x="1080" y="138"/>
                      </a:lnTo>
                      <a:lnTo>
                        <a:pt x="1068" y="132"/>
                      </a:lnTo>
                      <a:lnTo>
                        <a:pt x="1020" y="132"/>
                      </a:lnTo>
                      <a:lnTo>
                        <a:pt x="966" y="150"/>
                      </a:lnTo>
                      <a:lnTo>
                        <a:pt x="954" y="156"/>
                      </a:lnTo>
                      <a:lnTo>
                        <a:pt x="942" y="156"/>
                      </a:lnTo>
                      <a:lnTo>
                        <a:pt x="930" y="150"/>
                      </a:lnTo>
                      <a:lnTo>
                        <a:pt x="918" y="150"/>
                      </a:lnTo>
                      <a:lnTo>
                        <a:pt x="912" y="144"/>
                      </a:lnTo>
                      <a:lnTo>
                        <a:pt x="882" y="144"/>
                      </a:lnTo>
                      <a:lnTo>
                        <a:pt x="864" y="126"/>
                      </a:lnTo>
                      <a:lnTo>
                        <a:pt x="864" y="120"/>
                      </a:lnTo>
                      <a:lnTo>
                        <a:pt x="840" y="126"/>
                      </a:lnTo>
                      <a:lnTo>
                        <a:pt x="840" y="120"/>
                      </a:lnTo>
                      <a:lnTo>
                        <a:pt x="834" y="114"/>
                      </a:lnTo>
                      <a:lnTo>
                        <a:pt x="822" y="90"/>
                      </a:lnTo>
                      <a:lnTo>
                        <a:pt x="810" y="78"/>
                      </a:lnTo>
                      <a:lnTo>
                        <a:pt x="804" y="66"/>
                      </a:lnTo>
                      <a:lnTo>
                        <a:pt x="798" y="60"/>
                      </a:lnTo>
                      <a:lnTo>
                        <a:pt x="786" y="54"/>
                      </a:lnTo>
                      <a:lnTo>
                        <a:pt x="768" y="54"/>
                      </a:lnTo>
                      <a:lnTo>
                        <a:pt x="756" y="60"/>
                      </a:lnTo>
                      <a:lnTo>
                        <a:pt x="750" y="60"/>
                      </a:lnTo>
                      <a:lnTo>
                        <a:pt x="726" y="48"/>
                      </a:lnTo>
                      <a:lnTo>
                        <a:pt x="720" y="42"/>
                      </a:lnTo>
                      <a:lnTo>
                        <a:pt x="708" y="36"/>
                      </a:lnTo>
                      <a:lnTo>
                        <a:pt x="672" y="36"/>
                      </a:lnTo>
                      <a:lnTo>
                        <a:pt x="648" y="30"/>
                      </a:lnTo>
                      <a:lnTo>
                        <a:pt x="636" y="30"/>
                      </a:lnTo>
                      <a:lnTo>
                        <a:pt x="576" y="0"/>
                      </a:lnTo>
                      <a:lnTo>
                        <a:pt x="576" y="18"/>
                      </a:lnTo>
                      <a:lnTo>
                        <a:pt x="570" y="30"/>
                      </a:lnTo>
                      <a:lnTo>
                        <a:pt x="558" y="36"/>
                      </a:lnTo>
                      <a:lnTo>
                        <a:pt x="552" y="36"/>
                      </a:lnTo>
                      <a:lnTo>
                        <a:pt x="558" y="48"/>
                      </a:lnTo>
                      <a:lnTo>
                        <a:pt x="540" y="48"/>
                      </a:lnTo>
                      <a:lnTo>
                        <a:pt x="540" y="60"/>
                      </a:lnTo>
                      <a:lnTo>
                        <a:pt x="552" y="72"/>
                      </a:lnTo>
                      <a:lnTo>
                        <a:pt x="558" y="90"/>
                      </a:lnTo>
                      <a:lnTo>
                        <a:pt x="582" y="126"/>
                      </a:lnTo>
                      <a:lnTo>
                        <a:pt x="588" y="126"/>
                      </a:lnTo>
                      <a:lnTo>
                        <a:pt x="594" y="132"/>
                      </a:lnTo>
                      <a:lnTo>
                        <a:pt x="600" y="144"/>
                      </a:lnTo>
                      <a:lnTo>
                        <a:pt x="600" y="168"/>
                      </a:lnTo>
                      <a:lnTo>
                        <a:pt x="582" y="168"/>
                      </a:lnTo>
                      <a:lnTo>
                        <a:pt x="582" y="174"/>
                      </a:lnTo>
                      <a:lnTo>
                        <a:pt x="576" y="180"/>
                      </a:lnTo>
                      <a:lnTo>
                        <a:pt x="552" y="192"/>
                      </a:lnTo>
                      <a:lnTo>
                        <a:pt x="546" y="186"/>
                      </a:lnTo>
                      <a:lnTo>
                        <a:pt x="546" y="174"/>
                      </a:lnTo>
                      <a:lnTo>
                        <a:pt x="498" y="180"/>
                      </a:lnTo>
                      <a:lnTo>
                        <a:pt x="498" y="168"/>
                      </a:lnTo>
                      <a:lnTo>
                        <a:pt x="456" y="168"/>
                      </a:lnTo>
                      <a:lnTo>
                        <a:pt x="450" y="174"/>
                      </a:lnTo>
                      <a:lnTo>
                        <a:pt x="450" y="180"/>
                      </a:lnTo>
                      <a:lnTo>
                        <a:pt x="444" y="168"/>
                      </a:lnTo>
                      <a:lnTo>
                        <a:pt x="420" y="174"/>
                      </a:lnTo>
                      <a:lnTo>
                        <a:pt x="414" y="162"/>
                      </a:lnTo>
                      <a:lnTo>
                        <a:pt x="384" y="162"/>
                      </a:lnTo>
                      <a:lnTo>
                        <a:pt x="366" y="156"/>
                      </a:lnTo>
                      <a:lnTo>
                        <a:pt x="360" y="150"/>
                      </a:lnTo>
                      <a:lnTo>
                        <a:pt x="360" y="138"/>
                      </a:lnTo>
                      <a:lnTo>
                        <a:pt x="354" y="132"/>
                      </a:lnTo>
                      <a:lnTo>
                        <a:pt x="354" y="126"/>
                      </a:lnTo>
                      <a:lnTo>
                        <a:pt x="312" y="126"/>
                      </a:lnTo>
                      <a:lnTo>
                        <a:pt x="294" y="132"/>
                      </a:lnTo>
                      <a:lnTo>
                        <a:pt x="270" y="132"/>
                      </a:lnTo>
                      <a:lnTo>
                        <a:pt x="264" y="114"/>
                      </a:lnTo>
                      <a:lnTo>
                        <a:pt x="228" y="114"/>
                      </a:lnTo>
                      <a:lnTo>
                        <a:pt x="228" y="108"/>
                      </a:lnTo>
                      <a:lnTo>
                        <a:pt x="210" y="114"/>
                      </a:lnTo>
                      <a:lnTo>
                        <a:pt x="204" y="108"/>
                      </a:lnTo>
                      <a:lnTo>
                        <a:pt x="186" y="108"/>
                      </a:lnTo>
                      <a:lnTo>
                        <a:pt x="180" y="114"/>
                      </a:lnTo>
                      <a:lnTo>
                        <a:pt x="180" y="120"/>
                      </a:lnTo>
                      <a:lnTo>
                        <a:pt x="174" y="126"/>
                      </a:lnTo>
                      <a:lnTo>
                        <a:pt x="174" y="132"/>
                      </a:lnTo>
                      <a:lnTo>
                        <a:pt x="150" y="132"/>
                      </a:lnTo>
                      <a:lnTo>
                        <a:pt x="138" y="150"/>
                      </a:lnTo>
                      <a:lnTo>
                        <a:pt x="120" y="150"/>
                      </a:lnTo>
                      <a:lnTo>
                        <a:pt x="84" y="186"/>
                      </a:lnTo>
                      <a:lnTo>
                        <a:pt x="84" y="192"/>
                      </a:lnTo>
                      <a:lnTo>
                        <a:pt x="90" y="198"/>
                      </a:lnTo>
                      <a:lnTo>
                        <a:pt x="66" y="198"/>
                      </a:lnTo>
                      <a:lnTo>
                        <a:pt x="72" y="210"/>
                      </a:lnTo>
                      <a:lnTo>
                        <a:pt x="12" y="210"/>
                      </a:lnTo>
                      <a:lnTo>
                        <a:pt x="12" y="228"/>
                      </a:lnTo>
                      <a:lnTo>
                        <a:pt x="0" y="240"/>
                      </a:lnTo>
                      <a:lnTo>
                        <a:pt x="6" y="246"/>
                      </a:lnTo>
                      <a:lnTo>
                        <a:pt x="6" y="258"/>
                      </a:lnTo>
                      <a:lnTo>
                        <a:pt x="0" y="264"/>
                      </a:lnTo>
                      <a:lnTo>
                        <a:pt x="24" y="264"/>
                      </a:lnTo>
                      <a:lnTo>
                        <a:pt x="24" y="282"/>
                      </a:lnTo>
                      <a:lnTo>
                        <a:pt x="36" y="288"/>
                      </a:lnTo>
                      <a:lnTo>
                        <a:pt x="48" y="288"/>
                      </a:lnTo>
                      <a:lnTo>
                        <a:pt x="60" y="294"/>
                      </a:lnTo>
                      <a:lnTo>
                        <a:pt x="72" y="294"/>
                      </a:lnTo>
                      <a:lnTo>
                        <a:pt x="78" y="306"/>
                      </a:lnTo>
                      <a:lnTo>
                        <a:pt x="102" y="330"/>
                      </a:lnTo>
                      <a:lnTo>
                        <a:pt x="138" y="318"/>
                      </a:lnTo>
                      <a:lnTo>
                        <a:pt x="156" y="330"/>
                      </a:lnTo>
                      <a:lnTo>
                        <a:pt x="162" y="336"/>
                      </a:lnTo>
                      <a:lnTo>
                        <a:pt x="174" y="336"/>
                      </a:lnTo>
                      <a:lnTo>
                        <a:pt x="186" y="342"/>
                      </a:lnTo>
                      <a:lnTo>
                        <a:pt x="204" y="348"/>
                      </a:lnTo>
                      <a:lnTo>
                        <a:pt x="222" y="366"/>
                      </a:lnTo>
                      <a:lnTo>
                        <a:pt x="228" y="378"/>
                      </a:lnTo>
                      <a:lnTo>
                        <a:pt x="240" y="396"/>
                      </a:lnTo>
                      <a:lnTo>
                        <a:pt x="264" y="414"/>
                      </a:lnTo>
                      <a:lnTo>
                        <a:pt x="276" y="426"/>
                      </a:lnTo>
                      <a:lnTo>
                        <a:pt x="282" y="438"/>
                      </a:lnTo>
                      <a:lnTo>
                        <a:pt x="282" y="450"/>
                      </a:lnTo>
                      <a:lnTo>
                        <a:pt x="288" y="456"/>
                      </a:lnTo>
                      <a:lnTo>
                        <a:pt x="294" y="468"/>
                      </a:lnTo>
                      <a:lnTo>
                        <a:pt x="300" y="474"/>
                      </a:lnTo>
                      <a:lnTo>
                        <a:pt x="300" y="480"/>
                      </a:lnTo>
                      <a:lnTo>
                        <a:pt x="288" y="492"/>
                      </a:lnTo>
                      <a:lnTo>
                        <a:pt x="288" y="504"/>
                      </a:lnTo>
                      <a:lnTo>
                        <a:pt x="294" y="522"/>
                      </a:lnTo>
                      <a:lnTo>
                        <a:pt x="300" y="534"/>
                      </a:lnTo>
                      <a:lnTo>
                        <a:pt x="306" y="540"/>
                      </a:lnTo>
                      <a:lnTo>
                        <a:pt x="318" y="546"/>
                      </a:lnTo>
                      <a:lnTo>
                        <a:pt x="330" y="546"/>
                      </a:lnTo>
                      <a:lnTo>
                        <a:pt x="342" y="552"/>
                      </a:lnTo>
                      <a:lnTo>
                        <a:pt x="348" y="552"/>
                      </a:lnTo>
                      <a:lnTo>
                        <a:pt x="366" y="558"/>
                      </a:lnTo>
                      <a:lnTo>
                        <a:pt x="390" y="564"/>
                      </a:lnTo>
                      <a:lnTo>
                        <a:pt x="486" y="564"/>
                      </a:lnTo>
                      <a:lnTo>
                        <a:pt x="492" y="570"/>
                      </a:lnTo>
                      <a:lnTo>
                        <a:pt x="498" y="570"/>
                      </a:lnTo>
                      <a:lnTo>
                        <a:pt x="510" y="576"/>
                      </a:lnTo>
                      <a:lnTo>
                        <a:pt x="516" y="576"/>
                      </a:lnTo>
                      <a:lnTo>
                        <a:pt x="528" y="582"/>
                      </a:lnTo>
                      <a:lnTo>
                        <a:pt x="534" y="594"/>
                      </a:lnTo>
                      <a:lnTo>
                        <a:pt x="540" y="594"/>
                      </a:lnTo>
                      <a:lnTo>
                        <a:pt x="546" y="600"/>
                      </a:lnTo>
                      <a:lnTo>
                        <a:pt x="552" y="600"/>
                      </a:lnTo>
                      <a:lnTo>
                        <a:pt x="576" y="612"/>
                      </a:lnTo>
                      <a:lnTo>
                        <a:pt x="588" y="612"/>
                      </a:lnTo>
                      <a:lnTo>
                        <a:pt x="594" y="618"/>
                      </a:lnTo>
                      <a:lnTo>
                        <a:pt x="630" y="618"/>
                      </a:lnTo>
                      <a:lnTo>
                        <a:pt x="642" y="642"/>
                      </a:lnTo>
                      <a:lnTo>
                        <a:pt x="684" y="684"/>
                      </a:lnTo>
                      <a:lnTo>
                        <a:pt x="690" y="696"/>
                      </a:lnTo>
                      <a:lnTo>
                        <a:pt x="720" y="726"/>
                      </a:lnTo>
                      <a:lnTo>
                        <a:pt x="732" y="732"/>
                      </a:lnTo>
                      <a:lnTo>
                        <a:pt x="738" y="744"/>
                      </a:lnTo>
                      <a:lnTo>
                        <a:pt x="750" y="750"/>
                      </a:lnTo>
                      <a:lnTo>
                        <a:pt x="810" y="744"/>
                      </a:lnTo>
                      <a:lnTo>
                        <a:pt x="864" y="750"/>
                      </a:lnTo>
                      <a:lnTo>
                        <a:pt x="912" y="750"/>
                      </a:lnTo>
                      <a:lnTo>
                        <a:pt x="948" y="756"/>
                      </a:lnTo>
                      <a:lnTo>
                        <a:pt x="954" y="750"/>
                      </a:lnTo>
                      <a:lnTo>
                        <a:pt x="966" y="744"/>
                      </a:lnTo>
                      <a:lnTo>
                        <a:pt x="972" y="738"/>
                      </a:lnTo>
                      <a:lnTo>
                        <a:pt x="984" y="738"/>
                      </a:lnTo>
                      <a:lnTo>
                        <a:pt x="996" y="744"/>
                      </a:lnTo>
                      <a:lnTo>
                        <a:pt x="1002" y="744"/>
                      </a:lnTo>
                      <a:lnTo>
                        <a:pt x="1008" y="750"/>
                      </a:lnTo>
                      <a:lnTo>
                        <a:pt x="1062" y="750"/>
                      </a:lnTo>
                      <a:lnTo>
                        <a:pt x="1080" y="756"/>
                      </a:lnTo>
                      <a:lnTo>
                        <a:pt x="1092" y="756"/>
                      </a:lnTo>
                      <a:lnTo>
                        <a:pt x="1110" y="774"/>
                      </a:lnTo>
                      <a:lnTo>
                        <a:pt x="1116" y="786"/>
                      </a:lnTo>
                      <a:lnTo>
                        <a:pt x="1128" y="792"/>
                      </a:lnTo>
                      <a:lnTo>
                        <a:pt x="1152" y="798"/>
                      </a:lnTo>
                      <a:lnTo>
                        <a:pt x="1200" y="798"/>
                      </a:lnTo>
                      <a:lnTo>
                        <a:pt x="1218" y="804"/>
                      </a:lnTo>
                      <a:lnTo>
                        <a:pt x="1242" y="816"/>
                      </a:lnTo>
                      <a:lnTo>
                        <a:pt x="1248" y="822"/>
                      </a:lnTo>
                      <a:lnTo>
                        <a:pt x="1260" y="822"/>
                      </a:lnTo>
                      <a:lnTo>
                        <a:pt x="1266" y="816"/>
                      </a:lnTo>
                      <a:lnTo>
                        <a:pt x="1278" y="816"/>
                      </a:lnTo>
                      <a:lnTo>
                        <a:pt x="1290" y="810"/>
                      </a:lnTo>
                      <a:lnTo>
                        <a:pt x="1302" y="810"/>
                      </a:lnTo>
                      <a:lnTo>
                        <a:pt x="1302" y="816"/>
                      </a:lnTo>
                      <a:lnTo>
                        <a:pt x="1308" y="828"/>
                      </a:lnTo>
                      <a:lnTo>
                        <a:pt x="1314" y="828"/>
                      </a:lnTo>
                      <a:lnTo>
                        <a:pt x="1320" y="834"/>
                      </a:lnTo>
                      <a:lnTo>
                        <a:pt x="1338" y="834"/>
                      </a:lnTo>
                      <a:lnTo>
                        <a:pt x="1344" y="828"/>
                      </a:lnTo>
                      <a:lnTo>
                        <a:pt x="1362" y="816"/>
                      </a:lnTo>
                      <a:lnTo>
                        <a:pt x="1422" y="780"/>
                      </a:lnTo>
                      <a:lnTo>
                        <a:pt x="1440" y="768"/>
                      </a:lnTo>
                      <a:lnTo>
                        <a:pt x="1596" y="768"/>
                      </a:lnTo>
                      <a:lnTo>
                        <a:pt x="1614" y="744"/>
                      </a:lnTo>
                      <a:lnTo>
                        <a:pt x="1638" y="744"/>
                      </a:lnTo>
                      <a:lnTo>
                        <a:pt x="1650" y="738"/>
                      </a:lnTo>
                      <a:lnTo>
                        <a:pt x="1662" y="714"/>
                      </a:lnTo>
                      <a:lnTo>
                        <a:pt x="1662" y="708"/>
                      </a:lnTo>
                      <a:lnTo>
                        <a:pt x="1668" y="696"/>
                      </a:lnTo>
                      <a:lnTo>
                        <a:pt x="1668" y="690"/>
                      </a:lnTo>
                      <a:lnTo>
                        <a:pt x="1692" y="690"/>
                      </a:lnTo>
                      <a:lnTo>
                        <a:pt x="1704" y="678"/>
                      </a:lnTo>
                      <a:lnTo>
                        <a:pt x="1710" y="666"/>
                      </a:lnTo>
                      <a:lnTo>
                        <a:pt x="1716" y="660"/>
                      </a:lnTo>
                      <a:lnTo>
                        <a:pt x="1716" y="654"/>
                      </a:lnTo>
                      <a:lnTo>
                        <a:pt x="1704" y="648"/>
                      </a:lnTo>
                      <a:lnTo>
                        <a:pt x="1686" y="630"/>
                      </a:lnTo>
                      <a:lnTo>
                        <a:pt x="1674" y="624"/>
                      </a:lnTo>
                      <a:lnTo>
                        <a:pt x="1656" y="606"/>
                      </a:lnTo>
                      <a:lnTo>
                        <a:pt x="1650" y="594"/>
                      </a:lnTo>
                      <a:lnTo>
                        <a:pt x="1650" y="582"/>
                      </a:lnTo>
                      <a:lnTo>
                        <a:pt x="1656" y="570"/>
                      </a:lnTo>
                      <a:lnTo>
                        <a:pt x="1656" y="558"/>
                      </a:lnTo>
                      <a:lnTo>
                        <a:pt x="1668" y="552"/>
                      </a:lnTo>
                      <a:lnTo>
                        <a:pt x="1692" y="552"/>
                      </a:lnTo>
                      <a:lnTo>
                        <a:pt x="1698" y="558"/>
                      </a:lnTo>
                      <a:lnTo>
                        <a:pt x="1704" y="558"/>
                      </a:lnTo>
                      <a:lnTo>
                        <a:pt x="1710" y="564"/>
                      </a:lnTo>
                      <a:lnTo>
                        <a:pt x="1722" y="570"/>
                      </a:lnTo>
                      <a:lnTo>
                        <a:pt x="1728" y="576"/>
                      </a:lnTo>
                      <a:lnTo>
                        <a:pt x="1740" y="582"/>
                      </a:lnTo>
                      <a:lnTo>
                        <a:pt x="1764" y="582"/>
                      </a:lnTo>
                      <a:lnTo>
                        <a:pt x="1776" y="576"/>
                      </a:lnTo>
                      <a:lnTo>
                        <a:pt x="1794" y="576"/>
                      </a:lnTo>
                      <a:lnTo>
                        <a:pt x="1806" y="570"/>
                      </a:lnTo>
                      <a:lnTo>
                        <a:pt x="1812" y="558"/>
                      </a:lnTo>
                      <a:lnTo>
                        <a:pt x="1818" y="552"/>
                      </a:lnTo>
                      <a:lnTo>
                        <a:pt x="1818" y="528"/>
                      </a:lnTo>
                      <a:lnTo>
                        <a:pt x="1890" y="528"/>
                      </a:lnTo>
                      <a:lnTo>
                        <a:pt x="1914" y="504"/>
                      </a:lnTo>
                      <a:lnTo>
                        <a:pt x="1902" y="492"/>
                      </a:lnTo>
                      <a:lnTo>
                        <a:pt x="1896" y="480"/>
                      </a:lnTo>
                      <a:lnTo>
                        <a:pt x="1902" y="474"/>
                      </a:lnTo>
                      <a:lnTo>
                        <a:pt x="1938" y="456"/>
                      </a:lnTo>
                      <a:lnTo>
                        <a:pt x="1950" y="456"/>
                      </a:lnTo>
                      <a:lnTo>
                        <a:pt x="1950" y="438"/>
                      </a:lnTo>
                      <a:lnTo>
                        <a:pt x="1980" y="444"/>
                      </a:lnTo>
                      <a:lnTo>
                        <a:pt x="1998" y="426"/>
                      </a:lnTo>
                      <a:lnTo>
                        <a:pt x="2004" y="426"/>
                      </a:lnTo>
                      <a:lnTo>
                        <a:pt x="2010" y="420"/>
                      </a:lnTo>
                      <a:lnTo>
                        <a:pt x="2040" y="420"/>
                      </a:lnTo>
                      <a:lnTo>
                        <a:pt x="2052" y="426"/>
                      </a:lnTo>
                      <a:lnTo>
                        <a:pt x="2058" y="432"/>
                      </a:lnTo>
                      <a:lnTo>
                        <a:pt x="2094" y="432"/>
                      </a:lnTo>
                      <a:lnTo>
                        <a:pt x="2100" y="426"/>
                      </a:lnTo>
                      <a:lnTo>
                        <a:pt x="2100" y="420"/>
                      </a:lnTo>
                      <a:lnTo>
                        <a:pt x="2088" y="408"/>
                      </a:lnTo>
                      <a:close/>
                    </a:path>
                  </a:pathLst>
                </a:custGeom>
                <a:solidFill>
                  <a:srgbClr val="A29C97"/>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41" name="Moldova" descr="© INSCALE GmbH, 05.05.2010&#10;http://www.presentationload.com/">
                  <a:extLst>
                    <a:ext uri="{FF2B5EF4-FFF2-40B4-BE49-F238E27FC236}">
                      <a16:creationId xmlns:a16="http://schemas.microsoft.com/office/drawing/2014/main" id="{BCF24B51-93E2-41E4-B67A-211A026ED098}"/>
                    </a:ext>
                  </a:extLst>
                </p:cNvPr>
                <p:cNvSpPr>
                  <a:spLocks/>
                </p:cNvSpPr>
                <p:nvPr/>
              </p:nvSpPr>
              <p:spPr bwMode="gray">
                <a:xfrm>
                  <a:off x="6402792" y="2118685"/>
                  <a:ext cx="97155" cy="107755"/>
                </a:xfrm>
                <a:custGeom>
                  <a:avLst/>
                  <a:gdLst>
                    <a:gd name="T0" fmla="*/ 2147483647 w 216"/>
                    <a:gd name="T1" fmla="*/ 2147483647 h 240"/>
                    <a:gd name="T2" fmla="*/ 2147483647 w 216"/>
                    <a:gd name="T3" fmla="*/ 2147483647 h 240"/>
                    <a:gd name="T4" fmla="*/ 2147483647 w 216"/>
                    <a:gd name="T5" fmla="*/ 2147483647 h 240"/>
                    <a:gd name="T6" fmla="*/ 2147483647 w 216"/>
                    <a:gd name="T7" fmla="*/ 2147483647 h 240"/>
                    <a:gd name="T8" fmla="*/ 2147483647 w 216"/>
                    <a:gd name="T9" fmla="*/ 2147483647 h 240"/>
                    <a:gd name="T10" fmla="*/ 2147483647 w 216"/>
                    <a:gd name="T11" fmla="*/ 2147483647 h 240"/>
                    <a:gd name="T12" fmla="*/ 2147483647 w 216"/>
                    <a:gd name="T13" fmla="*/ 2147483647 h 240"/>
                    <a:gd name="T14" fmla="*/ 2147483647 w 216"/>
                    <a:gd name="T15" fmla="*/ 2147483647 h 240"/>
                    <a:gd name="T16" fmla="*/ 2147483647 w 216"/>
                    <a:gd name="T17" fmla="*/ 2147483647 h 240"/>
                    <a:gd name="T18" fmla="*/ 2147483647 w 216"/>
                    <a:gd name="T19" fmla="*/ 2147483647 h 240"/>
                    <a:gd name="T20" fmla="*/ 2147483647 w 216"/>
                    <a:gd name="T21" fmla="*/ 2147483647 h 240"/>
                    <a:gd name="T22" fmla="*/ 2147483647 w 216"/>
                    <a:gd name="T23" fmla="*/ 2147483647 h 240"/>
                    <a:gd name="T24" fmla="*/ 2147483647 w 216"/>
                    <a:gd name="T25" fmla="*/ 2147483647 h 240"/>
                    <a:gd name="T26" fmla="*/ 2147483647 w 216"/>
                    <a:gd name="T27" fmla="*/ 2147483647 h 240"/>
                    <a:gd name="T28" fmla="*/ 2147483647 w 216"/>
                    <a:gd name="T29" fmla="*/ 2147483647 h 240"/>
                    <a:gd name="T30" fmla="*/ 2147483647 w 216"/>
                    <a:gd name="T31" fmla="*/ 2147483647 h 240"/>
                    <a:gd name="T32" fmla="*/ 2147483647 w 216"/>
                    <a:gd name="T33" fmla="*/ 2147483647 h 240"/>
                    <a:gd name="T34" fmla="*/ 2147483647 w 216"/>
                    <a:gd name="T35" fmla="*/ 2147483647 h 240"/>
                    <a:gd name="T36" fmla="*/ 2147483647 w 216"/>
                    <a:gd name="T37" fmla="*/ 2147483647 h 240"/>
                    <a:gd name="T38" fmla="*/ 2147483647 w 216"/>
                    <a:gd name="T39" fmla="*/ 2147483647 h 240"/>
                    <a:gd name="T40" fmla="*/ 2147483647 w 216"/>
                    <a:gd name="T41" fmla="*/ 2147483647 h 240"/>
                    <a:gd name="T42" fmla="*/ 2147483647 w 216"/>
                    <a:gd name="T43" fmla="*/ 2147483647 h 240"/>
                    <a:gd name="T44" fmla="*/ 2147483647 w 216"/>
                    <a:gd name="T45" fmla="*/ 2147483647 h 240"/>
                    <a:gd name="T46" fmla="*/ 2147483647 w 216"/>
                    <a:gd name="T47" fmla="*/ 2147483647 h 240"/>
                    <a:gd name="T48" fmla="*/ 2147483647 w 216"/>
                    <a:gd name="T49" fmla="*/ 2147483647 h 240"/>
                    <a:gd name="T50" fmla="*/ 2147483647 w 216"/>
                    <a:gd name="T51" fmla="*/ 2147483647 h 240"/>
                    <a:gd name="T52" fmla="*/ 2147483647 w 216"/>
                    <a:gd name="T53" fmla="*/ 2147483647 h 240"/>
                    <a:gd name="T54" fmla="*/ 2147483647 w 216"/>
                    <a:gd name="T55" fmla="*/ 2147483647 h 240"/>
                    <a:gd name="T56" fmla="*/ 2147483647 w 216"/>
                    <a:gd name="T57" fmla="*/ 2147483647 h 240"/>
                    <a:gd name="T58" fmla="*/ 2147483647 w 216"/>
                    <a:gd name="T59" fmla="*/ 2147483647 h 240"/>
                    <a:gd name="T60" fmla="*/ 2147483647 w 216"/>
                    <a:gd name="T61" fmla="*/ 0 h 240"/>
                    <a:gd name="T62" fmla="*/ 2147483647 w 216"/>
                    <a:gd name="T63" fmla="*/ 2147483647 h 240"/>
                    <a:gd name="T64" fmla="*/ 2147483647 w 216"/>
                    <a:gd name="T65" fmla="*/ 2147483647 h 240"/>
                    <a:gd name="T66" fmla="*/ 2147483647 w 216"/>
                    <a:gd name="T67" fmla="*/ 2147483647 h 24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16"/>
                    <a:gd name="T103" fmla="*/ 0 h 240"/>
                    <a:gd name="T104" fmla="*/ 216 w 216"/>
                    <a:gd name="T105" fmla="*/ 240 h 24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16" h="240">
                      <a:moveTo>
                        <a:pt x="0" y="18"/>
                      </a:moveTo>
                      <a:lnTo>
                        <a:pt x="18" y="24"/>
                      </a:lnTo>
                      <a:lnTo>
                        <a:pt x="24" y="30"/>
                      </a:lnTo>
                      <a:lnTo>
                        <a:pt x="30" y="42"/>
                      </a:lnTo>
                      <a:lnTo>
                        <a:pt x="36" y="48"/>
                      </a:lnTo>
                      <a:lnTo>
                        <a:pt x="36" y="60"/>
                      </a:lnTo>
                      <a:lnTo>
                        <a:pt x="60" y="72"/>
                      </a:lnTo>
                      <a:lnTo>
                        <a:pt x="66" y="96"/>
                      </a:lnTo>
                      <a:lnTo>
                        <a:pt x="78" y="96"/>
                      </a:lnTo>
                      <a:lnTo>
                        <a:pt x="84" y="114"/>
                      </a:lnTo>
                      <a:lnTo>
                        <a:pt x="102" y="114"/>
                      </a:lnTo>
                      <a:lnTo>
                        <a:pt x="108" y="120"/>
                      </a:lnTo>
                      <a:lnTo>
                        <a:pt x="108" y="162"/>
                      </a:lnTo>
                      <a:lnTo>
                        <a:pt x="114" y="162"/>
                      </a:lnTo>
                      <a:lnTo>
                        <a:pt x="108" y="168"/>
                      </a:lnTo>
                      <a:lnTo>
                        <a:pt x="108" y="180"/>
                      </a:lnTo>
                      <a:lnTo>
                        <a:pt x="102" y="186"/>
                      </a:lnTo>
                      <a:lnTo>
                        <a:pt x="102" y="198"/>
                      </a:lnTo>
                      <a:lnTo>
                        <a:pt x="108" y="210"/>
                      </a:lnTo>
                      <a:lnTo>
                        <a:pt x="114" y="216"/>
                      </a:lnTo>
                      <a:lnTo>
                        <a:pt x="114" y="240"/>
                      </a:lnTo>
                      <a:lnTo>
                        <a:pt x="138" y="234"/>
                      </a:lnTo>
                      <a:lnTo>
                        <a:pt x="138" y="222"/>
                      </a:lnTo>
                      <a:lnTo>
                        <a:pt x="132" y="216"/>
                      </a:lnTo>
                      <a:lnTo>
                        <a:pt x="132" y="204"/>
                      </a:lnTo>
                      <a:lnTo>
                        <a:pt x="138" y="204"/>
                      </a:lnTo>
                      <a:lnTo>
                        <a:pt x="150" y="198"/>
                      </a:lnTo>
                      <a:lnTo>
                        <a:pt x="156" y="192"/>
                      </a:lnTo>
                      <a:lnTo>
                        <a:pt x="174" y="180"/>
                      </a:lnTo>
                      <a:lnTo>
                        <a:pt x="168" y="174"/>
                      </a:lnTo>
                      <a:lnTo>
                        <a:pt x="156" y="168"/>
                      </a:lnTo>
                      <a:lnTo>
                        <a:pt x="150" y="168"/>
                      </a:lnTo>
                      <a:lnTo>
                        <a:pt x="150" y="162"/>
                      </a:lnTo>
                      <a:lnTo>
                        <a:pt x="156" y="156"/>
                      </a:lnTo>
                      <a:lnTo>
                        <a:pt x="174" y="156"/>
                      </a:lnTo>
                      <a:lnTo>
                        <a:pt x="180" y="162"/>
                      </a:lnTo>
                      <a:lnTo>
                        <a:pt x="198" y="162"/>
                      </a:lnTo>
                      <a:lnTo>
                        <a:pt x="210" y="156"/>
                      </a:lnTo>
                      <a:lnTo>
                        <a:pt x="216" y="156"/>
                      </a:lnTo>
                      <a:lnTo>
                        <a:pt x="216" y="126"/>
                      </a:lnTo>
                      <a:lnTo>
                        <a:pt x="210" y="120"/>
                      </a:lnTo>
                      <a:lnTo>
                        <a:pt x="198" y="120"/>
                      </a:lnTo>
                      <a:lnTo>
                        <a:pt x="192" y="114"/>
                      </a:lnTo>
                      <a:lnTo>
                        <a:pt x="180" y="114"/>
                      </a:lnTo>
                      <a:lnTo>
                        <a:pt x="180" y="96"/>
                      </a:lnTo>
                      <a:lnTo>
                        <a:pt x="186" y="90"/>
                      </a:lnTo>
                      <a:lnTo>
                        <a:pt x="180" y="84"/>
                      </a:lnTo>
                      <a:lnTo>
                        <a:pt x="174" y="84"/>
                      </a:lnTo>
                      <a:lnTo>
                        <a:pt x="162" y="90"/>
                      </a:lnTo>
                      <a:lnTo>
                        <a:pt x="162" y="66"/>
                      </a:lnTo>
                      <a:lnTo>
                        <a:pt x="168" y="60"/>
                      </a:lnTo>
                      <a:lnTo>
                        <a:pt x="162" y="48"/>
                      </a:lnTo>
                      <a:lnTo>
                        <a:pt x="156" y="42"/>
                      </a:lnTo>
                      <a:lnTo>
                        <a:pt x="144" y="36"/>
                      </a:lnTo>
                      <a:lnTo>
                        <a:pt x="126" y="36"/>
                      </a:lnTo>
                      <a:lnTo>
                        <a:pt x="126" y="24"/>
                      </a:lnTo>
                      <a:lnTo>
                        <a:pt x="120" y="18"/>
                      </a:lnTo>
                      <a:lnTo>
                        <a:pt x="78" y="18"/>
                      </a:lnTo>
                      <a:lnTo>
                        <a:pt x="78" y="12"/>
                      </a:lnTo>
                      <a:lnTo>
                        <a:pt x="72" y="12"/>
                      </a:lnTo>
                      <a:lnTo>
                        <a:pt x="60" y="0"/>
                      </a:lnTo>
                      <a:lnTo>
                        <a:pt x="54" y="0"/>
                      </a:lnTo>
                      <a:lnTo>
                        <a:pt x="42" y="6"/>
                      </a:lnTo>
                      <a:lnTo>
                        <a:pt x="36" y="6"/>
                      </a:lnTo>
                      <a:lnTo>
                        <a:pt x="36" y="12"/>
                      </a:lnTo>
                      <a:lnTo>
                        <a:pt x="24" y="12"/>
                      </a:lnTo>
                      <a:lnTo>
                        <a:pt x="12" y="6"/>
                      </a:lnTo>
                      <a:lnTo>
                        <a:pt x="6" y="6"/>
                      </a:lnTo>
                      <a:lnTo>
                        <a:pt x="0" y="18"/>
                      </a:lnTo>
                      <a:close/>
                    </a:path>
                  </a:pathLst>
                </a:custGeom>
                <a:solidFill>
                  <a:srgbClr val="A29C97"/>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42" name="Mexico" descr="© INSCALE GmbH, 05.05.2010&#10;http://www.presentationload.com/">
                  <a:extLst>
                    <a:ext uri="{FF2B5EF4-FFF2-40B4-BE49-F238E27FC236}">
                      <a16:creationId xmlns:a16="http://schemas.microsoft.com/office/drawing/2014/main" id="{C9E0F10B-DECC-4806-9653-B3B3B111AD19}"/>
                    </a:ext>
                  </a:extLst>
                </p:cNvPr>
                <p:cNvSpPr>
                  <a:spLocks/>
                </p:cNvSpPr>
                <p:nvPr/>
              </p:nvSpPr>
              <p:spPr bwMode="gray">
                <a:xfrm>
                  <a:off x="2037891" y="2689252"/>
                  <a:ext cx="840831" cy="658890"/>
                </a:xfrm>
                <a:custGeom>
                  <a:avLst/>
                  <a:gdLst>
                    <a:gd name="T0" fmla="*/ 2147483647 w 1860"/>
                    <a:gd name="T1" fmla="*/ 2147483647 h 1458"/>
                    <a:gd name="T2" fmla="*/ 2147483647 w 1860"/>
                    <a:gd name="T3" fmla="*/ 2147483647 h 1458"/>
                    <a:gd name="T4" fmla="*/ 2147483647 w 1860"/>
                    <a:gd name="T5" fmla="*/ 2147483647 h 1458"/>
                    <a:gd name="T6" fmla="*/ 2147483647 w 1860"/>
                    <a:gd name="T7" fmla="*/ 2147483647 h 1458"/>
                    <a:gd name="T8" fmla="*/ 2147483647 w 1860"/>
                    <a:gd name="T9" fmla="*/ 2147483647 h 1458"/>
                    <a:gd name="T10" fmla="*/ 2147483647 w 1860"/>
                    <a:gd name="T11" fmla="*/ 2147483647 h 1458"/>
                    <a:gd name="T12" fmla="*/ 2147483647 w 1860"/>
                    <a:gd name="T13" fmla="*/ 2147483647 h 1458"/>
                    <a:gd name="T14" fmla="*/ 2147483647 w 1860"/>
                    <a:gd name="T15" fmla="*/ 2147483647 h 1458"/>
                    <a:gd name="T16" fmla="*/ 2147483647 w 1860"/>
                    <a:gd name="T17" fmla="*/ 2147483647 h 1458"/>
                    <a:gd name="T18" fmla="*/ 2147483647 w 1860"/>
                    <a:gd name="T19" fmla="*/ 2147483647 h 1458"/>
                    <a:gd name="T20" fmla="*/ 2147483647 w 1860"/>
                    <a:gd name="T21" fmla="*/ 2147483647 h 1458"/>
                    <a:gd name="T22" fmla="*/ 2147483647 w 1860"/>
                    <a:gd name="T23" fmla="*/ 2147483647 h 1458"/>
                    <a:gd name="T24" fmla="*/ 2147483647 w 1860"/>
                    <a:gd name="T25" fmla="*/ 2147483647 h 1458"/>
                    <a:gd name="T26" fmla="*/ 2147483647 w 1860"/>
                    <a:gd name="T27" fmla="*/ 2147483647 h 1458"/>
                    <a:gd name="T28" fmla="*/ 2147483647 w 1860"/>
                    <a:gd name="T29" fmla="*/ 2147483647 h 1458"/>
                    <a:gd name="T30" fmla="*/ 2147483647 w 1860"/>
                    <a:gd name="T31" fmla="*/ 2147483647 h 1458"/>
                    <a:gd name="T32" fmla="*/ 2147483647 w 1860"/>
                    <a:gd name="T33" fmla="*/ 2147483647 h 1458"/>
                    <a:gd name="T34" fmla="*/ 2147483647 w 1860"/>
                    <a:gd name="T35" fmla="*/ 2147483647 h 1458"/>
                    <a:gd name="T36" fmla="*/ 2147483647 w 1860"/>
                    <a:gd name="T37" fmla="*/ 2147483647 h 1458"/>
                    <a:gd name="T38" fmla="*/ 2147483647 w 1860"/>
                    <a:gd name="T39" fmla="*/ 2147483647 h 1458"/>
                    <a:gd name="T40" fmla="*/ 2147483647 w 1860"/>
                    <a:gd name="T41" fmla="*/ 2147483647 h 1458"/>
                    <a:gd name="T42" fmla="*/ 2147483647 w 1860"/>
                    <a:gd name="T43" fmla="*/ 2147483647 h 1458"/>
                    <a:gd name="T44" fmla="*/ 2147483647 w 1860"/>
                    <a:gd name="T45" fmla="*/ 2147483647 h 1458"/>
                    <a:gd name="T46" fmla="*/ 2147483647 w 1860"/>
                    <a:gd name="T47" fmla="*/ 2147483647 h 1458"/>
                    <a:gd name="T48" fmla="*/ 2147483647 w 1860"/>
                    <a:gd name="T49" fmla="*/ 2147483647 h 1458"/>
                    <a:gd name="T50" fmla="*/ 2147483647 w 1860"/>
                    <a:gd name="T51" fmla="*/ 2147483647 h 1458"/>
                    <a:gd name="T52" fmla="*/ 2147483647 w 1860"/>
                    <a:gd name="T53" fmla="*/ 2147483647 h 1458"/>
                    <a:gd name="T54" fmla="*/ 2147483647 w 1860"/>
                    <a:gd name="T55" fmla="*/ 2147483647 h 1458"/>
                    <a:gd name="T56" fmla="*/ 0 w 1860"/>
                    <a:gd name="T57" fmla="*/ 2147483647 h 1458"/>
                    <a:gd name="T58" fmla="*/ 2147483647 w 1860"/>
                    <a:gd name="T59" fmla="*/ 2147483647 h 1458"/>
                    <a:gd name="T60" fmla="*/ 2147483647 w 1860"/>
                    <a:gd name="T61" fmla="*/ 2147483647 h 1458"/>
                    <a:gd name="T62" fmla="*/ 2147483647 w 1860"/>
                    <a:gd name="T63" fmla="*/ 2147483647 h 1458"/>
                    <a:gd name="T64" fmla="*/ 2147483647 w 1860"/>
                    <a:gd name="T65" fmla="*/ 2147483647 h 1458"/>
                    <a:gd name="T66" fmla="*/ 2147483647 w 1860"/>
                    <a:gd name="T67" fmla="*/ 2147483647 h 1458"/>
                    <a:gd name="T68" fmla="*/ 2147483647 w 1860"/>
                    <a:gd name="T69" fmla="*/ 2147483647 h 1458"/>
                    <a:gd name="T70" fmla="*/ 2147483647 w 1860"/>
                    <a:gd name="T71" fmla="*/ 2147483647 h 1458"/>
                    <a:gd name="T72" fmla="*/ 2147483647 w 1860"/>
                    <a:gd name="T73" fmla="*/ 2147483647 h 1458"/>
                    <a:gd name="T74" fmla="*/ 2147483647 w 1860"/>
                    <a:gd name="T75" fmla="*/ 2147483647 h 1458"/>
                    <a:gd name="T76" fmla="*/ 2147483647 w 1860"/>
                    <a:gd name="T77" fmla="*/ 2147483647 h 1458"/>
                    <a:gd name="T78" fmla="*/ 2147483647 w 1860"/>
                    <a:gd name="T79" fmla="*/ 2147483647 h 1458"/>
                    <a:gd name="T80" fmla="*/ 2147483647 w 1860"/>
                    <a:gd name="T81" fmla="*/ 2147483647 h 1458"/>
                    <a:gd name="T82" fmla="*/ 2147483647 w 1860"/>
                    <a:gd name="T83" fmla="*/ 2147483647 h 1458"/>
                    <a:gd name="T84" fmla="*/ 2147483647 w 1860"/>
                    <a:gd name="T85" fmla="*/ 2147483647 h 1458"/>
                    <a:gd name="T86" fmla="*/ 2147483647 w 1860"/>
                    <a:gd name="T87" fmla="*/ 2147483647 h 1458"/>
                    <a:gd name="T88" fmla="*/ 2147483647 w 1860"/>
                    <a:gd name="T89" fmla="*/ 2147483647 h 1458"/>
                    <a:gd name="T90" fmla="*/ 2147483647 w 1860"/>
                    <a:gd name="T91" fmla="*/ 2147483647 h 1458"/>
                    <a:gd name="T92" fmla="*/ 2147483647 w 1860"/>
                    <a:gd name="T93" fmla="*/ 2147483647 h 1458"/>
                    <a:gd name="T94" fmla="*/ 2147483647 w 1860"/>
                    <a:gd name="T95" fmla="*/ 2147483647 h 1458"/>
                    <a:gd name="T96" fmla="*/ 2147483647 w 1860"/>
                    <a:gd name="T97" fmla="*/ 2147483647 h 1458"/>
                    <a:gd name="T98" fmla="*/ 2147483647 w 1860"/>
                    <a:gd name="T99" fmla="*/ 2147483647 h 1458"/>
                    <a:gd name="T100" fmla="*/ 2147483647 w 1860"/>
                    <a:gd name="T101" fmla="*/ 2147483647 h 1458"/>
                    <a:gd name="T102" fmla="*/ 2147483647 w 1860"/>
                    <a:gd name="T103" fmla="*/ 2147483647 h 1458"/>
                    <a:gd name="T104" fmla="*/ 2147483647 w 1860"/>
                    <a:gd name="T105" fmla="*/ 2147483647 h 1458"/>
                    <a:gd name="T106" fmla="*/ 2147483647 w 1860"/>
                    <a:gd name="T107" fmla="*/ 2147483647 h 1458"/>
                    <a:gd name="T108" fmla="*/ 2147483647 w 1860"/>
                    <a:gd name="T109" fmla="*/ 2147483647 h 1458"/>
                    <a:gd name="T110" fmla="*/ 2147483647 w 1860"/>
                    <a:gd name="T111" fmla="*/ 2147483647 h 1458"/>
                    <a:gd name="T112" fmla="*/ 2147483647 w 1860"/>
                    <a:gd name="T113" fmla="*/ 2147483647 h 1458"/>
                    <a:gd name="T114" fmla="*/ 2147483647 w 1860"/>
                    <a:gd name="T115" fmla="*/ 2147483647 h 1458"/>
                    <a:gd name="T116" fmla="*/ 2147483647 w 1860"/>
                    <a:gd name="T117" fmla="*/ 2147483647 h 1458"/>
                    <a:gd name="T118" fmla="*/ 2147483647 w 1860"/>
                    <a:gd name="T119" fmla="*/ 2147483647 h 1458"/>
                    <a:gd name="T120" fmla="*/ 2147483647 w 1860"/>
                    <a:gd name="T121" fmla="*/ 2147483647 h 145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860"/>
                    <a:gd name="T184" fmla="*/ 0 h 1458"/>
                    <a:gd name="T185" fmla="*/ 1860 w 1860"/>
                    <a:gd name="T186" fmla="*/ 1458 h 1458"/>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860" h="1458">
                      <a:moveTo>
                        <a:pt x="1422" y="1440"/>
                      </a:moveTo>
                      <a:lnTo>
                        <a:pt x="1422" y="1380"/>
                      </a:lnTo>
                      <a:lnTo>
                        <a:pt x="1452" y="1332"/>
                      </a:lnTo>
                      <a:lnTo>
                        <a:pt x="1542" y="1338"/>
                      </a:lnTo>
                      <a:lnTo>
                        <a:pt x="1542" y="1320"/>
                      </a:lnTo>
                      <a:lnTo>
                        <a:pt x="1548" y="1320"/>
                      </a:lnTo>
                      <a:lnTo>
                        <a:pt x="1554" y="1314"/>
                      </a:lnTo>
                      <a:lnTo>
                        <a:pt x="1554" y="1302"/>
                      </a:lnTo>
                      <a:lnTo>
                        <a:pt x="1536" y="1302"/>
                      </a:lnTo>
                      <a:lnTo>
                        <a:pt x="1530" y="1278"/>
                      </a:lnTo>
                      <a:lnTo>
                        <a:pt x="1524" y="1278"/>
                      </a:lnTo>
                      <a:lnTo>
                        <a:pt x="1512" y="1272"/>
                      </a:lnTo>
                      <a:lnTo>
                        <a:pt x="1506" y="1272"/>
                      </a:lnTo>
                      <a:lnTo>
                        <a:pt x="1500" y="1266"/>
                      </a:lnTo>
                      <a:lnTo>
                        <a:pt x="1494" y="1254"/>
                      </a:lnTo>
                      <a:lnTo>
                        <a:pt x="1494" y="1248"/>
                      </a:lnTo>
                      <a:lnTo>
                        <a:pt x="1482" y="1242"/>
                      </a:lnTo>
                      <a:lnTo>
                        <a:pt x="1506" y="1242"/>
                      </a:lnTo>
                      <a:lnTo>
                        <a:pt x="1518" y="1236"/>
                      </a:lnTo>
                      <a:lnTo>
                        <a:pt x="1524" y="1236"/>
                      </a:lnTo>
                      <a:lnTo>
                        <a:pt x="1524" y="1212"/>
                      </a:lnTo>
                      <a:lnTo>
                        <a:pt x="1518" y="1200"/>
                      </a:lnTo>
                      <a:lnTo>
                        <a:pt x="1518" y="1188"/>
                      </a:lnTo>
                      <a:lnTo>
                        <a:pt x="1650" y="1194"/>
                      </a:lnTo>
                      <a:lnTo>
                        <a:pt x="1656" y="1182"/>
                      </a:lnTo>
                      <a:lnTo>
                        <a:pt x="1656" y="1176"/>
                      </a:lnTo>
                      <a:lnTo>
                        <a:pt x="1662" y="1176"/>
                      </a:lnTo>
                      <a:lnTo>
                        <a:pt x="1668" y="1182"/>
                      </a:lnTo>
                      <a:lnTo>
                        <a:pt x="1668" y="1188"/>
                      </a:lnTo>
                      <a:lnTo>
                        <a:pt x="1674" y="1188"/>
                      </a:lnTo>
                      <a:lnTo>
                        <a:pt x="1680" y="1182"/>
                      </a:lnTo>
                      <a:lnTo>
                        <a:pt x="1692" y="1176"/>
                      </a:lnTo>
                      <a:lnTo>
                        <a:pt x="1698" y="1164"/>
                      </a:lnTo>
                      <a:lnTo>
                        <a:pt x="1698" y="1152"/>
                      </a:lnTo>
                      <a:lnTo>
                        <a:pt x="1704" y="1146"/>
                      </a:lnTo>
                      <a:lnTo>
                        <a:pt x="1704" y="1140"/>
                      </a:lnTo>
                      <a:lnTo>
                        <a:pt x="1710" y="1152"/>
                      </a:lnTo>
                      <a:lnTo>
                        <a:pt x="1746" y="1116"/>
                      </a:lnTo>
                      <a:lnTo>
                        <a:pt x="1746" y="1122"/>
                      </a:lnTo>
                      <a:lnTo>
                        <a:pt x="1740" y="1128"/>
                      </a:lnTo>
                      <a:lnTo>
                        <a:pt x="1740" y="1146"/>
                      </a:lnTo>
                      <a:lnTo>
                        <a:pt x="1746" y="1152"/>
                      </a:lnTo>
                      <a:lnTo>
                        <a:pt x="1758" y="1152"/>
                      </a:lnTo>
                      <a:lnTo>
                        <a:pt x="1782" y="1086"/>
                      </a:lnTo>
                      <a:lnTo>
                        <a:pt x="1770" y="1074"/>
                      </a:lnTo>
                      <a:lnTo>
                        <a:pt x="1794" y="1068"/>
                      </a:lnTo>
                      <a:lnTo>
                        <a:pt x="1794" y="1056"/>
                      </a:lnTo>
                      <a:lnTo>
                        <a:pt x="1776" y="1050"/>
                      </a:lnTo>
                      <a:lnTo>
                        <a:pt x="1794" y="1032"/>
                      </a:lnTo>
                      <a:lnTo>
                        <a:pt x="1800" y="1008"/>
                      </a:lnTo>
                      <a:lnTo>
                        <a:pt x="1806" y="996"/>
                      </a:lnTo>
                      <a:lnTo>
                        <a:pt x="1818" y="990"/>
                      </a:lnTo>
                      <a:lnTo>
                        <a:pt x="1824" y="978"/>
                      </a:lnTo>
                      <a:lnTo>
                        <a:pt x="1836" y="966"/>
                      </a:lnTo>
                      <a:lnTo>
                        <a:pt x="1842" y="954"/>
                      </a:lnTo>
                      <a:lnTo>
                        <a:pt x="1848" y="948"/>
                      </a:lnTo>
                      <a:lnTo>
                        <a:pt x="1854" y="936"/>
                      </a:lnTo>
                      <a:lnTo>
                        <a:pt x="1854" y="930"/>
                      </a:lnTo>
                      <a:lnTo>
                        <a:pt x="1860" y="918"/>
                      </a:lnTo>
                      <a:lnTo>
                        <a:pt x="1860" y="900"/>
                      </a:lnTo>
                      <a:lnTo>
                        <a:pt x="1854" y="894"/>
                      </a:lnTo>
                      <a:lnTo>
                        <a:pt x="1818" y="894"/>
                      </a:lnTo>
                      <a:lnTo>
                        <a:pt x="1812" y="900"/>
                      </a:lnTo>
                      <a:lnTo>
                        <a:pt x="1800" y="900"/>
                      </a:lnTo>
                      <a:lnTo>
                        <a:pt x="1794" y="894"/>
                      </a:lnTo>
                      <a:lnTo>
                        <a:pt x="1782" y="894"/>
                      </a:lnTo>
                      <a:lnTo>
                        <a:pt x="1770" y="888"/>
                      </a:lnTo>
                      <a:lnTo>
                        <a:pt x="1746" y="888"/>
                      </a:lnTo>
                      <a:lnTo>
                        <a:pt x="1734" y="894"/>
                      </a:lnTo>
                      <a:lnTo>
                        <a:pt x="1716" y="900"/>
                      </a:lnTo>
                      <a:lnTo>
                        <a:pt x="1698" y="900"/>
                      </a:lnTo>
                      <a:lnTo>
                        <a:pt x="1686" y="906"/>
                      </a:lnTo>
                      <a:lnTo>
                        <a:pt x="1668" y="906"/>
                      </a:lnTo>
                      <a:lnTo>
                        <a:pt x="1656" y="912"/>
                      </a:lnTo>
                      <a:lnTo>
                        <a:pt x="1626" y="912"/>
                      </a:lnTo>
                      <a:lnTo>
                        <a:pt x="1614" y="918"/>
                      </a:lnTo>
                      <a:lnTo>
                        <a:pt x="1608" y="924"/>
                      </a:lnTo>
                      <a:lnTo>
                        <a:pt x="1596" y="948"/>
                      </a:lnTo>
                      <a:lnTo>
                        <a:pt x="1590" y="966"/>
                      </a:lnTo>
                      <a:lnTo>
                        <a:pt x="1590" y="1026"/>
                      </a:lnTo>
                      <a:lnTo>
                        <a:pt x="1572" y="1032"/>
                      </a:lnTo>
                      <a:lnTo>
                        <a:pt x="1572" y="1062"/>
                      </a:lnTo>
                      <a:lnTo>
                        <a:pt x="1566" y="1074"/>
                      </a:lnTo>
                      <a:lnTo>
                        <a:pt x="1542" y="1086"/>
                      </a:lnTo>
                      <a:lnTo>
                        <a:pt x="1524" y="1098"/>
                      </a:lnTo>
                      <a:lnTo>
                        <a:pt x="1512" y="1110"/>
                      </a:lnTo>
                      <a:lnTo>
                        <a:pt x="1512" y="1122"/>
                      </a:lnTo>
                      <a:lnTo>
                        <a:pt x="1506" y="1128"/>
                      </a:lnTo>
                      <a:lnTo>
                        <a:pt x="1506" y="1140"/>
                      </a:lnTo>
                      <a:lnTo>
                        <a:pt x="1500" y="1146"/>
                      </a:lnTo>
                      <a:lnTo>
                        <a:pt x="1488" y="1146"/>
                      </a:lnTo>
                      <a:lnTo>
                        <a:pt x="1476" y="1134"/>
                      </a:lnTo>
                      <a:lnTo>
                        <a:pt x="1476" y="1128"/>
                      </a:lnTo>
                      <a:lnTo>
                        <a:pt x="1470" y="1122"/>
                      </a:lnTo>
                      <a:lnTo>
                        <a:pt x="1440" y="1122"/>
                      </a:lnTo>
                      <a:lnTo>
                        <a:pt x="1416" y="1128"/>
                      </a:lnTo>
                      <a:lnTo>
                        <a:pt x="1392" y="1140"/>
                      </a:lnTo>
                      <a:lnTo>
                        <a:pt x="1356" y="1140"/>
                      </a:lnTo>
                      <a:lnTo>
                        <a:pt x="1338" y="1146"/>
                      </a:lnTo>
                      <a:lnTo>
                        <a:pt x="1290" y="1170"/>
                      </a:lnTo>
                      <a:lnTo>
                        <a:pt x="1284" y="1170"/>
                      </a:lnTo>
                      <a:lnTo>
                        <a:pt x="1272" y="1158"/>
                      </a:lnTo>
                      <a:lnTo>
                        <a:pt x="1266" y="1146"/>
                      </a:lnTo>
                      <a:lnTo>
                        <a:pt x="1266" y="1140"/>
                      </a:lnTo>
                      <a:lnTo>
                        <a:pt x="1260" y="1128"/>
                      </a:lnTo>
                      <a:lnTo>
                        <a:pt x="1242" y="1128"/>
                      </a:lnTo>
                      <a:lnTo>
                        <a:pt x="1224" y="1122"/>
                      </a:lnTo>
                      <a:lnTo>
                        <a:pt x="1194" y="1122"/>
                      </a:lnTo>
                      <a:lnTo>
                        <a:pt x="1194" y="1104"/>
                      </a:lnTo>
                      <a:lnTo>
                        <a:pt x="1188" y="1092"/>
                      </a:lnTo>
                      <a:lnTo>
                        <a:pt x="1176" y="1080"/>
                      </a:lnTo>
                      <a:lnTo>
                        <a:pt x="1170" y="1068"/>
                      </a:lnTo>
                      <a:lnTo>
                        <a:pt x="1164" y="1062"/>
                      </a:lnTo>
                      <a:lnTo>
                        <a:pt x="1164" y="1026"/>
                      </a:lnTo>
                      <a:lnTo>
                        <a:pt x="1128" y="966"/>
                      </a:lnTo>
                      <a:lnTo>
                        <a:pt x="1122" y="924"/>
                      </a:lnTo>
                      <a:lnTo>
                        <a:pt x="1110" y="894"/>
                      </a:lnTo>
                      <a:lnTo>
                        <a:pt x="1104" y="804"/>
                      </a:lnTo>
                      <a:lnTo>
                        <a:pt x="1110" y="798"/>
                      </a:lnTo>
                      <a:lnTo>
                        <a:pt x="1122" y="774"/>
                      </a:lnTo>
                      <a:lnTo>
                        <a:pt x="1128" y="768"/>
                      </a:lnTo>
                      <a:lnTo>
                        <a:pt x="1128" y="654"/>
                      </a:lnTo>
                      <a:lnTo>
                        <a:pt x="1152" y="648"/>
                      </a:lnTo>
                      <a:lnTo>
                        <a:pt x="1152" y="612"/>
                      </a:lnTo>
                      <a:lnTo>
                        <a:pt x="1158" y="600"/>
                      </a:lnTo>
                      <a:lnTo>
                        <a:pt x="1158" y="594"/>
                      </a:lnTo>
                      <a:lnTo>
                        <a:pt x="1164" y="588"/>
                      </a:lnTo>
                      <a:lnTo>
                        <a:pt x="1176" y="588"/>
                      </a:lnTo>
                      <a:lnTo>
                        <a:pt x="1182" y="594"/>
                      </a:lnTo>
                      <a:lnTo>
                        <a:pt x="1188" y="594"/>
                      </a:lnTo>
                      <a:lnTo>
                        <a:pt x="1188" y="588"/>
                      </a:lnTo>
                      <a:lnTo>
                        <a:pt x="1194" y="576"/>
                      </a:lnTo>
                      <a:lnTo>
                        <a:pt x="1194" y="564"/>
                      </a:lnTo>
                      <a:lnTo>
                        <a:pt x="1200" y="558"/>
                      </a:lnTo>
                      <a:lnTo>
                        <a:pt x="1206" y="546"/>
                      </a:lnTo>
                      <a:lnTo>
                        <a:pt x="1206" y="540"/>
                      </a:lnTo>
                      <a:lnTo>
                        <a:pt x="1206" y="546"/>
                      </a:lnTo>
                      <a:lnTo>
                        <a:pt x="1182" y="546"/>
                      </a:lnTo>
                      <a:lnTo>
                        <a:pt x="1176" y="534"/>
                      </a:lnTo>
                      <a:lnTo>
                        <a:pt x="1176" y="528"/>
                      </a:lnTo>
                      <a:lnTo>
                        <a:pt x="1134" y="528"/>
                      </a:lnTo>
                      <a:lnTo>
                        <a:pt x="1122" y="516"/>
                      </a:lnTo>
                      <a:lnTo>
                        <a:pt x="1110" y="516"/>
                      </a:lnTo>
                      <a:lnTo>
                        <a:pt x="1092" y="510"/>
                      </a:lnTo>
                      <a:lnTo>
                        <a:pt x="1080" y="498"/>
                      </a:lnTo>
                      <a:lnTo>
                        <a:pt x="1080" y="468"/>
                      </a:lnTo>
                      <a:lnTo>
                        <a:pt x="1068" y="456"/>
                      </a:lnTo>
                      <a:lnTo>
                        <a:pt x="1068" y="420"/>
                      </a:lnTo>
                      <a:lnTo>
                        <a:pt x="1074" y="420"/>
                      </a:lnTo>
                      <a:lnTo>
                        <a:pt x="1080" y="414"/>
                      </a:lnTo>
                      <a:lnTo>
                        <a:pt x="1080" y="408"/>
                      </a:lnTo>
                      <a:lnTo>
                        <a:pt x="1068" y="396"/>
                      </a:lnTo>
                      <a:lnTo>
                        <a:pt x="1056" y="390"/>
                      </a:lnTo>
                      <a:lnTo>
                        <a:pt x="1050" y="384"/>
                      </a:lnTo>
                      <a:lnTo>
                        <a:pt x="1050" y="360"/>
                      </a:lnTo>
                      <a:lnTo>
                        <a:pt x="1038" y="354"/>
                      </a:lnTo>
                      <a:lnTo>
                        <a:pt x="1032" y="342"/>
                      </a:lnTo>
                      <a:lnTo>
                        <a:pt x="1032" y="330"/>
                      </a:lnTo>
                      <a:lnTo>
                        <a:pt x="1038" y="318"/>
                      </a:lnTo>
                      <a:lnTo>
                        <a:pt x="1038" y="294"/>
                      </a:lnTo>
                      <a:lnTo>
                        <a:pt x="1026" y="282"/>
                      </a:lnTo>
                      <a:lnTo>
                        <a:pt x="1020" y="270"/>
                      </a:lnTo>
                      <a:lnTo>
                        <a:pt x="1008" y="258"/>
                      </a:lnTo>
                      <a:lnTo>
                        <a:pt x="1002" y="246"/>
                      </a:lnTo>
                      <a:lnTo>
                        <a:pt x="996" y="240"/>
                      </a:lnTo>
                      <a:lnTo>
                        <a:pt x="990" y="228"/>
                      </a:lnTo>
                      <a:lnTo>
                        <a:pt x="948" y="228"/>
                      </a:lnTo>
                      <a:lnTo>
                        <a:pt x="930" y="222"/>
                      </a:lnTo>
                      <a:lnTo>
                        <a:pt x="930" y="228"/>
                      </a:lnTo>
                      <a:lnTo>
                        <a:pt x="912" y="228"/>
                      </a:lnTo>
                      <a:lnTo>
                        <a:pt x="900" y="240"/>
                      </a:lnTo>
                      <a:lnTo>
                        <a:pt x="888" y="264"/>
                      </a:lnTo>
                      <a:lnTo>
                        <a:pt x="876" y="276"/>
                      </a:lnTo>
                      <a:lnTo>
                        <a:pt x="852" y="288"/>
                      </a:lnTo>
                      <a:lnTo>
                        <a:pt x="840" y="288"/>
                      </a:lnTo>
                      <a:lnTo>
                        <a:pt x="822" y="276"/>
                      </a:lnTo>
                      <a:lnTo>
                        <a:pt x="810" y="270"/>
                      </a:lnTo>
                      <a:lnTo>
                        <a:pt x="780" y="240"/>
                      </a:lnTo>
                      <a:lnTo>
                        <a:pt x="780" y="228"/>
                      </a:lnTo>
                      <a:lnTo>
                        <a:pt x="786" y="216"/>
                      </a:lnTo>
                      <a:lnTo>
                        <a:pt x="786" y="174"/>
                      </a:lnTo>
                      <a:lnTo>
                        <a:pt x="780" y="162"/>
                      </a:lnTo>
                      <a:lnTo>
                        <a:pt x="768" y="150"/>
                      </a:lnTo>
                      <a:lnTo>
                        <a:pt x="756" y="144"/>
                      </a:lnTo>
                      <a:lnTo>
                        <a:pt x="744" y="144"/>
                      </a:lnTo>
                      <a:lnTo>
                        <a:pt x="738" y="114"/>
                      </a:lnTo>
                      <a:lnTo>
                        <a:pt x="708" y="102"/>
                      </a:lnTo>
                      <a:lnTo>
                        <a:pt x="708" y="78"/>
                      </a:lnTo>
                      <a:lnTo>
                        <a:pt x="696" y="66"/>
                      </a:lnTo>
                      <a:lnTo>
                        <a:pt x="582" y="66"/>
                      </a:lnTo>
                      <a:lnTo>
                        <a:pt x="576" y="72"/>
                      </a:lnTo>
                      <a:lnTo>
                        <a:pt x="576" y="90"/>
                      </a:lnTo>
                      <a:lnTo>
                        <a:pt x="570" y="102"/>
                      </a:lnTo>
                      <a:lnTo>
                        <a:pt x="570" y="108"/>
                      </a:lnTo>
                      <a:lnTo>
                        <a:pt x="366" y="108"/>
                      </a:lnTo>
                      <a:lnTo>
                        <a:pt x="156" y="12"/>
                      </a:lnTo>
                      <a:lnTo>
                        <a:pt x="150" y="12"/>
                      </a:lnTo>
                      <a:lnTo>
                        <a:pt x="150" y="6"/>
                      </a:lnTo>
                      <a:lnTo>
                        <a:pt x="156" y="0"/>
                      </a:lnTo>
                      <a:lnTo>
                        <a:pt x="12" y="6"/>
                      </a:lnTo>
                      <a:lnTo>
                        <a:pt x="6" y="0"/>
                      </a:lnTo>
                      <a:lnTo>
                        <a:pt x="0" y="18"/>
                      </a:lnTo>
                      <a:lnTo>
                        <a:pt x="0" y="48"/>
                      </a:lnTo>
                      <a:lnTo>
                        <a:pt x="6" y="60"/>
                      </a:lnTo>
                      <a:lnTo>
                        <a:pt x="12" y="66"/>
                      </a:lnTo>
                      <a:lnTo>
                        <a:pt x="18" y="78"/>
                      </a:lnTo>
                      <a:lnTo>
                        <a:pt x="0" y="90"/>
                      </a:lnTo>
                      <a:lnTo>
                        <a:pt x="12" y="114"/>
                      </a:lnTo>
                      <a:lnTo>
                        <a:pt x="6" y="126"/>
                      </a:lnTo>
                      <a:lnTo>
                        <a:pt x="24" y="144"/>
                      </a:lnTo>
                      <a:lnTo>
                        <a:pt x="6" y="174"/>
                      </a:lnTo>
                      <a:lnTo>
                        <a:pt x="18" y="180"/>
                      </a:lnTo>
                      <a:lnTo>
                        <a:pt x="18" y="210"/>
                      </a:lnTo>
                      <a:lnTo>
                        <a:pt x="24" y="228"/>
                      </a:lnTo>
                      <a:lnTo>
                        <a:pt x="24" y="240"/>
                      </a:lnTo>
                      <a:lnTo>
                        <a:pt x="30" y="252"/>
                      </a:lnTo>
                      <a:lnTo>
                        <a:pt x="42" y="264"/>
                      </a:lnTo>
                      <a:lnTo>
                        <a:pt x="60" y="264"/>
                      </a:lnTo>
                      <a:lnTo>
                        <a:pt x="60" y="270"/>
                      </a:lnTo>
                      <a:lnTo>
                        <a:pt x="66" y="276"/>
                      </a:lnTo>
                      <a:lnTo>
                        <a:pt x="72" y="288"/>
                      </a:lnTo>
                      <a:lnTo>
                        <a:pt x="84" y="300"/>
                      </a:lnTo>
                      <a:lnTo>
                        <a:pt x="90" y="318"/>
                      </a:lnTo>
                      <a:lnTo>
                        <a:pt x="96" y="330"/>
                      </a:lnTo>
                      <a:lnTo>
                        <a:pt x="96" y="342"/>
                      </a:lnTo>
                      <a:lnTo>
                        <a:pt x="78" y="378"/>
                      </a:lnTo>
                      <a:lnTo>
                        <a:pt x="72" y="384"/>
                      </a:lnTo>
                      <a:lnTo>
                        <a:pt x="72" y="390"/>
                      </a:lnTo>
                      <a:lnTo>
                        <a:pt x="84" y="396"/>
                      </a:lnTo>
                      <a:lnTo>
                        <a:pt x="72" y="414"/>
                      </a:lnTo>
                      <a:lnTo>
                        <a:pt x="60" y="396"/>
                      </a:lnTo>
                      <a:lnTo>
                        <a:pt x="12" y="390"/>
                      </a:lnTo>
                      <a:lnTo>
                        <a:pt x="36" y="414"/>
                      </a:lnTo>
                      <a:lnTo>
                        <a:pt x="42" y="438"/>
                      </a:lnTo>
                      <a:lnTo>
                        <a:pt x="66" y="444"/>
                      </a:lnTo>
                      <a:lnTo>
                        <a:pt x="78" y="456"/>
                      </a:lnTo>
                      <a:lnTo>
                        <a:pt x="84" y="468"/>
                      </a:lnTo>
                      <a:lnTo>
                        <a:pt x="90" y="474"/>
                      </a:lnTo>
                      <a:lnTo>
                        <a:pt x="96" y="474"/>
                      </a:lnTo>
                      <a:lnTo>
                        <a:pt x="102" y="468"/>
                      </a:lnTo>
                      <a:lnTo>
                        <a:pt x="108" y="468"/>
                      </a:lnTo>
                      <a:lnTo>
                        <a:pt x="120" y="462"/>
                      </a:lnTo>
                      <a:lnTo>
                        <a:pt x="126" y="456"/>
                      </a:lnTo>
                      <a:lnTo>
                        <a:pt x="126" y="480"/>
                      </a:lnTo>
                      <a:lnTo>
                        <a:pt x="144" y="516"/>
                      </a:lnTo>
                      <a:lnTo>
                        <a:pt x="156" y="528"/>
                      </a:lnTo>
                      <a:lnTo>
                        <a:pt x="168" y="552"/>
                      </a:lnTo>
                      <a:lnTo>
                        <a:pt x="168" y="564"/>
                      </a:lnTo>
                      <a:lnTo>
                        <a:pt x="156" y="588"/>
                      </a:lnTo>
                      <a:lnTo>
                        <a:pt x="150" y="606"/>
                      </a:lnTo>
                      <a:lnTo>
                        <a:pt x="150" y="618"/>
                      </a:lnTo>
                      <a:lnTo>
                        <a:pt x="180" y="648"/>
                      </a:lnTo>
                      <a:lnTo>
                        <a:pt x="192" y="666"/>
                      </a:lnTo>
                      <a:lnTo>
                        <a:pt x="222" y="696"/>
                      </a:lnTo>
                      <a:lnTo>
                        <a:pt x="234" y="714"/>
                      </a:lnTo>
                      <a:lnTo>
                        <a:pt x="264" y="744"/>
                      </a:lnTo>
                      <a:lnTo>
                        <a:pt x="258" y="750"/>
                      </a:lnTo>
                      <a:lnTo>
                        <a:pt x="258" y="762"/>
                      </a:lnTo>
                      <a:lnTo>
                        <a:pt x="252" y="768"/>
                      </a:lnTo>
                      <a:lnTo>
                        <a:pt x="252" y="780"/>
                      </a:lnTo>
                      <a:lnTo>
                        <a:pt x="258" y="786"/>
                      </a:lnTo>
                      <a:lnTo>
                        <a:pt x="276" y="786"/>
                      </a:lnTo>
                      <a:lnTo>
                        <a:pt x="288" y="780"/>
                      </a:lnTo>
                      <a:lnTo>
                        <a:pt x="294" y="768"/>
                      </a:lnTo>
                      <a:lnTo>
                        <a:pt x="306" y="762"/>
                      </a:lnTo>
                      <a:lnTo>
                        <a:pt x="312" y="756"/>
                      </a:lnTo>
                      <a:lnTo>
                        <a:pt x="306" y="738"/>
                      </a:lnTo>
                      <a:lnTo>
                        <a:pt x="306" y="732"/>
                      </a:lnTo>
                      <a:lnTo>
                        <a:pt x="300" y="726"/>
                      </a:lnTo>
                      <a:lnTo>
                        <a:pt x="300" y="708"/>
                      </a:lnTo>
                      <a:lnTo>
                        <a:pt x="288" y="684"/>
                      </a:lnTo>
                      <a:lnTo>
                        <a:pt x="282" y="678"/>
                      </a:lnTo>
                      <a:lnTo>
                        <a:pt x="258" y="678"/>
                      </a:lnTo>
                      <a:lnTo>
                        <a:pt x="240" y="648"/>
                      </a:lnTo>
                      <a:lnTo>
                        <a:pt x="240" y="576"/>
                      </a:lnTo>
                      <a:lnTo>
                        <a:pt x="222" y="546"/>
                      </a:lnTo>
                      <a:lnTo>
                        <a:pt x="228" y="534"/>
                      </a:lnTo>
                      <a:lnTo>
                        <a:pt x="228" y="528"/>
                      </a:lnTo>
                      <a:lnTo>
                        <a:pt x="234" y="516"/>
                      </a:lnTo>
                      <a:lnTo>
                        <a:pt x="234" y="492"/>
                      </a:lnTo>
                      <a:lnTo>
                        <a:pt x="228" y="486"/>
                      </a:lnTo>
                      <a:lnTo>
                        <a:pt x="216" y="480"/>
                      </a:lnTo>
                      <a:lnTo>
                        <a:pt x="210" y="474"/>
                      </a:lnTo>
                      <a:lnTo>
                        <a:pt x="198" y="474"/>
                      </a:lnTo>
                      <a:lnTo>
                        <a:pt x="198" y="432"/>
                      </a:lnTo>
                      <a:lnTo>
                        <a:pt x="168" y="396"/>
                      </a:lnTo>
                      <a:lnTo>
                        <a:pt x="174" y="336"/>
                      </a:lnTo>
                      <a:lnTo>
                        <a:pt x="168" y="330"/>
                      </a:lnTo>
                      <a:lnTo>
                        <a:pt x="162" y="318"/>
                      </a:lnTo>
                      <a:lnTo>
                        <a:pt x="144" y="300"/>
                      </a:lnTo>
                      <a:lnTo>
                        <a:pt x="138" y="288"/>
                      </a:lnTo>
                      <a:lnTo>
                        <a:pt x="138" y="276"/>
                      </a:lnTo>
                      <a:lnTo>
                        <a:pt x="132" y="264"/>
                      </a:lnTo>
                      <a:lnTo>
                        <a:pt x="132" y="246"/>
                      </a:lnTo>
                      <a:lnTo>
                        <a:pt x="126" y="240"/>
                      </a:lnTo>
                      <a:lnTo>
                        <a:pt x="120" y="228"/>
                      </a:lnTo>
                      <a:lnTo>
                        <a:pt x="108" y="216"/>
                      </a:lnTo>
                      <a:lnTo>
                        <a:pt x="102" y="204"/>
                      </a:lnTo>
                      <a:lnTo>
                        <a:pt x="96" y="198"/>
                      </a:lnTo>
                      <a:lnTo>
                        <a:pt x="96" y="192"/>
                      </a:lnTo>
                      <a:lnTo>
                        <a:pt x="102" y="186"/>
                      </a:lnTo>
                      <a:lnTo>
                        <a:pt x="114" y="162"/>
                      </a:lnTo>
                      <a:lnTo>
                        <a:pt x="114" y="114"/>
                      </a:lnTo>
                      <a:lnTo>
                        <a:pt x="120" y="108"/>
                      </a:lnTo>
                      <a:lnTo>
                        <a:pt x="126" y="96"/>
                      </a:lnTo>
                      <a:lnTo>
                        <a:pt x="126" y="60"/>
                      </a:lnTo>
                      <a:lnTo>
                        <a:pt x="132" y="66"/>
                      </a:lnTo>
                      <a:lnTo>
                        <a:pt x="144" y="72"/>
                      </a:lnTo>
                      <a:lnTo>
                        <a:pt x="150" y="84"/>
                      </a:lnTo>
                      <a:lnTo>
                        <a:pt x="162" y="90"/>
                      </a:lnTo>
                      <a:lnTo>
                        <a:pt x="180" y="90"/>
                      </a:lnTo>
                      <a:lnTo>
                        <a:pt x="186" y="84"/>
                      </a:lnTo>
                      <a:lnTo>
                        <a:pt x="198" y="84"/>
                      </a:lnTo>
                      <a:lnTo>
                        <a:pt x="198" y="102"/>
                      </a:lnTo>
                      <a:lnTo>
                        <a:pt x="204" y="108"/>
                      </a:lnTo>
                      <a:lnTo>
                        <a:pt x="216" y="114"/>
                      </a:lnTo>
                      <a:lnTo>
                        <a:pt x="234" y="114"/>
                      </a:lnTo>
                      <a:lnTo>
                        <a:pt x="234" y="120"/>
                      </a:lnTo>
                      <a:lnTo>
                        <a:pt x="228" y="126"/>
                      </a:lnTo>
                      <a:lnTo>
                        <a:pt x="228" y="186"/>
                      </a:lnTo>
                      <a:lnTo>
                        <a:pt x="240" y="258"/>
                      </a:lnTo>
                      <a:lnTo>
                        <a:pt x="240" y="270"/>
                      </a:lnTo>
                      <a:lnTo>
                        <a:pt x="246" y="282"/>
                      </a:lnTo>
                      <a:lnTo>
                        <a:pt x="252" y="306"/>
                      </a:lnTo>
                      <a:lnTo>
                        <a:pt x="264" y="342"/>
                      </a:lnTo>
                      <a:lnTo>
                        <a:pt x="276" y="372"/>
                      </a:lnTo>
                      <a:lnTo>
                        <a:pt x="282" y="384"/>
                      </a:lnTo>
                      <a:lnTo>
                        <a:pt x="324" y="384"/>
                      </a:lnTo>
                      <a:lnTo>
                        <a:pt x="318" y="390"/>
                      </a:lnTo>
                      <a:lnTo>
                        <a:pt x="306" y="414"/>
                      </a:lnTo>
                      <a:lnTo>
                        <a:pt x="318" y="438"/>
                      </a:lnTo>
                      <a:lnTo>
                        <a:pt x="330" y="444"/>
                      </a:lnTo>
                      <a:lnTo>
                        <a:pt x="336" y="450"/>
                      </a:lnTo>
                      <a:lnTo>
                        <a:pt x="348" y="450"/>
                      </a:lnTo>
                      <a:lnTo>
                        <a:pt x="354" y="474"/>
                      </a:lnTo>
                      <a:lnTo>
                        <a:pt x="384" y="474"/>
                      </a:lnTo>
                      <a:lnTo>
                        <a:pt x="390" y="516"/>
                      </a:lnTo>
                      <a:lnTo>
                        <a:pt x="384" y="516"/>
                      </a:lnTo>
                      <a:lnTo>
                        <a:pt x="378" y="522"/>
                      </a:lnTo>
                      <a:lnTo>
                        <a:pt x="366" y="528"/>
                      </a:lnTo>
                      <a:lnTo>
                        <a:pt x="360" y="534"/>
                      </a:lnTo>
                      <a:lnTo>
                        <a:pt x="354" y="546"/>
                      </a:lnTo>
                      <a:lnTo>
                        <a:pt x="354" y="558"/>
                      </a:lnTo>
                      <a:lnTo>
                        <a:pt x="360" y="564"/>
                      </a:lnTo>
                      <a:lnTo>
                        <a:pt x="372" y="570"/>
                      </a:lnTo>
                      <a:lnTo>
                        <a:pt x="384" y="558"/>
                      </a:lnTo>
                      <a:lnTo>
                        <a:pt x="384" y="564"/>
                      </a:lnTo>
                      <a:lnTo>
                        <a:pt x="396" y="576"/>
                      </a:lnTo>
                      <a:lnTo>
                        <a:pt x="396" y="588"/>
                      </a:lnTo>
                      <a:lnTo>
                        <a:pt x="402" y="594"/>
                      </a:lnTo>
                      <a:lnTo>
                        <a:pt x="414" y="594"/>
                      </a:lnTo>
                      <a:lnTo>
                        <a:pt x="426" y="600"/>
                      </a:lnTo>
                      <a:lnTo>
                        <a:pt x="432" y="600"/>
                      </a:lnTo>
                      <a:lnTo>
                        <a:pt x="438" y="606"/>
                      </a:lnTo>
                      <a:lnTo>
                        <a:pt x="438" y="624"/>
                      </a:lnTo>
                      <a:lnTo>
                        <a:pt x="432" y="630"/>
                      </a:lnTo>
                      <a:lnTo>
                        <a:pt x="432" y="636"/>
                      </a:lnTo>
                      <a:lnTo>
                        <a:pt x="426" y="648"/>
                      </a:lnTo>
                      <a:lnTo>
                        <a:pt x="426" y="654"/>
                      </a:lnTo>
                      <a:lnTo>
                        <a:pt x="468" y="654"/>
                      </a:lnTo>
                      <a:lnTo>
                        <a:pt x="468" y="684"/>
                      </a:lnTo>
                      <a:lnTo>
                        <a:pt x="504" y="720"/>
                      </a:lnTo>
                      <a:lnTo>
                        <a:pt x="510" y="732"/>
                      </a:lnTo>
                      <a:lnTo>
                        <a:pt x="528" y="750"/>
                      </a:lnTo>
                      <a:lnTo>
                        <a:pt x="534" y="768"/>
                      </a:lnTo>
                      <a:lnTo>
                        <a:pt x="546" y="780"/>
                      </a:lnTo>
                      <a:lnTo>
                        <a:pt x="552" y="798"/>
                      </a:lnTo>
                      <a:lnTo>
                        <a:pt x="558" y="810"/>
                      </a:lnTo>
                      <a:lnTo>
                        <a:pt x="558" y="870"/>
                      </a:lnTo>
                      <a:lnTo>
                        <a:pt x="564" y="882"/>
                      </a:lnTo>
                      <a:lnTo>
                        <a:pt x="576" y="894"/>
                      </a:lnTo>
                      <a:lnTo>
                        <a:pt x="576" y="906"/>
                      </a:lnTo>
                      <a:lnTo>
                        <a:pt x="570" y="918"/>
                      </a:lnTo>
                      <a:lnTo>
                        <a:pt x="552" y="936"/>
                      </a:lnTo>
                      <a:lnTo>
                        <a:pt x="546" y="948"/>
                      </a:lnTo>
                      <a:lnTo>
                        <a:pt x="546" y="954"/>
                      </a:lnTo>
                      <a:lnTo>
                        <a:pt x="552" y="960"/>
                      </a:lnTo>
                      <a:lnTo>
                        <a:pt x="564" y="966"/>
                      </a:lnTo>
                      <a:lnTo>
                        <a:pt x="540" y="966"/>
                      </a:lnTo>
                      <a:lnTo>
                        <a:pt x="528" y="972"/>
                      </a:lnTo>
                      <a:lnTo>
                        <a:pt x="528" y="1038"/>
                      </a:lnTo>
                      <a:lnTo>
                        <a:pt x="534" y="1056"/>
                      </a:lnTo>
                      <a:lnTo>
                        <a:pt x="540" y="1062"/>
                      </a:lnTo>
                      <a:lnTo>
                        <a:pt x="546" y="1074"/>
                      </a:lnTo>
                      <a:lnTo>
                        <a:pt x="558" y="1074"/>
                      </a:lnTo>
                      <a:lnTo>
                        <a:pt x="576" y="1080"/>
                      </a:lnTo>
                      <a:lnTo>
                        <a:pt x="600" y="1080"/>
                      </a:lnTo>
                      <a:lnTo>
                        <a:pt x="612" y="1086"/>
                      </a:lnTo>
                      <a:lnTo>
                        <a:pt x="636" y="1110"/>
                      </a:lnTo>
                      <a:lnTo>
                        <a:pt x="642" y="1122"/>
                      </a:lnTo>
                      <a:lnTo>
                        <a:pt x="648" y="1140"/>
                      </a:lnTo>
                      <a:lnTo>
                        <a:pt x="654" y="1152"/>
                      </a:lnTo>
                      <a:lnTo>
                        <a:pt x="666" y="1164"/>
                      </a:lnTo>
                      <a:lnTo>
                        <a:pt x="678" y="1170"/>
                      </a:lnTo>
                      <a:lnTo>
                        <a:pt x="732" y="1170"/>
                      </a:lnTo>
                      <a:lnTo>
                        <a:pt x="750" y="1176"/>
                      </a:lnTo>
                      <a:lnTo>
                        <a:pt x="762" y="1182"/>
                      </a:lnTo>
                      <a:lnTo>
                        <a:pt x="768" y="1188"/>
                      </a:lnTo>
                      <a:lnTo>
                        <a:pt x="774" y="1200"/>
                      </a:lnTo>
                      <a:lnTo>
                        <a:pt x="786" y="1218"/>
                      </a:lnTo>
                      <a:lnTo>
                        <a:pt x="810" y="1242"/>
                      </a:lnTo>
                      <a:lnTo>
                        <a:pt x="834" y="1254"/>
                      </a:lnTo>
                      <a:lnTo>
                        <a:pt x="870" y="1266"/>
                      </a:lnTo>
                      <a:lnTo>
                        <a:pt x="912" y="1272"/>
                      </a:lnTo>
                      <a:lnTo>
                        <a:pt x="942" y="1278"/>
                      </a:lnTo>
                      <a:lnTo>
                        <a:pt x="960" y="1290"/>
                      </a:lnTo>
                      <a:lnTo>
                        <a:pt x="966" y="1302"/>
                      </a:lnTo>
                      <a:lnTo>
                        <a:pt x="978" y="1314"/>
                      </a:lnTo>
                      <a:lnTo>
                        <a:pt x="990" y="1320"/>
                      </a:lnTo>
                      <a:lnTo>
                        <a:pt x="996" y="1320"/>
                      </a:lnTo>
                      <a:lnTo>
                        <a:pt x="1002" y="1326"/>
                      </a:lnTo>
                      <a:lnTo>
                        <a:pt x="1008" y="1338"/>
                      </a:lnTo>
                      <a:lnTo>
                        <a:pt x="1014" y="1344"/>
                      </a:lnTo>
                      <a:lnTo>
                        <a:pt x="1080" y="1344"/>
                      </a:lnTo>
                      <a:lnTo>
                        <a:pt x="1092" y="1356"/>
                      </a:lnTo>
                      <a:lnTo>
                        <a:pt x="1098" y="1368"/>
                      </a:lnTo>
                      <a:lnTo>
                        <a:pt x="1104" y="1374"/>
                      </a:lnTo>
                      <a:lnTo>
                        <a:pt x="1116" y="1374"/>
                      </a:lnTo>
                      <a:lnTo>
                        <a:pt x="1140" y="1362"/>
                      </a:lnTo>
                      <a:lnTo>
                        <a:pt x="1170" y="1350"/>
                      </a:lnTo>
                      <a:lnTo>
                        <a:pt x="1206" y="1332"/>
                      </a:lnTo>
                      <a:lnTo>
                        <a:pt x="1260" y="1314"/>
                      </a:lnTo>
                      <a:lnTo>
                        <a:pt x="1278" y="1326"/>
                      </a:lnTo>
                      <a:lnTo>
                        <a:pt x="1308" y="1350"/>
                      </a:lnTo>
                      <a:lnTo>
                        <a:pt x="1344" y="1374"/>
                      </a:lnTo>
                      <a:lnTo>
                        <a:pt x="1386" y="1416"/>
                      </a:lnTo>
                      <a:lnTo>
                        <a:pt x="1386" y="1428"/>
                      </a:lnTo>
                      <a:lnTo>
                        <a:pt x="1392" y="1446"/>
                      </a:lnTo>
                      <a:lnTo>
                        <a:pt x="1398" y="1458"/>
                      </a:lnTo>
                      <a:lnTo>
                        <a:pt x="1416" y="1458"/>
                      </a:lnTo>
                      <a:lnTo>
                        <a:pt x="1422" y="1452"/>
                      </a:lnTo>
                      <a:lnTo>
                        <a:pt x="1422" y="1440"/>
                      </a:lnTo>
                      <a:close/>
                    </a:path>
                  </a:pathLst>
                </a:custGeom>
                <a:solidFill>
                  <a:srgbClr val="572772"/>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43" name="Malta" descr="© INSCALE GmbH, 05.05.2010&#10;http://www.presentationload.com/">
                  <a:extLst>
                    <a:ext uri="{FF2B5EF4-FFF2-40B4-BE49-F238E27FC236}">
                      <a16:creationId xmlns:a16="http://schemas.microsoft.com/office/drawing/2014/main" id="{85B70A9E-6D77-4B49-8F3C-924FA65496F5}"/>
                    </a:ext>
                  </a:extLst>
                </p:cNvPr>
                <p:cNvSpPr>
                  <a:spLocks/>
                </p:cNvSpPr>
                <p:nvPr/>
              </p:nvSpPr>
              <p:spPr bwMode="gray">
                <a:xfrm>
                  <a:off x="6054800" y="2560301"/>
                  <a:ext cx="14132" cy="12366"/>
                </a:xfrm>
                <a:custGeom>
                  <a:avLst/>
                  <a:gdLst>
                    <a:gd name="T0" fmla="*/ 2147483647 w 30"/>
                    <a:gd name="T1" fmla="*/ 2147483647 h 30"/>
                    <a:gd name="T2" fmla="*/ 2147483647 w 30"/>
                    <a:gd name="T3" fmla="*/ 2147483647 h 30"/>
                    <a:gd name="T4" fmla="*/ 2147483647 w 30"/>
                    <a:gd name="T5" fmla="*/ 2147483647 h 30"/>
                    <a:gd name="T6" fmla="*/ 2147483647 w 30"/>
                    <a:gd name="T7" fmla="*/ 0 h 30"/>
                    <a:gd name="T8" fmla="*/ 2147483647 w 30"/>
                    <a:gd name="T9" fmla="*/ 0 h 30"/>
                    <a:gd name="T10" fmla="*/ 0 w 30"/>
                    <a:gd name="T11" fmla="*/ 2147483647 h 30"/>
                    <a:gd name="T12" fmla="*/ 0 w 30"/>
                    <a:gd name="T13" fmla="*/ 2147483647 h 30"/>
                    <a:gd name="T14" fmla="*/ 2147483647 w 30"/>
                    <a:gd name="T15" fmla="*/ 2147483647 h 30"/>
                    <a:gd name="T16" fmla="*/ 2147483647 w 30"/>
                    <a:gd name="T17" fmla="*/ 2147483647 h 30"/>
                    <a:gd name="T18" fmla="*/ 2147483647 w 30"/>
                    <a:gd name="T19" fmla="*/ 2147483647 h 3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0"/>
                    <a:gd name="T31" fmla="*/ 0 h 30"/>
                    <a:gd name="T32" fmla="*/ 30 w 30"/>
                    <a:gd name="T33" fmla="*/ 30 h 3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0" h="30">
                      <a:moveTo>
                        <a:pt x="24" y="30"/>
                      </a:moveTo>
                      <a:lnTo>
                        <a:pt x="30" y="24"/>
                      </a:lnTo>
                      <a:lnTo>
                        <a:pt x="30" y="12"/>
                      </a:lnTo>
                      <a:lnTo>
                        <a:pt x="18" y="0"/>
                      </a:lnTo>
                      <a:lnTo>
                        <a:pt x="6" y="0"/>
                      </a:lnTo>
                      <a:lnTo>
                        <a:pt x="0" y="6"/>
                      </a:lnTo>
                      <a:lnTo>
                        <a:pt x="0" y="18"/>
                      </a:lnTo>
                      <a:lnTo>
                        <a:pt x="6" y="24"/>
                      </a:lnTo>
                      <a:lnTo>
                        <a:pt x="18" y="30"/>
                      </a:lnTo>
                      <a:lnTo>
                        <a:pt x="24" y="30"/>
                      </a:lnTo>
                      <a:close/>
                    </a:path>
                  </a:pathLst>
                </a:custGeom>
                <a:solidFill>
                  <a:srgbClr val="D40D8D"/>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44" name="Mauritania" descr="© INSCALE GmbH, 05.05.2010&#10;http://www.presentationload.com/">
                  <a:extLst>
                    <a:ext uri="{FF2B5EF4-FFF2-40B4-BE49-F238E27FC236}">
                      <a16:creationId xmlns:a16="http://schemas.microsoft.com/office/drawing/2014/main" id="{BF88D212-8345-4729-9C75-70834E1605E9}"/>
                    </a:ext>
                  </a:extLst>
                </p:cNvPr>
                <p:cNvSpPr>
                  <a:spLocks/>
                </p:cNvSpPr>
                <p:nvPr/>
              </p:nvSpPr>
              <p:spPr bwMode="gray">
                <a:xfrm>
                  <a:off x="5079722" y="2887098"/>
                  <a:ext cx="386854" cy="453982"/>
                </a:xfrm>
                <a:custGeom>
                  <a:avLst/>
                  <a:gdLst>
                    <a:gd name="T0" fmla="*/ 2147483647 w 858"/>
                    <a:gd name="T1" fmla="*/ 2147483647 h 1002"/>
                    <a:gd name="T2" fmla="*/ 2147483647 w 858"/>
                    <a:gd name="T3" fmla="*/ 2147483647 h 1002"/>
                    <a:gd name="T4" fmla="*/ 2147483647 w 858"/>
                    <a:gd name="T5" fmla="*/ 2147483647 h 1002"/>
                    <a:gd name="T6" fmla="*/ 2147483647 w 858"/>
                    <a:gd name="T7" fmla="*/ 2147483647 h 1002"/>
                    <a:gd name="T8" fmla="*/ 2147483647 w 858"/>
                    <a:gd name="T9" fmla="*/ 2147483647 h 1002"/>
                    <a:gd name="T10" fmla="*/ 2147483647 w 858"/>
                    <a:gd name="T11" fmla="*/ 2147483647 h 1002"/>
                    <a:gd name="T12" fmla="*/ 2147483647 w 858"/>
                    <a:gd name="T13" fmla="*/ 2147483647 h 1002"/>
                    <a:gd name="T14" fmla="*/ 2147483647 w 858"/>
                    <a:gd name="T15" fmla="*/ 2147483647 h 1002"/>
                    <a:gd name="T16" fmla="*/ 2147483647 w 858"/>
                    <a:gd name="T17" fmla="*/ 2147483647 h 1002"/>
                    <a:gd name="T18" fmla="*/ 2147483647 w 858"/>
                    <a:gd name="T19" fmla="*/ 2147483647 h 1002"/>
                    <a:gd name="T20" fmla="*/ 2147483647 w 858"/>
                    <a:gd name="T21" fmla="*/ 2147483647 h 1002"/>
                    <a:gd name="T22" fmla="*/ 2147483647 w 858"/>
                    <a:gd name="T23" fmla="*/ 2147483647 h 1002"/>
                    <a:gd name="T24" fmla="*/ 2147483647 w 858"/>
                    <a:gd name="T25" fmla="*/ 2147483647 h 1002"/>
                    <a:gd name="T26" fmla="*/ 2147483647 w 858"/>
                    <a:gd name="T27" fmla="*/ 2147483647 h 1002"/>
                    <a:gd name="T28" fmla="*/ 2147483647 w 858"/>
                    <a:gd name="T29" fmla="*/ 2147483647 h 1002"/>
                    <a:gd name="T30" fmla="*/ 2147483647 w 858"/>
                    <a:gd name="T31" fmla="*/ 2147483647 h 1002"/>
                    <a:gd name="T32" fmla="*/ 2147483647 w 858"/>
                    <a:gd name="T33" fmla="*/ 2147483647 h 1002"/>
                    <a:gd name="T34" fmla="*/ 2147483647 w 858"/>
                    <a:gd name="T35" fmla="*/ 2147483647 h 1002"/>
                    <a:gd name="T36" fmla="*/ 2147483647 w 858"/>
                    <a:gd name="T37" fmla="*/ 2147483647 h 1002"/>
                    <a:gd name="T38" fmla="*/ 2147483647 w 858"/>
                    <a:gd name="T39" fmla="*/ 2147483647 h 1002"/>
                    <a:gd name="T40" fmla="*/ 2147483647 w 858"/>
                    <a:gd name="T41" fmla="*/ 2147483647 h 1002"/>
                    <a:gd name="T42" fmla="*/ 2147483647 w 858"/>
                    <a:gd name="T43" fmla="*/ 2147483647 h 1002"/>
                    <a:gd name="T44" fmla="*/ 2147483647 w 858"/>
                    <a:gd name="T45" fmla="*/ 2147483647 h 1002"/>
                    <a:gd name="T46" fmla="*/ 2147483647 w 858"/>
                    <a:gd name="T47" fmla="*/ 2147483647 h 1002"/>
                    <a:gd name="T48" fmla="*/ 2147483647 w 858"/>
                    <a:gd name="T49" fmla="*/ 2147483647 h 1002"/>
                    <a:gd name="T50" fmla="*/ 2147483647 w 858"/>
                    <a:gd name="T51" fmla="*/ 2147483647 h 1002"/>
                    <a:gd name="T52" fmla="*/ 2147483647 w 858"/>
                    <a:gd name="T53" fmla="*/ 2147483647 h 1002"/>
                    <a:gd name="T54" fmla="*/ 2147483647 w 858"/>
                    <a:gd name="T55" fmla="*/ 2147483647 h 1002"/>
                    <a:gd name="T56" fmla="*/ 2147483647 w 858"/>
                    <a:gd name="T57" fmla="*/ 2147483647 h 1002"/>
                    <a:gd name="T58" fmla="*/ 2147483647 w 858"/>
                    <a:gd name="T59" fmla="*/ 2147483647 h 1002"/>
                    <a:gd name="T60" fmla="*/ 2147483647 w 858"/>
                    <a:gd name="T61" fmla="*/ 2147483647 h 1002"/>
                    <a:gd name="T62" fmla="*/ 2147483647 w 858"/>
                    <a:gd name="T63" fmla="*/ 2147483647 h 1002"/>
                    <a:gd name="T64" fmla="*/ 2147483647 w 858"/>
                    <a:gd name="T65" fmla="*/ 2147483647 h 1002"/>
                    <a:gd name="T66" fmla="*/ 2147483647 w 858"/>
                    <a:gd name="T67" fmla="*/ 2147483647 h 1002"/>
                    <a:gd name="T68" fmla="*/ 2147483647 w 858"/>
                    <a:gd name="T69" fmla="*/ 2147483647 h 1002"/>
                    <a:gd name="T70" fmla="*/ 2147483647 w 858"/>
                    <a:gd name="T71" fmla="*/ 2147483647 h 1002"/>
                    <a:gd name="T72" fmla="*/ 2147483647 w 858"/>
                    <a:gd name="T73" fmla="*/ 2147483647 h 1002"/>
                    <a:gd name="T74" fmla="*/ 2147483647 w 858"/>
                    <a:gd name="T75" fmla="*/ 2147483647 h 1002"/>
                    <a:gd name="T76" fmla="*/ 2147483647 w 858"/>
                    <a:gd name="T77" fmla="*/ 2147483647 h 1002"/>
                    <a:gd name="T78" fmla="*/ 2147483647 w 858"/>
                    <a:gd name="T79" fmla="*/ 2147483647 h 1002"/>
                    <a:gd name="T80" fmla="*/ 2147483647 w 858"/>
                    <a:gd name="T81" fmla="*/ 2147483647 h 1002"/>
                    <a:gd name="T82" fmla="*/ 2147483647 w 858"/>
                    <a:gd name="T83" fmla="*/ 2147483647 h 1002"/>
                    <a:gd name="T84" fmla="*/ 2147483647 w 858"/>
                    <a:gd name="T85" fmla="*/ 2147483647 h 1002"/>
                    <a:gd name="T86" fmla="*/ 2147483647 w 858"/>
                    <a:gd name="T87" fmla="*/ 2147483647 h 1002"/>
                    <a:gd name="T88" fmla="*/ 2147483647 w 858"/>
                    <a:gd name="T89" fmla="*/ 2147483647 h 1002"/>
                    <a:gd name="T90" fmla="*/ 2147483647 w 858"/>
                    <a:gd name="T91" fmla="*/ 2147483647 h 1002"/>
                    <a:gd name="T92" fmla="*/ 2147483647 w 858"/>
                    <a:gd name="T93" fmla="*/ 2147483647 h 1002"/>
                    <a:gd name="T94" fmla="*/ 2147483647 w 858"/>
                    <a:gd name="T95" fmla="*/ 2147483647 h 1002"/>
                    <a:gd name="T96" fmla="*/ 2147483647 w 858"/>
                    <a:gd name="T97" fmla="*/ 2147483647 h 1002"/>
                    <a:gd name="T98" fmla="*/ 0 w 858"/>
                    <a:gd name="T99" fmla="*/ 2147483647 h 1002"/>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858"/>
                    <a:gd name="T151" fmla="*/ 0 h 1002"/>
                    <a:gd name="T152" fmla="*/ 858 w 858"/>
                    <a:gd name="T153" fmla="*/ 1002 h 1002"/>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858" h="1002">
                      <a:moveTo>
                        <a:pt x="0" y="498"/>
                      </a:moveTo>
                      <a:lnTo>
                        <a:pt x="18" y="498"/>
                      </a:lnTo>
                      <a:lnTo>
                        <a:pt x="18" y="528"/>
                      </a:lnTo>
                      <a:lnTo>
                        <a:pt x="24" y="534"/>
                      </a:lnTo>
                      <a:lnTo>
                        <a:pt x="30" y="534"/>
                      </a:lnTo>
                      <a:lnTo>
                        <a:pt x="30" y="528"/>
                      </a:lnTo>
                      <a:lnTo>
                        <a:pt x="36" y="522"/>
                      </a:lnTo>
                      <a:lnTo>
                        <a:pt x="48" y="558"/>
                      </a:lnTo>
                      <a:lnTo>
                        <a:pt x="42" y="600"/>
                      </a:lnTo>
                      <a:lnTo>
                        <a:pt x="30" y="600"/>
                      </a:lnTo>
                      <a:lnTo>
                        <a:pt x="36" y="624"/>
                      </a:lnTo>
                      <a:lnTo>
                        <a:pt x="24" y="630"/>
                      </a:lnTo>
                      <a:lnTo>
                        <a:pt x="30" y="642"/>
                      </a:lnTo>
                      <a:lnTo>
                        <a:pt x="36" y="648"/>
                      </a:lnTo>
                      <a:lnTo>
                        <a:pt x="48" y="666"/>
                      </a:lnTo>
                      <a:lnTo>
                        <a:pt x="60" y="690"/>
                      </a:lnTo>
                      <a:lnTo>
                        <a:pt x="60" y="720"/>
                      </a:lnTo>
                      <a:lnTo>
                        <a:pt x="54" y="738"/>
                      </a:lnTo>
                      <a:lnTo>
                        <a:pt x="54" y="750"/>
                      </a:lnTo>
                      <a:lnTo>
                        <a:pt x="48" y="756"/>
                      </a:lnTo>
                      <a:lnTo>
                        <a:pt x="48" y="804"/>
                      </a:lnTo>
                      <a:lnTo>
                        <a:pt x="42" y="816"/>
                      </a:lnTo>
                      <a:lnTo>
                        <a:pt x="30" y="822"/>
                      </a:lnTo>
                      <a:lnTo>
                        <a:pt x="24" y="840"/>
                      </a:lnTo>
                      <a:lnTo>
                        <a:pt x="18" y="852"/>
                      </a:lnTo>
                      <a:lnTo>
                        <a:pt x="18" y="864"/>
                      </a:lnTo>
                      <a:lnTo>
                        <a:pt x="12" y="876"/>
                      </a:lnTo>
                      <a:lnTo>
                        <a:pt x="12" y="906"/>
                      </a:lnTo>
                      <a:lnTo>
                        <a:pt x="18" y="900"/>
                      </a:lnTo>
                      <a:lnTo>
                        <a:pt x="36" y="864"/>
                      </a:lnTo>
                      <a:lnTo>
                        <a:pt x="42" y="858"/>
                      </a:lnTo>
                      <a:lnTo>
                        <a:pt x="54" y="852"/>
                      </a:lnTo>
                      <a:lnTo>
                        <a:pt x="60" y="852"/>
                      </a:lnTo>
                      <a:lnTo>
                        <a:pt x="66" y="858"/>
                      </a:lnTo>
                      <a:lnTo>
                        <a:pt x="72" y="858"/>
                      </a:lnTo>
                      <a:lnTo>
                        <a:pt x="84" y="852"/>
                      </a:lnTo>
                      <a:lnTo>
                        <a:pt x="114" y="858"/>
                      </a:lnTo>
                      <a:lnTo>
                        <a:pt x="114" y="840"/>
                      </a:lnTo>
                      <a:lnTo>
                        <a:pt x="138" y="852"/>
                      </a:lnTo>
                      <a:lnTo>
                        <a:pt x="162" y="852"/>
                      </a:lnTo>
                      <a:lnTo>
                        <a:pt x="174" y="858"/>
                      </a:lnTo>
                      <a:lnTo>
                        <a:pt x="180" y="858"/>
                      </a:lnTo>
                      <a:lnTo>
                        <a:pt x="186" y="870"/>
                      </a:lnTo>
                      <a:lnTo>
                        <a:pt x="198" y="882"/>
                      </a:lnTo>
                      <a:lnTo>
                        <a:pt x="204" y="894"/>
                      </a:lnTo>
                      <a:lnTo>
                        <a:pt x="216" y="888"/>
                      </a:lnTo>
                      <a:lnTo>
                        <a:pt x="234" y="888"/>
                      </a:lnTo>
                      <a:lnTo>
                        <a:pt x="240" y="894"/>
                      </a:lnTo>
                      <a:lnTo>
                        <a:pt x="240" y="900"/>
                      </a:lnTo>
                      <a:lnTo>
                        <a:pt x="246" y="912"/>
                      </a:lnTo>
                      <a:lnTo>
                        <a:pt x="246" y="942"/>
                      </a:lnTo>
                      <a:lnTo>
                        <a:pt x="264" y="942"/>
                      </a:lnTo>
                      <a:lnTo>
                        <a:pt x="270" y="948"/>
                      </a:lnTo>
                      <a:lnTo>
                        <a:pt x="270" y="972"/>
                      </a:lnTo>
                      <a:lnTo>
                        <a:pt x="300" y="978"/>
                      </a:lnTo>
                      <a:lnTo>
                        <a:pt x="312" y="1002"/>
                      </a:lnTo>
                      <a:lnTo>
                        <a:pt x="330" y="1002"/>
                      </a:lnTo>
                      <a:lnTo>
                        <a:pt x="342" y="996"/>
                      </a:lnTo>
                      <a:lnTo>
                        <a:pt x="348" y="996"/>
                      </a:lnTo>
                      <a:lnTo>
                        <a:pt x="348" y="948"/>
                      </a:lnTo>
                      <a:lnTo>
                        <a:pt x="360" y="936"/>
                      </a:lnTo>
                      <a:lnTo>
                        <a:pt x="378" y="936"/>
                      </a:lnTo>
                      <a:lnTo>
                        <a:pt x="402" y="960"/>
                      </a:lnTo>
                      <a:lnTo>
                        <a:pt x="408" y="972"/>
                      </a:lnTo>
                      <a:lnTo>
                        <a:pt x="420" y="948"/>
                      </a:lnTo>
                      <a:lnTo>
                        <a:pt x="456" y="948"/>
                      </a:lnTo>
                      <a:lnTo>
                        <a:pt x="462" y="954"/>
                      </a:lnTo>
                      <a:lnTo>
                        <a:pt x="492" y="954"/>
                      </a:lnTo>
                      <a:lnTo>
                        <a:pt x="504" y="948"/>
                      </a:lnTo>
                      <a:lnTo>
                        <a:pt x="510" y="948"/>
                      </a:lnTo>
                      <a:lnTo>
                        <a:pt x="510" y="936"/>
                      </a:lnTo>
                      <a:lnTo>
                        <a:pt x="516" y="930"/>
                      </a:lnTo>
                      <a:lnTo>
                        <a:pt x="522" y="930"/>
                      </a:lnTo>
                      <a:lnTo>
                        <a:pt x="522" y="942"/>
                      </a:lnTo>
                      <a:lnTo>
                        <a:pt x="786" y="942"/>
                      </a:lnTo>
                      <a:lnTo>
                        <a:pt x="798" y="900"/>
                      </a:lnTo>
                      <a:lnTo>
                        <a:pt x="804" y="894"/>
                      </a:lnTo>
                      <a:lnTo>
                        <a:pt x="804" y="882"/>
                      </a:lnTo>
                      <a:lnTo>
                        <a:pt x="786" y="864"/>
                      </a:lnTo>
                      <a:lnTo>
                        <a:pt x="780" y="864"/>
                      </a:lnTo>
                      <a:lnTo>
                        <a:pt x="738" y="174"/>
                      </a:lnTo>
                      <a:lnTo>
                        <a:pt x="858" y="180"/>
                      </a:lnTo>
                      <a:lnTo>
                        <a:pt x="600" y="0"/>
                      </a:lnTo>
                      <a:lnTo>
                        <a:pt x="594" y="48"/>
                      </a:lnTo>
                      <a:lnTo>
                        <a:pt x="588" y="54"/>
                      </a:lnTo>
                      <a:lnTo>
                        <a:pt x="588" y="90"/>
                      </a:lnTo>
                      <a:lnTo>
                        <a:pt x="366" y="96"/>
                      </a:lnTo>
                      <a:lnTo>
                        <a:pt x="366" y="108"/>
                      </a:lnTo>
                      <a:lnTo>
                        <a:pt x="354" y="114"/>
                      </a:lnTo>
                      <a:lnTo>
                        <a:pt x="354" y="306"/>
                      </a:lnTo>
                      <a:lnTo>
                        <a:pt x="348" y="312"/>
                      </a:lnTo>
                      <a:lnTo>
                        <a:pt x="336" y="318"/>
                      </a:lnTo>
                      <a:lnTo>
                        <a:pt x="306" y="318"/>
                      </a:lnTo>
                      <a:lnTo>
                        <a:pt x="282" y="330"/>
                      </a:lnTo>
                      <a:lnTo>
                        <a:pt x="276" y="342"/>
                      </a:lnTo>
                      <a:lnTo>
                        <a:pt x="276" y="360"/>
                      </a:lnTo>
                      <a:lnTo>
                        <a:pt x="282" y="372"/>
                      </a:lnTo>
                      <a:lnTo>
                        <a:pt x="276" y="474"/>
                      </a:lnTo>
                      <a:lnTo>
                        <a:pt x="0" y="474"/>
                      </a:lnTo>
                      <a:lnTo>
                        <a:pt x="0" y="498"/>
                      </a:lnTo>
                      <a:close/>
                    </a:path>
                  </a:pathLst>
                </a:custGeom>
                <a:solidFill>
                  <a:srgbClr val="A29C97"/>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45" name="Mali" descr="© INSCALE GmbH, 05.05.2010&#10;http://www.presentationload.com/">
                  <a:extLst>
                    <a:ext uri="{FF2B5EF4-FFF2-40B4-BE49-F238E27FC236}">
                      <a16:creationId xmlns:a16="http://schemas.microsoft.com/office/drawing/2014/main" id="{FB16C047-E74C-4CB4-A65F-1E99156376A9}"/>
                    </a:ext>
                  </a:extLst>
                </p:cNvPr>
                <p:cNvSpPr>
                  <a:spLocks/>
                </p:cNvSpPr>
                <p:nvPr/>
              </p:nvSpPr>
              <p:spPr bwMode="gray">
                <a:xfrm>
                  <a:off x="5221037" y="2966586"/>
                  <a:ext cx="524636" cy="542302"/>
                </a:xfrm>
                <a:custGeom>
                  <a:avLst/>
                  <a:gdLst>
                    <a:gd name="T0" fmla="*/ 2147483647 w 1164"/>
                    <a:gd name="T1" fmla="*/ 2147483647 h 1200"/>
                    <a:gd name="T2" fmla="*/ 2147483647 w 1164"/>
                    <a:gd name="T3" fmla="*/ 2147483647 h 1200"/>
                    <a:gd name="T4" fmla="*/ 2147483647 w 1164"/>
                    <a:gd name="T5" fmla="*/ 2147483647 h 1200"/>
                    <a:gd name="T6" fmla="*/ 2147483647 w 1164"/>
                    <a:gd name="T7" fmla="*/ 2147483647 h 1200"/>
                    <a:gd name="T8" fmla="*/ 2147483647 w 1164"/>
                    <a:gd name="T9" fmla="*/ 2147483647 h 1200"/>
                    <a:gd name="T10" fmla="*/ 2147483647 w 1164"/>
                    <a:gd name="T11" fmla="*/ 2147483647 h 1200"/>
                    <a:gd name="T12" fmla="*/ 2147483647 w 1164"/>
                    <a:gd name="T13" fmla="*/ 2147483647 h 1200"/>
                    <a:gd name="T14" fmla="*/ 2147483647 w 1164"/>
                    <a:gd name="T15" fmla="*/ 2147483647 h 1200"/>
                    <a:gd name="T16" fmla="*/ 2147483647 w 1164"/>
                    <a:gd name="T17" fmla="*/ 2147483647 h 1200"/>
                    <a:gd name="T18" fmla="*/ 2147483647 w 1164"/>
                    <a:gd name="T19" fmla="*/ 2147483647 h 1200"/>
                    <a:gd name="T20" fmla="*/ 2147483647 w 1164"/>
                    <a:gd name="T21" fmla="*/ 2147483647 h 1200"/>
                    <a:gd name="T22" fmla="*/ 2147483647 w 1164"/>
                    <a:gd name="T23" fmla="*/ 2147483647 h 1200"/>
                    <a:gd name="T24" fmla="*/ 2147483647 w 1164"/>
                    <a:gd name="T25" fmla="*/ 2147483647 h 1200"/>
                    <a:gd name="T26" fmla="*/ 2147483647 w 1164"/>
                    <a:gd name="T27" fmla="*/ 2147483647 h 1200"/>
                    <a:gd name="T28" fmla="*/ 2147483647 w 1164"/>
                    <a:gd name="T29" fmla="*/ 2147483647 h 1200"/>
                    <a:gd name="T30" fmla="*/ 2147483647 w 1164"/>
                    <a:gd name="T31" fmla="*/ 2147483647 h 1200"/>
                    <a:gd name="T32" fmla="*/ 2147483647 w 1164"/>
                    <a:gd name="T33" fmla="*/ 2147483647 h 1200"/>
                    <a:gd name="T34" fmla="*/ 2147483647 w 1164"/>
                    <a:gd name="T35" fmla="*/ 2147483647 h 1200"/>
                    <a:gd name="T36" fmla="*/ 2147483647 w 1164"/>
                    <a:gd name="T37" fmla="*/ 2147483647 h 1200"/>
                    <a:gd name="T38" fmla="*/ 2147483647 w 1164"/>
                    <a:gd name="T39" fmla="*/ 2147483647 h 1200"/>
                    <a:gd name="T40" fmla="*/ 2147483647 w 1164"/>
                    <a:gd name="T41" fmla="*/ 2147483647 h 1200"/>
                    <a:gd name="T42" fmla="*/ 2147483647 w 1164"/>
                    <a:gd name="T43" fmla="*/ 2147483647 h 1200"/>
                    <a:gd name="T44" fmla="*/ 2147483647 w 1164"/>
                    <a:gd name="T45" fmla="*/ 2147483647 h 1200"/>
                    <a:gd name="T46" fmla="*/ 2147483647 w 1164"/>
                    <a:gd name="T47" fmla="*/ 2147483647 h 1200"/>
                    <a:gd name="T48" fmla="*/ 2147483647 w 1164"/>
                    <a:gd name="T49" fmla="*/ 2147483647 h 1200"/>
                    <a:gd name="T50" fmla="*/ 2147483647 w 1164"/>
                    <a:gd name="T51" fmla="*/ 2147483647 h 1200"/>
                    <a:gd name="T52" fmla="*/ 2147483647 w 1164"/>
                    <a:gd name="T53" fmla="*/ 2147483647 h 1200"/>
                    <a:gd name="T54" fmla="*/ 0 w 1164"/>
                    <a:gd name="T55" fmla="*/ 2147483647 h 1200"/>
                    <a:gd name="T56" fmla="*/ 2147483647 w 1164"/>
                    <a:gd name="T57" fmla="*/ 2147483647 h 1200"/>
                    <a:gd name="T58" fmla="*/ 2147483647 w 1164"/>
                    <a:gd name="T59" fmla="*/ 2147483647 h 1200"/>
                    <a:gd name="T60" fmla="*/ 2147483647 w 1164"/>
                    <a:gd name="T61" fmla="*/ 2147483647 h 1200"/>
                    <a:gd name="T62" fmla="*/ 2147483647 w 1164"/>
                    <a:gd name="T63" fmla="*/ 2147483647 h 1200"/>
                    <a:gd name="T64" fmla="*/ 2147483647 w 1164"/>
                    <a:gd name="T65" fmla="*/ 2147483647 h 1200"/>
                    <a:gd name="T66" fmla="*/ 2147483647 w 1164"/>
                    <a:gd name="T67" fmla="*/ 2147483647 h 1200"/>
                    <a:gd name="T68" fmla="*/ 2147483647 w 1164"/>
                    <a:gd name="T69" fmla="*/ 2147483647 h 1200"/>
                    <a:gd name="T70" fmla="*/ 2147483647 w 1164"/>
                    <a:gd name="T71" fmla="*/ 2147483647 h 1200"/>
                    <a:gd name="T72" fmla="*/ 2147483647 w 1164"/>
                    <a:gd name="T73" fmla="*/ 2147483647 h 1200"/>
                    <a:gd name="T74" fmla="*/ 2147483647 w 1164"/>
                    <a:gd name="T75" fmla="*/ 2147483647 h 1200"/>
                    <a:gd name="T76" fmla="*/ 2147483647 w 1164"/>
                    <a:gd name="T77" fmla="*/ 2147483647 h 1200"/>
                    <a:gd name="T78" fmla="*/ 2147483647 w 1164"/>
                    <a:gd name="T79" fmla="*/ 2147483647 h 1200"/>
                    <a:gd name="T80" fmla="*/ 2147483647 w 1164"/>
                    <a:gd name="T81" fmla="*/ 2147483647 h 1200"/>
                    <a:gd name="T82" fmla="*/ 2147483647 w 1164"/>
                    <a:gd name="T83" fmla="*/ 2147483647 h 1200"/>
                    <a:gd name="T84" fmla="*/ 2147483647 w 1164"/>
                    <a:gd name="T85" fmla="*/ 2147483647 h 1200"/>
                    <a:gd name="T86" fmla="*/ 2147483647 w 1164"/>
                    <a:gd name="T87" fmla="*/ 2147483647 h 1200"/>
                    <a:gd name="T88" fmla="*/ 2147483647 w 1164"/>
                    <a:gd name="T89" fmla="*/ 2147483647 h 1200"/>
                    <a:gd name="T90" fmla="*/ 2147483647 w 1164"/>
                    <a:gd name="T91" fmla="*/ 2147483647 h 1200"/>
                    <a:gd name="T92" fmla="*/ 2147483647 w 1164"/>
                    <a:gd name="T93" fmla="*/ 2147483647 h 1200"/>
                    <a:gd name="T94" fmla="*/ 2147483647 w 1164"/>
                    <a:gd name="T95" fmla="*/ 2147483647 h 1200"/>
                    <a:gd name="T96" fmla="*/ 2147483647 w 1164"/>
                    <a:gd name="T97" fmla="*/ 2147483647 h 1200"/>
                    <a:gd name="T98" fmla="*/ 2147483647 w 1164"/>
                    <a:gd name="T99" fmla="*/ 2147483647 h 1200"/>
                    <a:gd name="T100" fmla="*/ 2147483647 w 1164"/>
                    <a:gd name="T101" fmla="*/ 2147483647 h 1200"/>
                    <a:gd name="T102" fmla="*/ 2147483647 w 1164"/>
                    <a:gd name="T103" fmla="*/ 2147483647 h 1200"/>
                    <a:gd name="T104" fmla="*/ 2147483647 w 1164"/>
                    <a:gd name="T105" fmla="*/ 2147483647 h 1200"/>
                    <a:gd name="T106" fmla="*/ 2147483647 w 1164"/>
                    <a:gd name="T107" fmla="*/ 2147483647 h 120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164"/>
                    <a:gd name="T163" fmla="*/ 0 h 1200"/>
                    <a:gd name="T164" fmla="*/ 1164 w 1164"/>
                    <a:gd name="T165" fmla="*/ 1200 h 1200"/>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164" h="1200">
                      <a:moveTo>
                        <a:pt x="612" y="954"/>
                      </a:moveTo>
                      <a:lnTo>
                        <a:pt x="636" y="948"/>
                      </a:lnTo>
                      <a:lnTo>
                        <a:pt x="636" y="912"/>
                      </a:lnTo>
                      <a:lnTo>
                        <a:pt x="654" y="912"/>
                      </a:lnTo>
                      <a:lnTo>
                        <a:pt x="654" y="906"/>
                      </a:lnTo>
                      <a:lnTo>
                        <a:pt x="660" y="900"/>
                      </a:lnTo>
                      <a:lnTo>
                        <a:pt x="666" y="888"/>
                      </a:lnTo>
                      <a:lnTo>
                        <a:pt x="678" y="882"/>
                      </a:lnTo>
                      <a:lnTo>
                        <a:pt x="684" y="870"/>
                      </a:lnTo>
                      <a:lnTo>
                        <a:pt x="690" y="864"/>
                      </a:lnTo>
                      <a:lnTo>
                        <a:pt x="696" y="864"/>
                      </a:lnTo>
                      <a:lnTo>
                        <a:pt x="708" y="876"/>
                      </a:lnTo>
                      <a:lnTo>
                        <a:pt x="720" y="876"/>
                      </a:lnTo>
                      <a:lnTo>
                        <a:pt x="720" y="870"/>
                      </a:lnTo>
                      <a:lnTo>
                        <a:pt x="726" y="864"/>
                      </a:lnTo>
                      <a:lnTo>
                        <a:pt x="726" y="846"/>
                      </a:lnTo>
                      <a:lnTo>
                        <a:pt x="750" y="846"/>
                      </a:lnTo>
                      <a:lnTo>
                        <a:pt x="768" y="822"/>
                      </a:lnTo>
                      <a:lnTo>
                        <a:pt x="792" y="822"/>
                      </a:lnTo>
                      <a:lnTo>
                        <a:pt x="810" y="804"/>
                      </a:lnTo>
                      <a:lnTo>
                        <a:pt x="858" y="804"/>
                      </a:lnTo>
                      <a:lnTo>
                        <a:pt x="882" y="816"/>
                      </a:lnTo>
                      <a:lnTo>
                        <a:pt x="930" y="804"/>
                      </a:lnTo>
                      <a:lnTo>
                        <a:pt x="954" y="786"/>
                      </a:lnTo>
                      <a:lnTo>
                        <a:pt x="1020" y="792"/>
                      </a:lnTo>
                      <a:lnTo>
                        <a:pt x="1020" y="774"/>
                      </a:lnTo>
                      <a:lnTo>
                        <a:pt x="1068" y="780"/>
                      </a:lnTo>
                      <a:lnTo>
                        <a:pt x="1080" y="774"/>
                      </a:lnTo>
                      <a:lnTo>
                        <a:pt x="1104" y="774"/>
                      </a:lnTo>
                      <a:lnTo>
                        <a:pt x="1122" y="768"/>
                      </a:lnTo>
                      <a:lnTo>
                        <a:pt x="1134" y="762"/>
                      </a:lnTo>
                      <a:lnTo>
                        <a:pt x="1140" y="750"/>
                      </a:lnTo>
                      <a:lnTo>
                        <a:pt x="1140" y="732"/>
                      </a:lnTo>
                      <a:lnTo>
                        <a:pt x="1146" y="720"/>
                      </a:lnTo>
                      <a:lnTo>
                        <a:pt x="1146" y="708"/>
                      </a:lnTo>
                      <a:lnTo>
                        <a:pt x="1164" y="684"/>
                      </a:lnTo>
                      <a:lnTo>
                        <a:pt x="1164" y="480"/>
                      </a:lnTo>
                      <a:lnTo>
                        <a:pt x="1140" y="480"/>
                      </a:lnTo>
                      <a:lnTo>
                        <a:pt x="1134" y="486"/>
                      </a:lnTo>
                      <a:lnTo>
                        <a:pt x="1104" y="486"/>
                      </a:lnTo>
                      <a:lnTo>
                        <a:pt x="1092" y="480"/>
                      </a:lnTo>
                      <a:lnTo>
                        <a:pt x="1086" y="474"/>
                      </a:lnTo>
                      <a:lnTo>
                        <a:pt x="1086" y="468"/>
                      </a:lnTo>
                      <a:lnTo>
                        <a:pt x="1104" y="450"/>
                      </a:lnTo>
                      <a:lnTo>
                        <a:pt x="1104" y="432"/>
                      </a:lnTo>
                      <a:lnTo>
                        <a:pt x="1092" y="408"/>
                      </a:lnTo>
                      <a:lnTo>
                        <a:pt x="1080" y="402"/>
                      </a:lnTo>
                      <a:lnTo>
                        <a:pt x="1050" y="402"/>
                      </a:lnTo>
                      <a:lnTo>
                        <a:pt x="1044" y="408"/>
                      </a:lnTo>
                      <a:lnTo>
                        <a:pt x="1038" y="408"/>
                      </a:lnTo>
                      <a:lnTo>
                        <a:pt x="1032" y="378"/>
                      </a:lnTo>
                      <a:lnTo>
                        <a:pt x="996" y="378"/>
                      </a:lnTo>
                      <a:lnTo>
                        <a:pt x="984" y="366"/>
                      </a:lnTo>
                      <a:lnTo>
                        <a:pt x="984" y="348"/>
                      </a:lnTo>
                      <a:lnTo>
                        <a:pt x="978" y="342"/>
                      </a:lnTo>
                      <a:lnTo>
                        <a:pt x="954" y="342"/>
                      </a:lnTo>
                      <a:lnTo>
                        <a:pt x="954" y="318"/>
                      </a:lnTo>
                      <a:lnTo>
                        <a:pt x="546" y="6"/>
                      </a:lnTo>
                      <a:lnTo>
                        <a:pt x="426" y="0"/>
                      </a:lnTo>
                      <a:lnTo>
                        <a:pt x="468" y="690"/>
                      </a:lnTo>
                      <a:lnTo>
                        <a:pt x="474" y="690"/>
                      </a:lnTo>
                      <a:lnTo>
                        <a:pt x="492" y="708"/>
                      </a:lnTo>
                      <a:lnTo>
                        <a:pt x="492" y="720"/>
                      </a:lnTo>
                      <a:lnTo>
                        <a:pt x="486" y="726"/>
                      </a:lnTo>
                      <a:lnTo>
                        <a:pt x="474" y="768"/>
                      </a:lnTo>
                      <a:lnTo>
                        <a:pt x="210" y="768"/>
                      </a:lnTo>
                      <a:lnTo>
                        <a:pt x="210" y="756"/>
                      </a:lnTo>
                      <a:lnTo>
                        <a:pt x="204" y="756"/>
                      </a:lnTo>
                      <a:lnTo>
                        <a:pt x="198" y="762"/>
                      </a:lnTo>
                      <a:lnTo>
                        <a:pt x="198" y="774"/>
                      </a:lnTo>
                      <a:lnTo>
                        <a:pt x="192" y="774"/>
                      </a:lnTo>
                      <a:lnTo>
                        <a:pt x="180" y="780"/>
                      </a:lnTo>
                      <a:lnTo>
                        <a:pt x="150" y="780"/>
                      </a:lnTo>
                      <a:lnTo>
                        <a:pt x="144" y="774"/>
                      </a:lnTo>
                      <a:lnTo>
                        <a:pt x="108" y="774"/>
                      </a:lnTo>
                      <a:lnTo>
                        <a:pt x="96" y="798"/>
                      </a:lnTo>
                      <a:lnTo>
                        <a:pt x="90" y="786"/>
                      </a:lnTo>
                      <a:lnTo>
                        <a:pt x="66" y="762"/>
                      </a:lnTo>
                      <a:lnTo>
                        <a:pt x="48" y="762"/>
                      </a:lnTo>
                      <a:lnTo>
                        <a:pt x="36" y="774"/>
                      </a:lnTo>
                      <a:lnTo>
                        <a:pt x="36" y="822"/>
                      </a:lnTo>
                      <a:lnTo>
                        <a:pt x="30" y="822"/>
                      </a:lnTo>
                      <a:lnTo>
                        <a:pt x="18" y="828"/>
                      </a:lnTo>
                      <a:lnTo>
                        <a:pt x="0" y="828"/>
                      </a:lnTo>
                      <a:lnTo>
                        <a:pt x="0" y="852"/>
                      </a:lnTo>
                      <a:lnTo>
                        <a:pt x="12" y="870"/>
                      </a:lnTo>
                      <a:lnTo>
                        <a:pt x="12" y="876"/>
                      </a:lnTo>
                      <a:lnTo>
                        <a:pt x="24" y="888"/>
                      </a:lnTo>
                      <a:lnTo>
                        <a:pt x="24" y="906"/>
                      </a:lnTo>
                      <a:lnTo>
                        <a:pt x="18" y="912"/>
                      </a:lnTo>
                      <a:lnTo>
                        <a:pt x="18" y="936"/>
                      </a:lnTo>
                      <a:lnTo>
                        <a:pt x="24" y="942"/>
                      </a:lnTo>
                      <a:lnTo>
                        <a:pt x="36" y="942"/>
                      </a:lnTo>
                      <a:lnTo>
                        <a:pt x="36" y="936"/>
                      </a:lnTo>
                      <a:lnTo>
                        <a:pt x="42" y="936"/>
                      </a:lnTo>
                      <a:lnTo>
                        <a:pt x="48" y="942"/>
                      </a:lnTo>
                      <a:lnTo>
                        <a:pt x="54" y="954"/>
                      </a:lnTo>
                      <a:lnTo>
                        <a:pt x="54" y="1032"/>
                      </a:lnTo>
                      <a:lnTo>
                        <a:pt x="60" y="1044"/>
                      </a:lnTo>
                      <a:lnTo>
                        <a:pt x="60" y="1050"/>
                      </a:lnTo>
                      <a:lnTo>
                        <a:pt x="66" y="1056"/>
                      </a:lnTo>
                      <a:lnTo>
                        <a:pt x="72" y="1050"/>
                      </a:lnTo>
                      <a:lnTo>
                        <a:pt x="78" y="1038"/>
                      </a:lnTo>
                      <a:lnTo>
                        <a:pt x="90" y="1026"/>
                      </a:lnTo>
                      <a:lnTo>
                        <a:pt x="102" y="1038"/>
                      </a:lnTo>
                      <a:lnTo>
                        <a:pt x="108" y="1050"/>
                      </a:lnTo>
                      <a:lnTo>
                        <a:pt x="108" y="1062"/>
                      </a:lnTo>
                      <a:lnTo>
                        <a:pt x="114" y="1050"/>
                      </a:lnTo>
                      <a:lnTo>
                        <a:pt x="126" y="1038"/>
                      </a:lnTo>
                      <a:lnTo>
                        <a:pt x="132" y="1026"/>
                      </a:lnTo>
                      <a:lnTo>
                        <a:pt x="138" y="1026"/>
                      </a:lnTo>
                      <a:lnTo>
                        <a:pt x="144" y="1032"/>
                      </a:lnTo>
                      <a:lnTo>
                        <a:pt x="150" y="1032"/>
                      </a:lnTo>
                      <a:lnTo>
                        <a:pt x="162" y="1038"/>
                      </a:lnTo>
                      <a:lnTo>
                        <a:pt x="168" y="1044"/>
                      </a:lnTo>
                      <a:lnTo>
                        <a:pt x="180" y="1050"/>
                      </a:lnTo>
                      <a:lnTo>
                        <a:pt x="198" y="1032"/>
                      </a:lnTo>
                      <a:lnTo>
                        <a:pt x="198" y="1014"/>
                      </a:lnTo>
                      <a:lnTo>
                        <a:pt x="204" y="1008"/>
                      </a:lnTo>
                      <a:lnTo>
                        <a:pt x="216" y="1008"/>
                      </a:lnTo>
                      <a:lnTo>
                        <a:pt x="228" y="1014"/>
                      </a:lnTo>
                      <a:lnTo>
                        <a:pt x="228" y="1032"/>
                      </a:lnTo>
                      <a:lnTo>
                        <a:pt x="246" y="1044"/>
                      </a:lnTo>
                      <a:lnTo>
                        <a:pt x="234" y="1074"/>
                      </a:lnTo>
                      <a:lnTo>
                        <a:pt x="270" y="1092"/>
                      </a:lnTo>
                      <a:lnTo>
                        <a:pt x="246" y="1128"/>
                      </a:lnTo>
                      <a:lnTo>
                        <a:pt x="270" y="1128"/>
                      </a:lnTo>
                      <a:lnTo>
                        <a:pt x="270" y="1164"/>
                      </a:lnTo>
                      <a:lnTo>
                        <a:pt x="300" y="1194"/>
                      </a:lnTo>
                      <a:lnTo>
                        <a:pt x="312" y="1200"/>
                      </a:lnTo>
                      <a:lnTo>
                        <a:pt x="312" y="1182"/>
                      </a:lnTo>
                      <a:lnTo>
                        <a:pt x="318" y="1176"/>
                      </a:lnTo>
                      <a:lnTo>
                        <a:pt x="330" y="1176"/>
                      </a:lnTo>
                      <a:lnTo>
                        <a:pt x="348" y="1182"/>
                      </a:lnTo>
                      <a:lnTo>
                        <a:pt x="366" y="1200"/>
                      </a:lnTo>
                      <a:lnTo>
                        <a:pt x="372" y="1182"/>
                      </a:lnTo>
                      <a:lnTo>
                        <a:pt x="390" y="1182"/>
                      </a:lnTo>
                      <a:lnTo>
                        <a:pt x="396" y="1158"/>
                      </a:lnTo>
                      <a:lnTo>
                        <a:pt x="408" y="1176"/>
                      </a:lnTo>
                      <a:lnTo>
                        <a:pt x="420" y="1152"/>
                      </a:lnTo>
                      <a:lnTo>
                        <a:pt x="420" y="1188"/>
                      </a:lnTo>
                      <a:lnTo>
                        <a:pt x="444" y="1194"/>
                      </a:lnTo>
                      <a:lnTo>
                        <a:pt x="450" y="1188"/>
                      </a:lnTo>
                      <a:lnTo>
                        <a:pt x="456" y="1176"/>
                      </a:lnTo>
                      <a:lnTo>
                        <a:pt x="462" y="1170"/>
                      </a:lnTo>
                      <a:lnTo>
                        <a:pt x="474" y="1170"/>
                      </a:lnTo>
                      <a:lnTo>
                        <a:pt x="468" y="1116"/>
                      </a:lnTo>
                      <a:lnTo>
                        <a:pt x="492" y="1116"/>
                      </a:lnTo>
                      <a:lnTo>
                        <a:pt x="504" y="1092"/>
                      </a:lnTo>
                      <a:lnTo>
                        <a:pt x="480" y="1062"/>
                      </a:lnTo>
                      <a:lnTo>
                        <a:pt x="498" y="1050"/>
                      </a:lnTo>
                      <a:lnTo>
                        <a:pt x="504" y="1050"/>
                      </a:lnTo>
                      <a:lnTo>
                        <a:pt x="510" y="1044"/>
                      </a:lnTo>
                      <a:lnTo>
                        <a:pt x="546" y="1044"/>
                      </a:lnTo>
                      <a:lnTo>
                        <a:pt x="546" y="1032"/>
                      </a:lnTo>
                      <a:lnTo>
                        <a:pt x="540" y="1026"/>
                      </a:lnTo>
                      <a:lnTo>
                        <a:pt x="546" y="1026"/>
                      </a:lnTo>
                      <a:lnTo>
                        <a:pt x="552" y="1020"/>
                      </a:lnTo>
                      <a:lnTo>
                        <a:pt x="552" y="990"/>
                      </a:lnTo>
                      <a:lnTo>
                        <a:pt x="570" y="990"/>
                      </a:lnTo>
                      <a:lnTo>
                        <a:pt x="570" y="960"/>
                      </a:lnTo>
                      <a:lnTo>
                        <a:pt x="564" y="954"/>
                      </a:lnTo>
                      <a:lnTo>
                        <a:pt x="582" y="924"/>
                      </a:lnTo>
                      <a:lnTo>
                        <a:pt x="612" y="954"/>
                      </a:lnTo>
                      <a:close/>
                    </a:path>
                  </a:pathLst>
                </a:custGeom>
                <a:solidFill>
                  <a:srgbClr val="A29C97"/>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46" name="Malaysia" descr="© INSCALE GmbH, 05.05.2010&#10;http://www.presentationload.com/">
                  <a:extLst>
                    <a:ext uri="{FF2B5EF4-FFF2-40B4-BE49-F238E27FC236}">
                      <a16:creationId xmlns:a16="http://schemas.microsoft.com/office/drawing/2014/main" id="{FD63B296-A3D2-47D3-853D-BB6500907136}"/>
                    </a:ext>
                  </a:extLst>
                </p:cNvPr>
                <p:cNvSpPr>
                  <a:spLocks/>
                </p:cNvSpPr>
                <p:nvPr/>
              </p:nvSpPr>
              <p:spPr bwMode="gray">
                <a:xfrm>
                  <a:off x="8819301" y="3632541"/>
                  <a:ext cx="137784" cy="197844"/>
                </a:xfrm>
                <a:custGeom>
                  <a:avLst/>
                  <a:gdLst>
                    <a:gd name="T0" fmla="*/ 2147483647 w 306"/>
                    <a:gd name="T1" fmla="*/ 2147483647 h 438"/>
                    <a:gd name="T2" fmla="*/ 2147483647 w 306"/>
                    <a:gd name="T3" fmla="*/ 2147483647 h 438"/>
                    <a:gd name="T4" fmla="*/ 2147483647 w 306"/>
                    <a:gd name="T5" fmla="*/ 2147483647 h 438"/>
                    <a:gd name="T6" fmla="*/ 2147483647 w 306"/>
                    <a:gd name="T7" fmla="*/ 2147483647 h 438"/>
                    <a:gd name="T8" fmla="*/ 2147483647 w 306"/>
                    <a:gd name="T9" fmla="*/ 2147483647 h 438"/>
                    <a:gd name="T10" fmla="*/ 2147483647 w 306"/>
                    <a:gd name="T11" fmla="*/ 2147483647 h 438"/>
                    <a:gd name="T12" fmla="*/ 2147483647 w 306"/>
                    <a:gd name="T13" fmla="*/ 2147483647 h 438"/>
                    <a:gd name="T14" fmla="*/ 2147483647 w 306"/>
                    <a:gd name="T15" fmla="*/ 2147483647 h 438"/>
                    <a:gd name="T16" fmla="*/ 2147483647 w 306"/>
                    <a:gd name="T17" fmla="*/ 2147483647 h 438"/>
                    <a:gd name="T18" fmla="*/ 2147483647 w 306"/>
                    <a:gd name="T19" fmla="*/ 2147483647 h 438"/>
                    <a:gd name="T20" fmla="*/ 2147483647 w 306"/>
                    <a:gd name="T21" fmla="*/ 2147483647 h 438"/>
                    <a:gd name="T22" fmla="*/ 2147483647 w 306"/>
                    <a:gd name="T23" fmla="*/ 2147483647 h 438"/>
                    <a:gd name="T24" fmla="*/ 2147483647 w 306"/>
                    <a:gd name="T25" fmla="*/ 2147483647 h 438"/>
                    <a:gd name="T26" fmla="*/ 2147483647 w 306"/>
                    <a:gd name="T27" fmla="*/ 2147483647 h 438"/>
                    <a:gd name="T28" fmla="*/ 2147483647 w 306"/>
                    <a:gd name="T29" fmla="*/ 2147483647 h 438"/>
                    <a:gd name="T30" fmla="*/ 2147483647 w 306"/>
                    <a:gd name="T31" fmla="*/ 2147483647 h 438"/>
                    <a:gd name="T32" fmla="*/ 2147483647 w 306"/>
                    <a:gd name="T33" fmla="*/ 2147483647 h 438"/>
                    <a:gd name="T34" fmla="*/ 2147483647 w 306"/>
                    <a:gd name="T35" fmla="*/ 2147483647 h 438"/>
                    <a:gd name="T36" fmla="*/ 2147483647 w 306"/>
                    <a:gd name="T37" fmla="*/ 2147483647 h 438"/>
                    <a:gd name="T38" fmla="*/ 2147483647 w 306"/>
                    <a:gd name="T39" fmla="*/ 2147483647 h 438"/>
                    <a:gd name="T40" fmla="*/ 2147483647 w 306"/>
                    <a:gd name="T41" fmla="*/ 2147483647 h 438"/>
                    <a:gd name="T42" fmla="*/ 2147483647 w 306"/>
                    <a:gd name="T43" fmla="*/ 2147483647 h 438"/>
                    <a:gd name="T44" fmla="*/ 2147483647 w 306"/>
                    <a:gd name="T45" fmla="*/ 2147483647 h 438"/>
                    <a:gd name="T46" fmla="*/ 2147483647 w 306"/>
                    <a:gd name="T47" fmla="*/ 2147483647 h 438"/>
                    <a:gd name="T48" fmla="*/ 2147483647 w 306"/>
                    <a:gd name="T49" fmla="*/ 2147483647 h 438"/>
                    <a:gd name="T50" fmla="*/ 2147483647 w 306"/>
                    <a:gd name="T51" fmla="*/ 2147483647 h 438"/>
                    <a:gd name="T52" fmla="*/ 2147483647 w 306"/>
                    <a:gd name="T53" fmla="*/ 2147483647 h 438"/>
                    <a:gd name="T54" fmla="*/ 2147483647 w 306"/>
                    <a:gd name="T55" fmla="*/ 2147483647 h 438"/>
                    <a:gd name="T56" fmla="*/ 2147483647 w 306"/>
                    <a:gd name="T57" fmla="*/ 2147483647 h 438"/>
                    <a:gd name="T58" fmla="*/ 2147483647 w 306"/>
                    <a:gd name="T59" fmla="*/ 2147483647 h 438"/>
                    <a:gd name="T60" fmla="*/ 2147483647 w 306"/>
                    <a:gd name="T61" fmla="*/ 2147483647 h 438"/>
                    <a:gd name="T62" fmla="*/ 2147483647 w 306"/>
                    <a:gd name="T63" fmla="*/ 2147483647 h 438"/>
                    <a:gd name="T64" fmla="*/ 2147483647 w 306"/>
                    <a:gd name="T65" fmla="*/ 2147483647 h 438"/>
                    <a:gd name="T66" fmla="*/ 2147483647 w 306"/>
                    <a:gd name="T67" fmla="*/ 2147483647 h 438"/>
                    <a:gd name="T68" fmla="*/ 2147483647 w 306"/>
                    <a:gd name="T69" fmla="*/ 2147483647 h 438"/>
                    <a:gd name="T70" fmla="*/ 2147483647 w 306"/>
                    <a:gd name="T71" fmla="*/ 2147483647 h 438"/>
                    <a:gd name="T72" fmla="*/ 2147483647 w 306"/>
                    <a:gd name="T73" fmla="*/ 2147483647 h 438"/>
                    <a:gd name="T74" fmla="*/ 2147483647 w 306"/>
                    <a:gd name="T75" fmla="*/ 2147483647 h 438"/>
                    <a:gd name="T76" fmla="*/ 2147483647 w 306"/>
                    <a:gd name="T77" fmla="*/ 0 h 438"/>
                    <a:gd name="T78" fmla="*/ 2147483647 w 306"/>
                    <a:gd name="T79" fmla="*/ 2147483647 h 438"/>
                    <a:gd name="T80" fmla="*/ 2147483647 w 306"/>
                    <a:gd name="T81" fmla="*/ 2147483647 h 43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06"/>
                    <a:gd name="T124" fmla="*/ 0 h 438"/>
                    <a:gd name="T125" fmla="*/ 306 w 306"/>
                    <a:gd name="T126" fmla="*/ 438 h 43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06" h="438">
                      <a:moveTo>
                        <a:pt x="0" y="42"/>
                      </a:moveTo>
                      <a:lnTo>
                        <a:pt x="6" y="138"/>
                      </a:lnTo>
                      <a:lnTo>
                        <a:pt x="18" y="138"/>
                      </a:lnTo>
                      <a:lnTo>
                        <a:pt x="24" y="132"/>
                      </a:lnTo>
                      <a:lnTo>
                        <a:pt x="42" y="132"/>
                      </a:lnTo>
                      <a:lnTo>
                        <a:pt x="54" y="138"/>
                      </a:lnTo>
                      <a:lnTo>
                        <a:pt x="54" y="168"/>
                      </a:lnTo>
                      <a:lnTo>
                        <a:pt x="48" y="180"/>
                      </a:lnTo>
                      <a:lnTo>
                        <a:pt x="48" y="198"/>
                      </a:lnTo>
                      <a:lnTo>
                        <a:pt x="54" y="216"/>
                      </a:lnTo>
                      <a:lnTo>
                        <a:pt x="60" y="228"/>
                      </a:lnTo>
                      <a:lnTo>
                        <a:pt x="66" y="234"/>
                      </a:lnTo>
                      <a:lnTo>
                        <a:pt x="84" y="234"/>
                      </a:lnTo>
                      <a:lnTo>
                        <a:pt x="90" y="228"/>
                      </a:lnTo>
                      <a:lnTo>
                        <a:pt x="90" y="240"/>
                      </a:lnTo>
                      <a:lnTo>
                        <a:pt x="84" y="252"/>
                      </a:lnTo>
                      <a:lnTo>
                        <a:pt x="84" y="282"/>
                      </a:lnTo>
                      <a:lnTo>
                        <a:pt x="96" y="306"/>
                      </a:lnTo>
                      <a:lnTo>
                        <a:pt x="102" y="312"/>
                      </a:lnTo>
                      <a:lnTo>
                        <a:pt x="114" y="318"/>
                      </a:lnTo>
                      <a:lnTo>
                        <a:pt x="132" y="330"/>
                      </a:lnTo>
                      <a:lnTo>
                        <a:pt x="144" y="336"/>
                      </a:lnTo>
                      <a:lnTo>
                        <a:pt x="162" y="354"/>
                      </a:lnTo>
                      <a:lnTo>
                        <a:pt x="168" y="354"/>
                      </a:lnTo>
                      <a:lnTo>
                        <a:pt x="168" y="366"/>
                      </a:lnTo>
                      <a:lnTo>
                        <a:pt x="174" y="372"/>
                      </a:lnTo>
                      <a:lnTo>
                        <a:pt x="174" y="378"/>
                      </a:lnTo>
                      <a:lnTo>
                        <a:pt x="180" y="384"/>
                      </a:lnTo>
                      <a:lnTo>
                        <a:pt x="186" y="384"/>
                      </a:lnTo>
                      <a:lnTo>
                        <a:pt x="198" y="390"/>
                      </a:lnTo>
                      <a:lnTo>
                        <a:pt x="204" y="396"/>
                      </a:lnTo>
                      <a:lnTo>
                        <a:pt x="216" y="396"/>
                      </a:lnTo>
                      <a:lnTo>
                        <a:pt x="222" y="402"/>
                      </a:lnTo>
                      <a:lnTo>
                        <a:pt x="228" y="402"/>
                      </a:lnTo>
                      <a:lnTo>
                        <a:pt x="252" y="438"/>
                      </a:lnTo>
                      <a:lnTo>
                        <a:pt x="300" y="432"/>
                      </a:lnTo>
                      <a:lnTo>
                        <a:pt x="300" y="420"/>
                      </a:lnTo>
                      <a:lnTo>
                        <a:pt x="306" y="408"/>
                      </a:lnTo>
                      <a:lnTo>
                        <a:pt x="306" y="378"/>
                      </a:lnTo>
                      <a:lnTo>
                        <a:pt x="294" y="354"/>
                      </a:lnTo>
                      <a:lnTo>
                        <a:pt x="270" y="330"/>
                      </a:lnTo>
                      <a:lnTo>
                        <a:pt x="264" y="318"/>
                      </a:lnTo>
                      <a:lnTo>
                        <a:pt x="258" y="312"/>
                      </a:lnTo>
                      <a:lnTo>
                        <a:pt x="258" y="288"/>
                      </a:lnTo>
                      <a:lnTo>
                        <a:pt x="252" y="276"/>
                      </a:lnTo>
                      <a:lnTo>
                        <a:pt x="246" y="270"/>
                      </a:lnTo>
                      <a:lnTo>
                        <a:pt x="246" y="258"/>
                      </a:lnTo>
                      <a:lnTo>
                        <a:pt x="252" y="252"/>
                      </a:lnTo>
                      <a:lnTo>
                        <a:pt x="252" y="126"/>
                      </a:lnTo>
                      <a:lnTo>
                        <a:pt x="246" y="114"/>
                      </a:lnTo>
                      <a:lnTo>
                        <a:pt x="222" y="90"/>
                      </a:lnTo>
                      <a:lnTo>
                        <a:pt x="204" y="84"/>
                      </a:lnTo>
                      <a:lnTo>
                        <a:pt x="192" y="72"/>
                      </a:lnTo>
                      <a:lnTo>
                        <a:pt x="180" y="66"/>
                      </a:lnTo>
                      <a:lnTo>
                        <a:pt x="156" y="42"/>
                      </a:lnTo>
                      <a:lnTo>
                        <a:pt x="150" y="54"/>
                      </a:lnTo>
                      <a:lnTo>
                        <a:pt x="144" y="60"/>
                      </a:lnTo>
                      <a:lnTo>
                        <a:pt x="138" y="72"/>
                      </a:lnTo>
                      <a:lnTo>
                        <a:pt x="138" y="78"/>
                      </a:lnTo>
                      <a:lnTo>
                        <a:pt x="132" y="84"/>
                      </a:lnTo>
                      <a:lnTo>
                        <a:pt x="114" y="66"/>
                      </a:lnTo>
                      <a:lnTo>
                        <a:pt x="108" y="66"/>
                      </a:lnTo>
                      <a:lnTo>
                        <a:pt x="102" y="72"/>
                      </a:lnTo>
                      <a:lnTo>
                        <a:pt x="90" y="72"/>
                      </a:lnTo>
                      <a:lnTo>
                        <a:pt x="90" y="78"/>
                      </a:lnTo>
                      <a:lnTo>
                        <a:pt x="72" y="78"/>
                      </a:lnTo>
                      <a:lnTo>
                        <a:pt x="66" y="72"/>
                      </a:lnTo>
                      <a:lnTo>
                        <a:pt x="66" y="66"/>
                      </a:lnTo>
                      <a:lnTo>
                        <a:pt x="78" y="54"/>
                      </a:lnTo>
                      <a:lnTo>
                        <a:pt x="78" y="42"/>
                      </a:lnTo>
                      <a:lnTo>
                        <a:pt x="66" y="42"/>
                      </a:lnTo>
                      <a:lnTo>
                        <a:pt x="66" y="30"/>
                      </a:lnTo>
                      <a:lnTo>
                        <a:pt x="60" y="24"/>
                      </a:lnTo>
                      <a:lnTo>
                        <a:pt x="48" y="18"/>
                      </a:lnTo>
                      <a:lnTo>
                        <a:pt x="30" y="18"/>
                      </a:lnTo>
                      <a:lnTo>
                        <a:pt x="30" y="12"/>
                      </a:lnTo>
                      <a:lnTo>
                        <a:pt x="24" y="0"/>
                      </a:lnTo>
                      <a:lnTo>
                        <a:pt x="12" y="0"/>
                      </a:lnTo>
                      <a:lnTo>
                        <a:pt x="6" y="6"/>
                      </a:lnTo>
                      <a:lnTo>
                        <a:pt x="6" y="18"/>
                      </a:lnTo>
                      <a:lnTo>
                        <a:pt x="12" y="24"/>
                      </a:lnTo>
                      <a:lnTo>
                        <a:pt x="6" y="36"/>
                      </a:lnTo>
                      <a:lnTo>
                        <a:pt x="0" y="42"/>
                      </a:lnTo>
                      <a:close/>
                    </a:path>
                  </a:pathLst>
                </a:custGeom>
                <a:solidFill>
                  <a:srgbClr val="572772"/>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47" name="Malaysia" descr="© INSCALE GmbH, 05.05.2010&#10;http://www.presentationload.com/">
                  <a:extLst>
                    <a:ext uri="{FF2B5EF4-FFF2-40B4-BE49-F238E27FC236}">
                      <a16:creationId xmlns:a16="http://schemas.microsoft.com/office/drawing/2014/main" id="{0D9E0A1E-4F07-4B6A-90E1-CC1B49702F00}"/>
                    </a:ext>
                  </a:extLst>
                </p:cNvPr>
                <p:cNvSpPr>
                  <a:spLocks/>
                </p:cNvSpPr>
                <p:nvPr/>
              </p:nvSpPr>
              <p:spPr bwMode="gray">
                <a:xfrm>
                  <a:off x="9142561" y="3609578"/>
                  <a:ext cx="310896" cy="238471"/>
                </a:xfrm>
                <a:custGeom>
                  <a:avLst/>
                  <a:gdLst>
                    <a:gd name="T0" fmla="*/ 2147483647 w 690"/>
                    <a:gd name="T1" fmla="*/ 2147483647 h 528"/>
                    <a:gd name="T2" fmla="*/ 2147483647 w 690"/>
                    <a:gd name="T3" fmla="*/ 2147483647 h 528"/>
                    <a:gd name="T4" fmla="*/ 2147483647 w 690"/>
                    <a:gd name="T5" fmla="*/ 2147483647 h 528"/>
                    <a:gd name="T6" fmla="*/ 2147483647 w 690"/>
                    <a:gd name="T7" fmla="*/ 2147483647 h 528"/>
                    <a:gd name="T8" fmla="*/ 2147483647 w 690"/>
                    <a:gd name="T9" fmla="*/ 2147483647 h 528"/>
                    <a:gd name="T10" fmla="*/ 2147483647 w 690"/>
                    <a:gd name="T11" fmla="*/ 2147483647 h 528"/>
                    <a:gd name="T12" fmla="*/ 2147483647 w 690"/>
                    <a:gd name="T13" fmla="*/ 2147483647 h 528"/>
                    <a:gd name="T14" fmla="*/ 2147483647 w 690"/>
                    <a:gd name="T15" fmla="*/ 2147483647 h 528"/>
                    <a:gd name="T16" fmla="*/ 2147483647 w 690"/>
                    <a:gd name="T17" fmla="*/ 2147483647 h 528"/>
                    <a:gd name="T18" fmla="*/ 2147483647 w 690"/>
                    <a:gd name="T19" fmla="*/ 2147483647 h 528"/>
                    <a:gd name="T20" fmla="*/ 2147483647 w 690"/>
                    <a:gd name="T21" fmla="*/ 2147483647 h 528"/>
                    <a:gd name="T22" fmla="*/ 2147483647 w 690"/>
                    <a:gd name="T23" fmla="*/ 2147483647 h 528"/>
                    <a:gd name="T24" fmla="*/ 2147483647 w 690"/>
                    <a:gd name="T25" fmla="*/ 2147483647 h 528"/>
                    <a:gd name="T26" fmla="*/ 2147483647 w 690"/>
                    <a:gd name="T27" fmla="*/ 2147483647 h 528"/>
                    <a:gd name="T28" fmla="*/ 2147483647 w 690"/>
                    <a:gd name="T29" fmla="*/ 2147483647 h 528"/>
                    <a:gd name="T30" fmla="*/ 2147483647 w 690"/>
                    <a:gd name="T31" fmla="*/ 2147483647 h 528"/>
                    <a:gd name="T32" fmla="*/ 2147483647 w 690"/>
                    <a:gd name="T33" fmla="*/ 2147483647 h 528"/>
                    <a:gd name="T34" fmla="*/ 2147483647 w 690"/>
                    <a:gd name="T35" fmla="*/ 2147483647 h 528"/>
                    <a:gd name="T36" fmla="*/ 2147483647 w 690"/>
                    <a:gd name="T37" fmla="*/ 2147483647 h 528"/>
                    <a:gd name="T38" fmla="*/ 2147483647 w 690"/>
                    <a:gd name="T39" fmla="*/ 2147483647 h 528"/>
                    <a:gd name="T40" fmla="*/ 2147483647 w 690"/>
                    <a:gd name="T41" fmla="*/ 2147483647 h 528"/>
                    <a:gd name="T42" fmla="*/ 2147483647 w 690"/>
                    <a:gd name="T43" fmla="*/ 2147483647 h 528"/>
                    <a:gd name="T44" fmla="*/ 2147483647 w 690"/>
                    <a:gd name="T45" fmla="*/ 2147483647 h 528"/>
                    <a:gd name="T46" fmla="*/ 2147483647 w 690"/>
                    <a:gd name="T47" fmla="*/ 2147483647 h 528"/>
                    <a:gd name="T48" fmla="*/ 2147483647 w 690"/>
                    <a:gd name="T49" fmla="*/ 2147483647 h 528"/>
                    <a:gd name="T50" fmla="*/ 2147483647 w 690"/>
                    <a:gd name="T51" fmla="*/ 2147483647 h 528"/>
                    <a:gd name="T52" fmla="*/ 2147483647 w 690"/>
                    <a:gd name="T53" fmla="*/ 2147483647 h 528"/>
                    <a:gd name="T54" fmla="*/ 2147483647 w 690"/>
                    <a:gd name="T55" fmla="*/ 2147483647 h 528"/>
                    <a:gd name="T56" fmla="*/ 2147483647 w 690"/>
                    <a:gd name="T57" fmla="*/ 2147483647 h 528"/>
                    <a:gd name="T58" fmla="*/ 2147483647 w 690"/>
                    <a:gd name="T59" fmla="*/ 2147483647 h 528"/>
                    <a:gd name="T60" fmla="*/ 2147483647 w 690"/>
                    <a:gd name="T61" fmla="*/ 2147483647 h 528"/>
                    <a:gd name="T62" fmla="*/ 2147483647 w 690"/>
                    <a:gd name="T63" fmla="*/ 2147483647 h 528"/>
                    <a:gd name="T64" fmla="*/ 2147483647 w 690"/>
                    <a:gd name="T65" fmla="*/ 2147483647 h 528"/>
                    <a:gd name="T66" fmla="*/ 2147483647 w 690"/>
                    <a:gd name="T67" fmla="*/ 2147483647 h 528"/>
                    <a:gd name="T68" fmla="*/ 2147483647 w 690"/>
                    <a:gd name="T69" fmla="*/ 2147483647 h 528"/>
                    <a:gd name="T70" fmla="*/ 2147483647 w 690"/>
                    <a:gd name="T71" fmla="*/ 0 h 528"/>
                    <a:gd name="T72" fmla="*/ 2147483647 w 690"/>
                    <a:gd name="T73" fmla="*/ 0 h 528"/>
                    <a:gd name="T74" fmla="*/ 2147483647 w 690"/>
                    <a:gd name="T75" fmla="*/ 2147483647 h 528"/>
                    <a:gd name="T76" fmla="*/ 2147483647 w 690"/>
                    <a:gd name="T77" fmla="*/ 2147483647 h 528"/>
                    <a:gd name="T78" fmla="*/ 2147483647 w 690"/>
                    <a:gd name="T79" fmla="*/ 2147483647 h 528"/>
                    <a:gd name="T80" fmla="*/ 2147483647 w 690"/>
                    <a:gd name="T81" fmla="*/ 2147483647 h 528"/>
                    <a:gd name="T82" fmla="*/ 2147483647 w 690"/>
                    <a:gd name="T83" fmla="*/ 2147483647 h 528"/>
                    <a:gd name="T84" fmla="*/ 2147483647 w 690"/>
                    <a:gd name="T85" fmla="*/ 2147483647 h 528"/>
                    <a:gd name="T86" fmla="*/ 2147483647 w 690"/>
                    <a:gd name="T87" fmla="*/ 2147483647 h 528"/>
                    <a:gd name="T88" fmla="*/ 2147483647 w 690"/>
                    <a:gd name="T89" fmla="*/ 2147483647 h 528"/>
                    <a:gd name="T90" fmla="*/ 2147483647 w 690"/>
                    <a:gd name="T91" fmla="*/ 2147483647 h 528"/>
                    <a:gd name="T92" fmla="*/ 2147483647 w 690"/>
                    <a:gd name="T93" fmla="*/ 2147483647 h 528"/>
                    <a:gd name="T94" fmla="*/ 2147483647 w 690"/>
                    <a:gd name="T95" fmla="*/ 2147483647 h 528"/>
                    <a:gd name="T96" fmla="*/ 2147483647 w 690"/>
                    <a:gd name="T97" fmla="*/ 2147483647 h 528"/>
                    <a:gd name="T98" fmla="*/ 2147483647 w 690"/>
                    <a:gd name="T99" fmla="*/ 2147483647 h 528"/>
                    <a:gd name="T100" fmla="*/ 2147483647 w 690"/>
                    <a:gd name="T101" fmla="*/ 2147483647 h 528"/>
                    <a:gd name="T102" fmla="*/ 2147483647 w 690"/>
                    <a:gd name="T103" fmla="*/ 2147483647 h 528"/>
                    <a:gd name="T104" fmla="*/ 2147483647 w 690"/>
                    <a:gd name="T105" fmla="*/ 2147483647 h 528"/>
                    <a:gd name="T106" fmla="*/ 2147483647 w 690"/>
                    <a:gd name="T107" fmla="*/ 2147483647 h 528"/>
                    <a:gd name="T108" fmla="*/ 2147483647 w 690"/>
                    <a:gd name="T109" fmla="*/ 2147483647 h 528"/>
                    <a:gd name="T110" fmla="*/ 2147483647 w 690"/>
                    <a:gd name="T111" fmla="*/ 2147483647 h 528"/>
                    <a:gd name="T112" fmla="*/ 2147483647 w 690"/>
                    <a:gd name="T113" fmla="*/ 2147483647 h 528"/>
                    <a:gd name="T114" fmla="*/ 0 w 690"/>
                    <a:gd name="T115" fmla="*/ 2147483647 h 528"/>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690"/>
                    <a:gd name="T175" fmla="*/ 0 h 528"/>
                    <a:gd name="T176" fmla="*/ 690 w 690"/>
                    <a:gd name="T177" fmla="*/ 528 h 528"/>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690" h="528">
                      <a:moveTo>
                        <a:pt x="12" y="504"/>
                      </a:moveTo>
                      <a:lnTo>
                        <a:pt x="24" y="510"/>
                      </a:lnTo>
                      <a:lnTo>
                        <a:pt x="30" y="516"/>
                      </a:lnTo>
                      <a:lnTo>
                        <a:pt x="54" y="528"/>
                      </a:lnTo>
                      <a:lnTo>
                        <a:pt x="60" y="528"/>
                      </a:lnTo>
                      <a:lnTo>
                        <a:pt x="78" y="510"/>
                      </a:lnTo>
                      <a:lnTo>
                        <a:pt x="102" y="510"/>
                      </a:lnTo>
                      <a:lnTo>
                        <a:pt x="120" y="516"/>
                      </a:lnTo>
                      <a:lnTo>
                        <a:pt x="144" y="516"/>
                      </a:lnTo>
                      <a:lnTo>
                        <a:pt x="174" y="486"/>
                      </a:lnTo>
                      <a:lnTo>
                        <a:pt x="180" y="474"/>
                      </a:lnTo>
                      <a:lnTo>
                        <a:pt x="222" y="474"/>
                      </a:lnTo>
                      <a:lnTo>
                        <a:pt x="234" y="486"/>
                      </a:lnTo>
                      <a:lnTo>
                        <a:pt x="258" y="498"/>
                      </a:lnTo>
                      <a:lnTo>
                        <a:pt x="264" y="504"/>
                      </a:lnTo>
                      <a:lnTo>
                        <a:pt x="270" y="504"/>
                      </a:lnTo>
                      <a:lnTo>
                        <a:pt x="282" y="492"/>
                      </a:lnTo>
                      <a:lnTo>
                        <a:pt x="294" y="486"/>
                      </a:lnTo>
                      <a:lnTo>
                        <a:pt x="300" y="480"/>
                      </a:lnTo>
                      <a:lnTo>
                        <a:pt x="324" y="480"/>
                      </a:lnTo>
                      <a:lnTo>
                        <a:pt x="354" y="444"/>
                      </a:lnTo>
                      <a:lnTo>
                        <a:pt x="348" y="432"/>
                      </a:lnTo>
                      <a:lnTo>
                        <a:pt x="384" y="402"/>
                      </a:lnTo>
                      <a:lnTo>
                        <a:pt x="378" y="390"/>
                      </a:lnTo>
                      <a:lnTo>
                        <a:pt x="372" y="384"/>
                      </a:lnTo>
                      <a:lnTo>
                        <a:pt x="372" y="360"/>
                      </a:lnTo>
                      <a:lnTo>
                        <a:pt x="378" y="354"/>
                      </a:lnTo>
                      <a:lnTo>
                        <a:pt x="396" y="354"/>
                      </a:lnTo>
                      <a:lnTo>
                        <a:pt x="402" y="342"/>
                      </a:lnTo>
                      <a:lnTo>
                        <a:pt x="402" y="336"/>
                      </a:lnTo>
                      <a:lnTo>
                        <a:pt x="408" y="318"/>
                      </a:lnTo>
                      <a:lnTo>
                        <a:pt x="408" y="264"/>
                      </a:lnTo>
                      <a:lnTo>
                        <a:pt x="414" y="252"/>
                      </a:lnTo>
                      <a:lnTo>
                        <a:pt x="420" y="246"/>
                      </a:lnTo>
                      <a:lnTo>
                        <a:pt x="516" y="246"/>
                      </a:lnTo>
                      <a:lnTo>
                        <a:pt x="540" y="270"/>
                      </a:lnTo>
                      <a:lnTo>
                        <a:pt x="552" y="276"/>
                      </a:lnTo>
                      <a:lnTo>
                        <a:pt x="558" y="282"/>
                      </a:lnTo>
                      <a:lnTo>
                        <a:pt x="576" y="276"/>
                      </a:lnTo>
                      <a:lnTo>
                        <a:pt x="564" y="216"/>
                      </a:lnTo>
                      <a:lnTo>
                        <a:pt x="576" y="222"/>
                      </a:lnTo>
                      <a:lnTo>
                        <a:pt x="582" y="234"/>
                      </a:lnTo>
                      <a:lnTo>
                        <a:pt x="594" y="240"/>
                      </a:lnTo>
                      <a:lnTo>
                        <a:pt x="636" y="240"/>
                      </a:lnTo>
                      <a:lnTo>
                        <a:pt x="630" y="234"/>
                      </a:lnTo>
                      <a:lnTo>
                        <a:pt x="624" y="222"/>
                      </a:lnTo>
                      <a:lnTo>
                        <a:pt x="618" y="216"/>
                      </a:lnTo>
                      <a:lnTo>
                        <a:pt x="606" y="192"/>
                      </a:lnTo>
                      <a:lnTo>
                        <a:pt x="606" y="186"/>
                      </a:lnTo>
                      <a:lnTo>
                        <a:pt x="612" y="180"/>
                      </a:lnTo>
                      <a:lnTo>
                        <a:pt x="624" y="180"/>
                      </a:lnTo>
                      <a:lnTo>
                        <a:pt x="642" y="186"/>
                      </a:lnTo>
                      <a:lnTo>
                        <a:pt x="654" y="186"/>
                      </a:lnTo>
                      <a:lnTo>
                        <a:pt x="660" y="192"/>
                      </a:lnTo>
                      <a:lnTo>
                        <a:pt x="666" y="192"/>
                      </a:lnTo>
                      <a:lnTo>
                        <a:pt x="690" y="162"/>
                      </a:lnTo>
                      <a:lnTo>
                        <a:pt x="666" y="156"/>
                      </a:lnTo>
                      <a:lnTo>
                        <a:pt x="660" y="144"/>
                      </a:lnTo>
                      <a:lnTo>
                        <a:pt x="642" y="126"/>
                      </a:lnTo>
                      <a:lnTo>
                        <a:pt x="630" y="120"/>
                      </a:lnTo>
                      <a:lnTo>
                        <a:pt x="612" y="120"/>
                      </a:lnTo>
                      <a:lnTo>
                        <a:pt x="600" y="114"/>
                      </a:lnTo>
                      <a:lnTo>
                        <a:pt x="588" y="114"/>
                      </a:lnTo>
                      <a:lnTo>
                        <a:pt x="588" y="108"/>
                      </a:lnTo>
                      <a:lnTo>
                        <a:pt x="582" y="102"/>
                      </a:lnTo>
                      <a:lnTo>
                        <a:pt x="582" y="90"/>
                      </a:lnTo>
                      <a:lnTo>
                        <a:pt x="576" y="78"/>
                      </a:lnTo>
                      <a:lnTo>
                        <a:pt x="564" y="66"/>
                      </a:lnTo>
                      <a:lnTo>
                        <a:pt x="540" y="54"/>
                      </a:lnTo>
                      <a:lnTo>
                        <a:pt x="534" y="60"/>
                      </a:lnTo>
                      <a:lnTo>
                        <a:pt x="528" y="60"/>
                      </a:lnTo>
                      <a:lnTo>
                        <a:pt x="510" y="0"/>
                      </a:lnTo>
                      <a:lnTo>
                        <a:pt x="504" y="18"/>
                      </a:lnTo>
                      <a:lnTo>
                        <a:pt x="492" y="0"/>
                      </a:lnTo>
                      <a:lnTo>
                        <a:pt x="480" y="60"/>
                      </a:lnTo>
                      <a:lnTo>
                        <a:pt x="468" y="66"/>
                      </a:lnTo>
                      <a:lnTo>
                        <a:pt x="462" y="66"/>
                      </a:lnTo>
                      <a:lnTo>
                        <a:pt x="450" y="72"/>
                      </a:lnTo>
                      <a:lnTo>
                        <a:pt x="438" y="96"/>
                      </a:lnTo>
                      <a:lnTo>
                        <a:pt x="438" y="114"/>
                      </a:lnTo>
                      <a:lnTo>
                        <a:pt x="408" y="126"/>
                      </a:lnTo>
                      <a:lnTo>
                        <a:pt x="420" y="162"/>
                      </a:lnTo>
                      <a:lnTo>
                        <a:pt x="408" y="162"/>
                      </a:lnTo>
                      <a:lnTo>
                        <a:pt x="390" y="156"/>
                      </a:lnTo>
                      <a:lnTo>
                        <a:pt x="378" y="156"/>
                      </a:lnTo>
                      <a:lnTo>
                        <a:pt x="360" y="150"/>
                      </a:lnTo>
                      <a:lnTo>
                        <a:pt x="354" y="150"/>
                      </a:lnTo>
                      <a:lnTo>
                        <a:pt x="342" y="156"/>
                      </a:lnTo>
                      <a:lnTo>
                        <a:pt x="342" y="168"/>
                      </a:lnTo>
                      <a:lnTo>
                        <a:pt x="336" y="180"/>
                      </a:lnTo>
                      <a:lnTo>
                        <a:pt x="336" y="204"/>
                      </a:lnTo>
                      <a:lnTo>
                        <a:pt x="294" y="246"/>
                      </a:lnTo>
                      <a:lnTo>
                        <a:pt x="294" y="258"/>
                      </a:lnTo>
                      <a:lnTo>
                        <a:pt x="282" y="294"/>
                      </a:lnTo>
                      <a:lnTo>
                        <a:pt x="276" y="306"/>
                      </a:lnTo>
                      <a:lnTo>
                        <a:pt x="264" y="318"/>
                      </a:lnTo>
                      <a:lnTo>
                        <a:pt x="228" y="336"/>
                      </a:lnTo>
                      <a:lnTo>
                        <a:pt x="186" y="342"/>
                      </a:lnTo>
                      <a:lnTo>
                        <a:pt x="162" y="348"/>
                      </a:lnTo>
                      <a:lnTo>
                        <a:pt x="156" y="354"/>
                      </a:lnTo>
                      <a:lnTo>
                        <a:pt x="132" y="366"/>
                      </a:lnTo>
                      <a:lnTo>
                        <a:pt x="114" y="384"/>
                      </a:lnTo>
                      <a:lnTo>
                        <a:pt x="102" y="390"/>
                      </a:lnTo>
                      <a:lnTo>
                        <a:pt x="84" y="426"/>
                      </a:lnTo>
                      <a:lnTo>
                        <a:pt x="102" y="444"/>
                      </a:lnTo>
                      <a:lnTo>
                        <a:pt x="102" y="462"/>
                      </a:lnTo>
                      <a:lnTo>
                        <a:pt x="96" y="474"/>
                      </a:lnTo>
                      <a:lnTo>
                        <a:pt x="84" y="480"/>
                      </a:lnTo>
                      <a:lnTo>
                        <a:pt x="72" y="480"/>
                      </a:lnTo>
                      <a:lnTo>
                        <a:pt x="48" y="468"/>
                      </a:lnTo>
                      <a:lnTo>
                        <a:pt x="42" y="462"/>
                      </a:lnTo>
                      <a:lnTo>
                        <a:pt x="30" y="456"/>
                      </a:lnTo>
                      <a:lnTo>
                        <a:pt x="24" y="456"/>
                      </a:lnTo>
                      <a:lnTo>
                        <a:pt x="12" y="462"/>
                      </a:lnTo>
                      <a:lnTo>
                        <a:pt x="0" y="474"/>
                      </a:lnTo>
                      <a:lnTo>
                        <a:pt x="0" y="492"/>
                      </a:lnTo>
                      <a:lnTo>
                        <a:pt x="12" y="504"/>
                      </a:lnTo>
                      <a:close/>
                    </a:path>
                  </a:pathLst>
                </a:custGeom>
                <a:solidFill>
                  <a:srgbClr val="572772"/>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48" name="Malawi" descr="© INSCALE GmbH, 05.05.2010&#10;http://www.presentationload.com/">
                  <a:extLst>
                    <a:ext uri="{FF2B5EF4-FFF2-40B4-BE49-F238E27FC236}">
                      <a16:creationId xmlns:a16="http://schemas.microsoft.com/office/drawing/2014/main" id="{C6B8E25E-D683-4031-BA2D-C0BE6287A446}"/>
                    </a:ext>
                  </a:extLst>
                </p:cNvPr>
                <p:cNvSpPr>
                  <a:spLocks/>
                </p:cNvSpPr>
                <p:nvPr/>
              </p:nvSpPr>
              <p:spPr bwMode="gray">
                <a:xfrm>
                  <a:off x="6653630" y="4220770"/>
                  <a:ext cx="105985" cy="282635"/>
                </a:xfrm>
                <a:custGeom>
                  <a:avLst/>
                  <a:gdLst>
                    <a:gd name="T0" fmla="*/ 2147483647 w 234"/>
                    <a:gd name="T1" fmla="*/ 2147483647 h 624"/>
                    <a:gd name="T2" fmla="*/ 2147483647 w 234"/>
                    <a:gd name="T3" fmla="*/ 2147483647 h 624"/>
                    <a:gd name="T4" fmla="*/ 2147483647 w 234"/>
                    <a:gd name="T5" fmla="*/ 2147483647 h 624"/>
                    <a:gd name="T6" fmla="*/ 2147483647 w 234"/>
                    <a:gd name="T7" fmla="*/ 2147483647 h 624"/>
                    <a:gd name="T8" fmla="*/ 2147483647 w 234"/>
                    <a:gd name="T9" fmla="*/ 2147483647 h 624"/>
                    <a:gd name="T10" fmla="*/ 2147483647 w 234"/>
                    <a:gd name="T11" fmla="*/ 2147483647 h 624"/>
                    <a:gd name="T12" fmla="*/ 2147483647 w 234"/>
                    <a:gd name="T13" fmla="*/ 2147483647 h 624"/>
                    <a:gd name="T14" fmla="*/ 2147483647 w 234"/>
                    <a:gd name="T15" fmla="*/ 2147483647 h 624"/>
                    <a:gd name="T16" fmla="*/ 2147483647 w 234"/>
                    <a:gd name="T17" fmla="*/ 2147483647 h 624"/>
                    <a:gd name="T18" fmla="*/ 2147483647 w 234"/>
                    <a:gd name="T19" fmla="*/ 2147483647 h 624"/>
                    <a:gd name="T20" fmla="*/ 2147483647 w 234"/>
                    <a:gd name="T21" fmla="*/ 2147483647 h 624"/>
                    <a:gd name="T22" fmla="*/ 2147483647 w 234"/>
                    <a:gd name="T23" fmla="*/ 2147483647 h 624"/>
                    <a:gd name="T24" fmla="*/ 2147483647 w 234"/>
                    <a:gd name="T25" fmla="*/ 2147483647 h 624"/>
                    <a:gd name="T26" fmla="*/ 2147483647 w 234"/>
                    <a:gd name="T27" fmla="*/ 2147483647 h 624"/>
                    <a:gd name="T28" fmla="*/ 2147483647 w 234"/>
                    <a:gd name="T29" fmla="*/ 2147483647 h 624"/>
                    <a:gd name="T30" fmla="*/ 2147483647 w 234"/>
                    <a:gd name="T31" fmla="*/ 2147483647 h 624"/>
                    <a:gd name="T32" fmla="*/ 2147483647 w 234"/>
                    <a:gd name="T33" fmla="*/ 2147483647 h 624"/>
                    <a:gd name="T34" fmla="*/ 2147483647 w 234"/>
                    <a:gd name="T35" fmla="*/ 2147483647 h 624"/>
                    <a:gd name="T36" fmla="*/ 2147483647 w 234"/>
                    <a:gd name="T37" fmla="*/ 2147483647 h 624"/>
                    <a:gd name="T38" fmla="*/ 2147483647 w 234"/>
                    <a:gd name="T39" fmla="*/ 2147483647 h 624"/>
                    <a:gd name="T40" fmla="*/ 2147483647 w 234"/>
                    <a:gd name="T41" fmla="*/ 2147483647 h 624"/>
                    <a:gd name="T42" fmla="*/ 2147483647 w 234"/>
                    <a:gd name="T43" fmla="*/ 2147483647 h 624"/>
                    <a:gd name="T44" fmla="*/ 2147483647 w 234"/>
                    <a:gd name="T45" fmla="*/ 2147483647 h 624"/>
                    <a:gd name="T46" fmla="*/ 2147483647 w 234"/>
                    <a:gd name="T47" fmla="*/ 0 h 624"/>
                    <a:gd name="T48" fmla="*/ 2147483647 w 234"/>
                    <a:gd name="T49" fmla="*/ 2147483647 h 624"/>
                    <a:gd name="T50" fmla="*/ 2147483647 w 234"/>
                    <a:gd name="T51" fmla="*/ 2147483647 h 624"/>
                    <a:gd name="T52" fmla="*/ 2147483647 w 234"/>
                    <a:gd name="T53" fmla="*/ 2147483647 h 624"/>
                    <a:gd name="T54" fmla="*/ 2147483647 w 234"/>
                    <a:gd name="T55" fmla="*/ 2147483647 h 624"/>
                    <a:gd name="T56" fmla="*/ 2147483647 w 234"/>
                    <a:gd name="T57" fmla="*/ 2147483647 h 624"/>
                    <a:gd name="T58" fmla="*/ 2147483647 w 234"/>
                    <a:gd name="T59" fmla="*/ 2147483647 h 624"/>
                    <a:gd name="T60" fmla="*/ 2147483647 w 234"/>
                    <a:gd name="T61" fmla="*/ 2147483647 h 624"/>
                    <a:gd name="T62" fmla="*/ 2147483647 w 234"/>
                    <a:gd name="T63" fmla="*/ 2147483647 h 624"/>
                    <a:gd name="T64" fmla="*/ 2147483647 w 234"/>
                    <a:gd name="T65" fmla="*/ 2147483647 h 624"/>
                    <a:gd name="T66" fmla="*/ 2147483647 w 234"/>
                    <a:gd name="T67" fmla="*/ 2147483647 h 624"/>
                    <a:gd name="T68" fmla="*/ 2147483647 w 234"/>
                    <a:gd name="T69" fmla="*/ 2147483647 h 624"/>
                    <a:gd name="T70" fmla="*/ 2147483647 w 234"/>
                    <a:gd name="T71" fmla="*/ 2147483647 h 624"/>
                    <a:gd name="T72" fmla="*/ 2147483647 w 234"/>
                    <a:gd name="T73" fmla="*/ 2147483647 h 624"/>
                    <a:gd name="T74" fmla="*/ 0 w 234"/>
                    <a:gd name="T75" fmla="*/ 2147483647 h 624"/>
                    <a:gd name="T76" fmla="*/ 2147483647 w 234"/>
                    <a:gd name="T77" fmla="*/ 2147483647 h 624"/>
                    <a:gd name="T78" fmla="*/ 2147483647 w 234"/>
                    <a:gd name="T79" fmla="*/ 2147483647 h 624"/>
                    <a:gd name="T80" fmla="*/ 2147483647 w 234"/>
                    <a:gd name="T81" fmla="*/ 2147483647 h 624"/>
                    <a:gd name="T82" fmla="*/ 2147483647 w 234"/>
                    <a:gd name="T83" fmla="*/ 2147483647 h 624"/>
                    <a:gd name="T84" fmla="*/ 2147483647 w 234"/>
                    <a:gd name="T85" fmla="*/ 2147483647 h 624"/>
                    <a:gd name="T86" fmla="*/ 2147483647 w 234"/>
                    <a:gd name="T87" fmla="*/ 2147483647 h 624"/>
                    <a:gd name="T88" fmla="*/ 2147483647 w 234"/>
                    <a:gd name="T89" fmla="*/ 2147483647 h 624"/>
                    <a:gd name="T90" fmla="*/ 2147483647 w 234"/>
                    <a:gd name="T91" fmla="*/ 2147483647 h 624"/>
                    <a:gd name="T92" fmla="*/ 2147483647 w 234"/>
                    <a:gd name="T93" fmla="*/ 2147483647 h 624"/>
                    <a:gd name="T94" fmla="*/ 2147483647 w 234"/>
                    <a:gd name="T95" fmla="*/ 2147483647 h 624"/>
                    <a:gd name="T96" fmla="*/ 2147483647 w 234"/>
                    <a:gd name="T97" fmla="*/ 2147483647 h 624"/>
                    <a:gd name="T98" fmla="*/ 2147483647 w 234"/>
                    <a:gd name="T99" fmla="*/ 2147483647 h 624"/>
                    <a:gd name="T100" fmla="*/ 2147483647 w 234"/>
                    <a:gd name="T101" fmla="*/ 2147483647 h 624"/>
                    <a:gd name="T102" fmla="*/ 2147483647 w 234"/>
                    <a:gd name="T103" fmla="*/ 2147483647 h 624"/>
                    <a:gd name="T104" fmla="*/ 2147483647 w 234"/>
                    <a:gd name="T105" fmla="*/ 2147483647 h 624"/>
                    <a:gd name="T106" fmla="*/ 2147483647 w 234"/>
                    <a:gd name="T107" fmla="*/ 2147483647 h 624"/>
                    <a:gd name="T108" fmla="*/ 2147483647 w 234"/>
                    <a:gd name="T109" fmla="*/ 2147483647 h 624"/>
                    <a:gd name="T110" fmla="*/ 2147483647 w 234"/>
                    <a:gd name="T111" fmla="*/ 2147483647 h 624"/>
                    <a:gd name="T112" fmla="*/ 2147483647 w 234"/>
                    <a:gd name="T113" fmla="*/ 2147483647 h 624"/>
                    <a:gd name="T114" fmla="*/ 2147483647 w 234"/>
                    <a:gd name="T115" fmla="*/ 2147483647 h 624"/>
                    <a:gd name="T116" fmla="*/ 2147483647 w 234"/>
                    <a:gd name="T117" fmla="*/ 2147483647 h 624"/>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234"/>
                    <a:gd name="T178" fmla="*/ 0 h 624"/>
                    <a:gd name="T179" fmla="*/ 234 w 234"/>
                    <a:gd name="T180" fmla="*/ 624 h 624"/>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234" h="624">
                      <a:moveTo>
                        <a:pt x="234" y="432"/>
                      </a:moveTo>
                      <a:lnTo>
                        <a:pt x="222" y="420"/>
                      </a:lnTo>
                      <a:lnTo>
                        <a:pt x="210" y="402"/>
                      </a:lnTo>
                      <a:lnTo>
                        <a:pt x="204" y="390"/>
                      </a:lnTo>
                      <a:lnTo>
                        <a:pt x="198" y="384"/>
                      </a:lnTo>
                      <a:lnTo>
                        <a:pt x="186" y="360"/>
                      </a:lnTo>
                      <a:lnTo>
                        <a:pt x="162" y="336"/>
                      </a:lnTo>
                      <a:lnTo>
                        <a:pt x="156" y="336"/>
                      </a:lnTo>
                      <a:lnTo>
                        <a:pt x="156" y="330"/>
                      </a:lnTo>
                      <a:lnTo>
                        <a:pt x="150" y="330"/>
                      </a:lnTo>
                      <a:lnTo>
                        <a:pt x="150" y="342"/>
                      </a:lnTo>
                      <a:lnTo>
                        <a:pt x="156" y="342"/>
                      </a:lnTo>
                      <a:lnTo>
                        <a:pt x="168" y="354"/>
                      </a:lnTo>
                      <a:lnTo>
                        <a:pt x="168" y="366"/>
                      </a:lnTo>
                      <a:lnTo>
                        <a:pt x="174" y="378"/>
                      </a:lnTo>
                      <a:lnTo>
                        <a:pt x="174" y="390"/>
                      </a:lnTo>
                      <a:lnTo>
                        <a:pt x="168" y="396"/>
                      </a:lnTo>
                      <a:lnTo>
                        <a:pt x="162" y="396"/>
                      </a:lnTo>
                      <a:lnTo>
                        <a:pt x="162" y="390"/>
                      </a:lnTo>
                      <a:lnTo>
                        <a:pt x="156" y="384"/>
                      </a:lnTo>
                      <a:lnTo>
                        <a:pt x="156" y="378"/>
                      </a:lnTo>
                      <a:lnTo>
                        <a:pt x="144" y="384"/>
                      </a:lnTo>
                      <a:lnTo>
                        <a:pt x="132" y="384"/>
                      </a:lnTo>
                      <a:lnTo>
                        <a:pt x="132" y="360"/>
                      </a:lnTo>
                      <a:lnTo>
                        <a:pt x="126" y="354"/>
                      </a:lnTo>
                      <a:lnTo>
                        <a:pt x="126" y="342"/>
                      </a:lnTo>
                      <a:lnTo>
                        <a:pt x="120" y="330"/>
                      </a:lnTo>
                      <a:lnTo>
                        <a:pt x="120" y="282"/>
                      </a:lnTo>
                      <a:lnTo>
                        <a:pt x="84" y="246"/>
                      </a:lnTo>
                      <a:lnTo>
                        <a:pt x="90" y="240"/>
                      </a:lnTo>
                      <a:lnTo>
                        <a:pt x="90" y="222"/>
                      </a:lnTo>
                      <a:lnTo>
                        <a:pt x="96" y="210"/>
                      </a:lnTo>
                      <a:lnTo>
                        <a:pt x="114" y="192"/>
                      </a:lnTo>
                      <a:lnTo>
                        <a:pt x="120" y="180"/>
                      </a:lnTo>
                      <a:lnTo>
                        <a:pt x="126" y="174"/>
                      </a:lnTo>
                      <a:lnTo>
                        <a:pt x="126" y="156"/>
                      </a:lnTo>
                      <a:lnTo>
                        <a:pt x="120" y="150"/>
                      </a:lnTo>
                      <a:lnTo>
                        <a:pt x="120" y="102"/>
                      </a:lnTo>
                      <a:lnTo>
                        <a:pt x="114" y="78"/>
                      </a:lnTo>
                      <a:lnTo>
                        <a:pt x="114" y="60"/>
                      </a:lnTo>
                      <a:lnTo>
                        <a:pt x="102" y="60"/>
                      </a:lnTo>
                      <a:lnTo>
                        <a:pt x="84" y="42"/>
                      </a:lnTo>
                      <a:lnTo>
                        <a:pt x="84" y="36"/>
                      </a:lnTo>
                      <a:lnTo>
                        <a:pt x="90" y="24"/>
                      </a:lnTo>
                      <a:lnTo>
                        <a:pt x="90" y="18"/>
                      </a:lnTo>
                      <a:lnTo>
                        <a:pt x="60" y="18"/>
                      </a:lnTo>
                      <a:lnTo>
                        <a:pt x="54" y="0"/>
                      </a:lnTo>
                      <a:lnTo>
                        <a:pt x="30" y="0"/>
                      </a:lnTo>
                      <a:lnTo>
                        <a:pt x="30" y="12"/>
                      </a:lnTo>
                      <a:lnTo>
                        <a:pt x="42" y="12"/>
                      </a:lnTo>
                      <a:lnTo>
                        <a:pt x="54" y="24"/>
                      </a:lnTo>
                      <a:lnTo>
                        <a:pt x="54" y="66"/>
                      </a:lnTo>
                      <a:lnTo>
                        <a:pt x="60" y="66"/>
                      </a:lnTo>
                      <a:lnTo>
                        <a:pt x="66" y="60"/>
                      </a:lnTo>
                      <a:lnTo>
                        <a:pt x="66" y="84"/>
                      </a:lnTo>
                      <a:lnTo>
                        <a:pt x="78" y="84"/>
                      </a:lnTo>
                      <a:lnTo>
                        <a:pt x="78" y="96"/>
                      </a:lnTo>
                      <a:lnTo>
                        <a:pt x="54" y="108"/>
                      </a:lnTo>
                      <a:lnTo>
                        <a:pt x="48" y="114"/>
                      </a:lnTo>
                      <a:lnTo>
                        <a:pt x="42" y="114"/>
                      </a:lnTo>
                      <a:lnTo>
                        <a:pt x="42" y="132"/>
                      </a:lnTo>
                      <a:lnTo>
                        <a:pt x="54" y="138"/>
                      </a:lnTo>
                      <a:lnTo>
                        <a:pt x="48" y="156"/>
                      </a:lnTo>
                      <a:lnTo>
                        <a:pt x="48" y="228"/>
                      </a:lnTo>
                      <a:lnTo>
                        <a:pt x="60" y="228"/>
                      </a:lnTo>
                      <a:lnTo>
                        <a:pt x="60" y="234"/>
                      </a:lnTo>
                      <a:lnTo>
                        <a:pt x="42" y="252"/>
                      </a:lnTo>
                      <a:lnTo>
                        <a:pt x="30" y="258"/>
                      </a:lnTo>
                      <a:lnTo>
                        <a:pt x="24" y="264"/>
                      </a:lnTo>
                      <a:lnTo>
                        <a:pt x="18" y="264"/>
                      </a:lnTo>
                      <a:lnTo>
                        <a:pt x="24" y="300"/>
                      </a:lnTo>
                      <a:lnTo>
                        <a:pt x="18" y="312"/>
                      </a:lnTo>
                      <a:lnTo>
                        <a:pt x="12" y="318"/>
                      </a:lnTo>
                      <a:lnTo>
                        <a:pt x="6" y="330"/>
                      </a:lnTo>
                      <a:lnTo>
                        <a:pt x="0" y="336"/>
                      </a:lnTo>
                      <a:lnTo>
                        <a:pt x="0" y="342"/>
                      </a:lnTo>
                      <a:lnTo>
                        <a:pt x="12" y="348"/>
                      </a:lnTo>
                      <a:lnTo>
                        <a:pt x="24" y="360"/>
                      </a:lnTo>
                      <a:lnTo>
                        <a:pt x="36" y="366"/>
                      </a:lnTo>
                      <a:lnTo>
                        <a:pt x="66" y="414"/>
                      </a:lnTo>
                      <a:lnTo>
                        <a:pt x="96" y="414"/>
                      </a:lnTo>
                      <a:lnTo>
                        <a:pt x="102" y="408"/>
                      </a:lnTo>
                      <a:lnTo>
                        <a:pt x="120" y="408"/>
                      </a:lnTo>
                      <a:lnTo>
                        <a:pt x="126" y="414"/>
                      </a:lnTo>
                      <a:lnTo>
                        <a:pt x="126" y="450"/>
                      </a:lnTo>
                      <a:lnTo>
                        <a:pt x="132" y="450"/>
                      </a:lnTo>
                      <a:lnTo>
                        <a:pt x="126" y="480"/>
                      </a:lnTo>
                      <a:lnTo>
                        <a:pt x="114" y="486"/>
                      </a:lnTo>
                      <a:lnTo>
                        <a:pt x="126" y="504"/>
                      </a:lnTo>
                      <a:lnTo>
                        <a:pt x="120" y="510"/>
                      </a:lnTo>
                      <a:lnTo>
                        <a:pt x="108" y="516"/>
                      </a:lnTo>
                      <a:lnTo>
                        <a:pt x="102" y="522"/>
                      </a:lnTo>
                      <a:lnTo>
                        <a:pt x="102" y="528"/>
                      </a:lnTo>
                      <a:lnTo>
                        <a:pt x="114" y="528"/>
                      </a:lnTo>
                      <a:lnTo>
                        <a:pt x="114" y="558"/>
                      </a:lnTo>
                      <a:lnTo>
                        <a:pt x="126" y="564"/>
                      </a:lnTo>
                      <a:lnTo>
                        <a:pt x="132" y="570"/>
                      </a:lnTo>
                      <a:lnTo>
                        <a:pt x="144" y="576"/>
                      </a:lnTo>
                      <a:lnTo>
                        <a:pt x="150" y="582"/>
                      </a:lnTo>
                      <a:lnTo>
                        <a:pt x="162" y="588"/>
                      </a:lnTo>
                      <a:lnTo>
                        <a:pt x="162" y="600"/>
                      </a:lnTo>
                      <a:lnTo>
                        <a:pt x="156" y="606"/>
                      </a:lnTo>
                      <a:lnTo>
                        <a:pt x="156" y="618"/>
                      </a:lnTo>
                      <a:lnTo>
                        <a:pt x="162" y="624"/>
                      </a:lnTo>
                      <a:lnTo>
                        <a:pt x="168" y="618"/>
                      </a:lnTo>
                      <a:lnTo>
                        <a:pt x="180" y="612"/>
                      </a:lnTo>
                      <a:lnTo>
                        <a:pt x="180" y="582"/>
                      </a:lnTo>
                      <a:lnTo>
                        <a:pt x="174" y="576"/>
                      </a:lnTo>
                      <a:lnTo>
                        <a:pt x="168" y="576"/>
                      </a:lnTo>
                      <a:lnTo>
                        <a:pt x="168" y="558"/>
                      </a:lnTo>
                      <a:lnTo>
                        <a:pt x="174" y="546"/>
                      </a:lnTo>
                      <a:lnTo>
                        <a:pt x="186" y="540"/>
                      </a:lnTo>
                      <a:lnTo>
                        <a:pt x="210" y="540"/>
                      </a:lnTo>
                      <a:lnTo>
                        <a:pt x="216" y="534"/>
                      </a:lnTo>
                      <a:lnTo>
                        <a:pt x="216" y="474"/>
                      </a:lnTo>
                      <a:lnTo>
                        <a:pt x="222" y="468"/>
                      </a:lnTo>
                      <a:lnTo>
                        <a:pt x="228" y="456"/>
                      </a:lnTo>
                      <a:lnTo>
                        <a:pt x="234" y="450"/>
                      </a:lnTo>
                      <a:lnTo>
                        <a:pt x="234" y="432"/>
                      </a:lnTo>
                      <a:close/>
                    </a:path>
                  </a:pathLst>
                </a:custGeom>
                <a:solidFill>
                  <a:srgbClr val="A29C97"/>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49" name="Madagascar" descr="© INSCALE GmbH, 05.05.2010&#10;http://www.presentationload.com/">
                  <a:extLst>
                    <a:ext uri="{FF2B5EF4-FFF2-40B4-BE49-F238E27FC236}">
                      <a16:creationId xmlns:a16="http://schemas.microsoft.com/office/drawing/2014/main" id="{5150C937-4B97-4B4C-BB42-F53FA3A4ECEC}"/>
                    </a:ext>
                  </a:extLst>
                </p:cNvPr>
                <p:cNvSpPr>
                  <a:spLocks/>
                </p:cNvSpPr>
                <p:nvPr/>
              </p:nvSpPr>
              <p:spPr bwMode="gray">
                <a:xfrm>
                  <a:off x="6962758" y="4324994"/>
                  <a:ext cx="268500" cy="492844"/>
                </a:xfrm>
                <a:custGeom>
                  <a:avLst/>
                  <a:gdLst>
                    <a:gd name="T0" fmla="*/ 2147483647 w 594"/>
                    <a:gd name="T1" fmla="*/ 2147483647 h 1092"/>
                    <a:gd name="T2" fmla="*/ 2147483647 w 594"/>
                    <a:gd name="T3" fmla="*/ 2147483647 h 1092"/>
                    <a:gd name="T4" fmla="*/ 2147483647 w 594"/>
                    <a:gd name="T5" fmla="*/ 2147483647 h 1092"/>
                    <a:gd name="T6" fmla="*/ 2147483647 w 594"/>
                    <a:gd name="T7" fmla="*/ 2147483647 h 1092"/>
                    <a:gd name="T8" fmla="*/ 2147483647 w 594"/>
                    <a:gd name="T9" fmla="*/ 2147483647 h 1092"/>
                    <a:gd name="T10" fmla="*/ 2147483647 w 594"/>
                    <a:gd name="T11" fmla="*/ 2147483647 h 1092"/>
                    <a:gd name="T12" fmla="*/ 2147483647 w 594"/>
                    <a:gd name="T13" fmla="*/ 2147483647 h 1092"/>
                    <a:gd name="T14" fmla="*/ 2147483647 w 594"/>
                    <a:gd name="T15" fmla="*/ 2147483647 h 1092"/>
                    <a:gd name="T16" fmla="*/ 2147483647 w 594"/>
                    <a:gd name="T17" fmla="*/ 2147483647 h 1092"/>
                    <a:gd name="T18" fmla="*/ 2147483647 w 594"/>
                    <a:gd name="T19" fmla="*/ 2147483647 h 1092"/>
                    <a:gd name="T20" fmla="*/ 2147483647 w 594"/>
                    <a:gd name="T21" fmla="*/ 2147483647 h 1092"/>
                    <a:gd name="T22" fmla="*/ 2147483647 w 594"/>
                    <a:gd name="T23" fmla="*/ 2147483647 h 1092"/>
                    <a:gd name="T24" fmla="*/ 2147483647 w 594"/>
                    <a:gd name="T25" fmla="*/ 2147483647 h 1092"/>
                    <a:gd name="T26" fmla="*/ 2147483647 w 594"/>
                    <a:gd name="T27" fmla="*/ 2147483647 h 1092"/>
                    <a:gd name="T28" fmla="*/ 2147483647 w 594"/>
                    <a:gd name="T29" fmla="*/ 2147483647 h 1092"/>
                    <a:gd name="T30" fmla="*/ 2147483647 w 594"/>
                    <a:gd name="T31" fmla="*/ 2147483647 h 1092"/>
                    <a:gd name="T32" fmla="*/ 2147483647 w 594"/>
                    <a:gd name="T33" fmla="*/ 0 h 1092"/>
                    <a:gd name="T34" fmla="*/ 2147483647 w 594"/>
                    <a:gd name="T35" fmla="*/ 2147483647 h 1092"/>
                    <a:gd name="T36" fmla="*/ 2147483647 w 594"/>
                    <a:gd name="T37" fmla="*/ 2147483647 h 1092"/>
                    <a:gd name="T38" fmla="*/ 2147483647 w 594"/>
                    <a:gd name="T39" fmla="*/ 2147483647 h 1092"/>
                    <a:gd name="T40" fmla="*/ 2147483647 w 594"/>
                    <a:gd name="T41" fmla="*/ 2147483647 h 1092"/>
                    <a:gd name="T42" fmla="*/ 2147483647 w 594"/>
                    <a:gd name="T43" fmla="*/ 2147483647 h 1092"/>
                    <a:gd name="T44" fmla="*/ 2147483647 w 594"/>
                    <a:gd name="T45" fmla="*/ 2147483647 h 1092"/>
                    <a:gd name="T46" fmla="*/ 2147483647 w 594"/>
                    <a:gd name="T47" fmla="*/ 2147483647 h 1092"/>
                    <a:gd name="T48" fmla="*/ 2147483647 w 594"/>
                    <a:gd name="T49" fmla="*/ 2147483647 h 1092"/>
                    <a:gd name="T50" fmla="*/ 2147483647 w 594"/>
                    <a:gd name="T51" fmla="*/ 2147483647 h 1092"/>
                    <a:gd name="T52" fmla="*/ 2147483647 w 594"/>
                    <a:gd name="T53" fmla="*/ 2147483647 h 1092"/>
                    <a:gd name="T54" fmla="*/ 2147483647 w 594"/>
                    <a:gd name="T55" fmla="*/ 2147483647 h 1092"/>
                    <a:gd name="T56" fmla="*/ 2147483647 w 594"/>
                    <a:gd name="T57" fmla="*/ 2147483647 h 1092"/>
                    <a:gd name="T58" fmla="*/ 2147483647 w 594"/>
                    <a:gd name="T59" fmla="*/ 2147483647 h 1092"/>
                    <a:gd name="T60" fmla="*/ 2147483647 w 594"/>
                    <a:gd name="T61" fmla="*/ 2147483647 h 1092"/>
                    <a:gd name="T62" fmla="*/ 2147483647 w 594"/>
                    <a:gd name="T63" fmla="*/ 2147483647 h 1092"/>
                    <a:gd name="T64" fmla="*/ 2147483647 w 594"/>
                    <a:gd name="T65" fmla="*/ 2147483647 h 1092"/>
                    <a:gd name="T66" fmla="*/ 2147483647 w 594"/>
                    <a:gd name="T67" fmla="*/ 2147483647 h 1092"/>
                    <a:gd name="T68" fmla="*/ 2147483647 w 594"/>
                    <a:gd name="T69" fmla="*/ 2147483647 h 1092"/>
                    <a:gd name="T70" fmla="*/ 2147483647 w 594"/>
                    <a:gd name="T71" fmla="*/ 2147483647 h 1092"/>
                    <a:gd name="T72" fmla="*/ 2147483647 w 594"/>
                    <a:gd name="T73" fmla="*/ 2147483647 h 1092"/>
                    <a:gd name="T74" fmla="*/ 2147483647 w 594"/>
                    <a:gd name="T75" fmla="*/ 2147483647 h 1092"/>
                    <a:gd name="T76" fmla="*/ 2147483647 w 594"/>
                    <a:gd name="T77" fmla="*/ 2147483647 h 1092"/>
                    <a:gd name="T78" fmla="*/ 2147483647 w 594"/>
                    <a:gd name="T79" fmla="*/ 2147483647 h 1092"/>
                    <a:gd name="T80" fmla="*/ 2147483647 w 594"/>
                    <a:gd name="T81" fmla="*/ 2147483647 h 1092"/>
                    <a:gd name="T82" fmla="*/ 2147483647 w 594"/>
                    <a:gd name="T83" fmla="*/ 2147483647 h 1092"/>
                    <a:gd name="T84" fmla="*/ 2147483647 w 594"/>
                    <a:gd name="T85" fmla="*/ 2147483647 h 1092"/>
                    <a:gd name="T86" fmla="*/ 0 w 594"/>
                    <a:gd name="T87" fmla="*/ 2147483647 h 1092"/>
                    <a:gd name="T88" fmla="*/ 2147483647 w 594"/>
                    <a:gd name="T89" fmla="*/ 2147483647 h 1092"/>
                    <a:gd name="T90" fmla="*/ 2147483647 w 594"/>
                    <a:gd name="T91" fmla="*/ 2147483647 h 1092"/>
                    <a:gd name="T92" fmla="*/ 2147483647 w 594"/>
                    <a:gd name="T93" fmla="*/ 2147483647 h 1092"/>
                    <a:gd name="T94" fmla="*/ 2147483647 w 594"/>
                    <a:gd name="T95" fmla="*/ 2147483647 h 1092"/>
                    <a:gd name="T96" fmla="*/ 2147483647 w 594"/>
                    <a:gd name="T97" fmla="*/ 2147483647 h 1092"/>
                    <a:gd name="T98" fmla="*/ 2147483647 w 594"/>
                    <a:gd name="T99" fmla="*/ 2147483647 h 1092"/>
                    <a:gd name="T100" fmla="*/ 2147483647 w 594"/>
                    <a:gd name="T101" fmla="*/ 2147483647 h 1092"/>
                    <a:gd name="T102" fmla="*/ 2147483647 w 594"/>
                    <a:gd name="T103" fmla="*/ 2147483647 h 1092"/>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594"/>
                    <a:gd name="T157" fmla="*/ 0 h 1092"/>
                    <a:gd name="T158" fmla="*/ 594 w 594"/>
                    <a:gd name="T159" fmla="*/ 1092 h 1092"/>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594" h="1092">
                      <a:moveTo>
                        <a:pt x="120" y="330"/>
                      </a:moveTo>
                      <a:lnTo>
                        <a:pt x="144" y="324"/>
                      </a:lnTo>
                      <a:lnTo>
                        <a:pt x="192" y="324"/>
                      </a:lnTo>
                      <a:lnTo>
                        <a:pt x="192" y="300"/>
                      </a:lnTo>
                      <a:lnTo>
                        <a:pt x="252" y="312"/>
                      </a:lnTo>
                      <a:lnTo>
                        <a:pt x="270" y="282"/>
                      </a:lnTo>
                      <a:lnTo>
                        <a:pt x="312" y="288"/>
                      </a:lnTo>
                      <a:lnTo>
                        <a:pt x="312" y="258"/>
                      </a:lnTo>
                      <a:lnTo>
                        <a:pt x="324" y="228"/>
                      </a:lnTo>
                      <a:lnTo>
                        <a:pt x="324" y="258"/>
                      </a:lnTo>
                      <a:lnTo>
                        <a:pt x="336" y="276"/>
                      </a:lnTo>
                      <a:lnTo>
                        <a:pt x="348" y="240"/>
                      </a:lnTo>
                      <a:lnTo>
                        <a:pt x="348" y="210"/>
                      </a:lnTo>
                      <a:lnTo>
                        <a:pt x="354" y="192"/>
                      </a:lnTo>
                      <a:lnTo>
                        <a:pt x="354" y="186"/>
                      </a:lnTo>
                      <a:lnTo>
                        <a:pt x="360" y="186"/>
                      </a:lnTo>
                      <a:lnTo>
                        <a:pt x="372" y="198"/>
                      </a:lnTo>
                      <a:lnTo>
                        <a:pt x="372" y="204"/>
                      </a:lnTo>
                      <a:lnTo>
                        <a:pt x="378" y="204"/>
                      </a:lnTo>
                      <a:lnTo>
                        <a:pt x="402" y="180"/>
                      </a:lnTo>
                      <a:lnTo>
                        <a:pt x="396" y="168"/>
                      </a:lnTo>
                      <a:lnTo>
                        <a:pt x="396" y="150"/>
                      </a:lnTo>
                      <a:lnTo>
                        <a:pt x="390" y="138"/>
                      </a:lnTo>
                      <a:lnTo>
                        <a:pt x="402" y="126"/>
                      </a:lnTo>
                      <a:lnTo>
                        <a:pt x="414" y="126"/>
                      </a:lnTo>
                      <a:lnTo>
                        <a:pt x="420" y="132"/>
                      </a:lnTo>
                      <a:lnTo>
                        <a:pt x="426" y="132"/>
                      </a:lnTo>
                      <a:lnTo>
                        <a:pt x="432" y="126"/>
                      </a:lnTo>
                      <a:lnTo>
                        <a:pt x="438" y="114"/>
                      </a:lnTo>
                      <a:lnTo>
                        <a:pt x="450" y="102"/>
                      </a:lnTo>
                      <a:lnTo>
                        <a:pt x="456" y="90"/>
                      </a:lnTo>
                      <a:lnTo>
                        <a:pt x="462" y="72"/>
                      </a:lnTo>
                      <a:lnTo>
                        <a:pt x="462" y="42"/>
                      </a:lnTo>
                      <a:lnTo>
                        <a:pt x="492" y="0"/>
                      </a:lnTo>
                      <a:lnTo>
                        <a:pt x="546" y="60"/>
                      </a:lnTo>
                      <a:lnTo>
                        <a:pt x="546" y="90"/>
                      </a:lnTo>
                      <a:lnTo>
                        <a:pt x="552" y="96"/>
                      </a:lnTo>
                      <a:lnTo>
                        <a:pt x="558" y="114"/>
                      </a:lnTo>
                      <a:lnTo>
                        <a:pt x="576" y="150"/>
                      </a:lnTo>
                      <a:lnTo>
                        <a:pt x="582" y="156"/>
                      </a:lnTo>
                      <a:lnTo>
                        <a:pt x="582" y="162"/>
                      </a:lnTo>
                      <a:lnTo>
                        <a:pt x="564" y="216"/>
                      </a:lnTo>
                      <a:lnTo>
                        <a:pt x="594" y="276"/>
                      </a:lnTo>
                      <a:lnTo>
                        <a:pt x="594" y="288"/>
                      </a:lnTo>
                      <a:lnTo>
                        <a:pt x="588" y="294"/>
                      </a:lnTo>
                      <a:lnTo>
                        <a:pt x="576" y="294"/>
                      </a:lnTo>
                      <a:lnTo>
                        <a:pt x="564" y="288"/>
                      </a:lnTo>
                      <a:lnTo>
                        <a:pt x="558" y="282"/>
                      </a:lnTo>
                      <a:lnTo>
                        <a:pt x="552" y="282"/>
                      </a:lnTo>
                      <a:lnTo>
                        <a:pt x="522" y="288"/>
                      </a:lnTo>
                      <a:lnTo>
                        <a:pt x="528" y="330"/>
                      </a:lnTo>
                      <a:lnTo>
                        <a:pt x="522" y="336"/>
                      </a:lnTo>
                      <a:lnTo>
                        <a:pt x="516" y="348"/>
                      </a:lnTo>
                      <a:lnTo>
                        <a:pt x="504" y="354"/>
                      </a:lnTo>
                      <a:lnTo>
                        <a:pt x="486" y="390"/>
                      </a:lnTo>
                      <a:lnTo>
                        <a:pt x="486" y="402"/>
                      </a:lnTo>
                      <a:lnTo>
                        <a:pt x="492" y="414"/>
                      </a:lnTo>
                      <a:lnTo>
                        <a:pt x="504" y="450"/>
                      </a:lnTo>
                      <a:lnTo>
                        <a:pt x="498" y="468"/>
                      </a:lnTo>
                      <a:lnTo>
                        <a:pt x="486" y="510"/>
                      </a:lnTo>
                      <a:lnTo>
                        <a:pt x="462" y="570"/>
                      </a:lnTo>
                      <a:lnTo>
                        <a:pt x="432" y="642"/>
                      </a:lnTo>
                      <a:lnTo>
                        <a:pt x="390" y="720"/>
                      </a:lnTo>
                      <a:lnTo>
                        <a:pt x="324" y="852"/>
                      </a:lnTo>
                      <a:lnTo>
                        <a:pt x="312" y="894"/>
                      </a:lnTo>
                      <a:lnTo>
                        <a:pt x="306" y="912"/>
                      </a:lnTo>
                      <a:lnTo>
                        <a:pt x="306" y="948"/>
                      </a:lnTo>
                      <a:lnTo>
                        <a:pt x="294" y="984"/>
                      </a:lnTo>
                      <a:lnTo>
                        <a:pt x="276" y="1014"/>
                      </a:lnTo>
                      <a:lnTo>
                        <a:pt x="258" y="1032"/>
                      </a:lnTo>
                      <a:lnTo>
                        <a:pt x="240" y="1044"/>
                      </a:lnTo>
                      <a:lnTo>
                        <a:pt x="222" y="1062"/>
                      </a:lnTo>
                      <a:lnTo>
                        <a:pt x="216" y="1062"/>
                      </a:lnTo>
                      <a:lnTo>
                        <a:pt x="210" y="1068"/>
                      </a:lnTo>
                      <a:lnTo>
                        <a:pt x="186" y="1068"/>
                      </a:lnTo>
                      <a:lnTo>
                        <a:pt x="150" y="1086"/>
                      </a:lnTo>
                      <a:lnTo>
                        <a:pt x="114" y="1092"/>
                      </a:lnTo>
                      <a:lnTo>
                        <a:pt x="78" y="1074"/>
                      </a:lnTo>
                      <a:lnTo>
                        <a:pt x="60" y="1056"/>
                      </a:lnTo>
                      <a:lnTo>
                        <a:pt x="48" y="1038"/>
                      </a:lnTo>
                      <a:lnTo>
                        <a:pt x="36" y="1026"/>
                      </a:lnTo>
                      <a:lnTo>
                        <a:pt x="36" y="1020"/>
                      </a:lnTo>
                      <a:lnTo>
                        <a:pt x="30" y="1014"/>
                      </a:lnTo>
                      <a:lnTo>
                        <a:pt x="48" y="990"/>
                      </a:lnTo>
                      <a:lnTo>
                        <a:pt x="42" y="978"/>
                      </a:lnTo>
                      <a:lnTo>
                        <a:pt x="24" y="948"/>
                      </a:lnTo>
                      <a:lnTo>
                        <a:pt x="12" y="900"/>
                      </a:lnTo>
                      <a:lnTo>
                        <a:pt x="0" y="834"/>
                      </a:lnTo>
                      <a:lnTo>
                        <a:pt x="0" y="786"/>
                      </a:lnTo>
                      <a:lnTo>
                        <a:pt x="6" y="756"/>
                      </a:lnTo>
                      <a:lnTo>
                        <a:pt x="18" y="738"/>
                      </a:lnTo>
                      <a:lnTo>
                        <a:pt x="60" y="696"/>
                      </a:lnTo>
                      <a:lnTo>
                        <a:pt x="72" y="678"/>
                      </a:lnTo>
                      <a:lnTo>
                        <a:pt x="90" y="672"/>
                      </a:lnTo>
                      <a:lnTo>
                        <a:pt x="96" y="660"/>
                      </a:lnTo>
                      <a:lnTo>
                        <a:pt x="108" y="654"/>
                      </a:lnTo>
                      <a:lnTo>
                        <a:pt x="108" y="636"/>
                      </a:lnTo>
                      <a:lnTo>
                        <a:pt x="102" y="600"/>
                      </a:lnTo>
                      <a:lnTo>
                        <a:pt x="96" y="558"/>
                      </a:lnTo>
                      <a:lnTo>
                        <a:pt x="96" y="522"/>
                      </a:lnTo>
                      <a:lnTo>
                        <a:pt x="78" y="432"/>
                      </a:lnTo>
                      <a:lnTo>
                        <a:pt x="90" y="408"/>
                      </a:lnTo>
                      <a:lnTo>
                        <a:pt x="132" y="366"/>
                      </a:lnTo>
                      <a:lnTo>
                        <a:pt x="132" y="360"/>
                      </a:lnTo>
                      <a:lnTo>
                        <a:pt x="120" y="330"/>
                      </a:lnTo>
                      <a:close/>
                    </a:path>
                  </a:pathLst>
                </a:custGeom>
                <a:solidFill>
                  <a:srgbClr val="A29C97"/>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50" name="Macedonia" descr="© INSCALE GmbH, 05.05.2010&#10;http://www.presentationload.com/">
                  <a:extLst>
                    <a:ext uri="{FF2B5EF4-FFF2-40B4-BE49-F238E27FC236}">
                      <a16:creationId xmlns:a16="http://schemas.microsoft.com/office/drawing/2014/main" id="{AACBB849-277F-44B2-A310-2E9E67E4D656}"/>
                    </a:ext>
                  </a:extLst>
                </p:cNvPr>
                <p:cNvSpPr>
                  <a:spLocks/>
                </p:cNvSpPr>
                <p:nvPr/>
              </p:nvSpPr>
              <p:spPr bwMode="gray">
                <a:xfrm>
                  <a:off x="6238512" y="2334195"/>
                  <a:ext cx="74192" cy="58294"/>
                </a:xfrm>
                <a:custGeom>
                  <a:avLst/>
                  <a:gdLst>
                    <a:gd name="T0" fmla="*/ 2147483647 w 162"/>
                    <a:gd name="T1" fmla="*/ 2147483647 h 126"/>
                    <a:gd name="T2" fmla="*/ 2147483647 w 162"/>
                    <a:gd name="T3" fmla="*/ 2147483647 h 126"/>
                    <a:gd name="T4" fmla="*/ 2147483647 w 162"/>
                    <a:gd name="T5" fmla="*/ 2147483647 h 126"/>
                    <a:gd name="T6" fmla="*/ 2147483647 w 162"/>
                    <a:gd name="T7" fmla="*/ 2147483647 h 126"/>
                    <a:gd name="T8" fmla="*/ 2147483647 w 162"/>
                    <a:gd name="T9" fmla="*/ 0 h 126"/>
                    <a:gd name="T10" fmla="*/ 2147483647 w 162"/>
                    <a:gd name="T11" fmla="*/ 2147483647 h 126"/>
                    <a:gd name="T12" fmla="*/ 2147483647 w 162"/>
                    <a:gd name="T13" fmla="*/ 2147483647 h 126"/>
                    <a:gd name="T14" fmla="*/ 2147483647 w 162"/>
                    <a:gd name="T15" fmla="*/ 2147483647 h 126"/>
                    <a:gd name="T16" fmla="*/ 2147483647 w 162"/>
                    <a:gd name="T17" fmla="*/ 2147483647 h 126"/>
                    <a:gd name="T18" fmla="*/ 2147483647 w 162"/>
                    <a:gd name="T19" fmla="*/ 2147483647 h 126"/>
                    <a:gd name="T20" fmla="*/ 2147483647 w 162"/>
                    <a:gd name="T21" fmla="*/ 2147483647 h 126"/>
                    <a:gd name="T22" fmla="*/ 0 w 162"/>
                    <a:gd name="T23" fmla="*/ 2147483647 h 126"/>
                    <a:gd name="T24" fmla="*/ 0 w 162"/>
                    <a:gd name="T25" fmla="*/ 2147483647 h 126"/>
                    <a:gd name="T26" fmla="*/ 2147483647 w 162"/>
                    <a:gd name="T27" fmla="*/ 2147483647 h 126"/>
                    <a:gd name="T28" fmla="*/ 2147483647 w 162"/>
                    <a:gd name="T29" fmla="*/ 2147483647 h 126"/>
                    <a:gd name="T30" fmla="*/ 2147483647 w 162"/>
                    <a:gd name="T31" fmla="*/ 2147483647 h 126"/>
                    <a:gd name="T32" fmla="*/ 2147483647 w 162"/>
                    <a:gd name="T33" fmla="*/ 2147483647 h 126"/>
                    <a:gd name="T34" fmla="*/ 2147483647 w 162"/>
                    <a:gd name="T35" fmla="*/ 2147483647 h 126"/>
                    <a:gd name="T36" fmla="*/ 2147483647 w 162"/>
                    <a:gd name="T37" fmla="*/ 2147483647 h 126"/>
                    <a:gd name="T38" fmla="*/ 2147483647 w 162"/>
                    <a:gd name="T39" fmla="*/ 2147483647 h 126"/>
                    <a:gd name="T40" fmla="*/ 2147483647 w 162"/>
                    <a:gd name="T41" fmla="*/ 2147483647 h 126"/>
                    <a:gd name="T42" fmla="*/ 2147483647 w 162"/>
                    <a:gd name="T43" fmla="*/ 2147483647 h 126"/>
                    <a:gd name="T44" fmla="*/ 2147483647 w 162"/>
                    <a:gd name="T45" fmla="*/ 2147483647 h 126"/>
                    <a:gd name="T46" fmla="*/ 2147483647 w 162"/>
                    <a:gd name="T47" fmla="*/ 2147483647 h 126"/>
                    <a:gd name="T48" fmla="*/ 2147483647 w 162"/>
                    <a:gd name="T49" fmla="*/ 2147483647 h 126"/>
                    <a:gd name="T50" fmla="*/ 2147483647 w 162"/>
                    <a:gd name="T51" fmla="*/ 2147483647 h 126"/>
                    <a:gd name="T52" fmla="*/ 2147483647 w 162"/>
                    <a:gd name="T53" fmla="*/ 2147483647 h 126"/>
                    <a:gd name="T54" fmla="*/ 2147483647 w 162"/>
                    <a:gd name="T55" fmla="*/ 2147483647 h 126"/>
                    <a:gd name="T56" fmla="*/ 2147483647 w 162"/>
                    <a:gd name="T57" fmla="*/ 2147483647 h 126"/>
                    <a:gd name="T58" fmla="*/ 2147483647 w 162"/>
                    <a:gd name="T59" fmla="*/ 2147483647 h 126"/>
                    <a:gd name="T60" fmla="*/ 2147483647 w 162"/>
                    <a:gd name="T61" fmla="*/ 2147483647 h 126"/>
                    <a:gd name="T62" fmla="*/ 2147483647 w 162"/>
                    <a:gd name="T63" fmla="*/ 2147483647 h 126"/>
                    <a:gd name="T64" fmla="*/ 2147483647 w 162"/>
                    <a:gd name="T65" fmla="*/ 2147483647 h 12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62"/>
                    <a:gd name="T100" fmla="*/ 0 h 126"/>
                    <a:gd name="T101" fmla="*/ 162 w 162"/>
                    <a:gd name="T102" fmla="*/ 126 h 12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62" h="126">
                      <a:moveTo>
                        <a:pt x="150" y="42"/>
                      </a:moveTo>
                      <a:lnTo>
                        <a:pt x="132" y="30"/>
                      </a:lnTo>
                      <a:lnTo>
                        <a:pt x="132" y="18"/>
                      </a:lnTo>
                      <a:lnTo>
                        <a:pt x="126" y="18"/>
                      </a:lnTo>
                      <a:lnTo>
                        <a:pt x="114" y="0"/>
                      </a:lnTo>
                      <a:lnTo>
                        <a:pt x="72" y="6"/>
                      </a:lnTo>
                      <a:lnTo>
                        <a:pt x="66" y="12"/>
                      </a:lnTo>
                      <a:lnTo>
                        <a:pt x="48" y="12"/>
                      </a:lnTo>
                      <a:lnTo>
                        <a:pt x="48" y="24"/>
                      </a:lnTo>
                      <a:lnTo>
                        <a:pt x="24" y="24"/>
                      </a:lnTo>
                      <a:lnTo>
                        <a:pt x="18" y="36"/>
                      </a:lnTo>
                      <a:lnTo>
                        <a:pt x="0" y="42"/>
                      </a:lnTo>
                      <a:lnTo>
                        <a:pt x="0" y="66"/>
                      </a:lnTo>
                      <a:lnTo>
                        <a:pt x="6" y="78"/>
                      </a:lnTo>
                      <a:lnTo>
                        <a:pt x="6" y="102"/>
                      </a:lnTo>
                      <a:lnTo>
                        <a:pt x="12" y="108"/>
                      </a:lnTo>
                      <a:lnTo>
                        <a:pt x="18" y="108"/>
                      </a:lnTo>
                      <a:lnTo>
                        <a:pt x="18" y="126"/>
                      </a:lnTo>
                      <a:lnTo>
                        <a:pt x="42" y="120"/>
                      </a:lnTo>
                      <a:lnTo>
                        <a:pt x="42" y="126"/>
                      </a:lnTo>
                      <a:lnTo>
                        <a:pt x="54" y="120"/>
                      </a:lnTo>
                      <a:lnTo>
                        <a:pt x="60" y="120"/>
                      </a:lnTo>
                      <a:lnTo>
                        <a:pt x="66" y="126"/>
                      </a:lnTo>
                      <a:lnTo>
                        <a:pt x="90" y="126"/>
                      </a:lnTo>
                      <a:lnTo>
                        <a:pt x="96" y="114"/>
                      </a:lnTo>
                      <a:lnTo>
                        <a:pt x="96" y="108"/>
                      </a:lnTo>
                      <a:lnTo>
                        <a:pt x="120" y="108"/>
                      </a:lnTo>
                      <a:lnTo>
                        <a:pt x="132" y="102"/>
                      </a:lnTo>
                      <a:lnTo>
                        <a:pt x="156" y="78"/>
                      </a:lnTo>
                      <a:lnTo>
                        <a:pt x="162" y="66"/>
                      </a:lnTo>
                      <a:lnTo>
                        <a:pt x="162" y="60"/>
                      </a:lnTo>
                      <a:lnTo>
                        <a:pt x="156" y="48"/>
                      </a:lnTo>
                      <a:lnTo>
                        <a:pt x="150" y="42"/>
                      </a:lnTo>
                      <a:close/>
                    </a:path>
                  </a:pathLst>
                </a:custGeom>
                <a:solidFill>
                  <a:srgbClr val="A29C97"/>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51" name="Luxembourg" descr="© INSCALE GmbH, 05.05.2010&#10;http://www.presentationload.com/">
                  <a:extLst>
                    <a:ext uri="{FF2B5EF4-FFF2-40B4-BE49-F238E27FC236}">
                      <a16:creationId xmlns:a16="http://schemas.microsoft.com/office/drawing/2014/main" id="{7611872B-AC2A-431E-9D27-98E4323CE0D3}"/>
                    </a:ext>
                  </a:extLst>
                </p:cNvPr>
                <p:cNvSpPr>
                  <a:spLocks/>
                </p:cNvSpPr>
                <p:nvPr/>
              </p:nvSpPr>
              <p:spPr bwMode="gray">
                <a:xfrm>
                  <a:off x="5809265" y="2060392"/>
                  <a:ext cx="22965" cy="19431"/>
                </a:xfrm>
                <a:custGeom>
                  <a:avLst/>
                  <a:gdLst>
                    <a:gd name="T0" fmla="*/ 2147483647 w 54"/>
                    <a:gd name="T1" fmla="*/ 2147483647 h 42"/>
                    <a:gd name="T2" fmla="*/ 2147483647 w 54"/>
                    <a:gd name="T3" fmla="*/ 2147483647 h 42"/>
                    <a:gd name="T4" fmla="*/ 2147483647 w 54"/>
                    <a:gd name="T5" fmla="*/ 2147483647 h 42"/>
                    <a:gd name="T6" fmla="*/ 2147483647 w 54"/>
                    <a:gd name="T7" fmla="*/ 2147483647 h 42"/>
                    <a:gd name="T8" fmla="*/ 2147483647 w 54"/>
                    <a:gd name="T9" fmla="*/ 2147483647 h 42"/>
                    <a:gd name="T10" fmla="*/ 2147483647 w 54"/>
                    <a:gd name="T11" fmla="*/ 2147483647 h 42"/>
                    <a:gd name="T12" fmla="*/ 2147483647 w 54"/>
                    <a:gd name="T13" fmla="*/ 2147483647 h 42"/>
                    <a:gd name="T14" fmla="*/ 2147483647 w 54"/>
                    <a:gd name="T15" fmla="*/ 2147483647 h 42"/>
                    <a:gd name="T16" fmla="*/ 2147483647 w 54"/>
                    <a:gd name="T17" fmla="*/ 0 h 42"/>
                    <a:gd name="T18" fmla="*/ 2147483647 w 54"/>
                    <a:gd name="T19" fmla="*/ 0 h 42"/>
                    <a:gd name="T20" fmla="*/ 2147483647 w 54"/>
                    <a:gd name="T21" fmla="*/ 2147483647 h 42"/>
                    <a:gd name="T22" fmla="*/ 2147483647 w 54"/>
                    <a:gd name="T23" fmla="*/ 2147483647 h 42"/>
                    <a:gd name="T24" fmla="*/ 0 w 54"/>
                    <a:gd name="T25" fmla="*/ 2147483647 h 42"/>
                    <a:gd name="T26" fmla="*/ 0 w 54"/>
                    <a:gd name="T27" fmla="*/ 2147483647 h 42"/>
                    <a:gd name="T28" fmla="*/ 2147483647 w 54"/>
                    <a:gd name="T29" fmla="*/ 2147483647 h 42"/>
                    <a:gd name="T30" fmla="*/ 2147483647 w 54"/>
                    <a:gd name="T31" fmla="*/ 2147483647 h 4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4"/>
                    <a:gd name="T49" fmla="*/ 0 h 42"/>
                    <a:gd name="T50" fmla="*/ 54 w 54"/>
                    <a:gd name="T51" fmla="*/ 42 h 4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4" h="42">
                      <a:moveTo>
                        <a:pt x="18" y="42"/>
                      </a:moveTo>
                      <a:lnTo>
                        <a:pt x="30" y="36"/>
                      </a:lnTo>
                      <a:lnTo>
                        <a:pt x="48" y="42"/>
                      </a:lnTo>
                      <a:lnTo>
                        <a:pt x="54" y="36"/>
                      </a:lnTo>
                      <a:lnTo>
                        <a:pt x="54" y="24"/>
                      </a:lnTo>
                      <a:lnTo>
                        <a:pt x="42" y="18"/>
                      </a:lnTo>
                      <a:lnTo>
                        <a:pt x="36" y="18"/>
                      </a:lnTo>
                      <a:lnTo>
                        <a:pt x="30" y="12"/>
                      </a:lnTo>
                      <a:lnTo>
                        <a:pt x="30" y="0"/>
                      </a:lnTo>
                      <a:lnTo>
                        <a:pt x="24" y="0"/>
                      </a:lnTo>
                      <a:lnTo>
                        <a:pt x="18" y="6"/>
                      </a:lnTo>
                      <a:lnTo>
                        <a:pt x="6" y="12"/>
                      </a:lnTo>
                      <a:lnTo>
                        <a:pt x="0" y="12"/>
                      </a:lnTo>
                      <a:lnTo>
                        <a:pt x="0" y="18"/>
                      </a:lnTo>
                      <a:lnTo>
                        <a:pt x="12" y="30"/>
                      </a:lnTo>
                      <a:lnTo>
                        <a:pt x="18" y="42"/>
                      </a:lnTo>
                      <a:close/>
                    </a:path>
                  </a:pathLst>
                </a:custGeom>
                <a:solidFill>
                  <a:srgbClr val="D40D8D"/>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52" name="Lithuania" descr="© INSCALE GmbH, 05.05.2010&#10;http://www.presentationload.com/">
                  <a:extLst>
                    <a:ext uri="{FF2B5EF4-FFF2-40B4-BE49-F238E27FC236}">
                      <a16:creationId xmlns:a16="http://schemas.microsoft.com/office/drawing/2014/main" id="{F27B1C03-8813-4F37-B267-78459C338FA1}"/>
                    </a:ext>
                  </a:extLst>
                </p:cNvPr>
                <p:cNvSpPr>
                  <a:spLocks/>
                </p:cNvSpPr>
                <p:nvPr/>
              </p:nvSpPr>
              <p:spPr bwMode="gray">
                <a:xfrm>
                  <a:off x="6226148" y="1839586"/>
                  <a:ext cx="153681" cy="88324"/>
                </a:xfrm>
                <a:custGeom>
                  <a:avLst/>
                  <a:gdLst>
                    <a:gd name="T0" fmla="*/ 2147483647 w 342"/>
                    <a:gd name="T1" fmla="*/ 2147483647 h 198"/>
                    <a:gd name="T2" fmla="*/ 2147483647 w 342"/>
                    <a:gd name="T3" fmla="*/ 2147483647 h 198"/>
                    <a:gd name="T4" fmla="*/ 2147483647 w 342"/>
                    <a:gd name="T5" fmla="*/ 2147483647 h 198"/>
                    <a:gd name="T6" fmla="*/ 2147483647 w 342"/>
                    <a:gd name="T7" fmla="*/ 2147483647 h 198"/>
                    <a:gd name="T8" fmla="*/ 2147483647 w 342"/>
                    <a:gd name="T9" fmla="*/ 2147483647 h 198"/>
                    <a:gd name="T10" fmla="*/ 2147483647 w 342"/>
                    <a:gd name="T11" fmla="*/ 2147483647 h 198"/>
                    <a:gd name="T12" fmla="*/ 2147483647 w 342"/>
                    <a:gd name="T13" fmla="*/ 2147483647 h 198"/>
                    <a:gd name="T14" fmla="*/ 2147483647 w 342"/>
                    <a:gd name="T15" fmla="*/ 2147483647 h 198"/>
                    <a:gd name="T16" fmla="*/ 2147483647 w 342"/>
                    <a:gd name="T17" fmla="*/ 2147483647 h 198"/>
                    <a:gd name="T18" fmla="*/ 2147483647 w 342"/>
                    <a:gd name="T19" fmla="*/ 2147483647 h 198"/>
                    <a:gd name="T20" fmla="*/ 2147483647 w 342"/>
                    <a:gd name="T21" fmla="*/ 2147483647 h 198"/>
                    <a:gd name="T22" fmla="*/ 2147483647 w 342"/>
                    <a:gd name="T23" fmla="*/ 2147483647 h 198"/>
                    <a:gd name="T24" fmla="*/ 2147483647 w 342"/>
                    <a:gd name="T25" fmla="*/ 0 h 198"/>
                    <a:gd name="T26" fmla="*/ 2147483647 w 342"/>
                    <a:gd name="T27" fmla="*/ 2147483647 h 198"/>
                    <a:gd name="T28" fmla="*/ 0 w 342"/>
                    <a:gd name="T29" fmla="*/ 2147483647 h 198"/>
                    <a:gd name="T30" fmla="*/ 2147483647 w 342"/>
                    <a:gd name="T31" fmla="*/ 2147483647 h 198"/>
                    <a:gd name="T32" fmla="*/ 2147483647 w 342"/>
                    <a:gd name="T33" fmla="*/ 2147483647 h 198"/>
                    <a:gd name="T34" fmla="*/ 2147483647 w 342"/>
                    <a:gd name="T35" fmla="*/ 2147483647 h 198"/>
                    <a:gd name="T36" fmla="*/ 2147483647 w 342"/>
                    <a:gd name="T37" fmla="*/ 2147483647 h 198"/>
                    <a:gd name="T38" fmla="*/ 2147483647 w 342"/>
                    <a:gd name="T39" fmla="*/ 2147483647 h 198"/>
                    <a:gd name="T40" fmla="*/ 2147483647 w 342"/>
                    <a:gd name="T41" fmla="*/ 2147483647 h 198"/>
                    <a:gd name="T42" fmla="*/ 2147483647 w 342"/>
                    <a:gd name="T43" fmla="*/ 2147483647 h 198"/>
                    <a:gd name="T44" fmla="*/ 2147483647 w 342"/>
                    <a:gd name="T45" fmla="*/ 2147483647 h 198"/>
                    <a:gd name="T46" fmla="*/ 2147483647 w 342"/>
                    <a:gd name="T47" fmla="*/ 2147483647 h 198"/>
                    <a:gd name="T48" fmla="*/ 2147483647 w 342"/>
                    <a:gd name="T49" fmla="*/ 2147483647 h 198"/>
                    <a:gd name="T50" fmla="*/ 2147483647 w 342"/>
                    <a:gd name="T51" fmla="*/ 2147483647 h 198"/>
                    <a:gd name="T52" fmla="*/ 2147483647 w 342"/>
                    <a:gd name="T53" fmla="*/ 2147483647 h 198"/>
                    <a:gd name="T54" fmla="*/ 2147483647 w 342"/>
                    <a:gd name="T55" fmla="*/ 2147483647 h 198"/>
                    <a:gd name="T56" fmla="*/ 2147483647 w 342"/>
                    <a:gd name="T57" fmla="*/ 2147483647 h 198"/>
                    <a:gd name="T58" fmla="*/ 2147483647 w 342"/>
                    <a:gd name="T59" fmla="*/ 2147483647 h 198"/>
                    <a:gd name="T60" fmla="*/ 2147483647 w 342"/>
                    <a:gd name="T61" fmla="*/ 2147483647 h 198"/>
                    <a:gd name="T62" fmla="*/ 2147483647 w 342"/>
                    <a:gd name="T63" fmla="*/ 2147483647 h 198"/>
                    <a:gd name="T64" fmla="*/ 2147483647 w 342"/>
                    <a:gd name="T65" fmla="*/ 2147483647 h 198"/>
                    <a:gd name="T66" fmla="*/ 2147483647 w 342"/>
                    <a:gd name="T67" fmla="*/ 2147483647 h 198"/>
                    <a:gd name="T68" fmla="*/ 2147483647 w 342"/>
                    <a:gd name="T69" fmla="*/ 2147483647 h 198"/>
                    <a:gd name="T70" fmla="*/ 2147483647 w 342"/>
                    <a:gd name="T71" fmla="*/ 2147483647 h 198"/>
                    <a:gd name="T72" fmla="*/ 2147483647 w 342"/>
                    <a:gd name="T73" fmla="*/ 2147483647 h 198"/>
                    <a:gd name="T74" fmla="*/ 2147483647 w 342"/>
                    <a:gd name="T75" fmla="*/ 2147483647 h 198"/>
                    <a:gd name="T76" fmla="*/ 2147483647 w 342"/>
                    <a:gd name="T77" fmla="*/ 2147483647 h 198"/>
                    <a:gd name="T78" fmla="*/ 2147483647 w 342"/>
                    <a:gd name="T79" fmla="*/ 2147483647 h 198"/>
                    <a:gd name="T80" fmla="*/ 2147483647 w 342"/>
                    <a:gd name="T81" fmla="*/ 2147483647 h 198"/>
                    <a:gd name="T82" fmla="*/ 2147483647 w 342"/>
                    <a:gd name="T83" fmla="*/ 2147483647 h 198"/>
                    <a:gd name="T84" fmla="*/ 2147483647 w 342"/>
                    <a:gd name="T85" fmla="*/ 2147483647 h 198"/>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42"/>
                    <a:gd name="T130" fmla="*/ 0 h 198"/>
                    <a:gd name="T131" fmla="*/ 342 w 342"/>
                    <a:gd name="T132" fmla="*/ 198 h 198"/>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42" h="198">
                      <a:moveTo>
                        <a:pt x="330" y="60"/>
                      </a:moveTo>
                      <a:lnTo>
                        <a:pt x="312" y="54"/>
                      </a:lnTo>
                      <a:lnTo>
                        <a:pt x="294" y="42"/>
                      </a:lnTo>
                      <a:lnTo>
                        <a:pt x="282" y="30"/>
                      </a:lnTo>
                      <a:lnTo>
                        <a:pt x="276" y="30"/>
                      </a:lnTo>
                      <a:lnTo>
                        <a:pt x="264" y="24"/>
                      </a:lnTo>
                      <a:lnTo>
                        <a:pt x="234" y="24"/>
                      </a:lnTo>
                      <a:lnTo>
                        <a:pt x="228" y="12"/>
                      </a:lnTo>
                      <a:lnTo>
                        <a:pt x="222" y="6"/>
                      </a:lnTo>
                      <a:lnTo>
                        <a:pt x="210" y="6"/>
                      </a:lnTo>
                      <a:lnTo>
                        <a:pt x="198" y="18"/>
                      </a:lnTo>
                      <a:lnTo>
                        <a:pt x="180" y="18"/>
                      </a:lnTo>
                      <a:lnTo>
                        <a:pt x="174" y="12"/>
                      </a:lnTo>
                      <a:lnTo>
                        <a:pt x="162" y="12"/>
                      </a:lnTo>
                      <a:lnTo>
                        <a:pt x="156" y="18"/>
                      </a:lnTo>
                      <a:lnTo>
                        <a:pt x="150" y="18"/>
                      </a:lnTo>
                      <a:lnTo>
                        <a:pt x="144" y="12"/>
                      </a:lnTo>
                      <a:lnTo>
                        <a:pt x="138" y="12"/>
                      </a:lnTo>
                      <a:lnTo>
                        <a:pt x="126" y="6"/>
                      </a:lnTo>
                      <a:lnTo>
                        <a:pt x="120" y="6"/>
                      </a:lnTo>
                      <a:lnTo>
                        <a:pt x="114" y="12"/>
                      </a:lnTo>
                      <a:lnTo>
                        <a:pt x="108" y="12"/>
                      </a:lnTo>
                      <a:lnTo>
                        <a:pt x="102" y="6"/>
                      </a:lnTo>
                      <a:lnTo>
                        <a:pt x="96" y="6"/>
                      </a:lnTo>
                      <a:lnTo>
                        <a:pt x="90" y="0"/>
                      </a:lnTo>
                      <a:lnTo>
                        <a:pt x="72" y="0"/>
                      </a:lnTo>
                      <a:lnTo>
                        <a:pt x="60" y="12"/>
                      </a:lnTo>
                      <a:lnTo>
                        <a:pt x="18" y="12"/>
                      </a:lnTo>
                      <a:lnTo>
                        <a:pt x="6" y="18"/>
                      </a:lnTo>
                      <a:lnTo>
                        <a:pt x="0" y="18"/>
                      </a:lnTo>
                      <a:lnTo>
                        <a:pt x="0" y="60"/>
                      </a:lnTo>
                      <a:lnTo>
                        <a:pt x="12" y="84"/>
                      </a:lnTo>
                      <a:lnTo>
                        <a:pt x="18" y="90"/>
                      </a:lnTo>
                      <a:lnTo>
                        <a:pt x="18" y="96"/>
                      </a:lnTo>
                      <a:lnTo>
                        <a:pt x="30" y="96"/>
                      </a:lnTo>
                      <a:lnTo>
                        <a:pt x="30" y="102"/>
                      </a:lnTo>
                      <a:lnTo>
                        <a:pt x="42" y="102"/>
                      </a:lnTo>
                      <a:lnTo>
                        <a:pt x="48" y="108"/>
                      </a:lnTo>
                      <a:lnTo>
                        <a:pt x="72" y="108"/>
                      </a:lnTo>
                      <a:lnTo>
                        <a:pt x="84" y="102"/>
                      </a:lnTo>
                      <a:lnTo>
                        <a:pt x="102" y="102"/>
                      </a:lnTo>
                      <a:lnTo>
                        <a:pt x="108" y="114"/>
                      </a:lnTo>
                      <a:lnTo>
                        <a:pt x="108" y="132"/>
                      </a:lnTo>
                      <a:lnTo>
                        <a:pt x="96" y="144"/>
                      </a:lnTo>
                      <a:lnTo>
                        <a:pt x="102" y="162"/>
                      </a:lnTo>
                      <a:lnTo>
                        <a:pt x="120" y="162"/>
                      </a:lnTo>
                      <a:lnTo>
                        <a:pt x="138" y="168"/>
                      </a:lnTo>
                      <a:lnTo>
                        <a:pt x="144" y="168"/>
                      </a:lnTo>
                      <a:lnTo>
                        <a:pt x="156" y="174"/>
                      </a:lnTo>
                      <a:lnTo>
                        <a:pt x="156" y="198"/>
                      </a:lnTo>
                      <a:lnTo>
                        <a:pt x="162" y="198"/>
                      </a:lnTo>
                      <a:lnTo>
                        <a:pt x="168" y="192"/>
                      </a:lnTo>
                      <a:lnTo>
                        <a:pt x="180" y="192"/>
                      </a:lnTo>
                      <a:lnTo>
                        <a:pt x="192" y="186"/>
                      </a:lnTo>
                      <a:lnTo>
                        <a:pt x="198" y="186"/>
                      </a:lnTo>
                      <a:lnTo>
                        <a:pt x="204" y="192"/>
                      </a:lnTo>
                      <a:lnTo>
                        <a:pt x="204" y="198"/>
                      </a:lnTo>
                      <a:lnTo>
                        <a:pt x="234" y="198"/>
                      </a:lnTo>
                      <a:lnTo>
                        <a:pt x="234" y="180"/>
                      </a:lnTo>
                      <a:lnTo>
                        <a:pt x="246" y="192"/>
                      </a:lnTo>
                      <a:lnTo>
                        <a:pt x="252" y="180"/>
                      </a:lnTo>
                      <a:lnTo>
                        <a:pt x="258" y="174"/>
                      </a:lnTo>
                      <a:lnTo>
                        <a:pt x="270" y="168"/>
                      </a:lnTo>
                      <a:lnTo>
                        <a:pt x="288" y="168"/>
                      </a:lnTo>
                      <a:lnTo>
                        <a:pt x="288" y="174"/>
                      </a:lnTo>
                      <a:lnTo>
                        <a:pt x="282" y="180"/>
                      </a:lnTo>
                      <a:lnTo>
                        <a:pt x="294" y="180"/>
                      </a:lnTo>
                      <a:lnTo>
                        <a:pt x="294" y="174"/>
                      </a:lnTo>
                      <a:lnTo>
                        <a:pt x="288" y="168"/>
                      </a:lnTo>
                      <a:lnTo>
                        <a:pt x="288" y="156"/>
                      </a:lnTo>
                      <a:lnTo>
                        <a:pt x="282" y="150"/>
                      </a:lnTo>
                      <a:lnTo>
                        <a:pt x="282" y="144"/>
                      </a:lnTo>
                      <a:lnTo>
                        <a:pt x="294" y="144"/>
                      </a:lnTo>
                      <a:lnTo>
                        <a:pt x="294" y="138"/>
                      </a:lnTo>
                      <a:lnTo>
                        <a:pt x="288" y="126"/>
                      </a:lnTo>
                      <a:lnTo>
                        <a:pt x="288" y="120"/>
                      </a:lnTo>
                      <a:lnTo>
                        <a:pt x="294" y="114"/>
                      </a:lnTo>
                      <a:lnTo>
                        <a:pt x="312" y="114"/>
                      </a:lnTo>
                      <a:lnTo>
                        <a:pt x="306" y="96"/>
                      </a:lnTo>
                      <a:lnTo>
                        <a:pt x="312" y="96"/>
                      </a:lnTo>
                      <a:lnTo>
                        <a:pt x="318" y="102"/>
                      </a:lnTo>
                      <a:lnTo>
                        <a:pt x="336" y="102"/>
                      </a:lnTo>
                      <a:lnTo>
                        <a:pt x="342" y="96"/>
                      </a:lnTo>
                      <a:lnTo>
                        <a:pt x="324" y="78"/>
                      </a:lnTo>
                      <a:lnTo>
                        <a:pt x="324" y="72"/>
                      </a:lnTo>
                      <a:lnTo>
                        <a:pt x="330" y="66"/>
                      </a:lnTo>
                      <a:lnTo>
                        <a:pt x="330" y="60"/>
                      </a:lnTo>
                      <a:close/>
                    </a:path>
                  </a:pathLst>
                </a:custGeom>
                <a:solidFill>
                  <a:srgbClr val="D40D8D"/>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53" name="Liechtenstein" descr="© INSCALE GmbH, 05.05.2010&#10;http://www.presentationload.com/">
                  <a:extLst>
                    <a:ext uri="{FF2B5EF4-FFF2-40B4-BE49-F238E27FC236}">
                      <a16:creationId xmlns:a16="http://schemas.microsoft.com/office/drawing/2014/main" id="{ACEC03B8-8C11-43FD-A8BE-6C1296FBAFA5}"/>
                    </a:ext>
                  </a:extLst>
                </p:cNvPr>
                <p:cNvSpPr>
                  <a:spLocks/>
                </p:cNvSpPr>
                <p:nvPr/>
              </p:nvSpPr>
              <p:spPr bwMode="gray">
                <a:xfrm>
                  <a:off x="5911720" y="2159315"/>
                  <a:ext cx="7064" cy="10599"/>
                </a:xfrm>
                <a:custGeom>
                  <a:avLst/>
                  <a:gdLst>
                    <a:gd name="T0" fmla="*/ 2147483647 w 18"/>
                    <a:gd name="T1" fmla="*/ 0 h 24"/>
                    <a:gd name="T2" fmla="*/ 2147483647 w 18"/>
                    <a:gd name="T3" fmla="*/ 2147483647 h 24"/>
                    <a:gd name="T4" fmla="*/ 0 w 18"/>
                    <a:gd name="T5" fmla="*/ 2147483647 h 24"/>
                    <a:gd name="T6" fmla="*/ 0 w 18"/>
                    <a:gd name="T7" fmla="*/ 2147483647 h 24"/>
                    <a:gd name="T8" fmla="*/ 2147483647 w 18"/>
                    <a:gd name="T9" fmla="*/ 2147483647 h 24"/>
                    <a:gd name="T10" fmla="*/ 2147483647 w 18"/>
                    <a:gd name="T11" fmla="*/ 0 h 24"/>
                    <a:gd name="T12" fmla="*/ 2147483647 w 18"/>
                    <a:gd name="T13" fmla="*/ 0 h 24"/>
                    <a:gd name="T14" fmla="*/ 0 60000 65536"/>
                    <a:gd name="T15" fmla="*/ 0 60000 65536"/>
                    <a:gd name="T16" fmla="*/ 0 60000 65536"/>
                    <a:gd name="T17" fmla="*/ 0 60000 65536"/>
                    <a:gd name="T18" fmla="*/ 0 60000 65536"/>
                    <a:gd name="T19" fmla="*/ 0 60000 65536"/>
                    <a:gd name="T20" fmla="*/ 0 60000 65536"/>
                    <a:gd name="T21" fmla="*/ 0 w 18"/>
                    <a:gd name="T22" fmla="*/ 0 h 24"/>
                    <a:gd name="T23" fmla="*/ 18 w 18"/>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 h="24">
                      <a:moveTo>
                        <a:pt x="12" y="0"/>
                      </a:moveTo>
                      <a:lnTo>
                        <a:pt x="6" y="6"/>
                      </a:lnTo>
                      <a:lnTo>
                        <a:pt x="0" y="18"/>
                      </a:lnTo>
                      <a:lnTo>
                        <a:pt x="0" y="24"/>
                      </a:lnTo>
                      <a:lnTo>
                        <a:pt x="18" y="24"/>
                      </a:lnTo>
                      <a:lnTo>
                        <a:pt x="18" y="0"/>
                      </a:lnTo>
                      <a:lnTo>
                        <a:pt x="12" y="0"/>
                      </a:lnTo>
                      <a:close/>
                    </a:path>
                  </a:pathLst>
                </a:custGeom>
                <a:solidFill>
                  <a:srgbClr val="D40D8D"/>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54" name="Libya" descr="© INSCALE GmbH, 05.05.2010&#10;http://www.presentationload.com/">
                  <a:extLst>
                    <a:ext uri="{FF2B5EF4-FFF2-40B4-BE49-F238E27FC236}">
                      <a16:creationId xmlns:a16="http://schemas.microsoft.com/office/drawing/2014/main" id="{C1B4571B-86DC-4111-8FC0-581CF8CF880A}"/>
                    </a:ext>
                  </a:extLst>
                </p:cNvPr>
                <p:cNvSpPr>
                  <a:spLocks/>
                </p:cNvSpPr>
                <p:nvPr/>
              </p:nvSpPr>
              <p:spPr bwMode="gray">
                <a:xfrm>
                  <a:off x="5908189" y="2668056"/>
                  <a:ext cx="496374" cy="501675"/>
                </a:xfrm>
                <a:custGeom>
                  <a:avLst/>
                  <a:gdLst>
                    <a:gd name="T0" fmla="*/ 2147483647 w 1098"/>
                    <a:gd name="T1" fmla="*/ 2147483647 h 1110"/>
                    <a:gd name="T2" fmla="*/ 2147483647 w 1098"/>
                    <a:gd name="T3" fmla="*/ 2147483647 h 1110"/>
                    <a:gd name="T4" fmla="*/ 2147483647 w 1098"/>
                    <a:gd name="T5" fmla="*/ 2147483647 h 1110"/>
                    <a:gd name="T6" fmla="*/ 2147483647 w 1098"/>
                    <a:gd name="T7" fmla="*/ 2147483647 h 1110"/>
                    <a:gd name="T8" fmla="*/ 2147483647 w 1098"/>
                    <a:gd name="T9" fmla="*/ 2147483647 h 1110"/>
                    <a:gd name="T10" fmla="*/ 2147483647 w 1098"/>
                    <a:gd name="T11" fmla="*/ 2147483647 h 1110"/>
                    <a:gd name="T12" fmla="*/ 2147483647 w 1098"/>
                    <a:gd name="T13" fmla="*/ 2147483647 h 1110"/>
                    <a:gd name="T14" fmla="*/ 2147483647 w 1098"/>
                    <a:gd name="T15" fmla="*/ 2147483647 h 1110"/>
                    <a:gd name="T16" fmla="*/ 2147483647 w 1098"/>
                    <a:gd name="T17" fmla="*/ 2147483647 h 1110"/>
                    <a:gd name="T18" fmla="*/ 2147483647 w 1098"/>
                    <a:gd name="T19" fmla="*/ 2147483647 h 1110"/>
                    <a:gd name="T20" fmla="*/ 2147483647 w 1098"/>
                    <a:gd name="T21" fmla="*/ 2147483647 h 1110"/>
                    <a:gd name="T22" fmla="*/ 2147483647 w 1098"/>
                    <a:gd name="T23" fmla="*/ 2147483647 h 1110"/>
                    <a:gd name="T24" fmla="*/ 0 w 1098"/>
                    <a:gd name="T25" fmla="*/ 2147483647 h 1110"/>
                    <a:gd name="T26" fmla="*/ 2147483647 w 1098"/>
                    <a:gd name="T27" fmla="*/ 2147483647 h 1110"/>
                    <a:gd name="T28" fmla="*/ 2147483647 w 1098"/>
                    <a:gd name="T29" fmla="*/ 2147483647 h 1110"/>
                    <a:gd name="T30" fmla="*/ 2147483647 w 1098"/>
                    <a:gd name="T31" fmla="*/ 2147483647 h 1110"/>
                    <a:gd name="T32" fmla="*/ 2147483647 w 1098"/>
                    <a:gd name="T33" fmla="*/ 2147483647 h 1110"/>
                    <a:gd name="T34" fmla="*/ 2147483647 w 1098"/>
                    <a:gd name="T35" fmla="*/ 2147483647 h 1110"/>
                    <a:gd name="T36" fmla="*/ 2147483647 w 1098"/>
                    <a:gd name="T37" fmla="*/ 2147483647 h 1110"/>
                    <a:gd name="T38" fmla="*/ 2147483647 w 1098"/>
                    <a:gd name="T39" fmla="*/ 2147483647 h 1110"/>
                    <a:gd name="T40" fmla="*/ 2147483647 w 1098"/>
                    <a:gd name="T41" fmla="*/ 2147483647 h 1110"/>
                    <a:gd name="T42" fmla="*/ 2147483647 w 1098"/>
                    <a:gd name="T43" fmla="*/ 2147483647 h 1110"/>
                    <a:gd name="T44" fmla="*/ 2147483647 w 1098"/>
                    <a:gd name="T45" fmla="*/ 2147483647 h 1110"/>
                    <a:gd name="T46" fmla="*/ 2147483647 w 1098"/>
                    <a:gd name="T47" fmla="*/ 2147483647 h 1110"/>
                    <a:gd name="T48" fmla="*/ 2147483647 w 1098"/>
                    <a:gd name="T49" fmla="*/ 2147483647 h 1110"/>
                    <a:gd name="T50" fmla="*/ 2147483647 w 1098"/>
                    <a:gd name="T51" fmla="*/ 2147483647 h 1110"/>
                    <a:gd name="T52" fmla="*/ 2147483647 w 1098"/>
                    <a:gd name="T53" fmla="*/ 2147483647 h 1110"/>
                    <a:gd name="T54" fmla="*/ 2147483647 w 1098"/>
                    <a:gd name="T55" fmla="*/ 2147483647 h 1110"/>
                    <a:gd name="T56" fmla="*/ 2147483647 w 1098"/>
                    <a:gd name="T57" fmla="*/ 2147483647 h 1110"/>
                    <a:gd name="T58" fmla="*/ 2147483647 w 1098"/>
                    <a:gd name="T59" fmla="*/ 2147483647 h 1110"/>
                    <a:gd name="T60" fmla="*/ 2147483647 w 1098"/>
                    <a:gd name="T61" fmla="*/ 2147483647 h 1110"/>
                    <a:gd name="T62" fmla="*/ 2147483647 w 1098"/>
                    <a:gd name="T63" fmla="*/ 2147483647 h 1110"/>
                    <a:gd name="T64" fmla="*/ 2147483647 w 1098"/>
                    <a:gd name="T65" fmla="*/ 2147483647 h 1110"/>
                    <a:gd name="T66" fmla="*/ 2147483647 w 1098"/>
                    <a:gd name="T67" fmla="*/ 2147483647 h 1110"/>
                    <a:gd name="T68" fmla="*/ 2147483647 w 1098"/>
                    <a:gd name="T69" fmla="*/ 2147483647 h 1110"/>
                    <a:gd name="T70" fmla="*/ 2147483647 w 1098"/>
                    <a:gd name="T71" fmla="*/ 2147483647 h 1110"/>
                    <a:gd name="T72" fmla="*/ 2147483647 w 1098"/>
                    <a:gd name="T73" fmla="*/ 2147483647 h 1110"/>
                    <a:gd name="T74" fmla="*/ 2147483647 w 1098"/>
                    <a:gd name="T75" fmla="*/ 2147483647 h 1110"/>
                    <a:gd name="T76" fmla="*/ 2147483647 w 1098"/>
                    <a:gd name="T77" fmla="*/ 2147483647 h 1110"/>
                    <a:gd name="T78" fmla="*/ 2147483647 w 1098"/>
                    <a:gd name="T79" fmla="*/ 2147483647 h 1110"/>
                    <a:gd name="T80" fmla="*/ 2147483647 w 1098"/>
                    <a:gd name="T81" fmla="*/ 2147483647 h 1110"/>
                    <a:gd name="T82" fmla="*/ 2147483647 w 1098"/>
                    <a:gd name="T83" fmla="*/ 2147483647 h 1110"/>
                    <a:gd name="T84" fmla="*/ 2147483647 w 1098"/>
                    <a:gd name="T85" fmla="*/ 2147483647 h 1110"/>
                    <a:gd name="T86" fmla="*/ 2147483647 w 1098"/>
                    <a:gd name="T87" fmla="*/ 2147483647 h 1110"/>
                    <a:gd name="T88" fmla="*/ 2147483647 w 1098"/>
                    <a:gd name="T89" fmla="*/ 2147483647 h 1110"/>
                    <a:gd name="T90" fmla="*/ 2147483647 w 1098"/>
                    <a:gd name="T91" fmla="*/ 2147483647 h 1110"/>
                    <a:gd name="T92" fmla="*/ 2147483647 w 1098"/>
                    <a:gd name="T93" fmla="*/ 2147483647 h 1110"/>
                    <a:gd name="T94" fmla="*/ 2147483647 w 1098"/>
                    <a:gd name="T95" fmla="*/ 2147483647 h 1110"/>
                    <a:gd name="T96" fmla="*/ 2147483647 w 1098"/>
                    <a:gd name="T97" fmla="*/ 2147483647 h 1110"/>
                    <a:gd name="T98" fmla="*/ 2147483647 w 1098"/>
                    <a:gd name="T99" fmla="*/ 2147483647 h 1110"/>
                    <a:gd name="T100" fmla="*/ 2147483647 w 1098"/>
                    <a:gd name="T101" fmla="*/ 2147483647 h 1110"/>
                    <a:gd name="T102" fmla="*/ 2147483647 w 1098"/>
                    <a:gd name="T103" fmla="*/ 2147483647 h 1110"/>
                    <a:gd name="T104" fmla="*/ 2147483647 w 1098"/>
                    <a:gd name="T105" fmla="*/ 2147483647 h 1110"/>
                    <a:gd name="T106" fmla="*/ 2147483647 w 1098"/>
                    <a:gd name="T107" fmla="*/ 2147483647 h 1110"/>
                    <a:gd name="T108" fmla="*/ 2147483647 w 1098"/>
                    <a:gd name="T109" fmla="*/ 2147483647 h 1110"/>
                    <a:gd name="T110" fmla="*/ 2147483647 w 1098"/>
                    <a:gd name="T111" fmla="*/ 2147483647 h 1110"/>
                    <a:gd name="T112" fmla="*/ 2147483647 w 1098"/>
                    <a:gd name="T113" fmla="*/ 2147483647 h 111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098"/>
                    <a:gd name="T172" fmla="*/ 0 h 1110"/>
                    <a:gd name="T173" fmla="*/ 1098 w 1098"/>
                    <a:gd name="T174" fmla="*/ 1110 h 1110"/>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098" h="1110">
                      <a:moveTo>
                        <a:pt x="156" y="60"/>
                      </a:moveTo>
                      <a:lnTo>
                        <a:pt x="150" y="66"/>
                      </a:lnTo>
                      <a:lnTo>
                        <a:pt x="126" y="78"/>
                      </a:lnTo>
                      <a:lnTo>
                        <a:pt x="114" y="78"/>
                      </a:lnTo>
                      <a:lnTo>
                        <a:pt x="102" y="84"/>
                      </a:lnTo>
                      <a:lnTo>
                        <a:pt x="96" y="90"/>
                      </a:lnTo>
                      <a:lnTo>
                        <a:pt x="90" y="102"/>
                      </a:lnTo>
                      <a:lnTo>
                        <a:pt x="84" y="108"/>
                      </a:lnTo>
                      <a:lnTo>
                        <a:pt x="78" y="120"/>
                      </a:lnTo>
                      <a:lnTo>
                        <a:pt x="72" y="120"/>
                      </a:lnTo>
                      <a:lnTo>
                        <a:pt x="54" y="138"/>
                      </a:lnTo>
                      <a:lnTo>
                        <a:pt x="54" y="156"/>
                      </a:lnTo>
                      <a:lnTo>
                        <a:pt x="66" y="180"/>
                      </a:lnTo>
                      <a:lnTo>
                        <a:pt x="66" y="204"/>
                      </a:lnTo>
                      <a:lnTo>
                        <a:pt x="36" y="234"/>
                      </a:lnTo>
                      <a:lnTo>
                        <a:pt x="30" y="234"/>
                      </a:lnTo>
                      <a:lnTo>
                        <a:pt x="24" y="240"/>
                      </a:lnTo>
                      <a:lnTo>
                        <a:pt x="12" y="246"/>
                      </a:lnTo>
                      <a:lnTo>
                        <a:pt x="6" y="246"/>
                      </a:lnTo>
                      <a:lnTo>
                        <a:pt x="0" y="252"/>
                      </a:lnTo>
                      <a:lnTo>
                        <a:pt x="12" y="270"/>
                      </a:lnTo>
                      <a:lnTo>
                        <a:pt x="36" y="330"/>
                      </a:lnTo>
                      <a:lnTo>
                        <a:pt x="48" y="354"/>
                      </a:lnTo>
                      <a:lnTo>
                        <a:pt x="48" y="360"/>
                      </a:lnTo>
                      <a:lnTo>
                        <a:pt x="42" y="372"/>
                      </a:lnTo>
                      <a:lnTo>
                        <a:pt x="42" y="402"/>
                      </a:lnTo>
                      <a:lnTo>
                        <a:pt x="36" y="408"/>
                      </a:lnTo>
                      <a:lnTo>
                        <a:pt x="36" y="414"/>
                      </a:lnTo>
                      <a:lnTo>
                        <a:pt x="42" y="432"/>
                      </a:lnTo>
                      <a:lnTo>
                        <a:pt x="30" y="456"/>
                      </a:lnTo>
                      <a:lnTo>
                        <a:pt x="36" y="510"/>
                      </a:lnTo>
                      <a:lnTo>
                        <a:pt x="36" y="516"/>
                      </a:lnTo>
                      <a:lnTo>
                        <a:pt x="42" y="522"/>
                      </a:lnTo>
                      <a:lnTo>
                        <a:pt x="42" y="534"/>
                      </a:lnTo>
                      <a:lnTo>
                        <a:pt x="36" y="546"/>
                      </a:lnTo>
                      <a:lnTo>
                        <a:pt x="30" y="552"/>
                      </a:lnTo>
                      <a:lnTo>
                        <a:pt x="18" y="558"/>
                      </a:lnTo>
                      <a:lnTo>
                        <a:pt x="6" y="558"/>
                      </a:lnTo>
                      <a:lnTo>
                        <a:pt x="0" y="564"/>
                      </a:lnTo>
                      <a:lnTo>
                        <a:pt x="0" y="570"/>
                      </a:lnTo>
                      <a:lnTo>
                        <a:pt x="6" y="582"/>
                      </a:lnTo>
                      <a:lnTo>
                        <a:pt x="18" y="594"/>
                      </a:lnTo>
                      <a:lnTo>
                        <a:pt x="24" y="612"/>
                      </a:lnTo>
                      <a:lnTo>
                        <a:pt x="36" y="624"/>
                      </a:lnTo>
                      <a:lnTo>
                        <a:pt x="42" y="636"/>
                      </a:lnTo>
                      <a:lnTo>
                        <a:pt x="48" y="642"/>
                      </a:lnTo>
                      <a:lnTo>
                        <a:pt x="48" y="684"/>
                      </a:lnTo>
                      <a:lnTo>
                        <a:pt x="72" y="708"/>
                      </a:lnTo>
                      <a:lnTo>
                        <a:pt x="96" y="696"/>
                      </a:lnTo>
                      <a:lnTo>
                        <a:pt x="102" y="696"/>
                      </a:lnTo>
                      <a:lnTo>
                        <a:pt x="138" y="714"/>
                      </a:lnTo>
                      <a:lnTo>
                        <a:pt x="150" y="714"/>
                      </a:lnTo>
                      <a:lnTo>
                        <a:pt x="162" y="726"/>
                      </a:lnTo>
                      <a:lnTo>
                        <a:pt x="162" y="732"/>
                      </a:lnTo>
                      <a:lnTo>
                        <a:pt x="168" y="744"/>
                      </a:lnTo>
                      <a:lnTo>
                        <a:pt x="174" y="762"/>
                      </a:lnTo>
                      <a:lnTo>
                        <a:pt x="180" y="774"/>
                      </a:lnTo>
                      <a:lnTo>
                        <a:pt x="186" y="780"/>
                      </a:lnTo>
                      <a:lnTo>
                        <a:pt x="186" y="786"/>
                      </a:lnTo>
                      <a:lnTo>
                        <a:pt x="222" y="792"/>
                      </a:lnTo>
                      <a:lnTo>
                        <a:pt x="234" y="792"/>
                      </a:lnTo>
                      <a:lnTo>
                        <a:pt x="246" y="798"/>
                      </a:lnTo>
                      <a:lnTo>
                        <a:pt x="258" y="798"/>
                      </a:lnTo>
                      <a:lnTo>
                        <a:pt x="276" y="804"/>
                      </a:lnTo>
                      <a:lnTo>
                        <a:pt x="288" y="810"/>
                      </a:lnTo>
                      <a:lnTo>
                        <a:pt x="294" y="810"/>
                      </a:lnTo>
                      <a:lnTo>
                        <a:pt x="300" y="816"/>
                      </a:lnTo>
                      <a:lnTo>
                        <a:pt x="312" y="822"/>
                      </a:lnTo>
                      <a:lnTo>
                        <a:pt x="318" y="828"/>
                      </a:lnTo>
                      <a:lnTo>
                        <a:pt x="324" y="840"/>
                      </a:lnTo>
                      <a:lnTo>
                        <a:pt x="336" y="846"/>
                      </a:lnTo>
                      <a:lnTo>
                        <a:pt x="342" y="852"/>
                      </a:lnTo>
                      <a:lnTo>
                        <a:pt x="360" y="846"/>
                      </a:lnTo>
                      <a:lnTo>
                        <a:pt x="396" y="828"/>
                      </a:lnTo>
                      <a:lnTo>
                        <a:pt x="456" y="792"/>
                      </a:lnTo>
                      <a:lnTo>
                        <a:pt x="468" y="786"/>
                      </a:lnTo>
                      <a:lnTo>
                        <a:pt x="1026" y="1110"/>
                      </a:lnTo>
                      <a:lnTo>
                        <a:pt x="1026" y="1062"/>
                      </a:lnTo>
                      <a:lnTo>
                        <a:pt x="1098" y="1062"/>
                      </a:lnTo>
                      <a:lnTo>
                        <a:pt x="1098" y="828"/>
                      </a:lnTo>
                      <a:lnTo>
                        <a:pt x="1092" y="750"/>
                      </a:lnTo>
                      <a:lnTo>
                        <a:pt x="1092" y="660"/>
                      </a:lnTo>
                      <a:lnTo>
                        <a:pt x="1086" y="564"/>
                      </a:lnTo>
                      <a:lnTo>
                        <a:pt x="1086" y="468"/>
                      </a:lnTo>
                      <a:lnTo>
                        <a:pt x="1080" y="390"/>
                      </a:lnTo>
                      <a:lnTo>
                        <a:pt x="1080" y="306"/>
                      </a:lnTo>
                      <a:lnTo>
                        <a:pt x="1068" y="270"/>
                      </a:lnTo>
                      <a:lnTo>
                        <a:pt x="1056" y="258"/>
                      </a:lnTo>
                      <a:lnTo>
                        <a:pt x="1050" y="246"/>
                      </a:lnTo>
                      <a:lnTo>
                        <a:pt x="1050" y="240"/>
                      </a:lnTo>
                      <a:lnTo>
                        <a:pt x="1056" y="228"/>
                      </a:lnTo>
                      <a:lnTo>
                        <a:pt x="1062" y="222"/>
                      </a:lnTo>
                      <a:lnTo>
                        <a:pt x="1068" y="210"/>
                      </a:lnTo>
                      <a:lnTo>
                        <a:pt x="1074" y="204"/>
                      </a:lnTo>
                      <a:lnTo>
                        <a:pt x="1074" y="198"/>
                      </a:lnTo>
                      <a:lnTo>
                        <a:pt x="1068" y="186"/>
                      </a:lnTo>
                      <a:lnTo>
                        <a:pt x="1056" y="180"/>
                      </a:lnTo>
                      <a:lnTo>
                        <a:pt x="1056" y="150"/>
                      </a:lnTo>
                      <a:lnTo>
                        <a:pt x="1080" y="126"/>
                      </a:lnTo>
                      <a:lnTo>
                        <a:pt x="1074" y="114"/>
                      </a:lnTo>
                      <a:lnTo>
                        <a:pt x="1074" y="96"/>
                      </a:lnTo>
                      <a:lnTo>
                        <a:pt x="1056" y="102"/>
                      </a:lnTo>
                      <a:lnTo>
                        <a:pt x="1044" y="90"/>
                      </a:lnTo>
                      <a:lnTo>
                        <a:pt x="1032" y="102"/>
                      </a:lnTo>
                      <a:lnTo>
                        <a:pt x="1026" y="102"/>
                      </a:lnTo>
                      <a:lnTo>
                        <a:pt x="1020" y="96"/>
                      </a:lnTo>
                      <a:lnTo>
                        <a:pt x="1008" y="90"/>
                      </a:lnTo>
                      <a:lnTo>
                        <a:pt x="1002" y="84"/>
                      </a:lnTo>
                      <a:lnTo>
                        <a:pt x="990" y="78"/>
                      </a:lnTo>
                      <a:lnTo>
                        <a:pt x="978" y="78"/>
                      </a:lnTo>
                      <a:lnTo>
                        <a:pt x="966" y="84"/>
                      </a:lnTo>
                      <a:lnTo>
                        <a:pt x="954" y="84"/>
                      </a:lnTo>
                      <a:lnTo>
                        <a:pt x="942" y="78"/>
                      </a:lnTo>
                      <a:lnTo>
                        <a:pt x="936" y="72"/>
                      </a:lnTo>
                      <a:lnTo>
                        <a:pt x="936" y="48"/>
                      </a:lnTo>
                      <a:lnTo>
                        <a:pt x="930" y="42"/>
                      </a:lnTo>
                      <a:lnTo>
                        <a:pt x="918" y="36"/>
                      </a:lnTo>
                      <a:lnTo>
                        <a:pt x="882" y="36"/>
                      </a:lnTo>
                      <a:lnTo>
                        <a:pt x="876" y="30"/>
                      </a:lnTo>
                      <a:lnTo>
                        <a:pt x="864" y="30"/>
                      </a:lnTo>
                      <a:lnTo>
                        <a:pt x="852" y="24"/>
                      </a:lnTo>
                      <a:lnTo>
                        <a:pt x="840" y="24"/>
                      </a:lnTo>
                      <a:lnTo>
                        <a:pt x="834" y="30"/>
                      </a:lnTo>
                      <a:lnTo>
                        <a:pt x="834" y="36"/>
                      </a:lnTo>
                      <a:lnTo>
                        <a:pt x="798" y="36"/>
                      </a:lnTo>
                      <a:lnTo>
                        <a:pt x="780" y="42"/>
                      </a:lnTo>
                      <a:lnTo>
                        <a:pt x="768" y="48"/>
                      </a:lnTo>
                      <a:lnTo>
                        <a:pt x="732" y="84"/>
                      </a:lnTo>
                      <a:lnTo>
                        <a:pt x="720" y="108"/>
                      </a:lnTo>
                      <a:lnTo>
                        <a:pt x="720" y="120"/>
                      </a:lnTo>
                      <a:lnTo>
                        <a:pt x="726" y="138"/>
                      </a:lnTo>
                      <a:lnTo>
                        <a:pt x="738" y="150"/>
                      </a:lnTo>
                      <a:lnTo>
                        <a:pt x="744" y="162"/>
                      </a:lnTo>
                      <a:lnTo>
                        <a:pt x="744" y="180"/>
                      </a:lnTo>
                      <a:lnTo>
                        <a:pt x="738" y="192"/>
                      </a:lnTo>
                      <a:lnTo>
                        <a:pt x="714" y="216"/>
                      </a:lnTo>
                      <a:lnTo>
                        <a:pt x="708" y="228"/>
                      </a:lnTo>
                      <a:lnTo>
                        <a:pt x="696" y="234"/>
                      </a:lnTo>
                      <a:lnTo>
                        <a:pt x="666" y="234"/>
                      </a:lnTo>
                      <a:lnTo>
                        <a:pt x="648" y="228"/>
                      </a:lnTo>
                      <a:lnTo>
                        <a:pt x="630" y="216"/>
                      </a:lnTo>
                      <a:lnTo>
                        <a:pt x="612" y="198"/>
                      </a:lnTo>
                      <a:lnTo>
                        <a:pt x="582" y="180"/>
                      </a:lnTo>
                      <a:lnTo>
                        <a:pt x="552" y="168"/>
                      </a:lnTo>
                      <a:lnTo>
                        <a:pt x="528" y="162"/>
                      </a:lnTo>
                      <a:lnTo>
                        <a:pt x="462" y="162"/>
                      </a:lnTo>
                      <a:lnTo>
                        <a:pt x="438" y="150"/>
                      </a:lnTo>
                      <a:lnTo>
                        <a:pt x="426" y="138"/>
                      </a:lnTo>
                      <a:lnTo>
                        <a:pt x="420" y="126"/>
                      </a:lnTo>
                      <a:lnTo>
                        <a:pt x="414" y="108"/>
                      </a:lnTo>
                      <a:lnTo>
                        <a:pt x="414" y="96"/>
                      </a:lnTo>
                      <a:lnTo>
                        <a:pt x="402" y="72"/>
                      </a:lnTo>
                      <a:lnTo>
                        <a:pt x="378" y="60"/>
                      </a:lnTo>
                      <a:lnTo>
                        <a:pt x="366" y="60"/>
                      </a:lnTo>
                      <a:lnTo>
                        <a:pt x="354" y="54"/>
                      </a:lnTo>
                      <a:lnTo>
                        <a:pt x="348" y="48"/>
                      </a:lnTo>
                      <a:lnTo>
                        <a:pt x="324" y="36"/>
                      </a:lnTo>
                      <a:lnTo>
                        <a:pt x="318" y="36"/>
                      </a:lnTo>
                      <a:lnTo>
                        <a:pt x="306" y="30"/>
                      </a:lnTo>
                      <a:lnTo>
                        <a:pt x="264" y="30"/>
                      </a:lnTo>
                      <a:lnTo>
                        <a:pt x="252" y="36"/>
                      </a:lnTo>
                      <a:lnTo>
                        <a:pt x="216" y="36"/>
                      </a:lnTo>
                      <a:lnTo>
                        <a:pt x="192" y="24"/>
                      </a:lnTo>
                      <a:lnTo>
                        <a:pt x="180" y="12"/>
                      </a:lnTo>
                      <a:lnTo>
                        <a:pt x="168" y="6"/>
                      </a:lnTo>
                      <a:lnTo>
                        <a:pt x="150" y="6"/>
                      </a:lnTo>
                      <a:lnTo>
                        <a:pt x="144" y="0"/>
                      </a:lnTo>
                      <a:lnTo>
                        <a:pt x="138" y="42"/>
                      </a:lnTo>
                      <a:lnTo>
                        <a:pt x="144" y="42"/>
                      </a:lnTo>
                      <a:lnTo>
                        <a:pt x="156" y="54"/>
                      </a:lnTo>
                      <a:lnTo>
                        <a:pt x="156" y="60"/>
                      </a:lnTo>
                      <a:close/>
                    </a:path>
                  </a:pathLst>
                </a:custGeom>
                <a:solidFill>
                  <a:srgbClr val="A29C97"/>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55" name="Liberia" descr="© INSCALE GmbH, 05.05.2010&#10;http://www.presentationload.com/">
                  <a:extLst>
                    <a:ext uri="{FF2B5EF4-FFF2-40B4-BE49-F238E27FC236}">
                      <a16:creationId xmlns:a16="http://schemas.microsoft.com/office/drawing/2014/main" id="{5B83B206-28D4-4CC7-A3D9-35A4DE38AF21}"/>
                    </a:ext>
                  </a:extLst>
                </p:cNvPr>
                <p:cNvSpPr>
                  <a:spLocks/>
                </p:cNvSpPr>
                <p:nvPr/>
              </p:nvSpPr>
              <p:spPr bwMode="gray">
                <a:xfrm>
                  <a:off x="5231636" y="3565415"/>
                  <a:ext cx="139551" cy="155448"/>
                </a:xfrm>
                <a:custGeom>
                  <a:avLst/>
                  <a:gdLst>
                    <a:gd name="T0" fmla="*/ 2147483647 w 312"/>
                    <a:gd name="T1" fmla="*/ 2147483647 h 342"/>
                    <a:gd name="T2" fmla="*/ 2147483647 w 312"/>
                    <a:gd name="T3" fmla="*/ 2147483647 h 342"/>
                    <a:gd name="T4" fmla="*/ 2147483647 w 312"/>
                    <a:gd name="T5" fmla="*/ 2147483647 h 342"/>
                    <a:gd name="T6" fmla="*/ 2147483647 w 312"/>
                    <a:gd name="T7" fmla="*/ 2147483647 h 342"/>
                    <a:gd name="T8" fmla="*/ 2147483647 w 312"/>
                    <a:gd name="T9" fmla="*/ 2147483647 h 342"/>
                    <a:gd name="T10" fmla="*/ 2147483647 w 312"/>
                    <a:gd name="T11" fmla="*/ 2147483647 h 342"/>
                    <a:gd name="T12" fmla="*/ 2147483647 w 312"/>
                    <a:gd name="T13" fmla="*/ 2147483647 h 342"/>
                    <a:gd name="T14" fmla="*/ 2147483647 w 312"/>
                    <a:gd name="T15" fmla="*/ 2147483647 h 342"/>
                    <a:gd name="T16" fmla="*/ 2147483647 w 312"/>
                    <a:gd name="T17" fmla="*/ 2147483647 h 342"/>
                    <a:gd name="T18" fmla="*/ 2147483647 w 312"/>
                    <a:gd name="T19" fmla="*/ 2147483647 h 342"/>
                    <a:gd name="T20" fmla="*/ 2147483647 w 312"/>
                    <a:gd name="T21" fmla="*/ 2147483647 h 342"/>
                    <a:gd name="T22" fmla="*/ 2147483647 w 312"/>
                    <a:gd name="T23" fmla="*/ 2147483647 h 342"/>
                    <a:gd name="T24" fmla="*/ 2147483647 w 312"/>
                    <a:gd name="T25" fmla="*/ 2147483647 h 342"/>
                    <a:gd name="T26" fmla="*/ 2147483647 w 312"/>
                    <a:gd name="T27" fmla="*/ 2147483647 h 342"/>
                    <a:gd name="T28" fmla="*/ 2147483647 w 312"/>
                    <a:gd name="T29" fmla="*/ 2147483647 h 342"/>
                    <a:gd name="T30" fmla="*/ 2147483647 w 312"/>
                    <a:gd name="T31" fmla="*/ 2147483647 h 342"/>
                    <a:gd name="T32" fmla="*/ 2147483647 w 312"/>
                    <a:gd name="T33" fmla="*/ 2147483647 h 342"/>
                    <a:gd name="T34" fmla="*/ 2147483647 w 312"/>
                    <a:gd name="T35" fmla="*/ 2147483647 h 342"/>
                    <a:gd name="T36" fmla="*/ 2147483647 w 312"/>
                    <a:gd name="T37" fmla="*/ 2147483647 h 342"/>
                    <a:gd name="T38" fmla="*/ 2147483647 w 312"/>
                    <a:gd name="T39" fmla="*/ 2147483647 h 342"/>
                    <a:gd name="T40" fmla="*/ 2147483647 w 312"/>
                    <a:gd name="T41" fmla="*/ 2147483647 h 342"/>
                    <a:gd name="T42" fmla="*/ 2147483647 w 312"/>
                    <a:gd name="T43" fmla="*/ 2147483647 h 342"/>
                    <a:gd name="T44" fmla="*/ 2147483647 w 312"/>
                    <a:gd name="T45" fmla="*/ 2147483647 h 342"/>
                    <a:gd name="T46" fmla="*/ 2147483647 w 312"/>
                    <a:gd name="T47" fmla="*/ 2147483647 h 342"/>
                    <a:gd name="T48" fmla="*/ 2147483647 w 312"/>
                    <a:gd name="T49" fmla="*/ 2147483647 h 342"/>
                    <a:gd name="T50" fmla="*/ 2147483647 w 312"/>
                    <a:gd name="T51" fmla="*/ 0 h 342"/>
                    <a:gd name="T52" fmla="*/ 2147483647 w 312"/>
                    <a:gd name="T53" fmla="*/ 0 h 342"/>
                    <a:gd name="T54" fmla="*/ 2147483647 w 312"/>
                    <a:gd name="T55" fmla="*/ 2147483647 h 342"/>
                    <a:gd name="T56" fmla="*/ 2147483647 w 312"/>
                    <a:gd name="T57" fmla="*/ 2147483647 h 342"/>
                    <a:gd name="T58" fmla="*/ 2147483647 w 312"/>
                    <a:gd name="T59" fmla="*/ 2147483647 h 342"/>
                    <a:gd name="T60" fmla="*/ 2147483647 w 312"/>
                    <a:gd name="T61" fmla="*/ 2147483647 h 342"/>
                    <a:gd name="T62" fmla="*/ 2147483647 w 312"/>
                    <a:gd name="T63" fmla="*/ 2147483647 h 342"/>
                    <a:gd name="T64" fmla="*/ 2147483647 w 312"/>
                    <a:gd name="T65" fmla="*/ 2147483647 h 342"/>
                    <a:gd name="T66" fmla="*/ 2147483647 w 312"/>
                    <a:gd name="T67" fmla="*/ 2147483647 h 342"/>
                    <a:gd name="T68" fmla="*/ 2147483647 w 312"/>
                    <a:gd name="T69" fmla="*/ 2147483647 h 342"/>
                    <a:gd name="T70" fmla="*/ 2147483647 w 312"/>
                    <a:gd name="T71" fmla="*/ 2147483647 h 342"/>
                    <a:gd name="T72" fmla="*/ 2147483647 w 312"/>
                    <a:gd name="T73" fmla="*/ 2147483647 h 342"/>
                    <a:gd name="T74" fmla="*/ 2147483647 w 312"/>
                    <a:gd name="T75" fmla="*/ 2147483647 h 342"/>
                    <a:gd name="T76" fmla="*/ 2147483647 w 312"/>
                    <a:gd name="T77" fmla="*/ 2147483647 h 342"/>
                    <a:gd name="T78" fmla="*/ 0 w 312"/>
                    <a:gd name="T79" fmla="*/ 2147483647 h 342"/>
                    <a:gd name="T80" fmla="*/ 2147483647 w 312"/>
                    <a:gd name="T81" fmla="*/ 2147483647 h 342"/>
                    <a:gd name="T82" fmla="*/ 2147483647 w 312"/>
                    <a:gd name="T83" fmla="*/ 2147483647 h 342"/>
                    <a:gd name="T84" fmla="*/ 2147483647 w 312"/>
                    <a:gd name="T85" fmla="*/ 2147483647 h 342"/>
                    <a:gd name="T86" fmla="*/ 2147483647 w 312"/>
                    <a:gd name="T87" fmla="*/ 2147483647 h 342"/>
                    <a:gd name="T88" fmla="*/ 2147483647 w 312"/>
                    <a:gd name="T89" fmla="*/ 2147483647 h 342"/>
                    <a:gd name="T90" fmla="*/ 2147483647 w 312"/>
                    <a:gd name="T91" fmla="*/ 2147483647 h 342"/>
                    <a:gd name="T92" fmla="*/ 2147483647 w 312"/>
                    <a:gd name="T93" fmla="*/ 2147483647 h 342"/>
                    <a:gd name="T94" fmla="*/ 2147483647 w 312"/>
                    <a:gd name="T95" fmla="*/ 2147483647 h 342"/>
                    <a:gd name="T96" fmla="*/ 2147483647 w 312"/>
                    <a:gd name="T97" fmla="*/ 2147483647 h 342"/>
                    <a:gd name="T98" fmla="*/ 2147483647 w 312"/>
                    <a:gd name="T99" fmla="*/ 2147483647 h 342"/>
                    <a:gd name="T100" fmla="*/ 2147483647 w 312"/>
                    <a:gd name="T101" fmla="*/ 2147483647 h 342"/>
                    <a:gd name="T102" fmla="*/ 2147483647 w 312"/>
                    <a:gd name="T103" fmla="*/ 2147483647 h 342"/>
                    <a:gd name="T104" fmla="*/ 2147483647 w 312"/>
                    <a:gd name="T105" fmla="*/ 2147483647 h 342"/>
                    <a:gd name="T106" fmla="*/ 2147483647 w 312"/>
                    <a:gd name="T107" fmla="*/ 2147483647 h 342"/>
                    <a:gd name="T108" fmla="*/ 2147483647 w 312"/>
                    <a:gd name="T109" fmla="*/ 2147483647 h 342"/>
                    <a:gd name="T110" fmla="*/ 2147483647 w 312"/>
                    <a:gd name="T111" fmla="*/ 2147483647 h 342"/>
                    <a:gd name="T112" fmla="*/ 2147483647 w 312"/>
                    <a:gd name="T113" fmla="*/ 2147483647 h 342"/>
                    <a:gd name="T114" fmla="*/ 2147483647 w 312"/>
                    <a:gd name="T115" fmla="*/ 2147483647 h 342"/>
                    <a:gd name="T116" fmla="*/ 2147483647 w 312"/>
                    <a:gd name="T117" fmla="*/ 2147483647 h 342"/>
                    <a:gd name="T118" fmla="*/ 2147483647 w 312"/>
                    <a:gd name="T119" fmla="*/ 2147483647 h 342"/>
                    <a:gd name="T120" fmla="*/ 2147483647 w 312"/>
                    <a:gd name="T121" fmla="*/ 2147483647 h 34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312"/>
                    <a:gd name="T184" fmla="*/ 0 h 342"/>
                    <a:gd name="T185" fmla="*/ 312 w 312"/>
                    <a:gd name="T186" fmla="*/ 342 h 342"/>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312" h="342">
                      <a:moveTo>
                        <a:pt x="312" y="252"/>
                      </a:moveTo>
                      <a:lnTo>
                        <a:pt x="312" y="240"/>
                      </a:lnTo>
                      <a:lnTo>
                        <a:pt x="282" y="210"/>
                      </a:lnTo>
                      <a:lnTo>
                        <a:pt x="282" y="180"/>
                      </a:lnTo>
                      <a:lnTo>
                        <a:pt x="246" y="186"/>
                      </a:lnTo>
                      <a:lnTo>
                        <a:pt x="246" y="174"/>
                      </a:lnTo>
                      <a:lnTo>
                        <a:pt x="228" y="174"/>
                      </a:lnTo>
                      <a:lnTo>
                        <a:pt x="222" y="168"/>
                      </a:lnTo>
                      <a:lnTo>
                        <a:pt x="228" y="156"/>
                      </a:lnTo>
                      <a:lnTo>
                        <a:pt x="240" y="150"/>
                      </a:lnTo>
                      <a:lnTo>
                        <a:pt x="246" y="132"/>
                      </a:lnTo>
                      <a:lnTo>
                        <a:pt x="246" y="108"/>
                      </a:lnTo>
                      <a:lnTo>
                        <a:pt x="228" y="72"/>
                      </a:lnTo>
                      <a:lnTo>
                        <a:pt x="222" y="72"/>
                      </a:lnTo>
                      <a:lnTo>
                        <a:pt x="216" y="78"/>
                      </a:lnTo>
                      <a:lnTo>
                        <a:pt x="210" y="90"/>
                      </a:lnTo>
                      <a:lnTo>
                        <a:pt x="210" y="102"/>
                      </a:lnTo>
                      <a:lnTo>
                        <a:pt x="198" y="114"/>
                      </a:lnTo>
                      <a:lnTo>
                        <a:pt x="192" y="114"/>
                      </a:lnTo>
                      <a:lnTo>
                        <a:pt x="180" y="102"/>
                      </a:lnTo>
                      <a:lnTo>
                        <a:pt x="180" y="96"/>
                      </a:lnTo>
                      <a:lnTo>
                        <a:pt x="168" y="96"/>
                      </a:lnTo>
                      <a:lnTo>
                        <a:pt x="168" y="36"/>
                      </a:lnTo>
                      <a:lnTo>
                        <a:pt x="162" y="18"/>
                      </a:lnTo>
                      <a:lnTo>
                        <a:pt x="150" y="6"/>
                      </a:lnTo>
                      <a:lnTo>
                        <a:pt x="138" y="0"/>
                      </a:lnTo>
                      <a:lnTo>
                        <a:pt x="132" y="0"/>
                      </a:lnTo>
                      <a:lnTo>
                        <a:pt x="126" y="6"/>
                      </a:lnTo>
                      <a:lnTo>
                        <a:pt x="126" y="18"/>
                      </a:lnTo>
                      <a:lnTo>
                        <a:pt x="102" y="12"/>
                      </a:lnTo>
                      <a:lnTo>
                        <a:pt x="108" y="36"/>
                      </a:lnTo>
                      <a:lnTo>
                        <a:pt x="84" y="42"/>
                      </a:lnTo>
                      <a:lnTo>
                        <a:pt x="84" y="60"/>
                      </a:lnTo>
                      <a:lnTo>
                        <a:pt x="78" y="72"/>
                      </a:lnTo>
                      <a:lnTo>
                        <a:pt x="66" y="78"/>
                      </a:lnTo>
                      <a:lnTo>
                        <a:pt x="54" y="90"/>
                      </a:lnTo>
                      <a:lnTo>
                        <a:pt x="42" y="96"/>
                      </a:lnTo>
                      <a:lnTo>
                        <a:pt x="24" y="114"/>
                      </a:lnTo>
                      <a:lnTo>
                        <a:pt x="24" y="150"/>
                      </a:lnTo>
                      <a:lnTo>
                        <a:pt x="0" y="126"/>
                      </a:lnTo>
                      <a:lnTo>
                        <a:pt x="36" y="162"/>
                      </a:lnTo>
                      <a:lnTo>
                        <a:pt x="60" y="162"/>
                      </a:lnTo>
                      <a:lnTo>
                        <a:pt x="72" y="192"/>
                      </a:lnTo>
                      <a:lnTo>
                        <a:pt x="102" y="192"/>
                      </a:lnTo>
                      <a:lnTo>
                        <a:pt x="108" y="198"/>
                      </a:lnTo>
                      <a:lnTo>
                        <a:pt x="120" y="222"/>
                      </a:lnTo>
                      <a:lnTo>
                        <a:pt x="132" y="240"/>
                      </a:lnTo>
                      <a:lnTo>
                        <a:pt x="150" y="252"/>
                      </a:lnTo>
                      <a:lnTo>
                        <a:pt x="162" y="270"/>
                      </a:lnTo>
                      <a:lnTo>
                        <a:pt x="180" y="282"/>
                      </a:lnTo>
                      <a:lnTo>
                        <a:pt x="198" y="288"/>
                      </a:lnTo>
                      <a:lnTo>
                        <a:pt x="210" y="294"/>
                      </a:lnTo>
                      <a:lnTo>
                        <a:pt x="228" y="300"/>
                      </a:lnTo>
                      <a:lnTo>
                        <a:pt x="258" y="330"/>
                      </a:lnTo>
                      <a:lnTo>
                        <a:pt x="294" y="342"/>
                      </a:lnTo>
                      <a:lnTo>
                        <a:pt x="300" y="342"/>
                      </a:lnTo>
                      <a:lnTo>
                        <a:pt x="300" y="294"/>
                      </a:lnTo>
                      <a:lnTo>
                        <a:pt x="306" y="288"/>
                      </a:lnTo>
                      <a:lnTo>
                        <a:pt x="306" y="276"/>
                      </a:lnTo>
                      <a:lnTo>
                        <a:pt x="312" y="264"/>
                      </a:lnTo>
                      <a:lnTo>
                        <a:pt x="312" y="252"/>
                      </a:lnTo>
                      <a:close/>
                    </a:path>
                  </a:pathLst>
                </a:custGeom>
                <a:solidFill>
                  <a:srgbClr val="A29C97"/>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56" name="Lesotho" descr="© INSCALE GmbH, 05.05.2010&#10;http://www.presentationload.com/">
                  <a:extLst>
                    <a:ext uri="{FF2B5EF4-FFF2-40B4-BE49-F238E27FC236}">
                      <a16:creationId xmlns:a16="http://schemas.microsoft.com/office/drawing/2014/main" id="{1E64A864-6E51-4058-9ABE-9EFFB68C7512}"/>
                    </a:ext>
                  </a:extLst>
                </p:cNvPr>
                <p:cNvSpPr>
                  <a:spLocks/>
                </p:cNvSpPr>
                <p:nvPr/>
              </p:nvSpPr>
              <p:spPr bwMode="gray">
                <a:xfrm>
                  <a:off x="6455787" y="4920289"/>
                  <a:ext cx="75958" cy="74190"/>
                </a:xfrm>
                <a:custGeom>
                  <a:avLst/>
                  <a:gdLst>
                    <a:gd name="T0" fmla="*/ 0 w 168"/>
                    <a:gd name="T1" fmla="*/ 2147483647 h 162"/>
                    <a:gd name="T2" fmla="*/ 2147483647 w 168"/>
                    <a:gd name="T3" fmla="*/ 2147483647 h 162"/>
                    <a:gd name="T4" fmla="*/ 2147483647 w 168"/>
                    <a:gd name="T5" fmla="*/ 2147483647 h 162"/>
                    <a:gd name="T6" fmla="*/ 2147483647 w 168"/>
                    <a:gd name="T7" fmla="*/ 2147483647 h 162"/>
                    <a:gd name="T8" fmla="*/ 2147483647 w 168"/>
                    <a:gd name="T9" fmla="*/ 2147483647 h 162"/>
                    <a:gd name="T10" fmla="*/ 2147483647 w 168"/>
                    <a:gd name="T11" fmla="*/ 2147483647 h 162"/>
                    <a:gd name="T12" fmla="*/ 2147483647 w 168"/>
                    <a:gd name="T13" fmla="*/ 2147483647 h 162"/>
                    <a:gd name="T14" fmla="*/ 2147483647 w 168"/>
                    <a:gd name="T15" fmla="*/ 2147483647 h 162"/>
                    <a:gd name="T16" fmla="*/ 2147483647 w 168"/>
                    <a:gd name="T17" fmla="*/ 2147483647 h 162"/>
                    <a:gd name="T18" fmla="*/ 2147483647 w 168"/>
                    <a:gd name="T19" fmla="*/ 2147483647 h 162"/>
                    <a:gd name="T20" fmla="*/ 2147483647 w 168"/>
                    <a:gd name="T21" fmla="*/ 2147483647 h 162"/>
                    <a:gd name="T22" fmla="*/ 2147483647 w 168"/>
                    <a:gd name="T23" fmla="*/ 2147483647 h 162"/>
                    <a:gd name="T24" fmla="*/ 2147483647 w 168"/>
                    <a:gd name="T25" fmla="*/ 2147483647 h 162"/>
                    <a:gd name="T26" fmla="*/ 2147483647 w 168"/>
                    <a:gd name="T27" fmla="*/ 2147483647 h 162"/>
                    <a:gd name="T28" fmla="*/ 2147483647 w 168"/>
                    <a:gd name="T29" fmla="*/ 2147483647 h 162"/>
                    <a:gd name="T30" fmla="*/ 2147483647 w 168"/>
                    <a:gd name="T31" fmla="*/ 2147483647 h 162"/>
                    <a:gd name="T32" fmla="*/ 2147483647 w 168"/>
                    <a:gd name="T33" fmla="*/ 2147483647 h 162"/>
                    <a:gd name="T34" fmla="*/ 2147483647 w 168"/>
                    <a:gd name="T35" fmla="*/ 2147483647 h 162"/>
                    <a:gd name="T36" fmla="*/ 2147483647 w 168"/>
                    <a:gd name="T37" fmla="*/ 2147483647 h 162"/>
                    <a:gd name="T38" fmla="*/ 2147483647 w 168"/>
                    <a:gd name="T39" fmla="*/ 2147483647 h 162"/>
                    <a:gd name="T40" fmla="*/ 2147483647 w 168"/>
                    <a:gd name="T41" fmla="*/ 2147483647 h 162"/>
                    <a:gd name="T42" fmla="*/ 2147483647 w 168"/>
                    <a:gd name="T43" fmla="*/ 0 h 162"/>
                    <a:gd name="T44" fmla="*/ 2147483647 w 168"/>
                    <a:gd name="T45" fmla="*/ 0 h 162"/>
                    <a:gd name="T46" fmla="*/ 2147483647 w 168"/>
                    <a:gd name="T47" fmla="*/ 2147483647 h 162"/>
                    <a:gd name="T48" fmla="*/ 2147483647 w 168"/>
                    <a:gd name="T49" fmla="*/ 2147483647 h 162"/>
                    <a:gd name="T50" fmla="*/ 2147483647 w 168"/>
                    <a:gd name="T51" fmla="*/ 2147483647 h 162"/>
                    <a:gd name="T52" fmla="*/ 2147483647 w 168"/>
                    <a:gd name="T53" fmla="*/ 2147483647 h 162"/>
                    <a:gd name="T54" fmla="*/ 2147483647 w 168"/>
                    <a:gd name="T55" fmla="*/ 2147483647 h 162"/>
                    <a:gd name="T56" fmla="*/ 2147483647 w 168"/>
                    <a:gd name="T57" fmla="*/ 2147483647 h 162"/>
                    <a:gd name="T58" fmla="*/ 2147483647 w 168"/>
                    <a:gd name="T59" fmla="*/ 2147483647 h 162"/>
                    <a:gd name="T60" fmla="*/ 0 w 168"/>
                    <a:gd name="T61" fmla="*/ 2147483647 h 16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68"/>
                    <a:gd name="T94" fmla="*/ 0 h 162"/>
                    <a:gd name="T95" fmla="*/ 168 w 168"/>
                    <a:gd name="T96" fmla="*/ 162 h 162"/>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68" h="162">
                      <a:moveTo>
                        <a:pt x="0" y="78"/>
                      </a:moveTo>
                      <a:lnTo>
                        <a:pt x="24" y="114"/>
                      </a:lnTo>
                      <a:lnTo>
                        <a:pt x="24" y="132"/>
                      </a:lnTo>
                      <a:lnTo>
                        <a:pt x="54" y="162"/>
                      </a:lnTo>
                      <a:lnTo>
                        <a:pt x="72" y="162"/>
                      </a:lnTo>
                      <a:lnTo>
                        <a:pt x="72" y="150"/>
                      </a:lnTo>
                      <a:lnTo>
                        <a:pt x="78" y="144"/>
                      </a:lnTo>
                      <a:lnTo>
                        <a:pt x="84" y="132"/>
                      </a:lnTo>
                      <a:lnTo>
                        <a:pt x="90" y="126"/>
                      </a:lnTo>
                      <a:lnTo>
                        <a:pt x="102" y="120"/>
                      </a:lnTo>
                      <a:lnTo>
                        <a:pt x="120" y="120"/>
                      </a:lnTo>
                      <a:lnTo>
                        <a:pt x="132" y="114"/>
                      </a:lnTo>
                      <a:lnTo>
                        <a:pt x="138" y="108"/>
                      </a:lnTo>
                      <a:lnTo>
                        <a:pt x="150" y="102"/>
                      </a:lnTo>
                      <a:lnTo>
                        <a:pt x="144" y="84"/>
                      </a:lnTo>
                      <a:lnTo>
                        <a:pt x="168" y="66"/>
                      </a:lnTo>
                      <a:lnTo>
                        <a:pt x="162" y="42"/>
                      </a:lnTo>
                      <a:lnTo>
                        <a:pt x="150" y="36"/>
                      </a:lnTo>
                      <a:lnTo>
                        <a:pt x="144" y="24"/>
                      </a:lnTo>
                      <a:lnTo>
                        <a:pt x="138" y="18"/>
                      </a:lnTo>
                      <a:lnTo>
                        <a:pt x="132" y="6"/>
                      </a:lnTo>
                      <a:lnTo>
                        <a:pt x="126" y="0"/>
                      </a:lnTo>
                      <a:lnTo>
                        <a:pt x="90" y="0"/>
                      </a:lnTo>
                      <a:lnTo>
                        <a:pt x="78" y="6"/>
                      </a:lnTo>
                      <a:lnTo>
                        <a:pt x="78" y="18"/>
                      </a:lnTo>
                      <a:lnTo>
                        <a:pt x="54" y="18"/>
                      </a:lnTo>
                      <a:lnTo>
                        <a:pt x="48" y="24"/>
                      </a:lnTo>
                      <a:lnTo>
                        <a:pt x="48" y="42"/>
                      </a:lnTo>
                      <a:lnTo>
                        <a:pt x="30" y="60"/>
                      </a:lnTo>
                      <a:lnTo>
                        <a:pt x="24" y="78"/>
                      </a:lnTo>
                      <a:lnTo>
                        <a:pt x="0" y="78"/>
                      </a:lnTo>
                      <a:close/>
                    </a:path>
                  </a:pathLst>
                </a:custGeom>
                <a:solidFill>
                  <a:srgbClr val="A29C97"/>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57" name="Lebanon" descr="© INSCALE GmbH, 05.05.2010&#10;http://www.presentationload.com/">
                  <a:extLst>
                    <a:ext uri="{FF2B5EF4-FFF2-40B4-BE49-F238E27FC236}">
                      <a16:creationId xmlns:a16="http://schemas.microsoft.com/office/drawing/2014/main" id="{D51431BB-6F49-43EE-9F67-F31FE3C9A563}"/>
                    </a:ext>
                  </a:extLst>
                </p:cNvPr>
                <p:cNvSpPr>
                  <a:spLocks/>
                </p:cNvSpPr>
                <p:nvPr/>
              </p:nvSpPr>
              <p:spPr bwMode="gray">
                <a:xfrm>
                  <a:off x="6688959" y="2616826"/>
                  <a:ext cx="49460" cy="70658"/>
                </a:xfrm>
                <a:custGeom>
                  <a:avLst/>
                  <a:gdLst>
                    <a:gd name="T0" fmla="*/ 2147483647 w 108"/>
                    <a:gd name="T1" fmla="*/ 2147483647 h 156"/>
                    <a:gd name="T2" fmla="*/ 2147483647 w 108"/>
                    <a:gd name="T3" fmla="*/ 2147483647 h 156"/>
                    <a:gd name="T4" fmla="*/ 2147483647 w 108"/>
                    <a:gd name="T5" fmla="*/ 2147483647 h 156"/>
                    <a:gd name="T6" fmla="*/ 2147483647 w 108"/>
                    <a:gd name="T7" fmla="*/ 2147483647 h 156"/>
                    <a:gd name="T8" fmla="*/ 2147483647 w 108"/>
                    <a:gd name="T9" fmla="*/ 2147483647 h 156"/>
                    <a:gd name="T10" fmla="*/ 2147483647 w 108"/>
                    <a:gd name="T11" fmla="*/ 2147483647 h 156"/>
                    <a:gd name="T12" fmla="*/ 2147483647 w 108"/>
                    <a:gd name="T13" fmla="*/ 2147483647 h 156"/>
                    <a:gd name="T14" fmla="*/ 2147483647 w 108"/>
                    <a:gd name="T15" fmla="*/ 2147483647 h 156"/>
                    <a:gd name="T16" fmla="*/ 2147483647 w 108"/>
                    <a:gd name="T17" fmla="*/ 2147483647 h 156"/>
                    <a:gd name="T18" fmla="*/ 2147483647 w 108"/>
                    <a:gd name="T19" fmla="*/ 2147483647 h 156"/>
                    <a:gd name="T20" fmla="*/ 2147483647 w 108"/>
                    <a:gd name="T21" fmla="*/ 0 h 156"/>
                    <a:gd name="T22" fmla="*/ 2147483647 w 108"/>
                    <a:gd name="T23" fmla="*/ 0 h 156"/>
                    <a:gd name="T24" fmla="*/ 2147483647 w 108"/>
                    <a:gd name="T25" fmla="*/ 0 h 156"/>
                    <a:gd name="T26" fmla="*/ 2147483647 w 108"/>
                    <a:gd name="T27" fmla="*/ 2147483647 h 156"/>
                    <a:gd name="T28" fmla="*/ 2147483647 w 108"/>
                    <a:gd name="T29" fmla="*/ 2147483647 h 156"/>
                    <a:gd name="T30" fmla="*/ 2147483647 w 108"/>
                    <a:gd name="T31" fmla="*/ 2147483647 h 156"/>
                    <a:gd name="T32" fmla="*/ 2147483647 w 108"/>
                    <a:gd name="T33" fmla="*/ 2147483647 h 156"/>
                    <a:gd name="T34" fmla="*/ 2147483647 w 108"/>
                    <a:gd name="T35" fmla="*/ 2147483647 h 156"/>
                    <a:gd name="T36" fmla="*/ 2147483647 w 108"/>
                    <a:gd name="T37" fmla="*/ 2147483647 h 156"/>
                    <a:gd name="T38" fmla="*/ 2147483647 w 108"/>
                    <a:gd name="T39" fmla="*/ 2147483647 h 156"/>
                    <a:gd name="T40" fmla="*/ 2147483647 w 108"/>
                    <a:gd name="T41" fmla="*/ 2147483647 h 156"/>
                    <a:gd name="T42" fmla="*/ 0 w 108"/>
                    <a:gd name="T43" fmla="*/ 2147483647 h 156"/>
                    <a:gd name="T44" fmla="*/ 0 w 108"/>
                    <a:gd name="T45" fmla="*/ 2147483647 h 156"/>
                    <a:gd name="T46" fmla="*/ 2147483647 w 108"/>
                    <a:gd name="T47" fmla="*/ 2147483647 h 156"/>
                    <a:gd name="T48" fmla="*/ 2147483647 w 108"/>
                    <a:gd name="T49" fmla="*/ 2147483647 h 156"/>
                    <a:gd name="T50" fmla="*/ 2147483647 w 108"/>
                    <a:gd name="T51" fmla="*/ 2147483647 h 156"/>
                    <a:gd name="T52" fmla="*/ 2147483647 w 108"/>
                    <a:gd name="T53" fmla="*/ 2147483647 h 156"/>
                    <a:gd name="T54" fmla="*/ 2147483647 w 108"/>
                    <a:gd name="T55" fmla="*/ 2147483647 h 156"/>
                    <a:gd name="T56" fmla="*/ 2147483647 w 108"/>
                    <a:gd name="T57" fmla="*/ 2147483647 h 156"/>
                    <a:gd name="T58" fmla="*/ 2147483647 w 108"/>
                    <a:gd name="T59" fmla="*/ 2147483647 h 156"/>
                    <a:gd name="T60" fmla="*/ 2147483647 w 108"/>
                    <a:gd name="T61" fmla="*/ 2147483647 h 15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08"/>
                    <a:gd name="T94" fmla="*/ 0 h 156"/>
                    <a:gd name="T95" fmla="*/ 108 w 108"/>
                    <a:gd name="T96" fmla="*/ 156 h 15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08" h="156">
                      <a:moveTo>
                        <a:pt x="72" y="96"/>
                      </a:moveTo>
                      <a:lnTo>
                        <a:pt x="72" y="72"/>
                      </a:lnTo>
                      <a:lnTo>
                        <a:pt x="78" y="66"/>
                      </a:lnTo>
                      <a:lnTo>
                        <a:pt x="84" y="66"/>
                      </a:lnTo>
                      <a:lnTo>
                        <a:pt x="96" y="60"/>
                      </a:lnTo>
                      <a:lnTo>
                        <a:pt x="102" y="60"/>
                      </a:lnTo>
                      <a:lnTo>
                        <a:pt x="108" y="48"/>
                      </a:lnTo>
                      <a:lnTo>
                        <a:pt x="108" y="30"/>
                      </a:lnTo>
                      <a:lnTo>
                        <a:pt x="102" y="18"/>
                      </a:lnTo>
                      <a:lnTo>
                        <a:pt x="96" y="12"/>
                      </a:lnTo>
                      <a:lnTo>
                        <a:pt x="102" y="0"/>
                      </a:lnTo>
                      <a:lnTo>
                        <a:pt x="54" y="0"/>
                      </a:lnTo>
                      <a:lnTo>
                        <a:pt x="60" y="0"/>
                      </a:lnTo>
                      <a:lnTo>
                        <a:pt x="60" y="6"/>
                      </a:lnTo>
                      <a:lnTo>
                        <a:pt x="54" y="6"/>
                      </a:lnTo>
                      <a:lnTo>
                        <a:pt x="48" y="18"/>
                      </a:lnTo>
                      <a:lnTo>
                        <a:pt x="36" y="24"/>
                      </a:lnTo>
                      <a:lnTo>
                        <a:pt x="30" y="30"/>
                      </a:lnTo>
                      <a:lnTo>
                        <a:pt x="18" y="66"/>
                      </a:lnTo>
                      <a:lnTo>
                        <a:pt x="12" y="78"/>
                      </a:lnTo>
                      <a:lnTo>
                        <a:pt x="12" y="90"/>
                      </a:lnTo>
                      <a:lnTo>
                        <a:pt x="0" y="114"/>
                      </a:lnTo>
                      <a:lnTo>
                        <a:pt x="0" y="156"/>
                      </a:lnTo>
                      <a:lnTo>
                        <a:pt x="12" y="150"/>
                      </a:lnTo>
                      <a:lnTo>
                        <a:pt x="24" y="126"/>
                      </a:lnTo>
                      <a:lnTo>
                        <a:pt x="30" y="132"/>
                      </a:lnTo>
                      <a:lnTo>
                        <a:pt x="36" y="132"/>
                      </a:lnTo>
                      <a:lnTo>
                        <a:pt x="42" y="126"/>
                      </a:lnTo>
                      <a:lnTo>
                        <a:pt x="48" y="114"/>
                      </a:lnTo>
                      <a:lnTo>
                        <a:pt x="48" y="102"/>
                      </a:lnTo>
                      <a:lnTo>
                        <a:pt x="72" y="96"/>
                      </a:lnTo>
                      <a:close/>
                    </a:path>
                  </a:pathLst>
                </a:custGeom>
                <a:solidFill>
                  <a:srgbClr val="572772"/>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58" name="Latvia" descr="© INSCALE GmbH, 05.05.2010&#10;http://www.presentationload.com/">
                  <a:extLst>
                    <a:ext uri="{FF2B5EF4-FFF2-40B4-BE49-F238E27FC236}">
                      <a16:creationId xmlns:a16="http://schemas.microsoft.com/office/drawing/2014/main" id="{60D224B3-AC8C-489F-91BE-A34683E60574}"/>
                    </a:ext>
                  </a:extLst>
                </p:cNvPr>
                <p:cNvSpPr>
                  <a:spLocks/>
                </p:cNvSpPr>
                <p:nvPr/>
              </p:nvSpPr>
              <p:spPr bwMode="gray">
                <a:xfrm>
                  <a:off x="6222616" y="1784825"/>
                  <a:ext cx="192544" cy="81257"/>
                </a:xfrm>
                <a:custGeom>
                  <a:avLst/>
                  <a:gdLst>
                    <a:gd name="T0" fmla="*/ 2147483647 w 426"/>
                    <a:gd name="T1" fmla="*/ 2147483647 h 180"/>
                    <a:gd name="T2" fmla="*/ 2147483647 w 426"/>
                    <a:gd name="T3" fmla="*/ 2147483647 h 180"/>
                    <a:gd name="T4" fmla="*/ 2147483647 w 426"/>
                    <a:gd name="T5" fmla="*/ 2147483647 h 180"/>
                    <a:gd name="T6" fmla="*/ 2147483647 w 426"/>
                    <a:gd name="T7" fmla="*/ 2147483647 h 180"/>
                    <a:gd name="T8" fmla="*/ 2147483647 w 426"/>
                    <a:gd name="T9" fmla="*/ 2147483647 h 180"/>
                    <a:gd name="T10" fmla="*/ 2147483647 w 426"/>
                    <a:gd name="T11" fmla="*/ 2147483647 h 180"/>
                    <a:gd name="T12" fmla="*/ 2147483647 w 426"/>
                    <a:gd name="T13" fmla="*/ 2147483647 h 180"/>
                    <a:gd name="T14" fmla="*/ 2147483647 w 426"/>
                    <a:gd name="T15" fmla="*/ 2147483647 h 180"/>
                    <a:gd name="T16" fmla="*/ 2147483647 w 426"/>
                    <a:gd name="T17" fmla="*/ 2147483647 h 180"/>
                    <a:gd name="T18" fmla="*/ 2147483647 w 426"/>
                    <a:gd name="T19" fmla="*/ 2147483647 h 180"/>
                    <a:gd name="T20" fmla="*/ 2147483647 w 426"/>
                    <a:gd name="T21" fmla="*/ 2147483647 h 180"/>
                    <a:gd name="T22" fmla="*/ 2147483647 w 426"/>
                    <a:gd name="T23" fmla="*/ 2147483647 h 180"/>
                    <a:gd name="T24" fmla="*/ 2147483647 w 426"/>
                    <a:gd name="T25" fmla="*/ 2147483647 h 180"/>
                    <a:gd name="T26" fmla="*/ 2147483647 w 426"/>
                    <a:gd name="T27" fmla="*/ 2147483647 h 180"/>
                    <a:gd name="T28" fmla="*/ 2147483647 w 426"/>
                    <a:gd name="T29" fmla="*/ 2147483647 h 180"/>
                    <a:gd name="T30" fmla="*/ 2147483647 w 426"/>
                    <a:gd name="T31" fmla="*/ 2147483647 h 180"/>
                    <a:gd name="T32" fmla="*/ 2147483647 w 426"/>
                    <a:gd name="T33" fmla="*/ 2147483647 h 180"/>
                    <a:gd name="T34" fmla="*/ 2147483647 w 426"/>
                    <a:gd name="T35" fmla="*/ 2147483647 h 180"/>
                    <a:gd name="T36" fmla="*/ 2147483647 w 426"/>
                    <a:gd name="T37" fmla="*/ 2147483647 h 180"/>
                    <a:gd name="T38" fmla="*/ 2147483647 w 426"/>
                    <a:gd name="T39" fmla="*/ 2147483647 h 180"/>
                    <a:gd name="T40" fmla="*/ 2147483647 w 426"/>
                    <a:gd name="T41" fmla="*/ 2147483647 h 180"/>
                    <a:gd name="T42" fmla="*/ 2147483647 w 426"/>
                    <a:gd name="T43" fmla="*/ 2147483647 h 180"/>
                    <a:gd name="T44" fmla="*/ 2147483647 w 426"/>
                    <a:gd name="T45" fmla="*/ 2147483647 h 180"/>
                    <a:gd name="T46" fmla="*/ 2147483647 w 426"/>
                    <a:gd name="T47" fmla="*/ 2147483647 h 180"/>
                    <a:gd name="T48" fmla="*/ 2147483647 w 426"/>
                    <a:gd name="T49" fmla="*/ 2147483647 h 180"/>
                    <a:gd name="T50" fmla="*/ 2147483647 w 426"/>
                    <a:gd name="T51" fmla="*/ 2147483647 h 180"/>
                    <a:gd name="T52" fmla="*/ 2147483647 w 426"/>
                    <a:gd name="T53" fmla="*/ 2147483647 h 180"/>
                    <a:gd name="T54" fmla="*/ 2147483647 w 426"/>
                    <a:gd name="T55" fmla="*/ 2147483647 h 180"/>
                    <a:gd name="T56" fmla="*/ 2147483647 w 426"/>
                    <a:gd name="T57" fmla="*/ 2147483647 h 180"/>
                    <a:gd name="T58" fmla="*/ 2147483647 w 426"/>
                    <a:gd name="T59" fmla="*/ 2147483647 h 180"/>
                    <a:gd name="T60" fmla="*/ 2147483647 w 426"/>
                    <a:gd name="T61" fmla="*/ 0 h 180"/>
                    <a:gd name="T62" fmla="*/ 2147483647 w 426"/>
                    <a:gd name="T63" fmla="*/ 2147483647 h 180"/>
                    <a:gd name="T64" fmla="*/ 2147483647 w 426"/>
                    <a:gd name="T65" fmla="*/ 2147483647 h 180"/>
                    <a:gd name="T66" fmla="*/ 2147483647 w 426"/>
                    <a:gd name="T67" fmla="*/ 2147483647 h 180"/>
                    <a:gd name="T68" fmla="*/ 2147483647 w 426"/>
                    <a:gd name="T69" fmla="*/ 2147483647 h 180"/>
                    <a:gd name="T70" fmla="*/ 2147483647 w 426"/>
                    <a:gd name="T71" fmla="*/ 2147483647 h 180"/>
                    <a:gd name="T72" fmla="*/ 2147483647 w 426"/>
                    <a:gd name="T73" fmla="*/ 2147483647 h 180"/>
                    <a:gd name="T74" fmla="*/ 2147483647 w 426"/>
                    <a:gd name="T75" fmla="*/ 2147483647 h 180"/>
                    <a:gd name="T76" fmla="*/ 2147483647 w 426"/>
                    <a:gd name="T77" fmla="*/ 2147483647 h 180"/>
                    <a:gd name="T78" fmla="*/ 2147483647 w 426"/>
                    <a:gd name="T79" fmla="*/ 2147483647 h 180"/>
                    <a:gd name="T80" fmla="*/ 2147483647 w 426"/>
                    <a:gd name="T81" fmla="*/ 2147483647 h 180"/>
                    <a:gd name="T82" fmla="*/ 2147483647 w 426"/>
                    <a:gd name="T83" fmla="*/ 2147483647 h 180"/>
                    <a:gd name="T84" fmla="*/ 0 w 426"/>
                    <a:gd name="T85" fmla="*/ 2147483647 h 180"/>
                    <a:gd name="T86" fmla="*/ 2147483647 w 426"/>
                    <a:gd name="T87" fmla="*/ 2147483647 h 180"/>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426"/>
                    <a:gd name="T133" fmla="*/ 0 h 180"/>
                    <a:gd name="T134" fmla="*/ 426 w 426"/>
                    <a:gd name="T135" fmla="*/ 180 h 180"/>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426" h="180">
                      <a:moveTo>
                        <a:pt x="6" y="144"/>
                      </a:moveTo>
                      <a:lnTo>
                        <a:pt x="6" y="138"/>
                      </a:lnTo>
                      <a:lnTo>
                        <a:pt x="12" y="138"/>
                      </a:lnTo>
                      <a:lnTo>
                        <a:pt x="24" y="132"/>
                      </a:lnTo>
                      <a:lnTo>
                        <a:pt x="66" y="132"/>
                      </a:lnTo>
                      <a:lnTo>
                        <a:pt x="78" y="120"/>
                      </a:lnTo>
                      <a:lnTo>
                        <a:pt x="96" y="120"/>
                      </a:lnTo>
                      <a:lnTo>
                        <a:pt x="102" y="126"/>
                      </a:lnTo>
                      <a:lnTo>
                        <a:pt x="108" y="126"/>
                      </a:lnTo>
                      <a:lnTo>
                        <a:pt x="114" y="132"/>
                      </a:lnTo>
                      <a:lnTo>
                        <a:pt x="120" y="132"/>
                      </a:lnTo>
                      <a:lnTo>
                        <a:pt x="126" y="126"/>
                      </a:lnTo>
                      <a:lnTo>
                        <a:pt x="132" y="126"/>
                      </a:lnTo>
                      <a:lnTo>
                        <a:pt x="144" y="132"/>
                      </a:lnTo>
                      <a:lnTo>
                        <a:pt x="150" y="132"/>
                      </a:lnTo>
                      <a:lnTo>
                        <a:pt x="156" y="138"/>
                      </a:lnTo>
                      <a:lnTo>
                        <a:pt x="162" y="138"/>
                      </a:lnTo>
                      <a:lnTo>
                        <a:pt x="168" y="132"/>
                      </a:lnTo>
                      <a:lnTo>
                        <a:pt x="180" y="132"/>
                      </a:lnTo>
                      <a:lnTo>
                        <a:pt x="186" y="138"/>
                      </a:lnTo>
                      <a:lnTo>
                        <a:pt x="204" y="138"/>
                      </a:lnTo>
                      <a:lnTo>
                        <a:pt x="216" y="126"/>
                      </a:lnTo>
                      <a:lnTo>
                        <a:pt x="228" y="126"/>
                      </a:lnTo>
                      <a:lnTo>
                        <a:pt x="234" y="132"/>
                      </a:lnTo>
                      <a:lnTo>
                        <a:pt x="240" y="144"/>
                      </a:lnTo>
                      <a:lnTo>
                        <a:pt x="270" y="144"/>
                      </a:lnTo>
                      <a:lnTo>
                        <a:pt x="282" y="150"/>
                      </a:lnTo>
                      <a:lnTo>
                        <a:pt x="288" y="150"/>
                      </a:lnTo>
                      <a:lnTo>
                        <a:pt x="300" y="162"/>
                      </a:lnTo>
                      <a:lnTo>
                        <a:pt x="318" y="174"/>
                      </a:lnTo>
                      <a:lnTo>
                        <a:pt x="336" y="180"/>
                      </a:lnTo>
                      <a:lnTo>
                        <a:pt x="360" y="168"/>
                      </a:lnTo>
                      <a:lnTo>
                        <a:pt x="378" y="168"/>
                      </a:lnTo>
                      <a:lnTo>
                        <a:pt x="384" y="174"/>
                      </a:lnTo>
                      <a:lnTo>
                        <a:pt x="390" y="168"/>
                      </a:lnTo>
                      <a:lnTo>
                        <a:pt x="396" y="168"/>
                      </a:lnTo>
                      <a:lnTo>
                        <a:pt x="402" y="162"/>
                      </a:lnTo>
                      <a:lnTo>
                        <a:pt x="408" y="150"/>
                      </a:lnTo>
                      <a:lnTo>
                        <a:pt x="414" y="144"/>
                      </a:lnTo>
                      <a:lnTo>
                        <a:pt x="420" y="150"/>
                      </a:lnTo>
                      <a:lnTo>
                        <a:pt x="426" y="150"/>
                      </a:lnTo>
                      <a:lnTo>
                        <a:pt x="426" y="126"/>
                      </a:lnTo>
                      <a:lnTo>
                        <a:pt x="414" y="114"/>
                      </a:lnTo>
                      <a:lnTo>
                        <a:pt x="408" y="102"/>
                      </a:lnTo>
                      <a:lnTo>
                        <a:pt x="402" y="96"/>
                      </a:lnTo>
                      <a:lnTo>
                        <a:pt x="378" y="90"/>
                      </a:lnTo>
                      <a:lnTo>
                        <a:pt x="384" y="72"/>
                      </a:lnTo>
                      <a:lnTo>
                        <a:pt x="402" y="72"/>
                      </a:lnTo>
                      <a:lnTo>
                        <a:pt x="402" y="66"/>
                      </a:lnTo>
                      <a:lnTo>
                        <a:pt x="396" y="60"/>
                      </a:lnTo>
                      <a:lnTo>
                        <a:pt x="384" y="54"/>
                      </a:lnTo>
                      <a:lnTo>
                        <a:pt x="372" y="42"/>
                      </a:lnTo>
                      <a:lnTo>
                        <a:pt x="354" y="42"/>
                      </a:lnTo>
                      <a:lnTo>
                        <a:pt x="348" y="36"/>
                      </a:lnTo>
                      <a:lnTo>
                        <a:pt x="330" y="36"/>
                      </a:lnTo>
                      <a:lnTo>
                        <a:pt x="324" y="42"/>
                      </a:lnTo>
                      <a:lnTo>
                        <a:pt x="306" y="42"/>
                      </a:lnTo>
                      <a:lnTo>
                        <a:pt x="288" y="24"/>
                      </a:lnTo>
                      <a:lnTo>
                        <a:pt x="276" y="18"/>
                      </a:lnTo>
                      <a:lnTo>
                        <a:pt x="270" y="12"/>
                      </a:lnTo>
                      <a:lnTo>
                        <a:pt x="246" y="0"/>
                      </a:lnTo>
                      <a:lnTo>
                        <a:pt x="216" y="0"/>
                      </a:lnTo>
                      <a:lnTo>
                        <a:pt x="186" y="12"/>
                      </a:lnTo>
                      <a:lnTo>
                        <a:pt x="174" y="12"/>
                      </a:lnTo>
                      <a:lnTo>
                        <a:pt x="180" y="24"/>
                      </a:lnTo>
                      <a:lnTo>
                        <a:pt x="180" y="30"/>
                      </a:lnTo>
                      <a:lnTo>
                        <a:pt x="186" y="42"/>
                      </a:lnTo>
                      <a:lnTo>
                        <a:pt x="186" y="60"/>
                      </a:lnTo>
                      <a:lnTo>
                        <a:pt x="192" y="66"/>
                      </a:lnTo>
                      <a:lnTo>
                        <a:pt x="186" y="78"/>
                      </a:lnTo>
                      <a:lnTo>
                        <a:pt x="156" y="78"/>
                      </a:lnTo>
                      <a:lnTo>
                        <a:pt x="138" y="72"/>
                      </a:lnTo>
                      <a:lnTo>
                        <a:pt x="126" y="72"/>
                      </a:lnTo>
                      <a:lnTo>
                        <a:pt x="114" y="54"/>
                      </a:lnTo>
                      <a:lnTo>
                        <a:pt x="84" y="24"/>
                      </a:lnTo>
                      <a:lnTo>
                        <a:pt x="72" y="24"/>
                      </a:lnTo>
                      <a:lnTo>
                        <a:pt x="60" y="30"/>
                      </a:lnTo>
                      <a:lnTo>
                        <a:pt x="48" y="30"/>
                      </a:lnTo>
                      <a:lnTo>
                        <a:pt x="36" y="36"/>
                      </a:lnTo>
                      <a:lnTo>
                        <a:pt x="30" y="42"/>
                      </a:lnTo>
                      <a:lnTo>
                        <a:pt x="24" y="54"/>
                      </a:lnTo>
                      <a:lnTo>
                        <a:pt x="24" y="66"/>
                      </a:lnTo>
                      <a:lnTo>
                        <a:pt x="18" y="78"/>
                      </a:lnTo>
                      <a:lnTo>
                        <a:pt x="6" y="84"/>
                      </a:lnTo>
                      <a:lnTo>
                        <a:pt x="0" y="96"/>
                      </a:lnTo>
                      <a:lnTo>
                        <a:pt x="0" y="120"/>
                      </a:lnTo>
                      <a:lnTo>
                        <a:pt x="6" y="132"/>
                      </a:lnTo>
                      <a:lnTo>
                        <a:pt x="6" y="150"/>
                      </a:lnTo>
                      <a:lnTo>
                        <a:pt x="6" y="144"/>
                      </a:lnTo>
                      <a:close/>
                    </a:path>
                  </a:pathLst>
                </a:custGeom>
                <a:solidFill>
                  <a:srgbClr val="D40D8D"/>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59" name="Laos" descr="© INSCALE GmbH, 05.05.2010&#10;http://www.presentationload.com/">
                  <a:extLst>
                    <a:ext uri="{FF2B5EF4-FFF2-40B4-BE49-F238E27FC236}">
                      <a16:creationId xmlns:a16="http://schemas.microsoft.com/office/drawing/2014/main" id="{FCDD8660-1E5D-4778-92B2-9AC16A214430}"/>
                    </a:ext>
                  </a:extLst>
                </p:cNvPr>
                <p:cNvSpPr>
                  <a:spLocks/>
                </p:cNvSpPr>
                <p:nvPr/>
              </p:nvSpPr>
              <p:spPr bwMode="gray">
                <a:xfrm>
                  <a:off x="8773372" y="3058443"/>
                  <a:ext cx="272034" cy="314431"/>
                </a:xfrm>
                <a:custGeom>
                  <a:avLst/>
                  <a:gdLst>
                    <a:gd name="T0" fmla="*/ 2147483647 w 600"/>
                    <a:gd name="T1" fmla="*/ 2147483647 h 696"/>
                    <a:gd name="T2" fmla="*/ 2147483647 w 600"/>
                    <a:gd name="T3" fmla="*/ 2147483647 h 696"/>
                    <a:gd name="T4" fmla="*/ 2147483647 w 600"/>
                    <a:gd name="T5" fmla="*/ 2147483647 h 696"/>
                    <a:gd name="T6" fmla="*/ 2147483647 w 600"/>
                    <a:gd name="T7" fmla="*/ 2147483647 h 696"/>
                    <a:gd name="T8" fmla="*/ 2147483647 w 600"/>
                    <a:gd name="T9" fmla="*/ 2147483647 h 696"/>
                    <a:gd name="T10" fmla="*/ 2147483647 w 600"/>
                    <a:gd name="T11" fmla="*/ 2147483647 h 696"/>
                    <a:gd name="T12" fmla="*/ 2147483647 w 600"/>
                    <a:gd name="T13" fmla="*/ 2147483647 h 696"/>
                    <a:gd name="T14" fmla="*/ 2147483647 w 600"/>
                    <a:gd name="T15" fmla="*/ 2147483647 h 696"/>
                    <a:gd name="T16" fmla="*/ 2147483647 w 600"/>
                    <a:gd name="T17" fmla="*/ 2147483647 h 696"/>
                    <a:gd name="T18" fmla="*/ 2147483647 w 600"/>
                    <a:gd name="T19" fmla="*/ 2147483647 h 696"/>
                    <a:gd name="T20" fmla="*/ 2147483647 w 600"/>
                    <a:gd name="T21" fmla="*/ 2147483647 h 696"/>
                    <a:gd name="T22" fmla="*/ 2147483647 w 600"/>
                    <a:gd name="T23" fmla="*/ 2147483647 h 696"/>
                    <a:gd name="T24" fmla="*/ 2147483647 w 600"/>
                    <a:gd name="T25" fmla="*/ 2147483647 h 696"/>
                    <a:gd name="T26" fmla="*/ 2147483647 w 600"/>
                    <a:gd name="T27" fmla="*/ 2147483647 h 696"/>
                    <a:gd name="T28" fmla="*/ 2147483647 w 600"/>
                    <a:gd name="T29" fmla="*/ 2147483647 h 696"/>
                    <a:gd name="T30" fmla="*/ 2147483647 w 600"/>
                    <a:gd name="T31" fmla="*/ 2147483647 h 696"/>
                    <a:gd name="T32" fmla="*/ 2147483647 w 600"/>
                    <a:gd name="T33" fmla="*/ 2147483647 h 696"/>
                    <a:gd name="T34" fmla="*/ 2147483647 w 600"/>
                    <a:gd name="T35" fmla="*/ 2147483647 h 696"/>
                    <a:gd name="T36" fmla="*/ 2147483647 w 600"/>
                    <a:gd name="T37" fmla="*/ 2147483647 h 696"/>
                    <a:gd name="T38" fmla="*/ 2147483647 w 600"/>
                    <a:gd name="T39" fmla="*/ 2147483647 h 696"/>
                    <a:gd name="T40" fmla="*/ 2147483647 w 600"/>
                    <a:gd name="T41" fmla="*/ 2147483647 h 696"/>
                    <a:gd name="T42" fmla="*/ 2147483647 w 600"/>
                    <a:gd name="T43" fmla="*/ 2147483647 h 696"/>
                    <a:gd name="T44" fmla="*/ 2147483647 w 600"/>
                    <a:gd name="T45" fmla="*/ 2147483647 h 696"/>
                    <a:gd name="T46" fmla="*/ 2147483647 w 600"/>
                    <a:gd name="T47" fmla="*/ 2147483647 h 696"/>
                    <a:gd name="T48" fmla="*/ 2147483647 w 600"/>
                    <a:gd name="T49" fmla="*/ 2147483647 h 696"/>
                    <a:gd name="T50" fmla="*/ 2147483647 w 600"/>
                    <a:gd name="T51" fmla="*/ 2147483647 h 696"/>
                    <a:gd name="T52" fmla="*/ 2147483647 w 600"/>
                    <a:gd name="T53" fmla="*/ 2147483647 h 696"/>
                    <a:gd name="T54" fmla="*/ 2147483647 w 600"/>
                    <a:gd name="T55" fmla="*/ 2147483647 h 696"/>
                    <a:gd name="T56" fmla="*/ 2147483647 w 600"/>
                    <a:gd name="T57" fmla="*/ 2147483647 h 696"/>
                    <a:gd name="T58" fmla="*/ 2147483647 w 600"/>
                    <a:gd name="T59" fmla="*/ 2147483647 h 696"/>
                    <a:gd name="T60" fmla="*/ 2147483647 w 600"/>
                    <a:gd name="T61" fmla="*/ 2147483647 h 696"/>
                    <a:gd name="T62" fmla="*/ 2147483647 w 600"/>
                    <a:gd name="T63" fmla="*/ 2147483647 h 696"/>
                    <a:gd name="T64" fmla="*/ 2147483647 w 600"/>
                    <a:gd name="T65" fmla="*/ 2147483647 h 696"/>
                    <a:gd name="T66" fmla="*/ 2147483647 w 600"/>
                    <a:gd name="T67" fmla="*/ 2147483647 h 696"/>
                    <a:gd name="T68" fmla="*/ 2147483647 w 600"/>
                    <a:gd name="T69" fmla="*/ 2147483647 h 696"/>
                    <a:gd name="T70" fmla="*/ 2147483647 w 600"/>
                    <a:gd name="T71" fmla="*/ 2147483647 h 696"/>
                    <a:gd name="T72" fmla="*/ 2147483647 w 600"/>
                    <a:gd name="T73" fmla="*/ 2147483647 h 696"/>
                    <a:gd name="T74" fmla="*/ 2147483647 w 600"/>
                    <a:gd name="T75" fmla="*/ 2147483647 h 696"/>
                    <a:gd name="T76" fmla="*/ 2147483647 w 600"/>
                    <a:gd name="T77" fmla="*/ 2147483647 h 696"/>
                    <a:gd name="T78" fmla="*/ 2147483647 w 600"/>
                    <a:gd name="T79" fmla="*/ 2147483647 h 696"/>
                    <a:gd name="T80" fmla="*/ 2147483647 w 600"/>
                    <a:gd name="T81" fmla="*/ 2147483647 h 696"/>
                    <a:gd name="T82" fmla="*/ 2147483647 w 600"/>
                    <a:gd name="T83" fmla="*/ 2147483647 h 696"/>
                    <a:gd name="T84" fmla="*/ 2147483647 w 600"/>
                    <a:gd name="T85" fmla="*/ 2147483647 h 696"/>
                    <a:gd name="T86" fmla="*/ 2147483647 w 600"/>
                    <a:gd name="T87" fmla="*/ 2147483647 h 696"/>
                    <a:gd name="T88" fmla="*/ 2147483647 w 600"/>
                    <a:gd name="T89" fmla="*/ 2147483647 h 696"/>
                    <a:gd name="T90" fmla="*/ 2147483647 w 600"/>
                    <a:gd name="T91" fmla="*/ 2147483647 h 696"/>
                    <a:gd name="T92" fmla="*/ 2147483647 w 600"/>
                    <a:gd name="T93" fmla="*/ 2147483647 h 696"/>
                    <a:gd name="T94" fmla="*/ 2147483647 w 600"/>
                    <a:gd name="T95" fmla="*/ 2147483647 h 696"/>
                    <a:gd name="T96" fmla="*/ 2147483647 w 600"/>
                    <a:gd name="T97" fmla="*/ 2147483647 h 696"/>
                    <a:gd name="T98" fmla="*/ 2147483647 w 600"/>
                    <a:gd name="T99" fmla="*/ 2147483647 h 696"/>
                    <a:gd name="T100" fmla="*/ 2147483647 w 600"/>
                    <a:gd name="T101" fmla="*/ 2147483647 h 696"/>
                    <a:gd name="T102" fmla="*/ 2147483647 w 600"/>
                    <a:gd name="T103" fmla="*/ 2147483647 h 696"/>
                    <a:gd name="T104" fmla="*/ 2147483647 w 600"/>
                    <a:gd name="T105" fmla="*/ 2147483647 h 696"/>
                    <a:gd name="T106" fmla="*/ 2147483647 w 600"/>
                    <a:gd name="T107" fmla="*/ 2147483647 h 696"/>
                    <a:gd name="T108" fmla="*/ 2147483647 w 600"/>
                    <a:gd name="T109" fmla="*/ 2147483647 h 696"/>
                    <a:gd name="T110" fmla="*/ 2147483647 w 600"/>
                    <a:gd name="T111" fmla="*/ 2147483647 h 696"/>
                    <a:gd name="T112" fmla="*/ 2147483647 w 600"/>
                    <a:gd name="T113" fmla="*/ 2147483647 h 696"/>
                    <a:gd name="T114" fmla="*/ 2147483647 w 600"/>
                    <a:gd name="T115" fmla="*/ 2147483647 h 696"/>
                    <a:gd name="T116" fmla="*/ 2147483647 w 600"/>
                    <a:gd name="T117" fmla="*/ 2147483647 h 696"/>
                    <a:gd name="T118" fmla="*/ 0 w 600"/>
                    <a:gd name="T119" fmla="*/ 2147483647 h 696"/>
                    <a:gd name="T120" fmla="*/ 2147483647 w 600"/>
                    <a:gd name="T121" fmla="*/ 2147483647 h 69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600"/>
                    <a:gd name="T184" fmla="*/ 0 h 696"/>
                    <a:gd name="T185" fmla="*/ 600 w 600"/>
                    <a:gd name="T186" fmla="*/ 696 h 69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600" h="696">
                      <a:moveTo>
                        <a:pt x="24" y="180"/>
                      </a:moveTo>
                      <a:lnTo>
                        <a:pt x="36" y="180"/>
                      </a:lnTo>
                      <a:lnTo>
                        <a:pt x="42" y="186"/>
                      </a:lnTo>
                      <a:lnTo>
                        <a:pt x="42" y="198"/>
                      </a:lnTo>
                      <a:lnTo>
                        <a:pt x="36" y="204"/>
                      </a:lnTo>
                      <a:lnTo>
                        <a:pt x="36" y="228"/>
                      </a:lnTo>
                      <a:lnTo>
                        <a:pt x="42" y="240"/>
                      </a:lnTo>
                      <a:lnTo>
                        <a:pt x="48" y="246"/>
                      </a:lnTo>
                      <a:lnTo>
                        <a:pt x="66" y="246"/>
                      </a:lnTo>
                      <a:lnTo>
                        <a:pt x="66" y="234"/>
                      </a:lnTo>
                      <a:lnTo>
                        <a:pt x="78" y="234"/>
                      </a:lnTo>
                      <a:lnTo>
                        <a:pt x="84" y="228"/>
                      </a:lnTo>
                      <a:lnTo>
                        <a:pt x="90" y="228"/>
                      </a:lnTo>
                      <a:lnTo>
                        <a:pt x="102" y="234"/>
                      </a:lnTo>
                      <a:lnTo>
                        <a:pt x="102" y="264"/>
                      </a:lnTo>
                      <a:lnTo>
                        <a:pt x="96" y="270"/>
                      </a:lnTo>
                      <a:lnTo>
                        <a:pt x="102" y="276"/>
                      </a:lnTo>
                      <a:lnTo>
                        <a:pt x="108" y="288"/>
                      </a:lnTo>
                      <a:lnTo>
                        <a:pt x="108" y="300"/>
                      </a:lnTo>
                      <a:lnTo>
                        <a:pt x="102" y="312"/>
                      </a:lnTo>
                      <a:lnTo>
                        <a:pt x="90" y="324"/>
                      </a:lnTo>
                      <a:lnTo>
                        <a:pt x="102" y="324"/>
                      </a:lnTo>
                      <a:lnTo>
                        <a:pt x="108" y="330"/>
                      </a:lnTo>
                      <a:lnTo>
                        <a:pt x="108" y="342"/>
                      </a:lnTo>
                      <a:lnTo>
                        <a:pt x="84" y="390"/>
                      </a:lnTo>
                      <a:lnTo>
                        <a:pt x="84" y="402"/>
                      </a:lnTo>
                      <a:lnTo>
                        <a:pt x="102" y="402"/>
                      </a:lnTo>
                      <a:lnTo>
                        <a:pt x="126" y="390"/>
                      </a:lnTo>
                      <a:lnTo>
                        <a:pt x="132" y="384"/>
                      </a:lnTo>
                      <a:lnTo>
                        <a:pt x="132" y="378"/>
                      </a:lnTo>
                      <a:lnTo>
                        <a:pt x="144" y="366"/>
                      </a:lnTo>
                      <a:lnTo>
                        <a:pt x="150" y="354"/>
                      </a:lnTo>
                      <a:lnTo>
                        <a:pt x="156" y="348"/>
                      </a:lnTo>
                      <a:lnTo>
                        <a:pt x="168" y="348"/>
                      </a:lnTo>
                      <a:lnTo>
                        <a:pt x="174" y="354"/>
                      </a:lnTo>
                      <a:lnTo>
                        <a:pt x="198" y="366"/>
                      </a:lnTo>
                      <a:lnTo>
                        <a:pt x="216" y="366"/>
                      </a:lnTo>
                      <a:lnTo>
                        <a:pt x="234" y="348"/>
                      </a:lnTo>
                      <a:lnTo>
                        <a:pt x="234" y="336"/>
                      </a:lnTo>
                      <a:lnTo>
                        <a:pt x="240" y="330"/>
                      </a:lnTo>
                      <a:lnTo>
                        <a:pt x="258" y="330"/>
                      </a:lnTo>
                      <a:lnTo>
                        <a:pt x="264" y="336"/>
                      </a:lnTo>
                      <a:lnTo>
                        <a:pt x="276" y="342"/>
                      </a:lnTo>
                      <a:lnTo>
                        <a:pt x="300" y="342"/>
                      </a:lnTo>
                      <a:lnTo>
                        <a:pt x="306" y="348"/>
                      </a:lnTo>
                      <a:lnTo>
                        <a:pt x="306" y="360"/>
                      </a:lnTo>
                      <a:lnTo>
                        <a:pt x="318" y="372"/>
                      </a:lnTo>
                      <a:lnTo>
                        <a:pt x="336" y="384"/>
                      </a:lnTo>
                      <a:lnTo>
                        <a:pt x="348" y="390"/>
                      </a:lnTo>
                      <a:lnTo>
                        <a:pt x="366" y="408"/>
                      </a:lnTo>
                      <a:lnTo>
                        <a:pt x="372" y="450"/>
                      </a:lnTo>
                      <a:lnTo>
                        <a:pt x="372" y="462"/>
                      </a:lnTo>
                      <a:lnTo>
                        <a:pt x="384" y="486"/>
                      </a:lnTo>
                      <a:lnTo>
                        <a:pt x="420" y="522"/>
                      </a:lnTo>
                      <a:lnTo>
                        <a:pt x="420" y="528"/>
                      </a:lnTo>
                      <a:lnTo>
                        <a:pt x="426" y="534"/>
                      </a:lnTo>
                      <a:lnTo>
                        <a:pt x="426" y="546"/>
                      </a:lnTo>
                      <a:lnTo>
                        <a:pt x="432" y="540"/>
                      </a:lnTo>
                      <a:lnTo>
                        <a:pt x="432" y="546"/>
                      </a:lnTo>
                      <a:lnTo>
                        <a:pt x="444" y="558"/>
                      </a:lnTo>
                      <a:lnTo>
                        <a:pt x="432" y="582"/>
                      </a:lnTo>
                      <a:lnTo>
                        <a:pt x="426" y="588"/>
                      </a:lnTo>
                      <a:lnTo>
                        <a:pt x="426" y="594"/>
                      </a:lnTo>
                      <a:lnTo>
                        <a:pt x="438" y="606"/>
                      </a:lnTo>
                      <a:lnTo>
                        <a:pt x="450" y="612"/>
                      </a:lnTo>
                      <a:lnTo>
                        <a:pt x="456" y="618"/>
                      </a:lnTo>
                      <a:lnTo>
                        <a:pt x="456" y="630"/>
                      </a:lnTo>
                      <a:lnTo>
                        <a:pt x="450" y="636"/>
                      </a:lnTo>
                      <a:lnTo>
                        <a:pt x="444" y="648"/>
                      </a:lnTo>
                      <a:lnTo>
                        <a:pt x="432" y="654"/>
                      </a:lnTo>
                      <a:lnTo>
                        <a:pt x="426" y="660"/>
                      </a:lnTo>
                      <a:lnTo>
                        <a:pt x="426" y="672"/>
                      </a:lnTo>
                      <a:lnTo>
                        <a:pt x="450" y="672"/>
                      </a:lnTo>
                      <a:lnTo>
                        <a:pt x="456" y="678"/>
                      </a:lnTo>
                      <a:lnTo>
                        <a:pt x="462" y="678"/>
                      </a:lnTo>
                      <a:lnTo>
                        <a:pt x="462" y="684"/>
                      </a:lnTo>
                      <a:lnTo>
                        <a:pt x="474" y="696"/>
                      </a:lnTo>
                      <a:lnTo>
                        <a:pt x="486" y="696"/>
                      </a:lnTo>
                      <a:lnTo>
                        <a:pt x="492" y="690"/>
                      </a:lnTo>
                      <a:lnTo>
                        <a:pt x="492" y="678"/>
                      </a:lnTo>
                      <a:lnTo>
                        <a:pt x="480" y="666"/>
                      </a:lnTo>
                      <a:lnTo>
                        <a:pt x="498" y="654"/>
                      </a:lnTo>
                      <a:lnTo>
                        <a:pt x="510" y="642"/>
                      </a:lnTo>
                      <a:lnTo>
                        <a:pt x="546" y="654"/>
                      </a:lnTo>
                      <a:lnTo>
                        <a:pt x="558" y="642"/>
                      </a:lnTo>
                      <a:lnTo>
                        <a:pt x="582" y="648"/>
                      </a:lnTo>
                      <a:lnTo>
                        <a:pt x="588" y="648"/>
                      </a:lnTo>
                      <a:lnTo>
                        <a:pt x="600" y="636"/>
                      </a:lnTo>
                      <a:lnTo>
                        <a:pt x="600" y="630"/>
                      </a:lnTo>
                      <a:lnTo>
                        <a:pt x="588" y="618"/>
                      </a:lnTo>
                      <a:lnTo>
                        <a:pt x="582" y="618"/>
                      </a:lnTo>
                      <a:lnTo>
                        <a:pt x="600" y="582"/>
                      </a:lnTo>
                      <a:lnTo>
                        <a:pt x="594" y="582"/>
                      </a:lnTo>
                      <a:lnTo>
                        <a:pt x="588" y="576"/>
                      </a:lnTo>
                      <a:lnTo>
                        <a:pt x="564" y="564"/>
                      </a:lnTo>
                      <a:lnTo>
                        <a:pt x="540" y="540"/>
                      </a:lnTo>
                      <a:lnTo>
                        <a:pt x="546" y="540"/>
                      </a:lnTo>
                      <a:lnTo>
                        <a:pt x="552" y="534"/>
                      </a:lnTo>
                      <a:lnTo>
                        <a:pt x="558" y="534"/>
                      </a:lnTo>
                      <a:lnTo>
                        <a:pt x="564" y="528"/>
                      </a:lnTo>
                      <a:lnTo>
                        <a:pt x="564" y="516"/>
                      </a:lnTo>
                      <a:lnTo>
                        <a:pt x="558" y="510"/>
                      </a:lnTo>
                      <a:lnTo>
                        <a:pt x="546" y="504"/>
                      </a:lnTo>
                      <a:lnTo>
                        <a:pt x="540" y="498"/>
                      </a:lnTo>
                      <a:lnTo>
                        <a:pt x="528" y="498"/>
                      </a:lnTo>
                      <a:lnTo>
                        <a:pt x="516" y="486"/>
                      </a:lnTo>
                      <a:lnTo>
                        <a:pt x="504" y="462"/>
                      </a:lnTo>
                      <a:lnTo>
                        <a:pt x="498" y="456"/>
                      </a:lnTo>
                      <a:lnTo>
                        <a:pt x="498" y="450"/>
                      </a:lnTo>
                      <a:lnTo>
                        <a:pt x="480" y="450"/>
                      </a:lnTo>
                      <a:lnTo>
                        <a:pt x="474" y="432"/>
                      </a:lnTo>
                      <a:lnTo>
                        <a:pt x="456" y="414"/>
                      </a:lnTo>
                      <a:lnTo>
                        <a:pt x="438" y="402"/>
                      </a:lnTo>
                      <a:lnTo>
                        <a:pt x="426" y="378"/>
                      </a:lnTo>
                      <a:lnTo>
                        <a:pt x="426" y="354"/>
                      </a:lnTo>
                      <a:lnTo>
                        <a:pt x="420" y="354"/>
                      </a:lnTo>
                      <a:lnTo>
                        <a:pt x="414" y="348"/>
                      </a:lnTo>
                      <a:lnTo>
                        <a:pt x="402" y="342"/>
                      </a:lnTo>
                      <a:lnTo>
                        <a:pt x="390" y="342"/>
                      </a:lnTo>
                      <a:lnTo>
                        <a:pt x="384" y="336"/>
                      </a:lnTo>
                      <a:lnTo>
                        <a:pt x="384" y="306"/>
                      </a:lnTo>
                      <a:lnTo>
                        <a:pt x="372" y="306"/>
                      </a:lnTo>
                      <a:lnTo>
                        <a:pt x="366" y="300"/>
                      </a:lnTo>
                      <a:lnTo>
                        <a:pt x="354" y="294"/>
                      </a:lnTo>
                      <a:lnTo>
                        <a:pt x="342" y="282"/>
                      </a:lnTo>
                      <a:lnTo>
                        <a:pt x="306" y="264"/>
                      </a:lnTo>
                      <a:lnTo>
                        <a:pt x="300" y="258"/>
                      </a:lnTo>
                      <a:lnTo>
                        <a:pt x="288" y="252"/>
                      </a:lnTo>
                      <a:lnTo>
                        <a:pt x="288" y="234"/>
                      </a:lnTo>
                      <a:lnTo>
                        <a:pt x="282" y="228"/>
                      </a:lnTo>
                      <a:lnTo>
                        <a:pt x="306" y="228"/>
                      </a:lnTo>
                      <a:lnTo>
                        <a:pt x="312" y="234"/>
                      </a:lnTo>
                      <a:lnTo>
                        <a:pt x="330" y="234"/>
                      </a:lnTo>
                      <a:lnTo>
                        <a:pt x="336" y="228"/>
                      </a:lnTo>
                      <a:lnTo>
                        <a:pt x="342" y="216"/>
                      </a:lnTo>
                      <a:lnTo>
                        <a:pt x="354" y="210"/>
                      </a:lnTo>
                      <a:lnTo>
                        <a:pt x="360" y="198"/>
                      </a:lnTo>
                      <a:lnTo>
                        <a:pt x="360" y="186"/>
                      </a:lnTo>
                      <a:lnTo>
                        <a:pt x="348" y="180"/>
                      </a:lnTo>
                      <a:lnTo>
                        <a:pt x="330" y="174"/>
                      </a:lnTo>
                      <a:lnTo>
                        <a:pt x="306" y="162"/>
                      </a:lnTo>
                      <a:lnTo>
                        <a:pt x="306" y="156"/>
                      </a:lnTo>
                      <a:lnTo>
                        <a:pt x="312" y="150"/>
                      </a:lnTo>
                      <a:lnTo>
                        <a:pt x="318" y="150"/>
                      </a:lnTo>
                      <a:lnTo>
                        <a:pt x="294" y="126"/>
                      </a:lnTo>
                      <a:lnTo>
                        <a:pt x="282" y="120"/>
                      </a:lnTo>
                      <a:lnTo>
                        <a:pt x="270" y="120"/>
                      </a:lnTo>
                      <a:lnTo>
                        <a:pt x="264" y="132"/>
                      </a:lnTo>
                      <a:lnTo>
                        <a:pt x="264" y="138"/>
                      </a:lnTo>
                      <a:lnTo>
                        <a:pt x="258" y="150"/>
                      </a:lnTo>
                      <a:lnTo>
                        <a:pt x="252" y="156"/>
                      </a:lnTo>
                      <a:lnTo>
                        <a:pt x="240" y="144"/>
                      </a:lnTo>
                      <a:lnTo>
                        <a:pt x="240" y="138"/>
                      </a:lnTo>
                      <a:lnTo>
                        <a:pt x="222" y="138"/>
                      </a:lnTo>
                      <a:lnTo>
                        <a:pt x="216" y="126"/>
                      </a:lnTo>
                      <a:lnTo>
                        <a:pt x="198" y="108"/>
                      </a:lnTo>
                      <a:lnTo>
                        <a:pt x="186" y="84"/>
                      </a:lnTo>
                      <a:lnTo>
                        <a:pt x="186" y="54"/>
                      </a:lnTo>
                      <a:lnTo>
                        <a:pt x="180" y="54"/>
                      </a:lnTo>
                      <a:lnTo>
                        <a:pt x="174" y="60"/>
                      </a:lnTo>
                      <a:lnTo>
                        <a:pt x="168" y="48"/>
                      </a:lnTo>
                      <a:lnTo>
                        <a:pt x="156" y="42"/>
                      </a:lnTo>
                      <a:lnTo>
                        <a:pt x="150" y="30"/>
                      </a:lnTo>
                      <a:lnTo>
                        <a:pt x="144" y="24"/>
                      </a:lnTo>
                      <a:lnTo>
                        <a:pt x="138" y="12"/>
                      </a:lnTo>
                      <a:lnTo>
                        <a:pt x="132" y="6"/>
                      </a:lnTo>
                      <a:lnTo>
                        <a:pt x="96" y="0"/>
                      </a:lnTo>
                      <a:lnTo>
                        <a:pt x="90" y="6"/>
                      </a:lnTo>
                      <a:lnTo>
                        <a:pt x="90" y="48"/>
                      </a:lnTo>
                      <a:lnTo>
                        <a:pt x="114" y="72"/>
                      </a:lnTo>
                      <a:lnTo>
                        <a:pt x="114" y="108"/>
                      </a:lnTo>
                      <a:lnTo>
                        <a:pt x="72" y="108"/>
                      </a:lnTo>
                      <a:lnTo>
                        <a:pt x="72" y="84"/>
                      </a:lnTo>
                      <a:lnTo>
                        <a:pt x="36" y="102"/>
                      </a:lnTo>
                      <a:lnTo>
                        <a:pt x="36" y="114"/>
                      </a:lnTo>
                      <a:lnTo>
                        <a:pt x="30" y="126"/>
                      </a:lnTo>
                      <a:lnTo>
                        <a:pt x="36" y="132"/>
                      </a:lnTo>
                      <a:lnTo>
                        <a:pt x="30" y="138"/>
                      </a:lnTo>
                      <a:lnTo>
                        <a:pt x="18" y="138"/>
                      </a:lnTo>
                      <a:lnTo>
                        <a:pt x="0" y="156"/>
                      </a:lnTo>
                      <a:lnTo>
                        <a:pt x="0" y="168"/>
                      </a:lnTo>
                      <a:lnTo>
                        <a:pt x="6" y="168"/>
                      </a:lnTo>
                      <a:lnTo>
                        <a:pt x="12" y="174"/>
                      </a:lnTo>
                      <a:lnTo>
                        <a:pt x="24" y="180"/>
                      </a:lnTo>
                      <a:close/>
                    </a:path>
                  </a:pathLst>
                </a:custGeom>
                <a:solidFill>
                  <a:srgbClr val="A29C97"/>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60" name="Kyrgyzstan" descr="© INSCALE GmbH, 05.05.2010&#10;http://www.presentationload.com/">
                  <a:extLst>
                    <a:ext uri="{FF2B5EF4-FFF2-40B4-BE49-F238E27FC236}">
                      <a16:creationId xmlns:a16="http://schemas.microsoft.com/office/drawing/2014/main" id="{15D75AFA-1E1C-4B40-9CB3-DB14D445D92D}"/>
                    </a:ext>
                  </a:extLst>
                </p:cNvPr>
                <p:cNvSpPr>
                  <a:spLocks/>
                </p:cNvSpPr>
                <p:nvPr/>
              </p:nvSpPr>
              <p:spPr bwMode="gray">
                <a:xfrm>
                  <a:off x="7688772" y="2307697"/>
                  <a:ext cx="303827" cy="141315"/>
                </a:xfrm>
                <a:custGeom>
                  <a:avLst/>
                  <a:gdLst>
                    <a:gd name="T0" fmla="*/ 2147483647 w 672"/>
                    <a:gd name="T1" fmla="*/ 2147483647 h 312"/>
                    <a:gd name="T2" fmla="*/ 2147483647 w 672"/>
                    <a:gd name="T3" fmla="*/ 2147483647 h 312"/>
                    <a:gd name="T4" fmla="*/ 2147483647 w 672"/>
                    <a:gd name="T5" fmla="*/ 2147483647 h 312"/>
                    <a:gd name="T6" fmla="*/ 2147483647 w 672"/>
                    <a:gd name="T7" fmla="*/ 2147483647 h 312"/>
                    <a:gd name="T8" fmla="*/ 2147483647 w 672"/>
                    <a:gd name="T9" fmla="*/ 2147483647 h 312"/>
                    <a:gd name="T10" fmla="*/ 2147483647 w 672"/>
                    <a:gd name="T11" fmla="*/ 2147483647 h 312"/>
                    <a:gd name="T12" fmla="*/ 2147483647 w 672"/>
                    <a:gd name="T13" fmla="*/ 2147483647 h 312"/>
                    <a:gd name="T14" fmla="*/ 2147483647 w 672"/>
                    <a:gd name="T15" fmla="*/ 2147483647 h 312"/>
                    <a:gd name="T16" fmla="*/ 2147483647 w 672"/>
                    <a:gd name="T17" fmla="*/ 2147483647 h 312"/>
                    <a:gd name="T18" fmla="*/ 2147483647 w 672"/>
                    <a:gd name="T19" fmla="*/ 2147483647 h 312"/>
                    <a:gd name="T20" fmla="*/ 2147483647 w 672"/>
                    <a:gd name="T21" fmla="*/ 2147483647 h 312"/>
                    <a:gd name="T22" fmla="*/ 2147483647 w 672"/>
                    <a:gd name="T23" fmla="*/ 2147483647 h 312"/>
                    <a:gd name="T24" fmla="*/ 0 w 672"/>
                    <a:gd name="T25" fmla="*/ 2147483647 h 312"/>
                    <a:gd name="T26" fmla="*/ 2147483647 w 672"/>
                    <a:gd name="T27" fmla="*/ 2147483647 h 312"/>
                    <a:gd name="T28" fmla="*/ 2147483647 w 672"/>
                    <a:gd name="T29" fmla="*/ 2147483647 h 312"/>
                    <a:gd name="T30" fmla="*/ 2147483647 w 672"/>
                    <a:gd name="T31" fmla="*/ 2147483647 h 312"/>
                    <a:gd name="T32" fmla="*/ 2147483647 w 672"/>
                    <a:gd name="T33" fmla="*/ 2147483647 h 312"/>
                    <a:gd name="T34" fmla="*/ 2147483647 w 672"/>
                    <a:gd name="T35" fmla="*/ 2147483647 h 312"/>
                    <a:gd name="T36" fmla="*/ 2147483647 w 672"/>
                    <a:gd name="T37" fmla="*/ 2147483647 h 312"/>
                    <a:gd name="T38" fmla="*/ 2147483647 w 672"/>
                    <a:gd name="T39" fmla="*/ 2147483647 h 312"/>
                    <a:gd name="T40" fmla="*/ 2147483647 w 672"/>
                    <a:gd name="T41" fmla="*/ 2147483647 h 312"/>
                    <a:gd name="T42" fmla="*/ 2147483647 w 672"/>
                    <a:gd name="T43" fmla="*/ 2147483647 h 312"/>
                    <a:gd name="T44" fmla="*/ 2147483647 w 672"/>
                    <a:gd name="T45" fmla="*/ 2147483647 h 312"/>
                    <a:gd name="T46" fmla="*/ 2147483647 w 672"/>
                    <a:gd name="T47" fmla="*/ 2147483647 h 312"/>
                    <a:gd name="T48" fmla="*/ 2147483647 w 672"/>
                    <a:gd name="T49" fmla="*/ 2147483647 h 312"/>
                    <a:gd name="T50" fmla="*/ 2147483647 w 672"/>
                    <a:gd name="T51" fmla="*/ 2147483647 h 312"/>
                    <a:gd name="T52" fmla="*/ 2147483647 w 672"/>
                    <a:gd name="T53" fmla="*/ 2147483647 h 312"/>
                    <a:gd name="T54" fmla="*/ 2147483647 w 672"/>
                    <a:gd name="T55" fmla="*/ 2147483647 h 312"/>
                    <a:gd name="T56" fmla="*/ 2147483647 w 672"/>
                    <a:gd name="T57" fmla="*/ 2147483647 h 312"/>
                    <a:gd name="T58" fmla="*/ 2147483647 w 672"/>
                    <a:gd name="T59" fmla="*/ 2147483647 h 312"/>
                    <a:gd name="T60" fmla="*/ 2147483647 w 672"/>
                    <a:gd name="T61" fmla="*/ 2147483647 h 312"/>
                    <a:gd name="T62" fmla="*/ 2147483647 w 672"/>
                    <a:gd name="T63" fmla="*/ 2147483647 h 312"/>
                    <a:gd name="T64" fmla="*/ 2147483647 w 672"/>
                    <a:gd name="T65" fmla="*/ 2147483647 h 312"/>
                    <a:gd name="T66" fmla="*/ 2147483647 w 672"/>
                    <a:gd name="T67" fmla="*/ 2147483647 h 312"/>
                    <a:gd name="T68" fmla="*/ 2147483647 w 672"/>
                    <a:gd name="T69" fmla="*/ 2147483647 h 312"/>
                    <a:gd name="T70" fmla="*/ 2147483647 w 672"/>
                    <a:gd name="T71" fmla="*/ 2147483647 h 312"/>
                    <a:gd name="T72" fmla="*/ 2147483647 w 672"/>
                    <a:gd name="T73" fmla="*/ 2147483647 h 312"/>
                    <a:gd name="T74" fmla="*/ 2147483647 w 672"/>
                    <a:gd name="T75" fmla="*/ 2147483647 h 312"/>
                    <a:gd name="T76" fmla="*/ 2147483647 w 672"/>
                    <a:gd name="T77" fmla="*/ 0 h 312"/>
                    <a:gd name="T78" fmla="*/ 2147483647 w 672"/>
                    <a:gd name="T79" fmla="*/ 2147483647 h 312"/>
                    <a:gd name="T80" fmla="*/ 2147483647 w 672"/>
                    <a:gd name="T81" fmla="*/ 2147483647 h 312"/>
                    <a:gd name="T82" fmla="*/ 2147483647 w 672"/>
                    <a:gd name="T83" fmla="*/ 2147483647 h 312"/>
                    <a:gd name="T84" fmla="*/ 2147483647 w 672"/>
                    <a:gd name="T85" fmla="*/ 2147483647 h 312"/>
                    <a:gd name="T86" fmla="*/ 2147483647 w 672"/>
                    <a:gd name="T87" fmla="*/ 2147483647 h 312"/>
                    <a:gd name="T88" fmla="*/ 2147483647 w 672"/>
                    <a:gd name="T89" fmla="*/ 2147483647 h 312"/>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672"/>
                    <a:gd name="T136" fmla="*/ 0 h 312"/>
                    <a:gd name="T137" fmla="*/ 672 w 672"/>
                    <a:gd name="T138" fmla="*/ 312 h 312"/>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672" h="312">
                      <a:moveTo>
                        <a:pt x="36" y="132"/>
                      </a:moveTo>
                      <a:lnTo>
                        <a:pt x="66" y="144"/>
                      </a:lnTo>
                      <a:lnTo>
                        <a:pt x="78" y="156"/>
                      </a:lnTo>
                      <a:lnTo>
                        <a:pt x="114" y="156"/>
                      </a:lnTo>
                      <a:lnTo>
                        <a:pt x="114" y="144"/>
                      </a:lnTo>
                      <a:lnTo>
                        <a:pt x="126" y="144"/>
                      </a:lnTo>
                      <a:lnTo>
                        <a:pt x="126" y="132"/>
                      </a:lnTo>
                      <a:lnTo>
                        <a:pt x="144" y="156"/>
                      </a:lnTo>
                      <a:lnTo>
                        <a:pt x="162" y="156"/>
                      </a:lnTo>
                      <a:lnTo>
                        <a:pt x="168" y="174"/>
                      </a:lnTo>
                      <a:lnTo>
                        <a:pt x="192" y="174"/>
                      </a:lnTo>
                      <a:lnTo>
                        <a:pt x="198" y="186"/>
                      </a:lnTo>
                      <a:lnTo>
                        <a:pt x="204" y="186"/>
                      </a:lnTo>
                      <a:lnTo>
                        <a:pt x="216" y="180"/>
                      </a:lnTo>
                      <a:lnTo>
                        <a:pt x="228" y="180"/>
                      </a:lnTo>
                      <a:lnTo>
                        <a:pt x="228" y="192"/>
                      </a:lnTo>
                      <a:lnTo>
                        <a:pt x="216" y="204"/>
                      </a:lnTo>
                      <a:lnTo>
                        <a:pt x="204" y="210"/>
                      </a:lnTo>
                      <a:lnTo>
                        <a:pt x="192" y="210"/>
                      </a:lnTo>
                      <a:lnTo>
                        <a:pt x="192" y="216"/>
                      </a:lnTo>
                      <a:lnTo>
                        <a:pt x="174" y="222"/>
                      </a:lnTo>
                      <a:lnTo>
                        <a:pt x="156" y="240"/>
                      </a:lnTo>
                      <a:lnTo>
                        <a:pt x="150" y="240"/>
                      </a:lnTo>
                      <a:lnTo>
                        <a:pt x="144" y="234"/>
                      </a:lnTo>
                      <a:lnTo>
                        <a:pt x="138" y="234"/>
                      </a:lnTo>
                      <a:lnTo>
                        <a:pt x="132" y="228"/>
                      </a:lnTo>
                      <a:lnTo>
                        <a:pt x="114" y="228"/>
                      </a:lnTo>
                      <a:lnTo>
                        <a:pt x="102" y="234"/>
                      </a:lnTo>
                      <a:lnTo>
                        <a:pt x="96" y="234"/>
                      </a:lnTo>
                      <a:lnTo>
                        <a:pt x="96" y="246"/>
                      </a:lnTo>
                      <a:lnTo>
                        <a:pt x="90" y="252"/>
                      </a:lnTo>
                      <a:lnTo>
                        <a:pt x="84" y="252"/>
                      </a:lnTo>
                      <a:lnTo>
                        <a:pt x="72" y="246"/>
                      </a:lnTo>
                      <a:lnTo>
                        <a:pt x="36" y="234"/>
                      </a:lnTo>
                      <a:lnTo>
                        <a:pt x="24" y="234"/>
                      </a:lnTo>
                      <a:lnTo>
                        <a:pt x="18" y="240"/>
                      </a:lnTo>
                      <a:lnTo>
                        <a:pt x="18" y="252"/>
                      </a:lnTo>
                      <a:lnTo>
                        <a:pt x="12" y="258"/>
                      </a:lnTo>
                      <a:lnTo>
                        <a:pt x="0" y="264"/>
                      </a:lnTo>
                      <a:lnTo>
                        <a:pt x="0" y="276"/>
                      </a:lnTo>
                      <a:lnTo>
                        <a:pt x="6" y="282"/>
                      </a:lnTo>
                      <a:lnTo>
                        <a:pt x="6" y="288"/>
                      </a:lnTo>
                      <a:lnTo>
                        <a:pt x="12" y="294"/>
                      </a:lnTo>
                      <a:lnTo>
                        <a:pt x="24" y="288"/>
                      </a:lnTo>
                      <a:lnTo>
                        <a:pt x="36" y="288"/>
                      </a:lnTo>
                      <a:lnTo>
                        <a:pt x="42" y="282"/>
                      </a:lnTo>
                      <a:lnTo>
                        <a:pt x="60" y="282"/>
                      </a:lnTo>
                      <a:lnTo>
                        <a:pt x="72" y="288"/>
                      </a:lnTo>
                      <a:lnTo>
                        <a:pt x="96" y="288"/>
                      </a:lnTo>
                      <a:lnTo>
                        <a:pt x="108" y="300"/>
                      </a:lnTo>
                      <a:lnTo>
                        <a:pt x="126" y="300"/>
                      </a:lnTo>
                      <a:lnTo>
                        <a:pt x="132" y="294"/>
                      </a:lnTo>
                      <a:lnTo>
                        <a:pt x="144" y="288"/>
                      </a:lnTo>
                      <a:lnTo>
                        <a:pt x="150" y="282"/>
                      </a:lnTo>
                      <a:lnTo>
                        <a:pt x="180" y="312"/>
                      </a:lnTo>
                      <a:lnTo>
                        <a:pt x="192" y="306"/>
                      </a:lnTo>
                      <a:lnTo>
                        <a:pt x="198" y="306"/>
                      </a:lnTo>
                      <a:lnTo>
                        <a:pt x="198" y="312"/>
                      </a:lnTo>
                      <a:lnTo>
                        <a:pt x="210" y="312"/>
                      </a:lnTo>
                      <a:lnTo>
                        <a:pt x="222" y="306"/>
                      </a:lnTo>
                      <a:lnTo>
                        <a:pt x="228" y="300"/>
                      </a:lnTo>
                      <a:lnTo>
                        <a:pt x="270" y="300"/>
                      </a:lnTo>
                      <a:lnTo>
                        <a:pt x="282" y="288"/>
                      </a:lnTo>
                      <a:lnTo>
                        <a:pt x="300" y="294"/>
                      </a:lnTo>
                      <a:lnTo>
                        <a:pt x="318" y="294"/>
                      </a:lnTo>
                      <a:lnTo>
                        <a:pt x="318" y="282"/>
                      </a:lnTo>
                      <a:lnTo>
                        <a:pt x="312" y="270"/>
                      </a:lnTo>
                      <a:lnTo>
                        <a:pt x="300" y="264"/>
                      </a:lnTo>
                      <a:lnTo>
                        <a:pt x="300" y="258"/>
                      </a:lnTo>
                      <a:lnTo>
                        <a:pt x="306" y="252"/>
                      </a:lnTo>
                      <a:lnTo>
                        <a:pt x="318" y="246"/>
                      </a:lnTo>
                      <a:lnTo>
                        <a:pt x="330" y="246"/>
                      </a:lnTo>
                      <a:lnTo>
                        <a:pt x="336" y="240"/>
                      </a:lnTo>
                      <a:lnTo>
                        <a:pt x="348" y="234"/>
                      </a:lnTo>
                      <a:lnTo>
                        <a:pt x="348" y="216"/>
                      </a:lnTo>
                      <a:lnTo>
                        <a:pt x="372" y="216"/>
                      </a:lnTo>
                      <a:lnTo>
                        <a:pt x="384" y="204"/>
                      </a:lnTo>
                      <a:lnTo>
                        <a:pt x="396" y="204"/>
                      </a:lnTo>
                      <a:lnTo>
                        <a:pt x="402" y="210"/>
                      </a:lnTo>
                      <a:lnTo>
                        <a:pt x="408" y="222"/>
                      </a:lnTo>
                      <a:lnTo>
                        <a:pt x="414" y="228"/>
                      </a:lnTo>
                      <a:lnTo>
                        <a:pt x="426" y="222"/>
                      </a:lnTo>
                      <a:lnTo>
                        <a:pt x="456" y="228"/>
                      </a:lnTo>
                      <a:lnTo>
                        <a:pt x="462" y="222"/>
                      </a:lnTo>
                      <a:lnTo>
                        <a:pt x="462" y="198"/>
                      </a:lnTo>
                      <a:lnTo>
                        <a:pt x="468" y="186"/>
                      </a:lnTo>
                      <a:lnTo>
                        <a:pt x="486" y="168"/>
                      </a:lnTo>
                      <a:lnTo>
                        <a:pt x="516" y="168"/>
                      </a:lnTo>
                      <a:lnTo>
                        <a:pt x="534" y="174"/>
                      </a:lnTo>
                      <a:lnTo>
                        <a:pt x="552" y="174"/>
                      </a:lnTo>
                      <a:lnTo>
                        <a:pt x="558" y="168"/>
                      </a:lnTo>
                      <a:lnTo>
                        <a:pt x="564" y="156"/>
                      </a:lnTo>
                      <a:lnTo>
                        <a:pt x="564" y="138"/>
                      </a:lnTo>
                      <a:lnTo>
                        <a:pt x="570" y="132"/>
                      </a:lnTo>
                      <a:lnTo>
                        <a:pt x="582" y="126"/>
                      </a:lnTo>
                      <a:lnTo>
                        <a:pt x="594" y="114"/>
                      </a:lnTo>
                      <a:lnTo>
                        <a:pt x="642" y="96"/>
                      </a:lnTo>
                      <a:lnTo>
                        <a:pt x="666" y="96"/>
                      </a:lnTo>
                      <a:lnTo>
                        <a:pt x="672" y="90"/>
                      </a:lnTo>
                      <a:lnTo>
                        <a:pt x="672" y="78"/>
                      </a:lnTo>
                      <a:lnTo>
                        <a:pt x="660" y="66"/>
                      </a:lnTo>
                      <a:lnTo>
                        <a:pt x="642" y="60"/>
                      </a:lnTo>
                      <a:lnTo>
                        <a:pt x="600" y="60"/>
                      </a:lnTo>
                      <a:lnTo>
                        <a:pt x="576" y="30"/>
                      </a:lnTo>
                      <a:lnTo>
                        <a:pt x="558" y="30"/>
                      </a:lnTo>
                      <a:lnTo>
                        <a:pt x="546" y="18"/>
                      </a:lnTo>
                      <a:lnTo>
                        <a:pt x="498" y="24"/>
                      </a:lnTo>
                      <a:lnTo>
                        <a:pt x="486" y="24"/>
                      </a:lnTo>
                      <a:lnTo>
                        <a:pt x="474" y="18"/>
                      </a:lnTo>
                      <a:lnTo>
                        <a:pt x="354" y="18"/>
                      </a:lnTo>
                      <a:lnTo>
                        <a:pt x="336" y="24"/>
                      </a:lnTo>
                      <a:lnTo>
                        <a:pt x="318" y="24"/>
                      </a:lnTo>
                      <a:lnTo>
                        <a:pt x="306" y="18"/>
                      </a:lnTo>
                      <a:lnTo>
                        <a:pt x="282" y="18"/>
                      </a:lnTo>
                      <a:lnTo>
                        <a:pt x="276" y="6"/>
                      </a:lnTo>
                      <a:lnTo>
                        <a:pt x="264" y="0"/>
                      </a:lnTo>
                      <a:lnTo>
                        <a:pt x="222" y="0"/>
                      </a:lnTo>
                      <a:lnTo>
                        <a:pt x="216" y="6"/>
                      </a:lnTo>
                      <a:lnTo>
                        <a:pt x="216" y="36"/>
                      </a:lnTo>
                      <a:lnTo>
                        <a:pt x="222" y="48"/>
                      </a:lnTo>
                      <a:lnTo>
                        <a:pt x="222" y="60"/>
                      </a:lnTo>
                      <a:lnTo>
                        <a:pt x="204" y="54"/>
                      </a:lnTo>
                      <a:lnTo>
                        <a:pt x="174" y="54"/>
                      </a:lnTo>
                      <a:lnTo>
                        <a:pt x="138" y="36"/>
                      </a:lnTo>
                      <a:lnTo>
                        <a:pt x="120" y="30"/>
                      </a:lnTo>
                      <a:lnTo>
                        <a:pt x="108" y="24"/>
                      </a:lnTo>
                      <a:lnTo>
                        <a:pt x="78" y="24"/>
                      </a:lnTo>
                      <a:lnTo>
                        <a:pt x="60" y="42"/>
                      </a:lnTo>
                      <a:lnTo>
                        <a:pt x="54" y="54"/>
                      </a:lnTo>
                      <a:lnTo>
                        <a:pt x="54" y="72"/>
                      </a:lnTo>
                      <a:lnTo>
                        <a:pt x="72" y="72"/>
                      </a:lnTo>
                      <a:lnTo>
                        <a:pt x="78" y="78"/>
                      </a:lnTo>
                      <a:lnTo>
                        <a:pt x="84" y="78"/>
                      </a:lnTo>
                      <a:lnTo>
                        <a:pt x="84" y="84"/>
                      </a:lnTo>
                      <a:lnTo>
                        <a:pt x="36" y="132"/>
                      </a:lnTo>
                      <a:close/>
                    </a:path>
                  </a:pathLst>
                </a:custGeom>
                <a:solidFill>
                  <a:srgbClr val="A29C97"/>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61" name="Kuwait" descr="© INSCALE GmbH, 05.05.2010&#10;http://www.presentationload.com/">
                  <a:extLst>
                    <a:ext uri="{FF2B5EF4-FFF2-40B4-BE49-F238E27FC236}">
                      <a16:creationId xmlns:a16="http://schemas.microsoft.com/office/drawing/2014/main" id="{074D98AD-E27D-4704-AB62-FE8D9605C21F}"/>
                    </a:ext>
                  </a:extLst>
                </p:cNvPr>
                <p:cNvSpPr>
                  <a:spLocks/>
                </p:cNvSpPr>
                <p:nvPr/>
              </p:nvSpPr>
              <p:spPr bwMode="gray">
                <a:xfrm>
                  <a:off x="7063447" y="2784641"/>
                  <a:ext cx="61827" cy="54760"/>
                </a:xfrm>
                <a:custGeom>
                  <a:avLst/>
                  <a:gdLst>
                    <a:gd name="T0" fmla="*/ 2147483647 w 138"/>
                    <a:gd name="T1" fmla="*/ 0 h 120"/>
                    <a:gd name="T2" fmla="*/ 2147483647 w 138"/>
                    <a:gd name="T3" fmla="*/ 0 h 120"/>
                    <a:gd name="T4" fmla="*/ 2147483647 w 138"/>
                    <a:gd name="T5" fmla="*/ 2147483647 h 120"/>
                    <a:gd name="T6" fmla="*/ 2147483647 w 138"/>
                    <a:gd name="T7" fmla="*/ 2147483647 h 120"/>
                    <a:gd name="T8" fmla="*/ 2147483647 w 138"/>
                    <a:gd name="T9" fmla="*/ 2147483647 h 120"/>
                    <a:gd name="T10" fmla="*/ 2147483647 w 138"/>
                    <a:gd name="T11" fmla="*/ 2147483647 h 120"/>
                    <a:gd name="T12" fmla="*/ 0 w 138"/>
                    <a:gd name="T13" fmla="*/ 2147483647 h 120"/>
                    <a:gd name="T14" fmla="*/ 2147483647 w 138"/>
                    <a:gd name="T15" fmla="*/ 2147483647 h 120"/>
                    <a:gd name="T16" fmla="*/ 2147483647 w 138"/>
                    <a:gd name="T17" fmla="*/ 2147483647 h 120"/>
                    <a:gd name="T18" fmla="*/ 2147483647 w 138"/>
                    <a:gd name="T19" fmla="*/ 2147483647 h 120"/>
                    <a:gd name="T20" fmla="*/ 2147483647 w 138"/>
                    <a:gd name="T21" fmla="*/ 2147483647 h 120"/>
                    <a:gd name="T22" fmla="*/ 2147483647 w 138"/>
                    <a:gd name="T23" fmla="*/ 2147483647 h 120"/>
                    <a:gd name="T24" fmla="*/ 2147483647 w 138"/>
                    <a:gd name="T25" fmla="*/ 2147483647 h 120"/>
                    <a:gd name="T26" fmla="*/ 2147483647 w 138"/>
                    <a:gd name="T27" fmla="*/ 2147483647 h 120"/>
                    <a:gd name="T28" fmla="*/ 2147483647 w 138"/>
                    <a:gd name="T29" fmla="*/ 2147483647 h 120"/>
                    <a:gd name="T30" fmla="*/ 2147483647 w 138"/>
                    <a:gd name="T31" fmla="*/ 2147483647 h 120"/>
                    <a:gd name="T32" fmla="*/ 2147483647 w 138"/>
                    <a:gd name="T33" fmla="*/ 2147483647 h 120"/>
                    <a:gd name="T34" fmla="*/ 2147483647 w 138"/>
                    <a:gd name="T35" fmla="*/ 2147483647 h 120"/>
                    <a:gd name="T36" fmla="*/ 2147483647 w 138"/>
                    <a:gd name="T37" fmla="*/ 2147483647 h 120"/>
                    <a:gd name="T38" fmla="*/ 2147483647 w 138"/>
                    <a:gd name="T39" fmla="*/ 2147483647 h 120"/>
                    <a:gd name="T40" fmla="*/ 2147483647 w 138"/>
                    <a:gd name="T41" fmla="*/ 2147483647 h 120"/>
                    <a:gd name="T42" fmla="*/ 2147483647 w 138"/>
                    <a:gd name="T43" fmla="*/ 2147483647 h 120"/>
                    <a:gd name="T44" fmla="*/ 2147483647 w 138"/>
                    <a:gd name="T45" fmla="*/ 2147483647 h 120"/>
                    <a:gd name="T46" fmla="*/ 2147483647 w 138"/>
                    <a:gd name="T47" fmla="*/ 2147483647 h 120"/>
                    <a:gd name="T48" fmla="*/ 2147483647 w 138"/>
                    <a:gd name="T49" fmla="*/ 0 h 120"/>
                    <a:gd name="T50" fmla="*/ 2147483647 w 138"/>
                    <a:gd name="T51" fmla="*/ 0 h 12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38"/>
                    <a:gd name="T79" fmla="*/ 0 h 120"/>
                    <a:gd name="T80" fmla="*/ 138 w 138"/>
                    <a:gd name="T81" fmla="*/ 120 h 120"/>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38" h="120">
                      <a:moveTo>
                        <a:pt x="54" y="0"/>
                      </a:moveTo>
                      <a:lnTo>
                        <a:pt x="36" y="0"/>
                      </a:lnTo>
                      <a:lnTo>
                        <a:pt x="30" y="12"/>
                      </a:lnTo>
                      <a:lnTo>
                        <a:pt x="24" y="18"/>
                      </a:lnTo>
                      <a:lnTo>
                        <a:pt x="24" y="30"/>
                      </a:lnTo>
                      <a:lnTo>
                        <a:pt x="6" y="66"/>
                      </a:lnTo>
                      <a:lnTo>
                        <a:pt x="0" y="72"/>
                      </a:lnTo>
                      <a:lnTo>
                        <a:pt x="42" y="72"/>
                      </a:lnTo>
                      <a:lnTo>
                        <a:pt x="60" y="78"/>
                      </a:lnTo>
                      <a:lnTo>
                        <a:pt x="66" y="78"/>
                      </a:lnTo>
                      <a:lnTo>
                        <a:pt x="66" y="114"/>
                      </a:lnTo>
                      <a:lnTo>
                        <a:pt x="72" y="120"/>
                      </a:lnTo>
                      <a:lnTo>
                        <a:pt x="138" y="120"/>
                      </a:lnTo>
                      <a:lnTo>
                        <a:pt x="126" y="114"/>
                      </a:lnTo>
                      <a:lnTo>
                        <a:pt x="114" y="102"/>
                      </a:lnTo>
                      <a:lnTo>
                        <a:pt x="102" y="78"/>
                      </a:lnTo>
                      <a:lnTo>
                        <a:pt x="102" y="66"/>
                      </a:lnTo>
                      <a:lnTo>
                        <a:pt x="90" y="60"/>
                      </a:lnTo>
                      <a:lnTo>
                        <a:pt x="84" y="36"/>
                      </a:lnTo>
                      <a:lnTo>
                        <a:pt x="120" y="36"/>
                      </a:lnTo>
                      <a:lnTo>
                        <a:pt x="120" y="18"/>
                      </a:lnTo>
                      <a:lnTo>
                        <a:pt x="114" y="12"/>
                      </a:lnTo>
                      <a:lnTo>
                        <a:pt x="90" y="12"/>
                      </a:lnTo>
                      <a:lnTo>
                        <a:pt x="90" y="18"/>
                      </a:lnTo>
                      <a:lnTo>
                        <a:pt x="84" y="0"/>
                      </a:lnTo>
                      <a:lnTo>
                        <a:pt x="54" y="0"/>
                      </a:lnTo>
                      <a:close/>
                    </a:path>
                  </a:pathLst>
                </a:custGeom>
                <a:solidFill>
                  <a:srgbClr val="A29C97"/>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62" name="Kosovo" descr="© INSCALE GmbH, 05.05.2010&#10;http://www.presentationload.com/">
                  <a:extLst>
                    <a:ext uri="{FF2B5EF4-FFF2-40B4-BE49-F238E27FC236}">
                      <a16:creationId xmlns:a16="http://schemas.microsoft.com/office/drawing/2014/main" id="{DF9BD974-F34A-4133-9D50-AB59B983FA51}"/>
                    </a:ext>
                  </a:extLst>
                </p:cNvPr>
                <p:cNvSpPr>
                  <a:spLocks noEditPoints="1"/>
                </p:cNvSpPr>
                <p:nvPr/>
              </p:nvSpPr>
              <p:spPr bwMode="gray">
                <a:xfrm>
                  <a:off x="6224169" y="2300643"/>
                  <a:ext cx="58217" cy="58651"/>
                </a:xfrm>
                <a:custGeom>
                  <a:avLst/>
                  <a:gdLst/>
                  <a:ahLst/>
                  <a:cxnLst>
                    <a:cxn ang="0">
                      <a:pos x="6" y="75"/>
                    </a:cxn>
                    <a:cxn ang="0">
                      <a:pos x="0" y="72"/>
                    </a:cxn>
                    <a:cxn ang="0">
                      <a:pos x="227" y="122"/>
                    </a:cxn>
                    <a:cxn ang="0">
                      <a:pos x="218" y="127"/>
                    </a:cxn>
                    <a:cxn ang="0">
                      <a:pos x="214" y="120"/>
                    </a:cxn>
                    <a:cxn ang="0">
                      <a:pos x="206" y="113"/>
                    </a:cxn>
                    <a:cxn ang="0">
                      <a:pos x="197" y="111"/>
                    </a:cxn>
                    <a:cxn ang="0">
                      <a:pos x="190" y="110"/>
                    </a:cxn>
                    <a:cxn ang="0">
                      <a:pos x="185" y="110"/>
                    </a:cxn>
                    <a:cxn ang="0">
                      <a:pos x="185" y="101"/>
                    </a:cxn>
                    <a:cxn ang="0">
                      <a:pos x="189" y="95"/>
                    </a:cxn>
                    <a:cxn ang="0">
                      <a:pos x="187" y="84"/>
                    </a:cxn>
                    <a:cxn ang="0">
                      <a:pos x="177" y="78"/>
                    </a:cxn>
                    <a:cxn ang="0">
                      <a:pos x="169" y="76"/>
                    </a:cxn>
                    <a:cxn ang="0">
                      <a:pos x="170" y="61"/>
                    </a:cxn>
                    <a:cxn ang="0">
                      <a:pos x="165" y="56"/>
                    </a:cxn>
                    <a:cxn ang="0">
                      <a:pos x="161" y="61"/>
                    </a:cxn>
                    <a:cxn ang="0">
                      <a:pos x="157" y="53"/>
                    </a:cxn>
                    <a:cxn ang="0">
                      <a:pos x="158" y="35"/>
                    </a:cxn>
                    <a:cxn ang="0">
                      <a:pos x="154" y="32"/>
                    </a:cxn>
                    <a:cxn ang="0">
                      <a:pos x="147" y="32"/>
                    </a:cxn>
                    <a:cxn ang="0">
                      <a:pos x="137" y="32"/>
                    </a:cxn>
                    <a:cxn ang="0">
                      <a:pos x="126" y="27"/>
                    </a:cxn>
                    <a:cxn ang="0">
                      <a:pos x="131" y="20"/>
                    </a:cxn>
                    <a:cxn ang="0">
                      <a:pos x="130" y="12"/>
                    </a:cxn>
                    <a:cxn ang="0">
                      <a:pos x="122" y="0"/>
                    </a:cxn>
                    <a:cxn ang="0">
                      <a:pos x="115" y="6"/>
                    </a:cxn>
                    <a:cxn ang="0">
                      <a:pos x="104" y="13"/>
                    </a:cxn>
                    <a:cxn ang="0">
                      <a:pos x="96" y="15"/>
                    </a:cxn>
                    <a:cxn ang="0">
                      <a:pos x="89" y="13"/>
                    </a:cxn>
                    <a:cxn ang="0">
                      <a:pos x="91" y="22"/>
                    </a:cxn>
                    <a:cxn ang="0">
                      <a:pos x="101" y="27"/>
                    </a:cxn>
                    <a:cxn ang="0">
                      <a:pos x="97" y="33"/>
                    </a:cxn>
                    <a:cxn ang="0">
                      <a:pos x="100" y="40"/>
                    </a:cxn>
                    <a:cxn ang="0">
                      <a:pos x="99" y="46"/>
                    </a:cxn>
                    <a:cxn ang="0">
                      <a:pos x="92" y="49"/>
                    </a:cxn>
                    <a:cxn ang="0">
                      <a:pos x="88" y="45"/>
                    </a:cxn>
                    <a:cxn ang="0">
                      <a:pos x="70" y="59"/>
                    </a:cxn>
                    <a:cxn ang="0">
                      <a:pos x="73" y="71"/>
                    </a:cxn>
                    <a:cxn ang="0">
                      <a:pos x="45" y="74"/>
                    </a:cxn>
                    <a:cxn ang="0">
                      <a:pos x="14" y="72"/>
                    </a:cxn>
                    <a:cxn ang="0">
                      <a:pos x="6" y="75"/>
                    </a:cxn>
                    <a:cxn ang="0">
                      <a:pos x="6" y="141"/>
                    </a:cxn>
                    <a:cxn ang="0">
                      <a:pos x="14" y="155"/>
                    </a:cxn>
                    <a:cxn ang="0">
                      <a:pos x="27" y="173"/>
                    </a:cxn>
                    <a:cxn ang="0">
                      <a:pos x="50" y="175"/>
                    </a:cxn>
                    <a:cxn ang="0">
                      <a:pos x="60" y="211"/>
                    </a:cxn>
                    <a:cxn ang="0">
                      <a:pos x="60" y="237"/>
                    </a:cxn>
                    <a:cxn ang="0">
                      <a:pos x="92" y="226"/>
                    </a:cxn>
                    <a:cxn ang="0">
                      <a:pos x="138" y="205"/>
                    </a:cxn>
                    <a:cxn ang="0">
                      <a:pos x="146" y="184"/>
                    </a:cxn>
                    <a:cxn ang="0">
                      <a:pos x="189" y="173"/>
                    </a:cxn>
                    <a:cxn ang="0">
                      <a:pos x="209" y="163"/>
                    </a:cxn>
                    <a:cxn ang="0">
                      <a:pos x="217" y="156"/>
                    </a:cxn>
                    <a:cxn ang="0">
                      <a:pos x="225" y="144"/>
                    </a:cxn>
                    <a:cxn ang="0">
                      <a:pos x="228" y="137"/>
                    </a:cxn>
                    <a:cxn ang="0">
                      <a:pos x="232" y="129"/>
                    </a:cxn>
                  </a:cxnLst>
                  <a:rect l="0" t="0" r="r" b="b"/>
                  <a:pathLst>
                    <a:path w="232" h="237">
                      <a:moveTo>
                        <a:pt x="0" y="72"/>
                      </a:moveTo>
                      <a:cubicBezTo>
                        <a:pt x="1" y="72"/>
                        <a:pt x="2" y="73"/>
                        <a:pt x="6" y="75"/>
                      </a:cubicBezTo>
                      <a:cubicBezTo>
                        <a:pt x="6" y="66"/>
                        <a:pt x="6" y="66"/>
                        <a:pt x="6" y="66"/>
                      </a:cubicBezTo>
                      <a:lnTo>
                        <a:pt x="0" y="72"/>
                      </a:lnTo>
                      <a:close/>
                      <a:moveTo>
                        <a:pt x="231" y="124"/>
                      </a:moveTo>
                      <a:cubicBezTo>
                        <a:pt x="227" y="122"/>
                        <a:pt x="227" y="122"/>
                        <a:pt x="227" y="122"/>
                      </a:cubicBezTo>
                      <a:cubicBezTo>
                        <a:pt x="223" y="124"/>
                        <a:pt x="223" y="124"/>
                        <a:pt x="223" y="124"/>
                      </a:cubicBezTo>
                      <a:cubicBezTo>
                        <a:pt x="218" y="127"/>
                        <a:pt x="218" y="127"/>
                        <a:pt x="218" y="127"/>
                      </a:cubicBezTo>
                      <a:cubicBezTo>
                        <a:pt x="216" y="124"/>
                        <a:pt x="216" y="124"/>
                        <a:pt x="216" y="124"/>
                      </a:cubicBezTo>
                      <a:cubicBezTo>
                        <a:pt x="214" y="120"/>
                        <a:pt x="214" y="120"/>
                        <a:pt x="214" y="120"/>
                      </a:cubicBezTo>
                      <a:cubicBezTo>
                        <a:pt x="210" y="117"/>
                        <a:pt x="210" y="117"/>
                        <a:pt x="210" y="117"/>
                      </a:cubicBezTo>
                      <a:cubicBezTo>
                        <a:pt x="206" y="113"/>
                        <a:pt x="206" y="113"/>
                        <a:pt x="206" y="113"/>
                      </a:cubicBezTo>
                      <a:cubicBezTo>
                        <a:pt x="202" y="113"/>
                        <a:pt x="202" y="113"/>
                        <a:pt x="202" y="113"/>
                      </a:cubicBezTo>
                      <a:cubicBezTo>
                        <a:pt x="197" y="111"/>
                        <a:pt x="197" y="111"/>
                        <a:pt x="197" y="111"/>
                      </a:cubicBezTo>
                      <a:cubicBezTo>
                        <a:pt x="195" y="113"/>
                        <a:pt x="195" y="113"/>
                        <a:pt x="195" y="113"/>
                      </a:cubicBezTo>
                      <a:cubicBezTo>
                        <a:pt x="190" y="110"/>
                        <a:pt x="190" y="110"/>
                        <a:pt x="190" y="110"/>
                      </a:cubicBezTo>
                      <a:cubicBezTo>
                        <a:pt x="186" y="111"/>
                        <a:pt x="186" y="111"/>
                        <a:pt x="186" y="111"/>
                      </a:cubicBezTo>
                      <a:cubicBezTo>
                        <a:pt x="185" y="110"/>
                        <a:pt x="185" y="110"/>
                        <a:pt x="185" y="110"/>
                      </a:cubicBezTo>
                      <a:cubicBezTo>
                        <a:pt x="187" y="106"/>
                        <a:pt x="187" y="106"/>
                        <a:pt x="187" y="106"/>
                      </a:cubicBezTo>
                      <a:cubicBezTo>
                        <a:pt x="185" y="101"/>
                        <a:pt x="185" y="101"/>
                        <a:pt x="185" y="101"/>
                      </a:cubicBezTo>
                      <a:cubicBezTo>
                        <a:pt x="189" y="100"/>
                        <a:pt x="189" y="100"/>
                        <a:pt x="189" y="100"/>
                      </a:cubicBezTo>
                      <a:cubicBezTo>
                        <a:pt x="189" y="95"/>
                        <a:pt x="189" y="95"/>
                        <a:pt x="189" y="95"/>
                      </a:cubicBezTo>
                      <a:cubicBezTo>
                        <a:pt x="191" y="85"/>
                        <a:pt x="191" y="85"/>
                        <a:pt x="191" y="85"/>
                      </a:cubicBezTo>
                      <a:cubicBezTo>
                        <a:pt x="187" y="84"/>
                        <a:pt x="187" y="84"/>
                        <a:pt x="187" y="84"/>
                      </a:cubicBezTo>
                      <a:cubicBezTo>
                        <a:pt x="182" y="80"/>
                        <a:pt x="182" y="80"/>
                        <a:pt x="182" y="80"/>
                      </a:cubicBezTo>
                      <a:cubicBezTo>
                        <a:pt x="177" y="78"/>
                        <a:pt x="177" y="78"/>
                        <a:pt x="177" y="78"/>
                      </a:cubicBezTo>
                      <a:cubicBezTo>
                        <a:pt x="172" y="78"/>
                        <a:pt x="172" y="78"/>
                        <a:pt x="172" y="78"/>
                      </a:cubicBezTo>
                      <a:cubicBezTo>
                        <a:pt x="169" y="76"/>
                        <a:pt x="169" y="76"/>
                        <a:pt x="169" y="76"/>
                      </a:cubicBezTo>
                      <a:cubicBezTo>
                        <a:pt x="169" y="71"/>
                        <a:pt x="169" y="71"/>
                        <a:pt x="169" y="71"/>
                      </a:cubicBezTo>
                      <a:cubicBezTo>
                        <a:pt x="170" y="61"/>
                        <a:pt x="170" y="61"/>
                        <a:pt x="170" y="61"/>
                      </a:cubicBezTo>
                      <a:cubicBezTo>
                        <a:pt x="167" y="57"/>
                        <a:pt x="167" y="57"/>
                        <a:pt x="167" y="57"/>
                      </a:cubicBezTo>
                      <a:cubicBezTo>
                        <a:pt x="165" y="56"/>
                        <a:pt x="165" y="56"/>
                        <a:pt x="165" y="56"/>
                      </a:cubicBezTo>
                      <a:cubicBezTo>
                        <a:pt x="163" y="59"/>
                        <a:pt x="163" y="59"/>
                        <a:pt x="163" y="59"/>
                      </a:cubicBezTo>
                      <a:cubicBezTo>
                        <a:pt x="161" y="61"/>
                        <a:pt x="161" y="61"/>
                        <a:pt x="161" y="61"/>
                      </a:cubicBezTo>
                      <a:cubicBezTo>
                        <a:pt x="158" y="60"/>
                        <a:pt x="158" y="60"/>
                        <a:pt x="158" y="60"/>
                      </a:cubicBezTo>
                      <a:cubicBezTo>
                        <a:pt x="157" y="53"/>
                        <a:pt x="157" y="53"/>
                        <a:pt x="157" y="53"/>
                      </a:cubicBezTo>
                      <a:cubicBezTo>
                        <a:pt x="159" y="36"/>
                        <a:pt x="159" y="36"/>
                        <a:pt x="159" y="36"/>
                      </a:cubicBezTo>
                      <a:cubicBezTo>
                        <a:pt x="158" y="35"/>
                        <a:pt x="158" y="35"/>
                        <a:pt x="158" y="35"/>
                      </a:cubicBezTo>
                      <a:cubicBezTo>
                        <a:pt x="151" y="36"/>
                        <a:pt x="151" y="36"/>
                        <a:pt x="151" y="36"/>
                      </a:cubicBezTo>
                      <a:cubicBezTo>
                        <a:pt x="154" y="32"/>
                        <a:pt x="154" y="32"/>
                        <a:pt x="154" y="32"/>
                      </a:cubicBezTo>
                      <a:cubicBezTo>
                        <a:pt x="152" y="29"/>
                        <a:pt x="152" y="29"/>
                        <a:pt x="152" y="29"/>
                      </a:cubicBezTo>
                      <a:cubicBezTo>
                        <a:pt x="147" y="32"/>
                        <a:pt x="147" y="32"/>
                        <a:pt x="147" y="32"/>
                      </a:cubicBezTo>
                      <a:cubicBezTo>
                        <a:pt x="142" y="30"/>
                        <a:pt x="142" y="30"/>
                        <a:pt x="142" y="30"/>
                      </a:cubicBezTo>
                      <a:cubicBezTo>
                        <a:pt x="137" y="32"/>
                        <a:pt x="137" y="32"/>
                        <a:pt x="137" y="32"/>
                      </a:cubicBezTo>
                      <a:cubicBezTo>
                        <a:pt x="132" y="28"/>
                        <a:pt x="132" y="28"/>
                        <a:pt x="132" y="28"/>
                      </a:cubicBezTo>
                      <a:cubicBezTo>
                        <a:pt x="126" y="27"/>
                        <a:pt x="126" y="27"/>
                        <a:pt x="126" y="27"/>
                      </a:cubicBezTo>
                      <a:cubicBezTo>
                        <a:pt x="125" y="24"/>
                        <a:pt x="125" y="24"/>
                        <a:pt x="125" y="24"/>
                      </a:cubicBezTo>
                      <a:cubicBezTo>
                        <a:pt x="131" y="20"/>
                        <a:pt x="131" y="20"/>
                        <a:pt x="131" y="20"/>
                      </a:cubicBezTo>
                      <a:cubicBezTo>
                        <a:pt x="131" y="17"/>
                        <a:pt x="131" y="17"/>
                        <a:pt x="131" y="17"/>
                      </a:cubicBezTo>
                      <a:cubicBezTo>
                        <a:pt x="130" y="12"/>
                        <a:pt x="130" y="12"/>
                        <a:pt x="130" y="12"/>
                      </a:cubicBezTo>
                      <a:cubicBezTo>
                        <a:pt x="126" y="5"/>
                        <a:pt x="126" y="5"/>
                        <a:pt x="126" y="5"/>
                      </a:cubicBezTo>
                      <a:cubicBezTo>
                        <a:pt x="122" y="0"/>
                        <a:pt x="122" y="0"/>
                        <a:pt x="122" y="0"/>
                      </a:cubicBezTo>
                      <a:cubicBezTo>
                        <a:pt x="116" y="2"/>
                        <a:pt x="116" y="2"/>
                        <a:pt x="116" y="2"/>
                      </a:cubicBezTo>
                      <a:cubicBezTo>
                        <a:pt x="115" y="6"/>
                        <a:pt x="115" y="6"/>
                        <a:pt x="115" y="6"/>
                      </a:cubicBezTo>
                      <a:cubicBezTo>
                        <a:pt x="112" y="8"/>
                        <a:pt x="112" y="8"/>
                        <a:pt x="112" y="8"/>
                      </a:cubicBezTo>
                      <a:cubicBezTo>
                        <a:pt x="104" y="13"/>
                        <a:pt x="104" y="13"/>
                        <a:pt x="104" y="13"/>
                      </a:cubicBezTo>
                      <a:cubicBezTo>
                        <a:pt x="100" y="16"/>
                        <a:pt x="100" y="16"/>
                        <a:pt x="100" y="16"/>
                      </a:cubicBezTo>
                      <a:cubicBezTo>
                        <a:pt x="96" y="15"/>
                        <a:pt x="96" y="15"/>
                        <a:pt x="96" y="15"/>
                      </a:cubicBezTo>
                      <a:cubicBezTo>
                        <a:pt x="92" y="17"/>
                        <a:pt x="92" y="17"/>
                        <a:pt x="92" y="17"/>
                      </a:cubicBezTo>
                      <a:cubicBezTo>
                        <a:pt x="89" y="13"/>
                        <a:pt x="89" y="13"/>
                        <a:pt x="89" y="13"/>
                      </a:cubicBezTo>
                      <a:cubicBezTo>
                        <a:pt x="88" y="16"/>
                        <a:pt x="88" y="16"/>
                        <a:pt x="88" y="16"/>
                      </a:cubicBezTo>
                      <a:cubicBezTo>
                        <a:pt x="91" y="22"/>
                        <a:pt x="91" y="22"/>
                        <a:pt x="91" y="22"/>
                      </a:cubicBezTo>
                      <a:cubicBezTo>
                        <a:pt x="99" y="24"/>
                        <a:pt x="99" y="24"/>
                        <a:pt x="99" y="24"/>
                      </a:cubicBezTo>
                      <a:cubicBezTo>
                        <a:pt x="101" y="27"/>
                        <a:pt x="101" y="27"/>
                        <a:pt x="101" y="27"/>
                      </a:cubicBezTo>
                      <a:cubicBezTo>
                        <a:pt x="97" y="30"/>
                        <a:pt x="97" y="30"/>
                        <a:pt x="97" y="30"/>
                      </a:cubicBezTo>
                      <a:cubicBezTo>
                        <a:pt x="97" y="33"/>
                        <a:pt x="97" y="33"/>
                        <a:pt x="97" y="33"/>
                      </a:cubicBezTo>
                      <a:cubicBezTo>
                        <a:pt x="101" y="35"/>
                        <a:pt x="101" y="35"/>
                        <a:pt x="101" y="35"/>
                      </a:cubicBezTo>
                      <a:cubicBezTo>
                        <a:pt x="100" y="40"/>
                        <a:pt x="100" y="40"/>
                        <a:pt x="100" y="40"/>
                      </a:cubicBezTo>
                      <a:cubicBezTo>
                        <a:pt x="97" y="42"/>
                        <a:pt x="97" y="42"/>
                        <a:pt x="97" y="42"/>
                      </a:cubicBezTo>
                      <a:cubicBezTo>
                        <a:pt x="99" y="46"/>
                        <a:pt x="99" y="46"/>
                        <a:pt x="99" y="46"/>
                      </a:cubicBezTo>
                      <a:cubicBezTo>
                        <a:pt x="96" y="47"/>
                        <a:pt x="96" y="47"/>
                        <a:pt x="96" y="47"/>
                      </a:cubicBezTo>
                      <a:cubicBezTo>
                        <a:pt x="92" y="49"/>
                        <a:pt x="92" y="49"/>
                        <a:pt x="92" y="49"/>
                      </a:cubicBezTo>
                      <a:cubicBezTo>
                        <a:pt x="91" y="44"/>
                        <a:pt x="91" y="44"/>
                        <a:pt x="91" y="44"/>
                      </a:cubicBezTo>
                      <a:cubicBezTo>
                        <a:pt x="88" y="45"/>
                        <a:pt x="88" y="45"/>
                        <a:pt x="88" y="45"/>
                      </a:cubicBezTo>
                      <a:cubicBezTo>
                        <a:pt x="78" y="53"/>
                        <a:pt x="78" y="53"/>
                        <a:pt x="78" y="53"/>
                      </a:cubicBezTo>
                      <a:cubicBezTo>
                        <a:pt x="70" y="59"/>
                        <a:pt x="70" y="59"/>
                        <a:pt x="70" y="59"/>
                      </a:cubicBezTo>
                      <a:cubicBezTo>
                        <a:pt x="72" y="65"/>
                        <a:pt x="72" y="65"/>
                        <a:pt x="72" y="65"/>
                      </a:cubicBezTo>
                      <a:cubicBezTo>
                        <a:pt x="73" y="71"/>
                        <a:pt x="73" y="71"/>
                        <a:pt x="73" y="71"/>
                      </a:cubicBezTo>
                      <a:cubicBezTo>
                        <a:pt x="63" y="74"/>
                        <a:pt x="63" y="74"/>
                        <a:pt x="63" y="74"/>
                      </a:cubicBezTo>
                      <a:cubicBezTo>
                        <a:pt x="45" y="74"/>
                        <a:pt x="45" y="74"/>
                        <a:pt x="45" y="74"/>
                      </a:cubicBezTo>
                      <a:cubicBezTo>
                        <a:pt x="32" y="75"/>
                        <a:pt x="32" y="75"/>
                        <a:pt x="32" y="75"/>
                      </a:cubicBezTo>
                      <a:cubicBezTo>
                        <a:pt x="14" y="72"/>
                        <a:pt x="14" y="72"/>
                        <a:pt x="14" y="72"/>
                      </a:cubicBezTo>
                      <a:cubicBezTo>
                        <a:pt x="9" y="77"/>
                        <a:pt x="9" y="77"/>
                        <a:pt x="9" y="77"/>
                      </a:cubicBezTo>
                      <a:cubicBezTo>
                        <a:pt x="8" y="76"/>
                        <a:pt x="7" y="76"/>
                        <a:pt x="6" y="75"/>
                      </a:cubicBezTo>
                      <a:cubicBezTo>
                        <a:pt x="6" y="116"/>
                        <a:pt x="6" y="116"/>
                        <a:pt x="6" y="116"/>
                      </a:cubicBezTo>
                      <a:cubicBezTo>
                        <a:pt x="6" y="141"/>
                        <a:pt x="6" y="141"/>
                        <a:pt x="6" y="141"/>
                      </a:cubicBezTo>
                      <a:cubicBezTo>
                        <a:pt x="14" y="153"/>
                        <a:pt x="14" y="153"/>
                        <a:pt x="14" y="153"/>
                      </a:cubicBezTo>
                      <a:cubicBezTo>
                        <a:pt x="14" y="154"/>
                        <a:pt x="14" y="155"/>
                        <a:pt x="14" y="155"/>
                      </a:cubicBezTo>
                      <a:cubicBezTo>
                        <a:pt x="14" y="155"/>
                        <a:pt x="15" y="155"/>
                        <a:pt x="16" y="156"/>
                      </a:cubicBezTo>
                      <a:cubicBezTo>
                        <a:pt x="27" y="173"/>
                        <a:pt x="27" y="173"/>
                        <a:pt x="27" y="173"/>
                      </a:cubicBezTo>
                      <a:cubicBezTo>
                        <a:pt x="48" y="173"/>
                        <a:pt x="48" y="173"/>
                        <a:pt x="48" y="173"/>
                      </a:cubicBezTo>
                      <a:cubicBezTo>
                        <a:pt x="48" y="173"/>
                        <a:pt x="49" y="174"/>
                        <a:pt x="50" y="175"/>
                      </a:cubicBezTo>
                      <a:cubicBezTo>
                        <a:pt x="59" y="201"/>
                        <a:pt x="59" y="201"/>
                        <a:pt x="59" y="201"/>
                      </a:cubicBezTo>
                      <a:cubicBezTo>
                        <a:pt x="59" y="205"/>
                        <a:pt x="60" y="208"/>
                        <a:pt x="60" y="211"/>
                      </a:cubicBezTo>
                      <a:cubicBezTo>
                        <a:pt x="60" y="229"/>
                        <a:pt x="60" y="229"/>
                        <a:pt x="60" y="229"/>
                      </a:cubicBezTo>
                      <a:cubicBezTo>
                        <a:pt x="60" y="237"/>
                        <a:pt x="60" y="237"/>
                        <a:pt x="60" y="237"/>
                      </a:cubicBezTo>
                      <a:cubicBezTo>
                        <a:pt x="76" y="232"/>
                        <a:pt x="76" y="232"/>
                        <a:pt x="76" y="232"/>
                      </a:cubicBezTo>
                      <a:cubicBezTo>
                        <a:pt x="92" y="226"/>
                        <a:pt x="92" y="226"/>
                        <a:pt x="92" y="226"/>
                      </a:cubicBezTo>
                      <a:cubicBezTo>
                        <a:pt x="103" y="205"/>
                        <a:pt x="103" y="205"/>
                        <a:pt x="103" y="205"/>
                      </a:cubicBezTo>
                      <a:cubicBezTo>
                        <a:pt x="138" y="205"/>
                        <a:pt x="138" y="205"/>
                        <a:pt x="138" y="205"/>
                      </a:cubicBezTo>
                      <a:cubicBezTo>
                        <a:pt x="146" y="205"/>
                        <a:pt x="146" y="205"/>
                        <a:pt x="146" y="205"/>
                      </a:cubicBezTo>
                      <a:cubicBezTo>
                        <a:pt x="146" y="184"/>
                        <a:pt x="146" y="184"/>
                        <a:pt x="146" y="184"/>
                      </a:cubicBezTo>
                      <a:cubicBezTo>
                        <a:pt x="178" y="184"/>
                        <a:pt x="178" y="184"/>
                        <a:pt x="178" y="184"/>
                      </a:cubicBezTo>
                      <a:cubicBezTo>
                        <a:pt x="189" y="173"/>
                        <a:pt x="189" y="173"/>
                        <a:pt x="189" y="173"/>
                      </a:cubicBezTo>
                      <a:cubicBezTo>
                        <a:pt x="210" y="170"/>
                        <a:pt x="210" y="170"/>
                        <a:pt x="210" y="170"/>
                      </a:cubicBezTo>
                      <a:cubicBezTo>
                        <a:pt x="209" y="163"/>
                        <a:pt x="209" y="163"/>
                        <a:pt x="209" y="163"/>
                      </a:cubicBezTo>
                      <a:cubicBezTo>
                        <a:pt x="213" y="159"/>
                        <a:pt x="213" y="159"/>
                        <a:pt x="213" y="159"/>
                      </a:cubicBezTo>
                      <a:cubicBezTo>
                        <a:pt x="217" y="156"/>
                        <a:pt x="217" y="156"/>
                        <a:pt x="217" y="156"/>
                      </a:cubicBezTo>
                      <a:cubicBezTo>
                        <a:pt x="219" y="147"/>
                        <a:pt x="219" y="147"/>
                        <a:pt x="219" y="147"/>
                      </a:cubicBezTo>
                      <a:cubicBezTo>
                        <a:pt x="225" y="144"/>
                        <a:pt x="225" y="144"/>
                        <a:pt x="225" y="144"/>
                      </a:cubicBezTo>
                      <a:cubicBezTo>
                        <a:pt x="225" y="141"/>
                        <a:pt x="225" y="141"/>
                        <a:pt x="225" y="141"/>
                      </a:cubicBezTo>
                      <a:cubicBezTo>
                        <a:pt x="228" y="137"/>
                        <a:pt x="228" y="137"/>
                        <a:pt x="228" y="137"/>
                      </a:cubicBezTo>
                      <a:cubicBezTo>
                        <a:pt x="229" y="133"/>
                        <a:pt x="229" y="133"/>
                        <a:pt x="229" y="133"/>
                      </a:cubicBezTo>
                      <a:cubicBezTo>
                        <a:pt x="232" y="129"/>
                        <a:pt x="232" y="129"/>
                        <a:pt x="232" y="129"/>
                      </a:cubicBezTo>
                      <a:cubicBezTo>
                        <a:pt x="231" y="124"/>
                        <a:pt x="231" y="124"/>
                        <a:pt x="231" y="124"/>
                      </a:cubicBezTo>
                      <a:close/>
                    </a:path>
                  </a:pathLst>
                </a:custGeom>
                <a:solidFill>
                  <a:srgbClr val="A29C97"/>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63" name="Korea, South" descr="© INSCALE GmbH, 05.05.2010&#10;http://www.presentationload.com/">
                  <a:extLst>
                    <a:ext uri="{FF2B5EF4-FFF2-40B4-BE49-F238E27FC236}">
                      <a16:creationId xmlns:a16="http://schemas.microsoft.com/office/drawing/2014/main" id="{1897A7C6-C2D0-43CF-9545-66DC87BC2DE0}"/>
                    </a:ext>
                  </a:extLst>
                </p:cNvPr>
                <p:cNvSpPr>
                  <a:spLocks noEditPoints="1"/>
                </p:cNvSpPr>
                <p:nvPr/>
              </p:nvSpPr>
              <p:spPr bwMode="gray">
                <a:xfrm>
                  <a:off x="9421660" y="2475511"/>
                  <a:ext cx="123653" cy="192545"/>
                </a:xfrm>
                <a:custGeom>
                  <a:avLst/>
                  <a:gdLst>
                    <a:gd name="T0" fmla="*/ 2147483647 w 276"/>
                    <a:gd name="T1" fmla="*/ 2147483647 h 426"/>
                    <a:gd name="T2" fmla="*/ 2147483647 w 276"/>
                    <a:gd name="T3" fmla="*/ 2147483647 h 426"/>
                    <a:gd name="T4" fmla="*/ 2147483647 w 276"/>
                    <a:gd name="T5" fmla="*/ 2147483647 h 426"/>
                    <a:gd name="T6" fmla="*/ 2147483647 w 276"/>
                    <a:gd name="T7" fmla="*/ 2147483647 h 426"/>
                    <a:gd name="T8" fmla="*/ 2147483647 w 276"/>
                    <a:gd name="T9" fmla="*/ 2147483647 h 426"/>
                    <a:gd name="T10" fmla="*/ 2147483647 w 276"/>
                    <a:gd name="T11" fmla="*/ 2147483647 h 426"/>
                    <a:gd name="T12" fmla="*/ 2147483647 w 276"/>
                    <a:gd name="T13" fmla="*/ 2147483647 h 426"/>
                    <a:gd name="T14" fmla="*/ 2147483647 w 276"/>
                    <a:gd name="T15" fmla="*/ 2147483647 h 426"/>
                    <a:gd name="T16" fmla="*/ 2147483647 w 276"/>
                    <a:gd name="T17" fmla="*/ 2147483647 h 426"/>
                    <a:gd name="T18" fmla="*/ 2147483647 w 276"/>
                    <a:gd name="T19" fmla="*/ 2147483647 h 426"/>
                    <a:gd name="T20" fmla="*/ 2147483647 w 276"/>
                    <a:gd name="T21" fmla="*/ 2147483647 h 426"/>
                    <a:gd name="T22" fmla="*/ 2147483647 w 276"/>
                    <a:gd name="T23" fmla="*/ 2147483647 h 426"/>
                    <a:gd name="T24" fmla="*/ 2147483647 w 276"/>
                    <a:gd name="T25" fmla="*/ 0 h 426"/>
                    <a:gd name="T26" fmla="*/ 2147483647 w 276"/>
                    <a:gd name="T27" fmla="*/ 2147483647 h 426"/>
                    <a:gd name="T28" fmla="*/ 2147483647 w 276"/>
                    <a:gd name="T29" fmla="*/ 2147483647 h 426"/>
                    <a:gd name="T30" fmla="*/ 2147483647 w 276"/>
                    <a:gd name="T31" fmla="*/ 2147483647 h 426"/>
                    <a:gd name="T32" fmla="*/ 2147483647 w 276"/>
                    <a:gd name="T33" fmla="*/ 2147483647 h 426"/>
                    <a:gd name="T34" fmla="*/ 0 w 276"/>
                    <a:gd name="T35" fmla="*/ 2147483647 h 426"/>
                    <a:gd name="T36" fmla="*/ 2147483647 w 276"/>
                    <a:gd name="T37" fmla="*/ 2147483647 h 426"/>
                    <a:gd name="T38" fmla="*/ 2147483647 w 276"/>
                    <a:gd name="T39" fmla="*/ 2147483647 h 426"/>
                    <a:gd name="T40" fmla="*/ 2147483647 w 276"/>
                    <a:gd name="T41" fmla="*/ 2147483647 h 426"/>
                    <a:gd name="T42" fmla="*/ 2147483647 w 276"/>
                    <a:gd name="T43" fmla="*/ 2147483647 h 426"/>
                    <a:gd name="T44" fmla="*/ 2147483647 w 276"/>
                    <a:gd name="T45" fmla="*/ 2147483647 h 426"/>
                    <a:gd name="T46" fmla="*/ 2147483647 w 276"/>
                    <a:gd name="T47" fmla="*/ 2147483647 h 426"/>
                    <a:gd name="T48" fmla="*/ 2147483647 w 276"/>
                    <a:gd name="T49" fmla="*/ 2147483647 h 426"/>
                    <a:gd name="T50" fmla="*/ 2147483647 w 276"/>
                    <a:gd name="T51" fmla="*/ 2147483647 h 426"/>
                    <a:gd name="T52" fmla="*/ 2147483647 w 276"/>
                    <a:gd name="T53" fmla="*/ 2147483647 h 426"/>
                    <a:gd name="T54" fmla="*/ 2147483647 w 276"/>
                    <a:gd name="T55" fmla="*/ 2147483647 h 426"/>
                    <a:gd name="T56" fmla="*/ 2147483647 w 276"/>
                    <a:gd name="T57" fmla="*/ 2147483647 h 426"/>
                    <a:gd name="T58" fmla="*/ 2147483647 w 276"/>
                    <a:gd name="T59" fmla="*/ 2147483647 h 426"/>
                    <a:gd name="T60" fmla="*/ 2147483647 w 276"/>
                    <a:gd name="T61" fmla="*/ 2147483647 h 426"/>
                    <a:gd name="T62" fmla="*/ 2147483647 w 276"/>
                    <a:gd name="T63" fmla="*/ 2147483647 h 426"/>
                    <a:gd name="T64" fmla="*/ 2147483647 w 276"/>
                    <a:gd name="T65" fmla="*/ 2147483647 h 426"/>
                    <a:gd name="T66" fmla="*/ 2147483647 w 276"/>
                    <a:gd name="T67" fmla="*/ 2147483647 h 426"/>
                    <a:gd name="T68" fmla="*/ 2147483647 w 276"/>
                    <a:gd name="T69" fmla="*/ 2147483647 h 426"/>
                    <a:gd name="T70" fmla="*/ 2147483647 w 276"/>
                    <a:gd name="T71" fmla="*/ 2147483647 h 426"/>
                    <a:gd name="T72" fmla="*/ 2147483647 w 276"/>
                    <a:gd name="T73" fmla="*/ 2147483647 h 426"/>
                    <a:gd name="T74" fmla="*/ 2147483647 w 276"/>
                    <a:gd name="T75" fmla="*/ 2147483647 h 42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76"/>
                    <a:gd name="T115" fmla="*/ 0 h 426"/>
                    <a:gd name="T116" fmla="*/ 276 w 276"/>
                    <a:gd name="T117" fmla="*/ 426 h 42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76" h="426">
                      <a:moveTo>
                        <a:pt x="150" y="402"/>
                      </a:moveTo>
                      <a:lnTo>
                        <a:pt x="132" y="408"/>
                      </a:lnTo>
                      <a:lnTo>
                        <a:pt x="126" y="414"/>
                      </a:lnTo>
                      <a:lnTo>
                        <a:pt x="138" y="426"/>
                      </a:lnTo>
                      <a:lnTo>
                        <a:pt x="162" y="426"/>
                      </a:lnTo>
                      <a:lnTo>
                        <a:pt x="174" y="414"/>
                      </a:lnTo>
                      <a:lnTo>
                        <a:pt x="174" y="408"/>
                      </a:lnTo>
                      <a:lnTo>
                        <a:pt x="168" y="402"/>
                      </a:lnTo>
                      <a:lnTo>
                        <a:pt x="150" y="402"/>
                      </a:lnTo>
                      <a:close/>
                      <a:moveTo>
                        <a:pt x="276" y="246"/>
                      </a:moveTo>
                      <a:lnTo>
                        <a:pt x="270" y="228"/>
                      </a:lnTo>
                      <a:lnTo>
                        <a:pt x="264" y="216"/>
                      </a:lnTo>
                      <a:lnTo>
                        <a:pt x="246" y="198"/>
                      </a:lnTo>
                      <a:lnTo>
                        <a:pt x="252" y="186"/>
                      </a:lnTo>
                      <a:lnTo>
                        <a:pt x="252" y="180"/>
                      </a:lnTo>
                      <a:lnTo>
                        <a:pt x="246" y="162"/>
                      </a:lnTo>
                      <a:lnTo>
                        <a:pt x="240" y="150"/>
                      </a:lnTo>
                      <a:lnTo>
                        <a:pt x="210" y="120"/>
                      </a:lnTo>
                      <a:lnTo>
                        <a:pt x="198" y="102"/>
                      </a:lnTo>
                      <a:lnTo>
                        <a:pt x="168" y="72"/>
                      </a:lnTo>
                      <a:lnTo>
                        <a:pt x="144" y="66"/>
                      </a:lnTo>
                      <a:lnTo>
                        <a:pt x="144" y="60"/>
                      </a:lnTo>
                      <a:lnTo>
                        <a:pt x="138" y="54"/>
                      </a:lnTo>
                      <a:lnTo>
                        <a:pt x="132" y="42"/>
                      </a:lnTo>
                      <a:lnTo>
                        <a:pt x="102" y="12"/>
                      </a:lnTo>
                      <a:lnTo>
                        <a:pt x="96" y="0"/>
                      </a:lnTo>
                      <a:lnTo>
                        <a:pt x="78" y="12"/>
                      </a:lnTo>
                      <a:lnTo>
                        <a:pt x="48" y="12"/>
                      </a:lnTo>
                      <a:lnTo>
                        <a:pt x="24" y="24"/>
                      </a:lnTo>
                      <a:lnTo>
                        <a:pt x="18" y="30"/>
                      </a:lnTo>
                      <a:lnTo>
                        <a:pt x="12" y="30"/>
                      </a:lnTo>
                      <a:lnTo>
                        <a:pt x="12" y="36"/>
                      </a:lnTo>
                      <a:lnTo>
                        <a:pt x="18" y="42"/>
                      </a:lnTo>
                      <a:lnTo>
                        <a:pt x="18" y="48"/>
                      </a:lnTo>
                      <a:lnTo>
                        <a:pt x="12" y="54"/>
                      </a:lnTo>
                      <a:lnTo>
                        <a:pt x="0" y="60"/>
                      </a:lnTo>
                      <a:lnTo>
                        <a:pt x="0" y="66"/>
                      </a:lnTo>
                      <a:lnTo>
                        <a:pt x="6" y="72"/>
                      </a:lnTo>
                      <a:lnTo>
                        <a:pt x="12" y="84"/>
                      </a:lnTo>
                      <a:lnTo>
                        <a:pt x="24" y="90"/>
                      </a:lnTo>
                      <a:lnTo>
                        <a:pt x="30" y="90"/>
                      </a:lnTo>
                      <a:lnTo>
                        <a:pt x="42" y="96"/>
                      </a:lnTo>
                      <a:lnTo>
                        <a:pt x="60" y="132"/>
                      </a:lnTo>
                      <a:lnTo>
                        <a:pt x="54" y="132"/>
                      </a:lnTo>
                      <a:lnTo>
                        <a:pt x="48" y="126"/>
                      </a:lnTo>
                      <a:lnTo>
                        <a:pt x="36" y="126"/>
                      </a:lnTo>
                      <a:lnTo>
                        <a:pt x="24" y="120"/>
                      </a:lnTo>
                      <a:lnTo>
                        <a:pt x="6" y="120"/>
                      </a:lnTo>
                      <a:lnTo>
                        <a:pt x="6" y="126"/>
                      </a:lnTo>
                      <a:lnTo>
                        <a:pt x="18" y="132"/>
                      </a:lnTo>
                      <a:lnTo>
                        <a:pt x="30" y="144"/>
                      </a:lnTo>
                      <a:lnTo>
                        <a:pt x="42" y="150"/>
                      </a:lnTo>
                      <a:lnTo>
                        <a:pt x="54" y="192"/>
                      </a:lnTo>
                      <a:lnTo>
                        <a:pt x="90" y="198"/>
                      </a:lnTo>
                      <a:lnTo>
                        <a:pt x="90" y="228"/>
                      </a:lnTo>
                      <a:lnTo>
                        <a:pt x="78" y="240"/>
                      </a:lnTo>
                      <a:lnTo>
                        <a:pt x="78" y="270"/>
                      </a:lnTo>
                      <a:lnTo>
                        <a:pt x="84" y="282"/>
                      </a:lnTo>
                      <a:lnTo>
                        <a:pt x="102" y="300"/>
                      </a:lnTo>
                      <a:lnTo>
                        <a:pt x="108" y="300"/>
                      </a:lnTo>
                      <a:lnTo>
                        <a:pt x="108" y="306"/>
                      </a:lnTo>
                      <a:lnTo>
                        <a:pt x="102" y="312"/>
                      </a:lnTo>
                      <a:lnTo>
                        <a:pt x="102" y="324"/>
                      </a:lnTo>
                      <a:lnTo>
                        <a:pt x="108" y="330"/>
                      </a:lnTo>
                      <a:lnTo>
                        <a:pt x="132" y="330"/>
                      </a:lnTo>
                      <a:lnTo>
                        <a:pt x="144" y="324"/>
                      </a:lnTo>
                      <a:lnTo>
                        <a:pt x="144" y="318"/>
                      </a:lnTo>
                      <a:lnTo>
                        <a:pt x="150" y="312"/>
                      </a:lnTo>
                      <a:lnTo>
                        <a:pt x="150" y="306"/>
                      </a:lnTo>
                      <a:lnTo>
                        <a:pt x="198" y="282"/>
                      </a:lnTo>
                      <a:lnTo>
                        <a:pt x="222" y="288"/>
                      </a:lnTo>
                      <a:lnTo>
                        <a:pt x="234" y="270"/>
                      </a:lnTo>
                      <a:lnTo>
                        <a:pt x="258" y="270"/>
                      </a:lnTo>
                      <a:lnTo>
                        <a:pt x="270" y="264"/>
                      </a:lnTo>
                      <a:lnTo>
                        <a:pt x="276" y="264"/>
                      </a:lnTo>
                      <a:lnTo>
                        <a:pt x="276" y="246"/>
                      </a:lnTo>
                      <a:close/>
                    </a:path>
                  </a:pathLst>
                </a:custGeom>
                <a:solidFill>
                  <a:srgbClr val="572772"/>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64" name="Korea, North" descr="© INSCALE GmbH, 05.05.2010&#10;http://www.presentationload.com/">
                  <a:extLst>
                    <a:ext uri="{FF2B5EF4-FFF2-40B4-BE49-F238E27FC236}">
                      <a16:creationId xmlns:a16="http://schemas.microsoft.com/office/drawing/2014/main" id="{C2CD0CED-3811-4752-BA18-2E888436D44C}"/>
                    </a:ext>
                  </a:extLst>
                </p:cNvPr>
                <p:cNvSpPr>
                  <a:spLocks/>
                </p:cNvSpPr>
                <p:nvPr/>
              </p:nvSpPr>
              <p:spPr bwMode="gray">
                <a:xfrm>
                  <a:off x="9319207" y="2316528"/>
                  <a:ext cx="148381" cy="189012"/>
                </a:xfrm>
                <a:custGeom>
                  <a:avLst/>
                  <a:gdLst>
                    <a:gd name="T0" fmla="*/ 2147483647 w 330"/>
                    <a:gd name="T1" fmla="*/ 0 h 420"/>
                    <a:gd name="T2" fmla="*/ 2147483647 w 330"/>
                    <a:gd name="T3" fmla="*/ 2147483647 h 420"/>
                    <a:gd name="T4" fmla="*/ 2147483647 w 330"/>
                    <a:gd name="T5" fmla="*/ 2147483647 h 420"/>
                    <a:gd name="T6" fmla="*/ 2147483647 w 330"/>
                    <a:gd name="T7" fmla="*/ 2147483647 h 420"/>
                    <a:gd name="T8" fmla="*/ 2147483647 w 330"/>
                    <a:gd name="T9" fmla="*/ 2147483647 h 420"/>
                    <a:gd name="T10" fmla="*/ 2147483647 w 330"/>
                    <a:gd name="T11" fmla="*/ 2147483647 h 420"/>
                    <a:gd name="T12" fmla="*/ 2147483647 w 330"/>
                    <a:gd name="T13" fmla="*/ 2147483647 h 420"/>
                    <a:gd name="T14" fmla="*/ 2147483647 w 330"/>
                    <a:gd name="T15" fmla="*/ 2147483647 h 420"/>
                    <a:gd name="T16" fmla="*/ 2147483647 w 330"/>
                    <a:gd name="T17" fmla="*/ 2147483647 h 420"/>
                    <a:gd name="T18" fmla="*/ 2147483647 w 330"/>
                    <a:gd name="T19" fmla="*/ 2147483647 h 420"/>
                    <a:gd name="T20" fmla="*/ 2147483647 w 330"/>
                    <a:gd name="T21" fmla="*/ 2147483647 h 420"/>
                    <a:gd name="T22" fmla="*/ 2147483647 w 330"/>
                    <a:gd name="T23" fmla="*/ 2147483647 h 420"/>
                    <a:gd name="T24" fmla="*/ 2147483647 w 330"/>
                    <a:gd name="T25" fmla="*/ 2147483647 h 420"/>
                    <a:gd name="T26" fmla="*/ 2147483647 w 330"/>
                    <a:gd name="T27" fmla="*/ 2147483647 h 420"/>
                    <a:gd name="T28" fmla="*/ 2147483647 w 330"/>
                    <a:gd name="T29" fmla="*/ 2147483647 h 420"/>
                    <a:gd name="T30" fmla="*/ 2147483647 w 330"/>
                    <a:gd name="T31" fmla="*/ 2147483647 h 420"/>
                    <a:gd name="T32" fmla="*/ 2147483647 w 330"/>
                    <a:gd name="T33" fmla="*/ 2147483647 h 420"/>
                    <a:gd name="T34" fmla="*/ 2147483647 w 330"/>
                    <a:gd name="T35" fmla="*/ 2147483647 h 420"/>
                    <a:gd name="T36" fmla="*/ 2147483647 w 330"/>
                    <a:gd name="T37" fmla="*/ 2147483647 h 420"/>
                    <a:gd name="T38" fmla="*/ 2147483647 w 330"/>
                    <a:gd name="T39" fmla="*/ 2147483647 h 420"/>
                    <a:gd name="T40" fmla="*/ 2147483647 w 330"/>
                    <a:gd name="T41" fmla="*/ 2147483647 h 420"/>
                    <a:gd name="T42" fmla="*/ 2147483647 w 330"/>
                    <a:gd name="T43" fmla="*/ 2147483647 h 420"/>
                    <a:gd name="T44" fmla="*/ 2147483647 w 330"/>
                    <a:gd name="T45" fmla="*/ 2147483647 h 420"/>
                    <a:gd name="T46" fmla="*/ 2147483647 w 330"/>
                    <a:gd name="T47" fmla="*/ 2147483647 h 420"/>
                    <a:gd name="T48" fmla="*/ 2147483647 w 330"/>
                    <a:gd name="T49" fmla="*/ 2147483647 h 420"/>
                    <a:gd name="T50" fmla="*/ 2147483647 w 330"/>
                    <a:gd name="T51" fmla="*/ 2147483647 h 420"/>
                    <a:gd name="T52" fmla="*/ 2147483647 w 330"/>
                    <a:gd name="T53" fmla="*/ 2147483647 h 420"/>
                    <a:gd name="T54" fmla="*/ 2147483647 w 330"/>
                    <a:gd name="T55" fmla="*/ 2147483647 h 420"/>
                    <a:gd name="T56" fmla="*/ 2147483647 w 330"/>
                    <a:gd name="T57" fmla="*/ 2147483647 h 420"/>
                    <a:gd name="T58" fmla="*/ 2147483647 w 330"/>
                    <a:gd name="T59" fmla="*/ 2147483647 h 420"/>
                    <a:gd name="T60" fmla="*/ 2147483647 w 330"/>
                    <a:gd name="T61" fmla="*/ 2147483647 h 420"/>
                    <a:gd name="T62" fmla="*/ 2147483647 w 330"/>
                    <a:gd name="T63" fmla="*/ 2147483647 h 420"/>
                    <a:gd name="T64" fmla="*/ 2147483647 w 330"/>
                    <a:gd name="T65" fmla="*/ 2147483647 h 420"/>
                    <a:gd name="T66" fmla="*/ 2147483647 w 330"/>
                    <a:gd name="T67" fmla="*/ 2147483647 h 420"/>
                    <a:gd name="T68" fmla="*/ 2147483647 w 330"/>
                    <a:gd name="T69" fmla="*/ 2147483647 h 420"/>
                    <a:gd name="T70" fmla="*/ 2147483647 w 330"/>
                    <a:gd name="T71" fmla="*/ 2147483647 h 420"/>
                    <a:gd name="T72" fmla="*/ 2147483647 w 330"/>
                    <a:gd name="T73" fmla="*/ 2147483647 h 420"/>
                    <a:gd name="T74" fmla="*/ 2147483647 w 330"/>
                    <a:gd name="T75" fmla="*/ 2147483647 h 420"/>
                    <a:gd name="T76" fmla="*/ 2147483647 w 330"/>
                    <a:gd name="T77" fmla="*/ 2147483647 h 420"/>
                    <a:gd name="T78" fmla="*/ 2147483647 w 330"/>
                    <a:gd name="T79" fmla="*/ 2147483647 h 420"/>
                    <a:gd name="T80" fmla="*/ 2147483647 w 330"/>
                    <a:gd name="T81" fmla="*/ 2147483647 h 420"/>
                    <a:gd name="T82" fmla="*/ 2147483647 w 330"/>
                    <a:gd name="T83" fmla="*/ 2147483647 h 420"/>
                    <a:gd name="T84" fmla="*/ 2147483647 w 330"/>
                    <a:gd name="T85" fmla="*/ 2147483647 h 420"/>
                    <a:gd name="T86" fmla="*/ 2147483647 w 330"/>
                    <a:gd name="T87" fmla="*/ 2147483647 h 420"/>
                    <a:gd name="T88" fmla="*/ 2147483647 w 330"/>
                    <a:gd name="T89" fmla="*/ 2147483647 h 420"/>
                    <a:gd name="T90" fmla="*/ 2147483647 w 330"/>
                    <a:gd name="T91" fmla="*/ 2147483647 h 420"/>
                    <a:gd name="T92" fmla="*/ 2147483647 w 330"/>
                    <a:gd name="T93" fmla="*/ 2147483647 h 420"/>
                    <a:gd name="T94" fmla="*/ 2147483647 w 330"/>
                    <a:gd name="T95" fmla="*/ 2147483647 h 420"/>
                    <a:gd name="T96" fmla="*/ 2147483647 w 330"/>
                    <a:gd name="T97" fmla="*/ 2147483647 h 420"/>
                    <a:gd name="T98" fmla="*/ 2147483647 w 330"/>
                    <a:gd name="T99" fmla="*/ 2147483647 h 420"/>
                    <a:gd name="T100" fmla="*/ 2147483647 w 330"/>
                    <a:gd name="T101" fmla="*/ 2147483647 h 420"/>
                    <a:gd name="T102" fmla="*/ 2147483647 w 330"/>
                    <a:gd name="T103" fmla="*/ 0 h 420"/>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330"/>
                    <a:gd name="T157" fmla="*/ 0 h 420"/>
                    <a:gd name="T158" fmla="*/ 330 w 330"/>
                    <a:gd name="T159" fmla="*/ 420 h 420"/>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330" h="420">
                      <a:moveTo>
                        <a:pt x="270" y="0"/>
                      </a:moveTo>
                      <a:lnTo>
                        <a:pt x="240" y="0"/>
                      </a:lnTo>
                      <a:lnTo>
                        <a:pt x="240" y="6"/>
                      </a:lnTo>
                      <a:lnTo>
                        <a:pt x="246" y="12"/>
                      </a:lnTo>
                      <a:lnTo>
                        <a:pt x="252" y="24"/>
                      </a:lnTo>
                      <a:lnTo>
                        <a:pt x="252" y="42"/>
                      </a:lnTo>
                      <a:lnTo>
                        <a:pt x="228" y="42"/>
                      </a:lnTo>
                      <a:lnTo>
                        <a:pt x="234" y="54"/>
                      </a:lnTo>
                      <a:lnTo>
                        <a:pt x="234" y="60"/>
                      </a:lnTo>
                      <a:lnTo>
                        <a:pt x="228" y="72"/>
                      </a:lnTo>
                      <a:lnTo>
                        <a:pt x="216" y="78"/>
                      </a:lnTo>
                      <a:lnTo>
                        <a:pt x="204" y="72"/>
                      </a:lnTo>
                      <a:lnTo>
                        <a:pt x="180" y="72"/>
                      </a:lnTo>
                      <a:lnTo>
                        <a:pt x="174" y="66"/>
                      </a:lnTo>
                      <a:lnTo>
                        <a:pt x="168" y="72"/>
                      </a:lnTo>
                      <a:lnTo>
                        <a:pt x="168" y="84"/>
                      </a:lnTo>
                      <a:lnTo>
                        <a:pt x="192" y="108"/>
                      </a:lnTo>
                      <a:lnTo>
                        <a:pt x="198" y="108"/>
                      </a:lnTo>
                      <a:lnTo>
                        <a:pt x="198" y="120"/>
                      </a:lnTo>
                      <a:lnTo>
                        <a:pt x="150" y="120"/>
                      </a:lnTo>
                      <a:lnTo>
                        <a:pt x="138" y="114"/>
                      </a:lnTo>
                      <a:lnTo>
                        <a:pt x="126" y="114"/>
                      </a:lnTo>
                      <a:lnTo>
                        <a:pt x="114" y="102"/>
                      </a:lnTo>
                      <a:lnTo>
                        <a:pt x="102" y="96"/>
                      </a:lnTo>
                      <a:lnTo>
                        <a:pt x="90" y="96"/>
                      </a:lnTo>
                      <a:lnTo>
                        <a:pt x="90" y="102"/>
                      </a:lnTo>
                      <a:lnTo>
                        <a:pt x="84" y="108"/>
                      </a:lnTo>
                      <a:lnTo>
                        <a:pt x="84" y="138"/>
                      </a:lnTo>
                      <a:lnTo>
                        <a:pt x="66" y="174"/>
                      </a:lnTo>
                      <a:lnTo>
                        <a:pt x="54" y="186"/>
                      </a:lnTo>
                      <a:lnTo>
                        <a:pt x="18" y="204"/>
                      </a:lnTo>
                      <a:lnTo>
                        <a:pt x="12" y="216"/>
                      </a:lnTo>
                      <a:lnTo>
                        <a:pt x="6" y="222"/>
                      </a:lnTo>
                      <a:lnTo>
                        <a:pt x="6" y="234"/>
                      </a:lnTo>
                      <a:lnTo>
                        <a:pt x="0" y="246"/>
                      </a:lnTo>
                      <a:lnTo>
                        <a:pt x="12" y="228"/>
                      </a:lnTo>
                      <a:lnTo>
                        <a:pt x="18" y="246"/>
                      </a:lnTo>
                      <a:lnTo>
                        <a:pt x="36" y="270"/>
                      </a:lnTo>
                      <a:lnTo>
                        <a:pt x="48" y="252"/>
                      </a:lnTo>
                      <a:lnTo>
                        <a:pt x="54" y="258"/>
                      </a:lnTo>
                      <a:lnTo>
                        <a:pt x="60" y="270"/>
                      </a:lnTo>
                      <a:lnTo>
                        <a:pt x="96" y="270"/>
                      </a:lnTo>
                      <a:lnTo>
                        <a:pt x="96" y="282"/>
                      </a:lnTo>
                      <a:lnTo>
                        <a:pt x="102" y="294"/>
                      </a:lnTo>
                      <a:lnTo>
                        <a:pt x="102" y="336"/>
                      </a:lnTo>
                      <a:lnTo>
                        <a:pt x="138" y="336"/>
                      </a:lnTo>
                      <a:lnTo>
                        <a:pt x="144" y="348"/>
                      </a:lnTo>
                      <a:lnTo>
                        <a:pt x="132" y="342"/>
                      </a:lnTo>
                      <a:lnTo>
                        <a:pt x="108" y="342"/>
                      </a:lnTo>
                      <a:lnTo>
                        <a:pt x="102" y="348"/>
                      </a:lnTo>
                      <a:lnTo>
                        <a:pt x="102" y="360"/>
                      </a:lnTo>
                      <a:lnTo>
                        <a:pt x="108" y="378"/>
                      </a:lnTo>
                      <a:lnTo>
                        <a:pt x="114" y="384"/>
                      </a:lnTo>
                      <a:lnTo>
                        <a:pt x="126" y="408"/>
                      </a:lnTo>
                      <a:lnTo>
                        <a:pt x="156" y="396"/>
                      </a:lnTo>
                      <a:lnTo>
                        <a:pt x="162" y="402"/>
                      </a:lnTo>
                      <a:lnTo>
                        <a:pt x="174" y="408"/>
                      </a:lnTo>
                      <a:lnTo>
                        <a:pt x="180" y="414"/>
                      </a:lnTo>
                      <a:lnTo>
                        <a:pt x="192" y="420"/>
                      </a:lnTo>
                      <a:lnTo>
                        <a:pt x="198" y="420"/>
                      </a:lnTo>
                      <a:lnTo>
                        <a:pt x="216" y="414"/>
                      </a:lnTo>
                      <a:lnTo>
                        <a:pt x="228" y="414"/>
                      </a:lnTo>
                      <a:lnTo>
                        <a:pt x="240" y="408"/>
                      </a:lnTo>
                      <a:lnTo>
                        <a:pt x="246" y="402"/>
                      </a:lnTo>
                      <a:lnTo>
                        <a:pt x="246" y="396"/>
                      </a:lnTo>
                      <a:lnTo>
                        <a:pt x="240" y="390"/>
                      </a:lnTo>
                      <a:lnTo>
                        <a:pt x="240" y="384"/>
                      </a:lnTo>
                      <a:lnTo>
                        <a:pt x="246" y="384"/>
                      </a:lnTo>
                      <a:lnTo>
                        <a:pt x="252" y="378"/>
                      </a:lnTo>
                      <a:lnTo>
                        <a:pt x="276" y="366"/>
                      </a:lnTo>
                      <a:lnTo>
                        <a:pt x="306" y="366"/>
                      </a:lnTo>
                      <a:lnTo>
                        <a:pt x="324" y="354"/>
                      </a:lnTo>
                      <a:lnTo>
                        <a:pt x="312" y="342"/>
                      </a:lnTo>
                      <a:lnTo>
                        <a:pt x="312" y="336"/>
                      </a:lnTo>
                      <a:lnTo>
                        <a:pt x="264" y="312"/>
                      </a:lnTo>
                      <a:lnTo>
                        <a:pt x="240" y="312"/>
                      </a:lnTo>
                      <a:lnTo>
                        <a:pt x="240" y="300"/>
                      </a:lnTo>
                      <a:lnTo>
                        <a:pt x="246" y="288"/>
                      </a:lnTo>
                      <a:lnTo>
                        <a:pt x="252" y="282"/>
                      </a:lnTo>
                      <a:lnTo>
                        <a:pt x="246" y="276"/>
                      </a:lnTo>
                      <a:lnTo>
                        <a:pt x="234" y="270"/>
                      </a:lnTo>
                      <a:lnTo>
                        <a:pt x="228" y="264"/>
                      </a:lnTo>
                      <a:lnTo>
                        <a:pt x="228" y="252"/>
                      </a:lnTo>
                      <a:lnTo>
                        <a:pt x="240" y="246"/>
                      </a:lnTo>
                      <a:lnTo>
                        <a:pt x="246" y="240"/>
                      </a:lnTo>
                      <a:lnTo>
                        <a:pt x="258" y="234"/>
                      </a:lnTo>
                      <a:lnTo>
                        <a:pt x="270" y="234"/>
                      </a:lnTo>
                      <a:lnTo>
                        <a:pt x="276" y="228"/>
                      </a:lnTo>
                      <a:lnTo>
                        <a:pt x="288" y="204"/>
                      </a:lnTo>
                      <a:lnTo>
                        <a:pt x="288" y="192"/>
                      </a:lnTo>
                      <a:lnTo>
                        <a:pt x="294" y="186"/>
                      </a:lnTo>
                      <a:lnTo>
                        <a:pt x="300" y="174"/>
                      </a:lnTo>
                      <a:lnTo>
                        <a:pt x="324" y="162"/>
                      </a:lnTo>
                      <a:lnTo>
                        <a:pt x="312" y="132"/>
                      </a:lnTo>
                      <a:lnTo>
                        <a:pt x="306" y="126"/>
                      </a:lnTo>
                      <a:lnTo>
                        <a:pt x="294" y="102"/>
                      </a:lnTo>
                      <a:lnTo>
                        <a:pt x="294" y="90"/>
                      </a:lnTo>
                      <a:lnTo>
                        <a:pt x="306" y="66"/>
                      </a:lnTo>
                      <a:lnTo>
                        <a:pt x="318" y="60"/>
                      </a:lnTo>
                      <a:lnTo>
                        <a:pt x="324" y="54"/>
                      </a:lnTo>
                      <a:lnTo>
                        <a:pt x="330" y="54"/>
                      </a:lnTo>
                      <a:lnTo>
                        <a:pt x="312" y="36"/>
                      </a:lnTo>
                      <a:lnTo>
                        <a:pt x="288" y="24"/>
                      </a:lnTo>
                      <a:lnTo>
                        <a:pt x="270" y="0"/>
                      </a:lnTo>
                      <a:close/>
                    </a:path>
                  </a:pathLst>
                </a:custGeom>
                <a:solidFill>
                  <a:srgbClr val="111111"/>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65" name="Kenya" descr="© INSCALE GmbH, 05.05.2010&#10;http://www.presentationload.com/">
                  <a:extLst>
                    <a:ext uri="{FF2B5EF4-FFF2-40B4-BE49-F238E27FC236}">
                      <a16:creationId xmlns:a16="http://schemas.microsoft.com/office/drawing/2014/main" id="{D2139D17-6BB6-4D59-8893-12B2D80ADB40}"/>
                    </a:ext>
                  </a:extLst>
                </p:cNvPr>
                <p:cNvSpPr>
                  <a:spLocks/>
                </p:cNvSpPr>
                <p:nvPr/>
              </p:nvSpPr>
              <p:spPr bwMode="gray">
                <a:xfrm>
                  <a:off x="6703090" y="3706734"/>
                  <a:ext cx="254370" cy="344462"/>
                </a:xfrm>
                <a:custGeom>
                  <a:avLst/>
                  <a:gdLst>
                    <a:gd name="T0" fmla="*/ 2147483647 w 564"/>
                    <a:gd name="T1" fmla="*/ 2147483647 h 762"/>
                    <a:gd name="T2" fmla="*/ 2147483647 w 564"/>
                    <a:gd name="T3" fmla="*/ 2147483647 h 762"/>
                    <a:gd name="T4" fmla="*/ 2147483647 w 564"/>
                    <a:gd name="T5" fmla="*/ 2147483647 h 762"/>
                    <a:gd name="T6" fmla="*/ 2147483647 w 564"/>
                    <a:gd name="T7" fmla="*/ 2147483647 h 762"/>
                    <a:gd name="T8" fmla="*/ 2147483647 w 564"/>
                    <a:gd name="T9" fmla="*/ 2147483647 h 762"/>
                    <a:gd name="T10" fmla="*/ 2147483647 w 564"/>
                    <a:gd name="T11" fmla="*/ 2147483647 h 762"/>
                    <a:gd name="T12" fmla="*/ 2147483647 w 564"/>
                    <a:gd name="T13" fmla="*/ 2147483647 h 762"/>
                    <a:gd name="T14" fmla="*/ 2147483647 w 564"/>
                    <a:gd name="T15" fmla="*/ 2147483647 h 762"/>
                    <a:gd name="T16" fmla="*/ 2147483647 w 564"/>
                    <a:gd name="T17" fmla="*/ 2147483647 h 762"/>
                    <a:gd name="T18" fmla="*/ 2147483647 w 564"/>
                    <a:gd name="T19" fmla="*/ 2147483647 h 762"/>
                    <a:gd name="T20" fmla="*/ 2147483647 w 564"/>
                    <a:gd name="T21" fmla="*/ 2147483647 h 762"/>
                    <a:gd name="T22" fmla="*/ 2147483647 w 564"/>
                    <a:gd name="T23" fmla="*/ 2147483647 h 762"/>
                    <a:gd name="T24" fmla="*/ 2147483647 w 564"/>
                    <a:gd name="T25" fmla="*/ 0 h 762"/>
                    <a:gd name="T26" fmla="*/ 2147483647 w 564"/>
                    <a:gd name="T27" fmla="*/ 2147483647 h 762"/>
                    <a:gd name="T28" fmla="*/ 2147483647 w 564"/>
                    <a:gd name="T29" fmla="*/ 2147483647 h 762"/>
                    <a:gd name="T30" fmla="*/ 2147483647 w 564"/>
                    <a:gd name="T31" fmla="*/ 2147483647 h 762"/>
                    <a:gd name="T32" fmla="*/ 2147483647 w 564"/>
                    <a:gd name="T33" fmla="*/ 2147483647 h 762"/>
                    <a:gd name="T34" fmla="*/ 2147483647 w 564"/>
                    <a:gd name="T35" fmla="*/ 2147483647 h 762"/>
                    <a:gd name="T36" fmla="*/ 2147483647 w 564"/>
                    <a:gd name="T37" fmla="*/ 2147483647 h 762"/>
                    <a:gd name="T38" fmla="*/ 2147483647 w 564"/>
                    <a:gd name="T39" fmla="*/ 2147483647 h 762"/>
                    <a:gd name="T40" fmla="*/ 2147483647 w 564"/>
                    <a:gd name="T41" fmla="*/ 2147483647 h 762"/>
                    <a:gd name="T42" fmla="*/ 2147483647 w 564"/>
                    <a:gd name="T43" fmla="*/ 2147483647 h 762"/>
                    <a:gd name="T44" fmla="*/ 2147483647 w 564"/>
                    <a:gd name="T45" fmla="*/ 2147483647 h 762"/>
                    <a:gd name="T46" fmla="*/ 2147483647 w 564"/>
                    <a:gd name="T47" fmla="*/ 2147483647 h 762"/>
                    <a:gd name="T48" fmla="*/ 2147483647 w 564"/>
                    <a:gd name="T49" fmla="*/ 2147483647 h 762"/>
                    <a:gd name="T50" fmla="*/ 2147483647 w 564"/>
                    <a:gd name="T51" fmla="*/ 2147483647 h 762"/>
                    <a:gd name="T52" fmla="*/ 2147483647 w 564"/>
                    <a:gd name="T53" fmla="*/ 2147483647 h 762"/>
                    <a:gd name="T54" fmla="*/ 2147483647 w 564"/>
                    <a:gd name="T55" fmla="*/ 2147483647 h 762"/>
                    <a:gd name="T56" fmla="*/ 2147483647 w 564"/>
                    <a:gd name="T57" fmla="*/ 2147483647 h 762"/>
                    <a:gd name="T58" fmla="*/ 0 w 564"/>
                    <a:gd name="T59" fmla="*/ 2147483647 h 762"/>
                    <a:gd name="T60" fmla="*/ 2147483647 w 564"/>
                    <a:gd name="T61" fmla="*/ 2147483647 h 762"/>
                    <a:gd name="T62" fmla="*/ 2147483647 w 564"/>
                    <a:gd name="T63" fmla="*/ 2147483647 h 762"/>
                    <a:gd name="T64" fmla="*/ 2147483647 w 564"/>
                    <a:gd name="T65" fmla="*/ 2147483647 h 762"/>
                    <a:gd name="T66" fmla="*/ 2147483647 w 564"/>
                    <a:gd name="T67" fmla="*/ 2147483647 h 762"/>
                    <a:gd name="T68" fmla="*/ 2147483647 w 564"/>
                    <a:gd name="T69" fmla="*/ 2147483647 h 762"/>
                    <a:gd name="T70" fmla="*/ 0 w 564"/>
                    <a:gd name="T71" fmla="*/ 2147483647 h 762"/>
                    <a:gd name="T72" fmla="*/ 2147483647 w 564"/>
                    <a:gd name="T73" fmla="*/ 2147483647 h 762"/>
                    <a:gd name="T74" fmla="*/ 2147483647 w 564"/>
                    <a:gd name="T75" fmla="*/ 2147483647 h 762"/>
                    <a:gd name="T76" fmla="*/ 2147483647 w 564"/>
                    <a:gd name="T77" fmla="*/ 2147483647 h 762"/>
                    <a:gd name="T78" fmla="*/ 2147483647 w 564"/>
                    <a:gd name="T79" fmla="*/ 2147483647 h 762"/>
                    <a:gd name="T80" fmla="*/ 2147483647 w 564"/>
                    <a:gd name="T81" fmla="*/ 2147483647 h 762"/>
                    <a:gd name="T82" fmla="*/ 2147483647 w 564"/>
                    <a:gd name="T83" fmla="*/ 2147483647 h 762"/>
                    <a:gd name="T84" fmla="*/ 2147483647 w 564"/>
                    <a:gd name="T85" fmla="*/ 2147483647 h 762"/>
                    <a:gd name="T86" fmla="*/ 2147483647 w 564"/>
                    <a:gd name="T87" fmla="*/ 2147483647 h 762"/>
                    <a:gd name="T88" fmla="*/ 2147483647 w 564"/>
                    <a:gd name="T89" fmla="*/ 2147483647 h 762"/>
                    <a:gd name="T90" fmla="*/ 2147483647 w 564"/>
                    <a:gd name="T91" fmla="*/ 2147483647 h 762"/>
                    <a:gd name="T92" fmla="*/ 2147483647 w 564"/>
                    <a:gd name="T93" fmla="*/ 2147483647 h 762"/>
                    <a:gd name="T94" fmla="*/ 2147483647 w 564"/>
                    <a:gd name="T95" fmla="*/ 2147483647 h 762"/>
                    <a:gd name="T96" fmla="*/ 2147483647 w 564"/>
                    <a:gd name="T97" fmla="*/ 2147483647 h 762"/>
                    <a:gd name="T98" fmla="*/ 2147483647 w 564"/>
                    <a:gd name="T99" fmla="*/ 2147483647 h 762"/>
                    <a:gd name="T100" fmla="*/ 2147483647 w 564"/>
                    <a:gd name="T101" fmla="*/ 2147483647 h 76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564"/>
                    <a:gd name="T154" fmla="*/ 0 h 762"/>
                    <a:gd name="T155" fmla="*/ 564 w 564"/>
                    <a:gd name="T156" fmla="*/ 762 h 76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564" h="762">
                      <a:moveTo>
                        <a:pt x="498" y="150"/>
                      </a:moveTo>
                      <a:lnTo>
                        <a:pt x="540" y="108"/>
                      </a:lnTo>
                      <a:lnTo>
                        <a:pt x="558" y="72"/>
                      </a:lnTo>
                      <a:lnTo>
                        <a:pt x="564" y="66"/>
                      </a:lnTo>
                      <a:lnTo>
                        <a:pt x="564" y="60"/>
                      </a:lnTo>
                      <a:lnTo>
                        <a:pt x="540" y="54"/>
                      </a:lnTo>
                      <a:lnTo>
                        <a:pt x="534" y="60"/>
                      </a:lnTo>
                      <a:lnTo>
                        <a:pt x="504" y="60"/>
                      </a:lnTo>
                      <a:lnTo>
                        <a:pt x="480" y="30"/>
                      </a:lnTo>
                      <a:lnTo>
                        <a:pt x="462" y="48"/>
                      </a:lnTo>
                      <a:lnTo>
                        <a:pt x="456" y="48"/>
                      </a:lnTo>
                      <a:lnTo>
                        <a:pt x="450" y="54"/>
                      </a:lnTo>
                      <a:lnTo>
                        <a:pt x="438" y="60"/>
                      </a:lnTo>
                      <a:lnTo>
                        <a:pt x="426" y="60"/>
                      </a:lnTo>
                      <a:lnTo>
                        <a:pt x="414" y="72"/>
                      </a:lnTo>
                      <a:lnTo>
                        <a:pt x="414" y="84"/>
                      </a:lnTo>
                      <a:lnTo>
                        <a:pt x="390" y="102"/>
                      </a:lnTo>
                      <a:lnTo>
                        <a:pt x="378" y="96"/>
                      </a:lnTo>
                      <a:lnTo>
                        <a:pt x="372" y="96"/>
                      </a:lnTo>
                      <a:lnTo>
                        <a:pt x="360" y="90"/>
                      </a:lnTo>
                      <a:lnTo>
                        <a:pt x="330" y="90"/>
                      </a:lnTo>
                      <a:lnTo>
                        <a:pt x="318" y="84"/>
                      </a:lnTo>
                      <a:lnTo>
                        <a:pt x="288" y="84"/>
                      </a:lnTo>
                      <a:lnTo>
                        <a:pt x="210" y="24"/>
                      </a:lnTo>
                      <a:lnTo>
                        <a:pt x="138" y="18"/>
                      </a:lnTo>
                      <a:lnTo>
                        <a:pt x="132" y="0"/>
                      </a:lnTo>
                      <a:lnTo>
                        <a:pt x="108" y="12"/>
                      </a:lnTo>
                      <a:lnTo>
                        <a:pt x="18" y="12"/>
                      </a:lnTo>
                      <a:lnTo>
                        <a:pt x="0" y="42"/>
                      </a:lnTo>
                      <a:lnTo>
                        <a:pt x="6" y="48"/>
                      </a:lnTo>
                      <a:lnTo>
                        <a:pt x="12" y="60"/>
                      </a:lnTo>
                      <a:lnTo>
                        <a:pt x="12" y="84"/>
                      </a:lnTo>
                      <a:lnTo>
                        <a:pt x="18" y="84"/>
                      </a:lnTo>
                      <a:lnTo>
                        <a:pt x="24" y="90"/>
                      </a:lnTo>
                      <a:lnTo>
                        <a:pt x="24" y="84"/>
                      </a:lnTo>
                      <a:lnTo>
                        <a:pt x="30" y="84"/>
                      </a:lnTo>
                      <a:lnTo>
                        <a:pt x="30" y="96"/>
                      </a:lnTo>
                      <a:lnTo>
                        <a:pt x="24" y="102"/>
                      </a:lnTo>
                      <a:lnTo>
                        <a:pt x="24" y="108"/>
                      </a:lnTo>
                      <a:lnTo>
                        <a:pt x="42" y="126"/>
                      </a:lnTo>
                      <a:lnTo>
                        <a:pt x="36" y="132"/>
                      </a:lnTo>
                      <a:lnTo>
                        <a:pt x="72" y="174"/>
                      </a:lnTo>
                      <a:lnTo>
                        <a:pt x="66" y="180"/>
                      </a:lnTo>
                      <a:lnTo>
                        <a:pt x="60" y="180"/>
                      </a:lnTo>
                      <a:lnTo>
                        <a:pt x="54" y="186"/>
                      </a:lnTo>
                      <a:lnTo>
                        <a:pt x="54" y="192"/>
                      </a:lnTo>
                      <a:lnTo>
                        <a:pt x="66" y="216"/>
                      </a:lnTo>
                      <a:lnTo>
                        <a:pt x="72" y="222"/>
                      </a:lnTo>
                      <a:lnTo>
                        <a:pt x="78" y="234"/>
                      </a:lnTo>
                      <a:lnTo>
                        <a:pt x="78" y="246"/>
                      </a:lnTo>
                      <a:lnTo>
                        <a:pt x="66" y="258"/>
                      </a:lnTo>
                      <a:lnTo>
                        <a:pt x="60" y="282"/>
                      </a:lnTo>
                      <a:lnTo>
                        <a:pt x="42" y="282"/>
                      </a:lnTo>
                      <a:lnTo>
                        <a:pt x="36" y="288"/>
                      </a:lnTo>
                      <a:lnTo>
                        <a:pt x="36" y="312"/>
                      </a:lnTo>
                      <a:lnTo>
                        <a:pt x="18" y="324"/>
                      </a:lnTo>
                      <a:lnTo>
                        <a:pt x="12" y="342"/>
                      </a:lnTo>
                      <a:lnTo>
                        <a:pt x="6" y="348"/>
                      </a:lnTo>
                      <a:lnTo>
                        <a:pt x="0" y="360"/>
                      </a:lnTo>
                      <a:lnTo>
                        <a:pt x="0" y="384"/>
                      </a:lnTo>
                      <a:lnTo>
                        <a:pt x="18" y="402"/>
                      </a:lnTo>
                      <a:lnTo>
                        <a:pt x="30" y="402"/>
                      </a:lnTo>
                      <a:lnTo>
                        <a:pt x="30" y="390"/>
                      </a:lnTo>
                      <a:lnTo>
                        <a:pt x="54" y="390"/>
                      </a:lnTo>
                      <a:lnTo>
                        <a:pt x="60" y="408"/>
                      </a:lnTo>
                      <a:lnTo>
                        <a:pt x="42" y="408"/>
                      </a:lnTo>
                      <a:lnTo>
                        <a:pt x="30" y="420"/>
                      </a:lnTo>
                      <a:lnTo>
                        <a:pt x="24" y="414"/>
                      </a:lnTo>
                      <a:lnTo>
                        <a:pt x="18" y="414"/>
                      </a:lnTo>
                      <a:lnTo>
                        <a:pt x="6" y="420"/>
                      </a:lnTo>
                      <a:lnTo>
                        <a:pt x="0" y="432"/>
                      </a:lnTo>
                      <a:lnTo>
                        <a:pt x="0" y="438"/>
                      </a:lnTo>
                      <a:lnTo>
                        <a:pt x="12" y="450"/>
                      </a:lnTo>
                      <a:lnTo>
                        <a:pt x="6" y="468"/>
                      </a:lnTo>
                      <a:lnTo>
                        <a:pt x="258" y="624"/>
                      </a:lnTo>
                      <a:lnTo>
                        <a:pt x="270" y="636"/>
                      </a:lnTo>
                      <a:lnTo>
                        <a:pt x="270" y="642"/>
                      </a:lnTo>
                      <a:lnTo>
                        <a:pt x="264" y="648"/>
                      </a:lnTo>
                      <a:lnTo>
                        <a:pt x="258" y="648"/>
                      </a:lnTo>
                      <a:lnTo>
                        <a:pt x="252" y="654"/>
                      </a:lnTo>
                      <a:lnTo>
                        <a:pt x="366" y="762"/>
                      </a:lnTo>
                      <a:lnTo>
                        <a:pt x="384" y="756"/>
                      </a:lnTo>
                      <a:lnTo>
                        <a:pt x="414" y="690"/>
                      </a:lnTo>
                      <a:lnTo>
                        <a:pt x="414" y="660"/>
                      </a:lnTo>
                      <a:lnTo>
                        <a:pt x="426" y="648"/>
                      </a:lnTo>
                      <a:lnTo>
                        <a:pt x="432" y="648"/>
                      </a:lnTo>
                      <a:lnTo>
                        <a:pt x="444" y="636"/>
                      </a:lnTo>
                      <a:lnTo>
                        <a:pt x="444" y="624"/>
                      </a:lnTo>
                      <a:lnTo>
                        <a:pt x="438" y="618"/>
                      </a:lnTo>
                      <a:lnTo>
                        <a:pt x="438" y="600"/>
                      </a:lnTo>
                      <a:lnTo>
                        <a:pt x="444" y="594"/>
                      </a:lnTo>
                      <a:lnTo>
                        <a:pt x="456" y="588"/>
                      </a:lnTo>
                      <a:lnTo>
                        <a:pt x="468" y="588"/>
                      </a:lnTo>
                      <a:lnTo>
                        <a:pt x="474" y="582"/>
                      </a:lnTo>
                      <a:lnTo>
                        <a:pt x="480" y="582"/>
                      </a:lnTo>
                      <a:lnTo>
                        <a:pt x="486" y="540"/>
                      </a:lnTo>
                      <a:lnTo>
                        <a:pt x="516" y="540"/>
                      </a:lnTo>
                      <a:lnTo>
                        <a:pt x="528" y="534"/>
                      </a:lnTo>
                      <a:lnTo>
                        <a:pt x="534" y="522"/>
                      </a:lnTo>
                      <a:lnTo>
                        <a:pt x="540" y="516"/>
                      </a:lnTo>
                      <a:lnTo>
                        <a:pt x="498" y="450"/>
                      </a:lnTo>
                      <a:lnTo>
                        <a:pt x="498" y="150"/>
                      </a:lnTo>
                      <a:close/>
                    </a:path>
                  </a:pathLst>
                </a:custGeom>
                <a:solidFill>
                  <a:srgbClr val="9C968E"/>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66" name="Kazakhstan" descr="© INSCALE GmbH, 05.05.2010&#10;http://www.presentationload.com/">
                  <a:extLst>
                    <a:ext uri="{FF2B5EF4-FFF2-40B4-BE49-F238E27FC236}">
                      <a16:creationId xmlns:a16="http://schemas.microsoft.com/office/drawing/2014/main" id="{D13B9375-F887-4C8A-9C79-3356275B6AC2}"/>
                    </a:ext>
                  </a:extLst>
                </p:cNvPr>
                <p:cNvSpPr>
                  <a:spLocks noEditPoints="1"/>
                </p:cNvSpPr>
                <p:nvPr/>
              </p:nvSpPr>
              <p:spPr bwMode="gray">
                <a:xfrm>
                  <a:off x="6962758" y="1876681"/>
                  <a:ext cx="1135829" cy="526404"/>
                </a:xfrm>
                <a:custGeom>
                  <a:avLst/>
                  <a:gdLst>
                    <a:gd name="T0" fmla="*/ 2147483647 w 2514"/>
                    <a:gd name="T1" fmla="*/ 2147483647 h 1164"/>
                    <a:gd name="T2" fmla="*/ 2147483647 w 2514"/>
                    <a:gd name="T3" fmla="*/ 2147483647 h 1164"/>
                    <a:gd name="T4" fmla="*/ 2147483647 w 2514"/>
                    <a:gd name="T5" fmla="*/ 2147483647 h 1164"/>
                    <a:gd name="T6" fmla="*/ 2147483647 w 2514"/>
                    <a:gd name="T7" fmla="*/ 2147483647 h 1164"/>
                    <a:gd name="T8" fmla="*/ 2147483647 w 2514"/>
                    <a:gd name="T9" fmla="*/ 2147483647 h 1164"/>
                    <a:gd name="T10" fmla="*/ 2147483647 w 2514"/>
                    <a:gd name="T11" fmla="*/ 2147483647 h 1164"/>
                    <a:gd name="T12" fmla="*/ 2147483647 w 2514"/>
                    <a:gd name="T13" fmla="*/ 2147483647 h 1164"/>
                    <a:gd name="T14" fmla="*/ 2147483647 w 2514"/>
                    <a:gd name="T15" fmla="*/ 2147483647 h 1164"/>
                    <a:gd name="T16" fmla="*/ 2147483647 w 2514"/>
                    <a:gd name="T17" fmla="*/ 2147483647 h 1164"/>
                    <a:gd name="T18" fmla="*/ 2147483647 w 2514"/>
                    <a:gd name="T19" fmla="*/ 2147483647 h 1164"/>
                    <a:gd name="T20" fmla="*/ 2147483647 w 2514"/>
                    <a:gd name="T21" fmla="*/ 2147483647 h 1164"/>
                    <a:gd name="T22" fmla="*/ 2147483647 w 2514"/>
                    <a:gd name="T23" fmla="*/ 2147483647 h 1164"/>
                    <a:gd name="T24" fmla="*/ 2147483647 w 2514"/>
                    <a:gd name="T25" fmla="*/ 2147483647 h 1164"/>
                    <a:gd name="T26" fmla="*/ 2147483647 w 2514"/>
                    <a:gd name="T27" fmla="*/ 2147483647 h 1164"/>
                    <a:gd name="T28" fmla="*/ 2147483647 w 2514"/>
                    <a:gd name="T29" fmla="*/ 2147483647 h 1164"/>
                    <a:gd name="T30" fmla="*/ 2147483647 w 2514"/>
                    <a:gd name="T31" fmla="*/ 2147483647 h 1164"/>
                    <a:gd name="T32" fmla="*/ 2147483647 w 2514"/>
                    <a:gd name="T33" fmla="*/ 2147483647 h 1164"/>
                    <a:gd name="T34" fmla="*/ 2147483647 w 2514"/>
                    <a:gd name="T35" fmla="*/ 2147483647 h 1164"/>
                    <a:gd name="T36" fmla="*/ 2147483647 w 2514"/>
                    <a:gd name="T37" fmla="*/ 2147483647 h 1164"/>
                    <a:gd name="T38" fmla="*/ 2147483647 w 2514"/>
                    <a:gd name="T39" fmla="*/ 2147483647 h 1164"/>
                    <a:gd name="T40" fmla="*/ 2147483647 w 2514"/>
                    <a:gd name="T41" fmla="*/ 2147483647 h 1164"/>
                    <a:gd name="T42" fmla="*/ 2147483647 w 2514"/>
                    <a:gd name="T43" fmla="*/ 2147483647 h 1164"/>
                    <a:gd name="T44" fmla="*/ 2147483647 w 2514"/>
                    <a:gd name="T45" fmla="*/ 2147483647 h 1164"/>
                    <a:gd name="T46" fmla="*/ 2147483647 w 2514"/>
                    <a:gd name="T47" fmla="*/ 2147483647 h 1164"/>
                    <a:gd name="T48" fmla="*/ 2147483647 w 2514"/>
                    <a:gd name="T49" fmla="*/ 2147483647 h 1164"/>
                    <a:gd name="T50" fmla="*/ 2147483647 w 2514"/>
                    <a:gd name="T51" fmla="*/ 2147483647 h 1164"/>
                    <a:gd name="T52" fmla="*/ 2147483647 w 2514"/>
                    <a:gd name="T53" fmla="*/ 2147483647 h 1164"/>
                    <a:gd name="T54" fmla="*/ 2147483647 w 2514"/>
                    <a:gd name="T55" fmla="*/ 2147483647 h 1164"/>
                    <a:gd name="T56" fmla="*/ 2147483647 w 2514"/>
                    <a:gd name="T57" fmla="*/ 2147483647 h 1164"/>
                    <a:gd name="T58" fmla="*/ 2147483647 w 2514"/>
                    <a:gd name="T59" fmla="*/ 2147483647 h 1164"/>
                    <a:gd name="T60" fmla="*/ 2147483647 w 2514"/>
                    <a:gd name="T61" fmla="*/ 2147483647 h 1164"/>
                    <a:gd name="T62" fmla="*/ 2147483647 w 2514"/>
                    <a:gd name="T63" fmla="*/ 2147483647 h 1164"/>
                    <a:gd name="T64" fmla="*/ 2147483647 w 2514"/>
                    <a:gd name="T65" fmla="*/ 2147483647 h 1164"/>
                    <a:gd name="T66" fmla="*/ 2147483647 w 2514"/>
                    <a:gd name="T67" fmla="*/ 2147483647 h 1164"/>
                    <a:gd name="T68" fmla="*/ 2147483647 w 2514"/>
                    <a:gd name="T69" fmla="*/ 2147483647 h 1164"/>
                    <a:gd name="T70" fmla="*/ 2147483647 w 2514"/>
                    <a:gd name="T71" fmla="*/ 2147483647 h 1164"/>
                    <a:gd name="T72" fmla="*/ 2147483647 w 2514"/>
                    <a:gd name="T73" fmla="*/ 2147483647 h 1164"/>
                    <a:gd name="T74" fmla="*/ 2147483647 w 2514"/>
                    <a:gd name="T75" fmla="*/ 2147483647 h 1164"/>
                    <a:gd name="T76" fmla="*/ 2147483647 w 2514"/>
                    <a:gd name="T77" fmla="*/ 2147483647 h 1164"/>
                    <a:gd name="T78" fmla="*/ 2147483647 w 2514"/>
                    <a:gd name="T79" fmla="*/ 2147483647 h 1164"/>
                    <a:gd name="T80" fmla="*/ 2147483647 w 2514"/>
                    <a:gd name="T81" fmla="*/ 2147483647 h 1164"/>
                    <a:gd name="T82" fmla="*/ 2147483647 w 2514"/>
                    <a:gd name="T83" fmla="*/ 2147483647 h 1164"/>
                    <a:gd name="T84" fmla="*/ 2147483647 w 2514"/>
                    <a:gd name="T85" fmla="*/ 2147483647 h 1164"/>
                    <a:gd name="T86" fmla="*/ 2147483647 w 2514"/>
                    <a:gd name="T87" fmla="*/ 2147483647 h 1164"/>
                    <a:gd name="T88" fmla="*/ 2147483647 w 2514"/>
                    <a:gd name="T89" fmla="*/ 2147483647 h 1164"/>
                    <a:gd name="T90" fmla="*/ 2147483647 w 2514"/>
                    <a:gd name="T91" fmla="*/ 2147483647 h 1164"/>
                    <a:gd name="T92" fmla="*/ 2147483647 w 2514"/>
                    <a:gd name="T93" fmla="*/ 2147483647 h 1164"/>
                    <a:gd name="T94" fmla="*/ 2147483647 w 2514"/>
                    <a:gd name="T95" fmla="*/ 2147483647 h 1164"/>
                    <a:gd name="T96" fmla="*/ 2147483647 w 2514"/>
                    <a:gd name="T97" fmla="*/ 2147483647 h 1164"/>
                    <a:gd name="T98" fmla="*/ 2147483647 w 2514"/>
                    <a:gd name="T99" fmla="*/ 2147483647 h 1164"/>
                    <a:gd name="T100" fmla="*/ 2147483647 w 2514"/>
                    <a:gd name="T101" fmla="*/ 2147483647 h 1164"/>
                    <a:gd name="T102" fmla="*/ 2147483647 w 2514"/>
                    <a:gd name="T103" fmla="*/ 2147483647 h 1164"/>
                    <a:gd name="T104" fmla="*/ 2147483647 w 2514"/>
                    <a:gd name="T105" fmla="*/ 2147483647 h 1164"/>
                    <a:gd name="T106" fmla="*/ 2147483647 w 2514"/>
                    <a:gd name="T107" fmla="*/ 2147483647 h 1164"/>
                    <a:gd name="T108" fmla="*/ 2147483647 w 2514"/>
                    <a:gd name="T109" fmla="*/ 2147483647 h 1164"/>
                    <a:gd name="T110" fmla="*/ 2147483647 w 2514"/>
                    <a:gd name="T111" fmla="*/ 2147483647 h 1164"/>
                    <a:gd name="T112" fmla="*/ 2147483647 w 2514"/>
                    <a:gd name="T113" fmla="*/ 2147483647 h 1164"/>
                    <a:gd name="T114" fmla="*/ 2147483647 w 2514"/>
                    <a:gd name="T115" fmla="*/ 2147483647 h 1164"/>
                    <a:gd name="T116" fmla="*/ 2147483647 w 2514"/>
                    <a:gd name="T117" fmla="*/ 2147483647 h 1164"/>
                    <a:gd name="T118" fmla="*/ 2147483647 w 2514"/>
                    <a:gd name="T119" fmla="*/ 2147483647 h 1164"/>
                    <a:gd name="T120" fmla="*/ 2147483647 w 2514"/>
                    <a:gd name="T121" fmla="*/ 2147483647 h 1164"/>
                    <a:gd name="T122" fmla="*/ 2147483647 w 2514"/>
                    <a:gd name="T123" fmla="*/ 2147483647 h 1164"/>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2514"/>
                    <a:gd name="T187" fmla="*/ 0 h 1164"/>
                    <a:gd name="T188" fmla="*/ 2514 w 2514"/>
                    <a:gd name="T189" fmla="*/ 1164 h 1164"/>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2514" h="1164">
                      <a:moveTo>
                        <a:pt x="852" y="756"/>
                      </a:moveTo>
                      <a:lnTo>
                        <a:pt x="840" y="744"/>
                      </a:lnTo>
                      <a:lnTo>
                        <a:pt x="822" y="768"/>
                      </a:lnTo>
                      <a:lnTo>
                        <a:pt x="816" y="780"/>
                      </a:lnTo>
                      <a:lnTo>
                        <a:pt x="870" y="804"/>
                      </a:lnTo>
                      <a:lnTo>
                        <a:pt x="870" y="786"/>
                      </a:lnTo>
                      <a:lnTo>
                        <a:pt x="864" y="780"/>
                      </a:lnTo>
                      <a:lnTo>
                        <a:pt x="858" y="768"/>
                      </a:lnTo>
                      <a:lnTo>
                        <a:pt x="858" y="762"/>
                      </a:lnTo>
                      <a:lnTo>
                        <a:pt x="852" y="756"/>
                      </a:lnTo>
                      <a:close/>
                      <a:moveTo>
                        <a:pt x="2484" y="492"/>
                      </a:moveTo>
                      <a:lnTo>
                        <a:pt x="2484" y="486"/>
                      </a:lnTo>
                      <a:lnTo>
                        <a:pt x="2514" y="486"/>
                      </a:lnTo>
                      <a:lnTo>
                        <a:pt x="2478" y="444"/>
                      </a:lnTo>
                      <a:lnTo>
                        <a:pt x="2454" y="420"/>
                      </a:lnTo>
                      <a:lnTo>
                        <a:pt x="2442" y="456"/>
                      </a:lnTo>
                      <a:lnTo>
                        <a:pt x="2370" y="450"/>
                      </a:lnTo>
                      <a:lnTo>
                        <a:pt x="2370" y="444"/>
                      </a:lnTo>
                      <a:lnTo>
                        <a:pt x="2364" y="438"/>
                      </a:lnTo>
                      <a:lnTo>
                        <a:pt x="2358" y="426"/>
                      </a:lnTo>
                      <a:lnTo>
                        <a:pt x="2352" y="420"/>
                      </a:lnTo>
                      <a:lnTo>
                        <a:pt x="2346" y="408"/>
                      </a:lnTo>
                      <a:lnTo>
                        <a:pt x="2346" y="402"/>
                      </a:lnTo>
                      <a:lnTo>
                        <a:pt x="2340" y="402"/>
                      </a:lnTo>
                      <a:lnTo>
                        <a:pt x="2328" y="396"/>
                      </a:lnTo>
                      <a:lnTo>
                        <a:pt x="2316" y="396"/>
                      </a:lnTo>
                      <a:lnTo>
                        <a:pt x="2304" y="390"/>
                      </a:lnTo>
                      <a:lnTo>
                        <a:pt x="2292" y="390"/>
                      </a:lnTo>
                      <a:lnTo>
                        <a:pt x="2286" y="378"/>
                      </a:lnTo>
                      <a:lnTo>
                        <a:pt x="2274" y="372"/>
                      </a:lnTo>
                      <a:lnTo>
                        <a:pt x="2250" y="348"/>
                      </a:lnTo>
                      <a:lnTo>
                        <a:pt x="2226" y="336"/>
                      </a:lnTo>
                      <a:lnTo>
                        <a:pt x="2208" y="336"/>
                      </a:lnTo>
                      <a:lnTo>
                        <a:pt x="2196" y="342"/>
                      </a:lnTo>
                      <a:lnTo>
                        <a:pt x="2178" y="348"/>
                      </a:lnTo>
                      <a:lnTo>
                        <a:pt x="2166" y="354"/>
                      </a:lnTo>
                      <a:lnTo>
                        <a:pt x="2160" y="366"/>
                      </a:lnTo>
                      <a:lnTo>
                        <a:pt x="2136" y="366"/>
                      </a:lnTo>
                      <a:lnTo>
                        <a:pt x="2124" y="360"/>
                      </a:lnTo>
                      <a:lnTo>
                        <a:pt x="2118" y="348"/>
                      </a:lnTo>
                      <a:lnTo>
                        <a:pt x="2106" y="342"/>
                      </a:lnTo>
                      <a:lnTo>
                        <a:pt x="2076" y="342"/>
                      </a:lnTo>
                      <a:lnTo>
                        <a:pt x="2076" y="336"/>
                      </a:lnTo>
                      <a:lnTo>
                        <a:pt x="2070" y="330"/>
                      </a:lnTo>
                      <a:lnTo>
                        <a:pt x="2070" y="318"/>
                      </a:lnTo>
                      <a:lnTo>
                        <a:pt x="2064" y="312"/>
                      </a:lnTo>
                      <a:lnTo>
                        <a:pt x="2052" y="312"/>
                      </a:lnTo>
                      <a:lnTo>
                        <a:pt x="2052" y="318"/>
                      </a:lnTo>
                      <a:lnTo>
                        <a:pt x="2046" y="324"/>
                      </a:lnTo>
                      <a:lnTo>
                        <a:pt x="2046" y="336"/>
                      </a:lnTo>
                      <a:lnTo>
                        <a:pt x="2034" y="348"/>
                      </a:lnTo>
                      <a:lnTo>
                        <a:pt x="2022" y="354"/>
                      </a:lnTo>
                      <a:lnTo>
                        <a:pt x="2010" y="354"/>
                      </a:lnTo>
                      <a:lnTo>
                        <a:pt x="1998" y="348"/>
                      </a:lnTo>
                      <a:lnTo>
                        <a:pt x="1986" y="336"/>
                      </a:lnTo>
                      <a:lnTo>
                        <a:pt x="1974" y="318"/>
                      </a:lnTo>
                      <a:lnTo>
                        <a:pt x="1938" y="282"/>
                      </a:lnTo>
                      <a:lnTo>
                        <a:pt x="1920" y="258"/>
                      </a:lnTo>
                      <a:lnTo>
                        <a:pt x="1848" y="198"/>
                      </a:lnTo>
                      <a:lnTo>
                        <a:pt x="1818" y="168"/>
                      </a:lnTo>
                      <a:lnTo>
                        <a:pt x="1800" y="156"/>
                      </a:lnTo>
                      <a:lnTo>
                        <a:pt x="1788" y="150"/>
                      </a:lnTo>
                      <a:lnTo>
                        <a:pt x="1758" y="132"/>
                      </a:lnTo>
                      <a:lnTo>
                        <a:pt x="1728" y="120"/>
                      </a:lnTo>
                      <a:lnTo>
                        <a:pt x="1692" y="102"/>
                      </a:lnTo>
                      <a:lnTo>
                        <a:pt x="1698" y="102"/>
                      </a:lnTo>
                      <a:lnTo>
                        <a:pt x="1710" y="90"/>
                      </a:lnTo>
                      <a:lnTo>
                        <a:pt x="1710" y="72"/>
                      </a:lnTo>
                      <a:lnTo>
                        <a:pt x="1704" y="66"/>
                      </a:lnTo>
                      <a:lnTo>
                        <a:pt x="1698" y="66"/>
                      </a:lnTo>
                      <a:lnTo>
                        <a:pt x="1680" y="84"/>
                      </a:lnTo>
                      <a:lnTo>
                        <a:pt x="1644" y="96"/>
                      </a:lnTo>
                      <a:lnTo>
                        <a:pt x="1632" y="114"/>
                      </a:lnTo>
                      <a:lnTo>
                        <a:pt x="1620" y="114"/>
                      </a:lnTo>
                      <a:lnTo>
                        <a:pt x="1608" y="120"/>
                      </a:lnTo>
                      <a:lnTo>
                        <a:pt x="1602" y="126"/>
                      </a:lnTo>
                      <a:lnTo>
                        <a:pt x="1602" y="144"/>
                      </a:lnTo>
                      <a:lnTo>
                        <a:pt x="1590" y="156"/>
                      </a:lnTo>
                      <a:lnTo>
                        <a:pt x="1578" y="150"/>
                      </a:lnTo>
                      <a:lnTo>
                        <a:pt x="1572" y="144"/>
                      </a:lnTo>
                      <a:lnTo>
                        <a:pt x="1560" y="138"/>
                      </a:lnTo>
                      <a:lnTo>
                        <a:pt x="1554" y="132"/>
                      </a:lnTo>
                      <a:lnTo>
                        <a:pt x="1548" y="132"/>
                      </a:lnTo>
                      <a:lnTo>
                        <a:pt x="1542" y="138"/>
                      </a:lnTo>
                      <a:lnTo>
                        <a:pt x="1536" y="138"/>
                      </a:lnTo>
                      <a:lnTo>
                        <a:pt x="1530" y="144"/>
                      </a:lnTo>
                      <a:lnTo>
                        <a:pt x="1524" y="144"/>
                      </a:lnTo>
                      <a:lnTo>
                        <a:pt x="1524" y="138"/>
                      </a:lnTo>
                      <a:lnTo>
                        <a:pt x="1530" y="132"/>
                      </a:lnTo>
                      <a:lnTo>
                        <a:pt x="1530" y="108"/>
                      </a:lnTo>
                      <a:lnTo>
                        <a:pt x="1518" y="102"/>
                      </a:lnTo>
                      <a:lnTo>
                        <a:pt x="1512" y="102"/>
                      </a:lnTo>
                      <a:lnTo>
                        <a:pt x="1506" y="108"/>
                      </a:lnTo>
                      <a:lnTo>
                        <a:pt x="1482" y="96"/>
                      </a:lnTo>
                      <a:lnTo>
                        <a:pt x="1458" y="108"/>
                      </a:lnTo>
                      <a:lnTo>
                        <a:pt x="1434" y="72"/>
                      </a:lnTo>
                      <a:lnTo>
                        <a:pt x="1422" y="90"/>
                      </a:lnTo>
                      <a:lnTo>
                        <a:pt x="1404" y="90"/>
                      </a:lnTo>
                      <a:lnTo>
                        <a:pt x="1392" y="96"/>
                      </a:lnTo>
                      <a:lnTo>
                        <a:pt x="1374" y="96"/>
                      </a:lnTo>
                      <a:lnTo>
                        <a:pt x="1368" y="90"/>
                      </a:lnTo>
                      <a:lnTo>
                        <a:pt x="1368" y="48"/>
                      </a:lnTo>
                      <a:lnTo>
                        <a:pt x="1362" y="42"/>
                      </a:lnTo>
                      <a:lnTo>
                        <a:pt x="1350" y="42"/>
                      </a:lnTo>
                      <a:lnTo>
                        <a:pt x="1344" y="36"/>
                      </a:lnTo>
                      <a:lnTo>
                        <a:pt x="1338" y="24"/>
                      </a:lnTo>
                      <a:lnTo>
                        <a:pt x="1320" y="6"/>
                      </a:lnTo>
                      <a:lnTo>
                        <a:pt x="1314" y="6"/>
                      </a:lnTo>
                      <a:lnTo>
                        <a:pt x="1302" y="18"/>
                      </a:lnTo>
                      <a:lnTo>
                        <a:pt x="1290" y="18"/>
                      </a:lnTo>
                      <a:lnTo>
                        <a:pt x="1278" y="6"/>
                      </a:lnTo>
                      <a:lnTo>
                        <a:pt x="1260" y="6"/>
                      </a:lnTo>
                      <a:lnTo>
                        <a:pt x="1242" y="0"/>
                      </a:lnTo>
                      <a:lnTo>
                        <a:pt x="1218" y="0"/>
                      </a:lnTo>
                      <a:lnTo>
                        <a:pt x="1200" y="6"/>
                      </a:lnTo>
                      <a:lnTo>
                        <a:pt x="1188" y="12"/>
                      </a:lnTo>
                      <a:lnTo>
                        <a:pt x="1176" y="24"/>
                      </a:lnTo>
                      <a:lnTo>
                        <a:pt x="1176" y="36"/>
                      </a:lnTo>
                      <a:lnTo>
                        <a:pt x="1164" y="36"/>
                      </a:lnTo>
                      <a:lnTo>
                        <a:pt x="1110" y="54"/>
                      </a:lnTo>
                      <a:lnTo>
                        <a:pt x="1020" y="54"/>
                      </a:lnTo>
                      <a:lnTo>
                        <a:pt x="1014" y="60"/>
                      </a:lnTo>
                      <a:lnTo>
                        <a:pt x="1014" y="78"/>
                      </a:lnTo>
                      <a:lnTo>
                        <a:pt x="948" y="78"/>
                      </a:lnTo>
                      <a:lnTo>
                        <a:pt x="942" y="96"/>
                      </a:lnTo>
                      <a:lnTo>
                        <a:pt x="888" y="96"/>
                      </a:lnTo>
                      <a:lnTo>
                        <a:pt x="828" y="102"/>
                      </a:lnTo>
                      <a:lnTo>
                        <a:pt x="792" y="114"/>
                      </a:lnTo>
                      <a:lnTo>
                        <a:pt x="780" y="126"/>
                      </a:lnTo>
                      <a:lnTo>
                        <a:pt x="780" y="132"/>
                      </a:lnTo>
                      <a:lnTo>
                        <a:pt x="786" y="138"/>
                      </a:lnTo>
                      <a:lnTo>
                        <a:pt x="786" y="144"/>
                      </a:lnTo>
                      <a:lnTo>
                        <a:pt x="810" y="144"/>
                      </a:lnTo>
                      <a:lnTo>
                        <a:pt x="798" y="162"/>
                      </a:lnTo>
                      <a:lnTo>
                        <a:pt x="810" y="162"/>
                      </a:lnTo>
                      <a:lnTo>
                        <a:pt x="834" y="174"/>
                      </a:lnTo>
                      <a:lnTo>
                        <a:pt x="846" y="174"/>
                      </a:lnTo>
                      <a:lnTo>
                        <a:pt x="858" y="186"/>
                      </a:lnTo>
                      <a:lnTo>
                        <a:pt x="804" y="186"/>
                      </a:lnTo>
                      <a:lnTo>
                        <a:pt x="792" y="198"/>
                      </a:lnTo>
                      <a:lnTo>
                        <a:pt x="798" y="204"/>
                      </a:lnTo>
                      <a:lnTo>
                        <a:pt x="804" y="216"/>
                      </a:lnTo>
                      <a:lnTo>
                        <a:pt x="810" y="222"/>
                      </a:lnTo>
                      <a:lnTo>
                        <a:pt x="810" y="234"/>
                      </a:lnTo>
                      <a:lnTo>
                        <a:pt x="798" y="246"/>
                      </a:lnTo>
                      <a:lnTo>
                        <a:pt x="786" y="246"/>
                      </a:lnTo>
                      <a:lnTo>
                        <a:pt x="774" y="252"/>
                      </a:lnTo>
                      <a:lnTo>
                        <a:pt x="762" y="252"/>
                      </a:lnTo>
                      <a:lnTo>
                        <a:pt x="792" y="282"/>
                      </a:lnTo>
                      <a:lnTo>
                        <a:pt x="816" y="282"/>
                      </a:lnTo>
                      <a:lnTo>
                        <a:pt x="834" y="288"/>
                      </a:lnTo>
                      <a:lnTo>
                        <a:pt x="846" y="294"/>
                      </a:lnTo>
                      <a:lnTo>
                        <a:pt x="870" y="318"/>
                      </a:lnTo>
                      <a:lnTo>
                        <a:pt x="876" y="336"/>
                      </a:lnTo>
                      <a:lnTo>
                        <a:pt x="876" y="348"/>
                      </a:lnTo>
                      <a:lnTo>
                        <a:pt x="870" y="360"/>
                      </a:lnTo>
                      <a:lnTo>
                        <a:pt x="864" y="366"/>
                      </a:lnTo>
                      <a:lnTo>
                        <a:pt x="828" y="366"/>
                      </a:lnTo>
                      <a:lnTo>
                        <a:pt x="816" y="360"/>
                      </a:lnTo>
                      <a:lnTo>
                        <a:pt x="810" y="354"/>
                      </a:lnTo>
                      <a:lnTo>
                        <a:pt x="798" y="354"/>
                      </a:lnTo>
                      <a:lnTo>
                        <a:pt x="792" y="348"/>
                      </a:lnTo>
                      <a:lnTo>
                        <a:pt x="780" y="372"/>
                      </a:lnTo>
                      <a:lnTo>
                        <a:pt x="768" y="372"/>
                      </a:lnTo>
                      <a:lnTo>
                        <a:pt x="756" y="366"/>
                      </a:lnTo>
                      <a:lnTo>
                        <a:pt x="732" y="366"/>
                      </a:lnTo>
                      <a:lnTo>
                        <a:pt x="708" y="354"/>
                      </a:lnTo>
                      <a:lnTo>
                        <a:pt x="702" y="342"/>
                      </a:lnTo>
                      <a:lnTo>
                        <a:pt x="690" y="336"/>
                      </a:lnTo>
                      <a:lnTo>
                        <a:pt x="684" y="330"/>
                      </a:lnTo>
                      <a:lnTo>
                        <a:pt x="672" y="330"/>
                      </a:lnTo>
                      <a:lnTo>
                        <a:pt x="666" y="336"/>
                      </a:lnTo>
                      <a:lnTo>
                        <a:pt x="654" y="342"/>
                      </a:lnTo>
                      <a:lnTo>
                        <a:pt x="636" y="348"/>
                      </a:lnTo>
                      <a:lnTo>
                        <a:pt x="624" y="348"/>
                      </a:lnTo>
                      <a:lnTo>
                        <a:pt x="588" y="330"/>
                      </a:lnTo>
                      <a:lnTo>
                        <a:pt x="582" y="330"/>
                      </a:lnTo>
                      <a:lnTo>
                        <a:pt x="570" y="336"/>
                      </a:lnTo>
                      <a:lnTo>
                        <a:pt x="558" y="348"/>
                      </a:lnTo>
                      <a:lnTo>
                        <a:pt x="546" y="354"/>
                      </a:lnTo>
                      <a:lnTo>
                        <a:pt x="540" y="366"/>
                      </a:lnTo>
                      <a:lnTo>
                        <a:pt x="534" y="372"/>
                      </a:lnTo>
                      <a:lnTo>
                        <a:pt x="462" y="336"/>
                      </a:lnTo>
                      <a:lnTo>
                        <a:pt x="450" y="336"/>
                      </a:lnTo>
                      <a:lnTo>
                        <a:pt x="450" y="342"/>
                      </a:lnTo>
                      <a:lnTo>
                        <a:pt x="462" y="354"/>
                      </a:lnTo>
                      <a:lnTo>
                        <a:pt x="462" y="372"/>
                      </a:lnTo>
                      <a:lnTo>
                        <a:pt x="450" y="372"/>
                      </a:lnTo>
                      <a:lnTo>
                        <a:pt x="438" y="360"/>
                      </a:lnTo>
                      <a:lnTo>
                        <a:pt x="438" y="354"/>
                      </a:lnTo>
                      <a:lnTo>
                        <a:pt x="426" y="324"/>
                      </a:lnTo>
                      <a:lnTo>
                        <a:pt x="390" y="324"/>
                      </a:lnTo>
                      <a:lnTo>
                        <a:pt x="384" y="312"/>
                      </a:lnTo>
                      <a:lnTo>
                        <a:pt x="384" y="306"/>
                      </a:lnTo>
                      <a:lnTo>
                        <a:pt x="378" y="300"/>
                      </a:lnTo>
                      <a:lnTo>
                        <a:pt x="318" y="300"/>
                      </a:lnTo>
                      <a:lnTo>
                        <a:pt x="312" y="288"/>
                      </a:lnTo>
                      <a:lnTo>
                        <a:pt x="306" y="282"/>
                      </a:lnTo>
                      <a:lnTo>
                        <a:pt x="288" y="282"/>
                      </a:lnTo>
                      <a:lnTo>
                        <a:pt x="276" y="288"/>
                      </a:lnTo>
                      <a:lnTo>
                        <a:pt x="264" y="300"/>
                      </a:lnTo>
                      <a:lnTo>
                        <a:pt x="234" y="300"/>
                      </a:lnTo>
                      <a:lnTo>
                        <a:pt x="228" y="294"/>
                      </a:lnTo>
                      <a:lnTo>
                        <a:pt x="228" y="288"/>
                      </a:lnTo>
                      <a:lnTo>
                        <a:pt x="222" y="288"/>
                      </a:lnTo>
                      <a:lnTo>
                        <a:pt x="210" y="282"/>
                      </a:lnTo>
                      <a:lnTo>
                        <a:pt x="180" y="282"/>
                      </a:lnTo>
                      <a:lnTo>
                        <a:pt x="180" y="288"/>
                      </a:lnTo>
                      <a:lnTo>
                        <a:pt x="186" y="294"/>
                      </a:lnTo>
                      <a:lnTo>
                        <a:pt x="186" y="312"/>
                      </a:lnTo>
                      <a:lnTo>
                        <a:pt x="174" y="324"/>
                      </a:lnTo>
                      <a:lnTo>
                        <a:pt x="162" y="330"/>
                      </a:lnTo>
                      <a:lnTo>
                        <a:pt x="150" y="330"/>
                      </a:lnTo>
                      <a:lnTo>
                        <a:pt x="138" y="336"/>
                      </a:lnTo>
                      <a:lnTo>
                        <a:pt x="132" y="336"/>
                      </a:lnTo>
                      <a:lnTo>
                        <a:pt x="132" y="360"/>
                      </a:lnTo>
                      <a:lnTo>
                        <a:pt x="102" y="372"/>
                      </a:lnTo>
                      <a:lnTo>
                        <a:pt x="114" y="384"/>
                      </a:lnTo>
                      <a:lnTo>
                        <a:pt x="120" y="396"/>
                      </a:lnTo>
                      <a:lnTo>
                        <a:pt x="114" y="402"/>
                      </a:lnTo>
                      <a:lnTo>
                        <a:pt x="108" y="414"/>
                      </a:lnTo>
                      <a:lnTo>
                        <a:pt x="102" y="420"/>
                      </a:lnTo>
                      <a:lnTo>
                        <a:pt x="90" y="420"/>
                      </a:lnTo>
                      <a:lnTo>
                        <a:pt x="78" y="414"/>
                      </a:lnTo>
                      <a:lnTo>
                        <a:pt x="72" y="402"/>
                      </a:lnTo>
                      <a:lnTo>
                        <a:pt x="60" y="396"/>
                      </a:lnTo>
                      <a:lnTo>
                        <a:pt x="48" y="384"/>
                      </a:lnTo>
                      <a:lnTo>
                        <a:pt x="36" y="378"/>
                      </a:lnTo>
                      <a:lnTo>
                        <a:pt x="24" y="378"/>
                      </a:lnTo>
                      <a:lnTo>
                        <a:pt x="18" y="384"/>
                      </a:lnTo>
                      <a:lnTo>
                        <a:pt x="18" y="396"/>
                      </a:lnTo>
                      <a:lnTo>
                        <a:pt x="24" y="402"/>
                      </a:lnTo>
                      <a:lnTo>
                        <a:pt x="24" y="426"/>
                      </a:lnTo>
                      <a:lnTo>
                        <a:pt x="0" y="426"/>
                      </a:lnTo>
                      <a:lnTo>
                        <a:pt x="6" y="462"/>
                      </a:lnTo>
                      <a:lnTo>
                        <a:pt x="12" y="468"/>
                      </a:lnTo>
                      <a:lnTo>
                        <a:pt x="12" y="492"/>
                      </a:lnTo>
                      <a:lnTo>
                        <a:pt x="0" y="516"/>
                      </a:lnTo>
                      <a:lnTo>
                        <a:pt x="0" y="546"/>
                      </a:lnTo>
                      <a:lnTo>
                        <a:pt x="6" y="546"/>
                      </a:lnTo>
                      <a:lnTo>
                        <a:pt x="12" y="552"/>
                      </a:lnTo>
                      <a:lnTo>
                        <a:pt x="36" y="552"/>
                      </a:lnTo>
                      <a:lnTo>
                        <a:pt x="42" y="558"/>
                      </a:lnTo>
                      <a:lnTo>
                        <a:pt x="42" y="588"/>
                      </a:lnTo>
                      <a:lnTo>
                        <a:pt x="48" y="594"/>
                      </a:lnTo>
                      <a:lnTo>
                        <a:pt x="90" y="594"/>
                      </a:lnTo>
                      <a:lnTo>
                        <a:pt x="102" y="588"/>
                      </a:lnTo>
                      <a:lnTo>
                        <a:pt x="114" y="588"/>
                      </a:lnTo>
                      <a:lnTo>
                        <a:pt x="162" y="636"/>
                      </a:lnTo>
                      <a:lnTo>
                        <a:pt x="168" y="648"/>
                      </a:lnTo>
                      <a:lnTo>
                        <a:pt x="180" y="660"/>
                      </a:lnTo>
                      <a:lnTo>
                        <a:pt x="180" y="672"/>
                      </a:lnTo>
                      <a:lnTo>
                        <a:pt x="144" y="672"/>
                      </a:lnTo>
                      <a:lnTo>
                        <a:pt x="144" y="678"/>
                      </a:lnTo>
                      <a:lnTo>
                        <a:pt x="156" y="690"/>
                      </a:lnTo>
                      <a:lnTo>
                        <a:pt x="174" y="696"/>
                      </a:lnTo>
                      <a:lnTo>
                        <a:pt x="186" y="696"/>
                      </a:lnTo>
                      <a:lnTo>
                        <a:pt x="192" y="702"/>
                      </a:lnTo>
                      <a:lnTo>
                        <a:pt x="198" y="702"/>
                      </a:lnTo>
                      <a:lnTo>
                        <a:pt x="204" y="690"/>
                      </a:lnTo>
                      <a:lnTo>
                        <a:pt x="222" y="690"/>
                      </a:lnTo>
                      <a:lnTo>
                        <a:pt x="228" y="684"/>
                      </a:lnTo>
                      <a:lnTo>
                        <a:pt x="246" y="672"/>
                      </a:lnTo>
                      <a:lnTo>
                        <a:pt x="306" y="648"/>
                      </a:lnTo>
                      <a:lnTo>
                        <a:pt x="324" y="642"/>
                      </a:lnTo>
                      <a:lnTo>
                        <a:pt x="336" y="648"/>
                      </a:lnTo>
                      <a:lnTo>
                        <a:pt x="342" y="654"/>
                      </a:lnTo>
                      <a:lnTo>
                        <a:pt x="360" y="666"/>
                      </a:lnTo>
                      <a:lnTo>
                        <a:pt x="366" y="672"/>
                      </a:lnTo>
                      <a:lnTo>
                        <a:pt x="384" y="672"/>
                      </a:lnTo>
                      <a:lnTo>
                        <a:pt x="390" y="666"/>
                      </a:lnTo>
                      <a:lnTo>
                        <a:pt x="402" y="666"/>
                      </a:lnTo>
                      <a:lnTo>
                        <a:pt x="408" y="660"/>
                      </a:lnTo>
                      <a:lnTo>
                        <a:pt x="414" y="666"/>
                      </a:lnTo>
                      <a:lnTo>
                        <a:pt x="426" y="672"/>
                      </a:lnTo>
                      <a:lnTo>
                        <a:pt x="450" y="696"/>
                      </a:lnTo>
                      <a:lnTo>
                        <a:pt x="450" y="726"/>
                      </a:lnTo>
                      <a:lnTo>
                        <a:pt x="444" y="732"/>
                      </a:lnTo>
                      <a:lnTo>
                        <a:pt x="444" y="738"/>
                      </a:lnTo>
                      <a:lnTo>
                        <a:pt x="438" y="744"/>
                      </a:lnTo>
                      <a:lnTo>
                        <a:pt x="438" y="750"/>
                      </a:lnTo>
                      <a:lnTo>
                        <a:pt x="444" y="756"/>
                      </a:lnTo>
                      <a:lnTo>
                        <a:pt x="450" y="768"/>
                      </a:lnTo>
                      <a:lnTo>
                        <a:pt x="462" y="774"/>
                      </a:lnTo>
                      <a:lnTo>
                        <a:pt x="474" y="786"/>
                      </a:lnTo>
                      <a:lnTo>
                        <a:pt x="486" y="786"/>
                      </a:lnTo>
                      <a:lnTo>
                        <a:pt x="504" y="768"/>
                      </a:lnTo>
                      <a:lnTo>
                        <a:pt x="516" y="762"/>
                      </a:lnTo>
                      <a:lnTo>
                        <a:pt x="528" y="762"/>
                      </a:lnTo>
                      <a:lnTo>
                        <a:pt x="528" y="792"/>
                      </a:lnTo>
                      <a:lnTo>
                        <a:pt x="546" y="810"/>
                      </a:lnTo>
                      <a:lnTo>
                        <a:pt x="510" y="816"/>
                      </a:lnTo>
                      <a:lnTo>
                        <a:pt x="510" y="828"/>
                      </a:lnTo>
                      <a:lnTo>
                        <a:pt x="504" y="834"/>
                      </a:lnTo>
                      <a:lnTo>
                        <a:pt x="498" y="834"/>
                      </a:lnTo>
                      <a:lnTo>
                        <a:pt x="486" y="822"/>
                      </a:lnTo>
                      <a:lnTo>
                        <a:pt x="486" y="816"/>
                      </a:lnTo>
                      <a:lnTo>
                        <a:pt x="498" y="804"/>
                      </a:lnTo>
                      <a:lnTo>
                        <a:pt x="504" y="804"/>
                      </a:lnTo>
                      <a:lnTo>
                        <a:pt x="510" y="798"/>
                      </a:lnTo>
                      <a:lnTo>
                        <a:pt x="480" y="798"/>
                      </a:lnTo>
                      <a:lnTo>
                        <a:pt x="462" y="792"/>
                      </a:lnTo>
                      <a:lnTo>
                        <a:pt x="450" y="792"/>
                      </a:lnTo>
                      <a:lnTo>
                        <a:pt x="432" y="786"/>
                      </a:lnTo>
                      <a:lnTo>
                        <a:pt x="408" y="786"/>
                      </a:lnTo>
                      <a:lnTo>
                        <a:pt x="390" y="780"/>
                      </a:lnTo>
                      <a:lnTo>
                        <a:pt x="372" y="780"/>
                      </a:lnTo>
                      <a:lnTo>
                        <a:pt x="360" y="774"/>
                      </a:lnTo>
                      <a:lnTo>
                        <a:pt x="348" y="774"/>
                      </a:lnTo>
                      <a:lnTo>
                        <a:pt x="360" y="804"/>
                      </a:lnTo>
                      <a:lnTo>
                        <a:pt x="342" y="804"/>
                      </a:lnTo>
                      <a:lnTo>
                        <a:pt x="330" y="816"/>
                      </a:lnTo>
                      <a:lnTo>
                        <a:pt x="330" y="822"/>
                      </a:lnTo>
                      <a:lnTo>
                        <a:pt x="336" y="828"/>
                      </a:lnTo>
                      <a:lnTo>
                        <a:pt x="348" y="834"/>
                      </a:lnTo>
                      <a:lnTo>
                        <a:pt x="354" y="840"/>
                      </a:lnTo>
                      <a:lnTo>
                        <a:pt x="366" y="840"/>
                      </a:lnTo>
                      <a:lnTo>
                        <a:pt x="372" y="846"/>
                      </a:lnTo>
                      <a:lnTo>
                        <a:pt x="372" y="852"/>
                      </a:lnTo>
                      <a:lnTo>
                        <a:pt x="360" y="852"/>
                      </a:lnTo>
                      <a:lnTo>
                        <a:pt x="348" y="846"/>
                      </a:lnTo>
                      <a:lnTo>
                        <a:pt x="336" y="846"/>
                      </a:lnTo>
                      <a:lnTo>
                        <a:pt x="324" y="840"/>
                      </a:lnTo>
                      <a:lnTo>
                        <a:pt x="306" y="834"/>
                      </a:lnTo>
                      <a:lnTo>
                        <a:pt x="300" y="834"/>
                      </a:lnTo>
                      <a:lnTo>
                        <a:pt x="294" y="840"/>
                      </a:lnTo>
                      <a:lnTo>
                        <a:pt x="294" y="846"/>
                      </a:lnTo>
                      <a:lnTo>
                        <a:pt x="306" y="858"/>
                      </a:lnTo>
                      <a:lnTo>
                        <a:pt x="318" y="864"/>
                      </a:lnTo>
                      <a:lnTo>
                        <a:pt x="324" y="870"/>
                      </a:lnTo>
                      <a:lnTo>
                        <a:pt x="336" y="870"/>
                      </a:lnTo>
                      <a:lnTo>
                        <a:pt x="336" y="882"/>
                      </a:lnTo>
                      <a:lnTo>
                        <a:pt x="342" y="894"/>
                      </a:lnTo>
                      <a:lnTo>
                        <a:pt x="366" y="918"/>
                      </a:lnTo>
                      <a:lnTo>
                        <a:pt x="372" y="930"/>
                      </a:lnTo>
                      <a:lnTo>
                        <a:pt x="372" y="954"/>
                      </a:lnTo>
                      <a:lnTo>
                        <a:pt x="408" y="960"/>
                      </a:lnTo>
                      <a:lnTo>
                        <a:pt x="414" y="978"/>
                      </a:lnTo>
                      <a:lnTo>
                        <a:pt x="444" y="978"/>
                      </a:lnTo>
                      <a:lnTo>
                        <a:pt x="480" y="996"/>
                      </a:lnTo>
                      <a:lnTo>
                        <a:pt x="486" y="1002"/>
                      </a:lnTo>
                      <a:lnTo>
                        <a:pt x="486" y="1014"/>
                      </a:lnTo>
                      <a:lnTo>
                        <a:pt x="480" y="1020"/>
                      </a:lnTo>
                      <a:lnTo>
                        <a:pt x="468" y="1026"/>
                      </a:lnTo>
                      <a:lnTo>
                        <a:pt x="462" y="1038"/>
                      </a:lnTo>
                      <a:lnTo>
                        <a:pt x="462" y="1056"/>
                      </a:lnTo>
                      <a:lnTo>
                        <a:pt x="468" y="1062"/>
                      </a:lnTo>
                      <a:lnTo>
                        <a:pt x="492" y="1062"/>
                      </a:lnTo>
                      <a:lnTo>
                        <a:pt x="498" y="1056"/>
                      </a:lnTo>
                      <a:lnTo>
                        <a:pt x="504" y="1038"/>
                      </a:lnTo>
                      <a:lnTo>
                        <a:pt x="510" y="1026"/>
                      </a:lnTo>
                      <a:lnTo>
                        <a:pt x="516" y="1020"/>
                      </a:lnTo>
                      <a:lnTo>
                        <a:pt x="528" y="1020"/>
                      </a:lnTo>
                      <a:lnTo>
                        <a:pt x="546" y="1026"/>
                      </a:lnTo>
                      <a:lnTo>
                        <a:pt x="546" y="1020"/>
                      </a:lnTo>
                      <a:lnTo>
                        <a:pt x="552" y="1014"/>
                      </a:lnTo>
                      <a:lnTo>
                        <a:pt x="570" y="1014"/>
                      </a:lnTo>
                      <a:lnTo>
                        <a:pt x="594" y="1026"/>
                      </a:lnTo>
                      <a:lnTo>
                        <a:pt x="606" y="1026"/>
                      </a:lnTo>
                      <a:lnTo>
                        <a:pt x="618" y="1038"/>
                      </a:lnTo>
                      <a:lnTo>
                        <a:pt x="630" y="1044"/>
                      </a:lnTo>
                      <a:lnTo>
                        <a:pt x="636" y="1056"/>
                      </a:lnTo>
                      <a:lnTo>
                        <a:pt x="642" y="1062"/>
                      </a:lnTo>
                      <a:lnTo>
                        <a:pt x="648" y="1074"/>
                      </a:lnTo>
                      <a:lnTo>
                        <a:pt x="672" y="1098"/>
                      </a:lnTo>
                      <a:lnTo>
                        <a:pt x="684" y="1104"/>
                      </a:lnTo>
                      <a:lnTo>
                        <a:pt x="690" y="1110"/>
                      </a:lnTo>
                      <a:lnTo>
                        <a:pt x="696" y="1104"/>
                      </a:lnTo>
                      <a:lnTo>
                        <a:pt x="696" y="1098"/>
                      </a:lnTo>
                      <a:lnTo>
                        <a:pt x="702" y="1092"/>
                      </a:lnTo>
                      <a:lnTo>
                        <a:pt x="654" y="810"/>
                      </a:lnTo>
                      <a:lnTo>
                        <a:pt x="798" y="768"/>
                      </a:lnTo>
                      <a:lnTo>
                        <a:pt x="804" y="774"/>
                      </a:lnTo>
                      <a:lnTo>
                        <a:pt x="804" y="762"/>
                      </a:lnTo>
                      <a:lnTo>
                        <a:pt x="810" y="756"/>
                      </a:lnTo>
                      <a:lnTo>
                        <a:pt x="810" y="750"/>
                      </a:lnTo>
                      <a:lnTo>
                        <a:pt x="816" y="738"/>
                      </a:lnTo>
                      <a:lnTo>
                        <a:pt x="816" y="732"/>
                      </a:lnTo>
                      <a:lnTo>
                        <a:pt x="822" y="726"/>
                      </a:lnTo>
                      <a:lnTo>
                        <a:pt x="846" y="726"/>
                      </a:lnTo>
                      <a:lnTo>
                        <a:pt x="852" y="750"/>
                      </a:lnTo>
                      <a:lnTo>
                        <a:pt x="864" y="744"/>
                      </a:lnTo>
                      <a:lnTo>
                        <a:pt x="870" y="744"/>
                      </a:lnTo>
                      <a:lnTo>
                        <a:pt x="876" y="738"/>
                      </a:lnTo>
                      <a:lnTo>
                        <a:pt x="876" y="732"/>
                      </a:lnTo>
                      <a:lnTo>
                        <a:pt x="852" y="708"/>
                      </a:lnTo>
                      <a:lnTo>
                        <a:pt x="870" y="708"/>
                      </a:lnTo>
                      <a:lnTo>
                        <a:pt x="882" y="720"/>
                      </a:lnTo>
                      <a:lnTo>
                        <a:pt x="936" y="720"/>
                      </a:lnTo>
                      <a:lnTo>
                        <a:pt x="924" y="708"/>
                      </a:lnTo>
                      <a:lnTo>
                        <a:pt x="918" y="708"/>
                      </a:lnTo>
                      <a:lnTo>
                        <a:pt x="906" y="696"/>
                      </a:lnTo>
                      <a:lnTo>
                        <a:pt x="882" y="696"/>
                      </a:lnTo>
                      <a:lnTo>
                        <a:pt x="876" y="690"/>
                      </a:lnTo>
                      <a:lnTo>
                        <a:pt x="876" y="684"/>
                      </a:lnTo>
                      <a:lnTo>
                        <a:pt x="882" y="678"/>
                      </a:lnTo>
                      <a:lnTo>
                        <a:pt x="906" y="678"/>
                      </a:lnTo>
                      <a:lnTo>
                        <a:pt x="924" y="666"/>
                      </a:lnTo>
                      <a:lnTo>
                        <a:pt x="930" y="672"/>
                      </a:lnTo>
                      <a:lnTo>
                        <a:pt x="936" y="684"/>
                      </a:lnTo>
                      <a:lnTo>
                        <a:pt x="942" y="690"/>
                      </a:lnTo>
                      <a:lnTo>
                        <a:pt x="948" y="690"/>
                      </a:lnTo>
                      <a:lnTo>
                        <a:pt x="954" y="684"/>
                      </a:lnTo>
                      <a:lnTo>
                        <a:pt x="960" y="690"/>
                      </a:lnTo>
                      <a:lnTo>
                        <a:pt x="966" y="702"/>
                      </a:lnTo>
                      <a:lnTo>
                        <a:pt x="966" y="708"/>
                      </a:lnTo>
                      <a:lnTo>
                        <a:pt x="960" y="714"/>
                      </a:lnTo>
                      <a:lnTo>
                        <a:pt x="954" y="714"/>
                      </a:lnTo>
                      <a:lnTo>
                        <a:pt x="942" y="720"/>
                      </a:lnTo>
                      <a:lnTo>
                        <a:pt x="924" y="738"/>
                      </a:lnTo>
                      <a:lnTo>
                        <a:pt x="888" y="738"/>
                      </a:lnTo>
                      <a:lnTo>
                        <a:pt x="882" y="744"/>
                      </a:lnTo>
                      <a:lnTo>
                        <a:pt x="882" y="756"/>
                      </a:lnTo>
                      <a:lnTo>
                        <a:pt x="888" y="762"/>
                      </a:lnTo>
                      <a:lnTo>
                        <a:pt x="900" y="762"/>
                      </a:lnTo>
                      <a:lnTo>
                        <a:pt x="906" y="768"/>
                      </a:lnTo>
                      <a:lnTo>
                        <a:pt x="918" y="768"/>
                      </a:lnTo>
                      <a:lnTo>
                        <a:pt x="918" y="786"/>
                      </a:lnTo>
                      <a:lnTo>
                        <a:pt x="912" y="798"/>
                      </a:lnTo>
                      <a:lnTo>
                        <a:pt x="912" y="816"/>
                      </a:lnTo>
                      <a:lnTo>
                        <a:pt x="918" y="822"/>
                      </a:lnTo>
                      <a:lnTo>
                        <a:pt x="984" y="858"/>
                      </a:lnTo>
                      <a:lnTo>
                        <a:pt x="1062" y="930"/>
                      </a:lnTo>
                      <a:lnTo>
                        <a:pt x="1068" y="930"/>
                      </a:lnTo>
                      <a:lnTo>
                        <a:pt x="1074" y="924"/>
                      </a:lnTo>
                      <a:lnTo>
                        <a:pt x="1110" y="924"/>
                      </a:lnTo>
                      <a:lnTo>
                        <a:pt x="1128" y="918"/>
                      </a:lnTo>
                      <a:lnTo>
                        <a:pt x="1188" y="918"/>
                      </a:lnTo>
                      <a:lnTo>
                        <a:pt x="1206" y="924"/>
                      </a:lnTo>
                      <a:lnTo>
                        <a:pt x="1224" y="924"/>
                      </a:lnTo>
                      <a:lnTo>
                        <a:pt x="1230" y="918"/>
                      </a:lnTo>
                      <a:lnTo>
                        <a:pt x="1254" y="906"/>
                      </a:lnTo>
                      <a:lnTo>
                        <a:pt x="1266" y="906"/>
                      </a:lnTo>
                      <a:lnTo>
                        <a:pt x="1272" y="918"/>
                      </a:lnTo>
                      <a:lnTo>
                        <a:pt x="1290" y="936"/>
                      </a:lnTo>
                      <a:lnTo>
                        <a:pt x="1296" y="954"/>
                      </a:lnTo>
                      <a:lnTo>
                        <a:pt x="1308" y="960"/>
                      </a:lnTo>
                      <a:lnTo>
                        <a:pt x="1314" y="972"/>
                      </a:lnTo>
                      <a:lnTo>
                        <a:pt x="1344" y="972"/>
                      </a:lnTo>
                      <a:lnTo>
                        <a:pt x="1344" y="984"/>
                      </a:lnTo>
                      <a:lnTo>
                        <a:pt x="1350" y="1002"/>
                      </a:lnTo>
                      <a:lnTo>
                        <a:pt x="1350" y="1044"/>
                      </a:lnTo>
                      <a:lnTo>
                        <a:pt x="1356" y="1050"/>
                      </a:lnTo>
                      <a:lnTo>
                        <a:pt x="1362" y="1050"/>
                      </a:lnTo>
                      <a:lnTo>
                        <a:pt x="1368" y="1044"/>
                      </a:lnTo>
                      <a:lnTo>
                        <a:pt x="1380" y="1044"/>
                      </a:lnTo>
                      <a:lnTo>
                        <a:pt x="1386" y="1050"/>
                      </a:lnTo>
                      <a:lnTo>
                        <a:pt x="1416" y="1110"/>
                      </a:lnTo>
                      <a:lnTo>
                        <a:pt x="1494" y="1110"/>
                      </a:lnTo>
                      <a:lnTo>
                        <a:pt x="1512" y="1116"/>
                      </a:lnTo>
                      <a:lnTo>
                        <a:pt x="1512" y="1134"/>
                      </a:lnTo>
                      <a:lnTo>
                        <a:pt x="1506" y="1140"/>
                      </a:lnTo>
                      <a:lnTo>
                        <a:pt x="1506" y="1152"/>
                      </a:lnTo>
                      <a:lnTo>
                        <a:pt x="1512" y="1152"/>
                      </a:lnTo>
                      <a:lnTo>
                        <a:pt x="1524" y="1158"/>
                      </a:lnTo>
                      <a:lnTo>
                        <a:pt x="1536" y="1158"/>
                      </a:lnTo>
                      <a:lnTo>
                        <a:pt x="1542" y="1164"/>
                      </a:lnTo>
                      <a:lnTo>
                        <a:pt x="1542" y="1152"/>
                      </a:lnTo>
                      <a:lnTo>
                        <a:pt x="1536" y="1146"/>
                      </a:lnTo>
                      <a:lnTo>
                        <a:pt x="1536" y="1134"/>
                      </a:lnTo>
                      <a:lnTo>
                        <a:pt x="1548" y="1122"/>
                      </a:lnTo>
                      <a:lnTo>
                        <a:pt x="1560" y="1116"/>
                      </a:lnTo>
                      <a:lnTo>
                        <a:pt x="1566" y="1110"/>
                      </a:lnTo>
                      <a:lnTo>
                        <a:pt x="1572" y="1110"/>
                      </a:lnTo>
                      <a:lnTo>
                        <a:pt x="1572" y="1092"/>
                      </a:lnTo>
                      <a:lnTo>
                        <a:pt x="1584" y="1080"/>
                      </a:lnTo>
                      <a:lnTo>
                        <a:pt x="1596" y="1074"/>
                      </a:lnTo>
                      <a:lnTo>
                        <a:pt x="1608" y="1074"/>
                      </a:lnTo>
                      <a:lnTo>
                        <a:pt x="1614" y="1068"/>
                      </a:lnTo>
                      <a:lnTo>
                        <a:pt x="1620" y="1068"/>
                      </a:lnTo>
                      <a:lnTo>
                        <a:pt x="1632" y="1044"/>
                      </a:lnTo>
                      <a:lnTo>
                        <a:pt x="1656" y="1044"/>
                      </a:lnTo>
                      <a:lnTo>
                        <a:pt x="1686" y="1026"/>
                      </a:lnTo>
                      <a:lnTo>
                        <a:pt x="1662" y="1026"/>
                      </a:lnTo>
                      <a:lnTo>
                        <a:pt x="1662" y="1008"/>
                      </a:lnTo>
                      <a:lnTo>
                        <a:pt x="1668" y="996"/>
                      </a:lnTo>
                      <a:lnTo>
                        <a:pt x="1686" y="978"/>
                      </a:lnTo>
                      <a:lnTo>
                        <a:pt x="1716" y="978"/>
                      </a:lnTo>
                      <a:lnTo>
                        <a:pt x="1728" y="984"/>
                      </a:lnTo>
                      <a:lnTo>
                        <a:pt x="1746" y="990"/>
                      </a:lnTo>
                      <a:lnTo>
                        <a:pt x="1782" y="1008"/>
                      </a:lnTo>
                      <a:lnTo>
                        <a:pt x="1812" y="1008"/>
                      </a:lnTo>
                      <a:lnTo>
                        <a:pt x="1830" y="1014"/>
                      </a:lnTo>
                      <a:lnTo>
                        <a:pt x="1830" y="1002"/>
                      </a:lnTo>
                      <a:lnTo>
                        <a:pt x="1824" y="990"/>
                      </a:lnTo>
                      <a:lnTo>
                        <a:pt x="1824" y="960"/>
                      </a:lnTo>
                      <a:lnTo>
                        <a:pt x="1830" y="954"/>
                      </a:lnTo>
                      <a:lnTo>
                        <a:pt x="1872" y="954"/>
                      </a:lnTo>
                      <a:lnTo>
                        <a:pt x="1884" y="960"/>
                      </a:lnTo>
                      <a:lnTo>
                        <a:pt x="1890" y="972"/>
                      </a:lnTo>
                      <a:lnTo>
                        <a:pt x="1914" y="972"/>
                      </a:lnTo>
                      <a:lnTo>
                        <a:pt x="1926" y="978"/>
                      </a:lnTo>
                      <a:lnTo>
                        <a:pt x="1944" y="978"/>
                      </a:lnTo>
                      <a:lnTo>
                        <a:pt x="1962" y="972"/>
                      </a:lnTo>
                      <a:lnTo>
                        <a:pt x="2082" y="972"/>
                      </a:lnTo>
                      <a:lnTo>
                        <a:pt x="2094" y="978"/>
                      </a:lnTo>
                      <a:lnTo>
                        <a:pt x="2106" y="978"/>
                      </a:lnTo>
                      <a:lnTo>
                        <a:pt x="2154" y="972"/>
                      </a:lnTo>
                      <a:lnTo>
                        <a:pt x="2166" y="984"/>
                      </a:lnTo>
                      <a:lnTo>
                        <a:pt x="2184" y="984"/>
                      </a:lnTo>
                      <a:lnTo>
                        <a:pt x="2208" y="1014"/>
                      </a:lnTo>
                      <a:lnTo>
                        <a:pt x="2250" y="1014"/>
                      </a:lnTo>
                      <a:lnTo>
                        <a:pt x="2268" y="1020"/>
                      </a:lnTo>
                      <a:lnTo>
                        <a:pt x="2262" y="1014"/>
                      </a:lnTo>
                      <a:lnTo>
                        <a:pt x="2262" y="1002"/>
                      </a:lnTo>
                      <a:lnTo>
                        <a:pt x="2256" y="996"/>
                      </a:lnTo>
                      <a:lnTo>
                        <a:pt x="2256" y="984"/>
                      </a:lnTo>
                      <a:lnTo>
                        <a:pt x="2280" y="984"/>
                      </a:lnTo>
                      <a:lnTo>
                        <a:pt x="2262" y="966"/>
                      </a:lnTo>
                      <a:lnTo>
                        <a:pt x="2262" y="960"/>
                      </a:lnTo>
                      <a:lnTo>
                        <a:pt x="2268" y="954"/>
                      </a:lnTo>
                      <a:lnTo>
                        <a:pt x="2286" y="954"/>
                      </a:lnTo>
                      <a:lnTo>
                        <a:pt x="2286" y="942"/>
                      </a:lnTo>
                      <a:lnTo>
                        <a:pt x="2274" y="936"/>
                      </a:lnTo>
                      <a:lnTo>
                        <a:pt x="2268" y="924"/>
                      </a:lnTo>
                      <a:lnTo>
                        <a:pt x="2226" y="882"/>
                      </a:lnTo>
                      <a:lnTo>
                        <a:pt x="2214" y="858"/>
                      </a:lnTo>
                      <a:lnTo>
                        <a:pt x="2214" y="828"/>
                      </a:lnTo>
                      <a:lnTo>
                        <a:pt x="2196" y="828"/>
                      </a:lnTo>
                      <a:lnTo>
                        <a:pt x="2184" y="822"/>
                      </a:lnTo>
                      <a:lnTo>
                        <a:pt x="2178" y="816"/>
                      </a:lnTo>
                      <a:lnTo>
                        <a:pt x="2178" y="810"/>
                      </a:lnTo>
                      <a:lnTo>
                        <a:pt x="2184" y="804"/>
                      </a:lnTo>
                      <a:lnTo>
                        <a:pt x="2196" y="798"/>
                      </a:lnTo>
                      <a:lnTo>
                        <a:pt x="2208" y="798"/>
                      </a:lnTo>
                      <a:lnTo>
                        <a:pt x="2220" y="792"/>
                      </a:lnTo>
                      <a:lnTo>
                        <a:pt x="2232" y="792"/>
                      </a:lnTo>
                      <a:lnTo>
                        <a:pt x="2268" y="774"/>
                      </a:lnTo>
                      <a:lnTo>
                        <a:pt x="2280" y="774"/>
                      </a:lnTo>
                      <a:lnTo>
                        <a:pt x="2286" y="780"/>
                      </a:lnTo>
                      <a:lnTo>
                        <a:pt x="2292" y="792"/>
                      </a:lnTo>
                      <a:lnTo>
                        <a:pt x="2298" y="798"/>
                      </a:lnTo>
                      <a:lnTo>
                        <a:pt x="2316" y="786"/>
                      </a:lnTo>
                      <a:lnTo>
                        <a:pt x="2328" y="798"/>
                      </a:lnTo>
                      <a:lnTo>
                        <a:pt x="2334" y="798"/>
                      </a:lnTo>
                      <a:lnTo>
                        <a:pt x="2340" y="792"/>
                      </a:lnTo>
                      <a:lnTo>
                        <a:pt x="2340" y="780"/>
                      </a:lnTo>
                      <a:lnTo>
                        <a:pt x="2334" y="774"/>
                      </a:lnTo>
                      <a:lnTo>
                        <a:pt x="2328" y="774"/>
                      </a:lnTo>
                      <a:lnTo>
                        <a:pt x="2322" y="768"/>
                      </a:lnTo>
                      <a:lnTo>
                        <a:pt x="2316" y="768"/>
                      </a:lnTo>
                      <a:lnTo>
                        <a:pt x="2316" y="630"/>
                      </a:lnTo>
                      <a:lnTo>
                        <a:pt x="2328" y="630"/>
                      </a:lnTo>
                      <a:lnTo>
                        <a:pt x="2340" y="636"/>
                      </a:lnTo>
                      <a:lnTo>
                        <a:pt x="2352" y="636"/>
                      </a:lnTo>
                      <a:lnTo>
                        <a:pt x="2376" y="648"/>
                      </a:lnTo>
                      <a:lnTo>
                        <a:pt x="2424" y="648"/>
                      </a:lnTo>
                      <a:lnTo>
                        <a:pt x="2436" y="660"/>
                      </a:lnTo>
                      <a:lnTo>
                        <a:pt x="2454" y="642"/>
                      </a:lnTo>
                      <a:lnTo>
                        <a:pt x="2472" y="642"/>
                      </a:lnTo>
                      <a:lnTo>
                        <a:pt x="2478" y="636"/>
                      </a:lnTo>
                      <a:lnTo>
                        <a:pt x="2478" y="618"/>
                      </a:lnTo>
                      <a:lnTo>
                        <a:pt x="2466" y="594"/>
                      </a:lnTo>
                      <a:lnTo>
                        <a:pt x="2454" y="582"/>
                      </a:lnTo>
                      <a:lnTo>
                        <a:pt x="2442" y="558"/>
                      </a:lnTo>
                      <a:lnTo>
                        <a:pt x="2442" y="540"/>
                      </a:lnTo>
                      <a:lnTo>
                        <a:pt x="2454" y="528"/>
                      </a:lnTo>
                      <a:lnTo>
                        <a:pt x="2496" y="528"/>
                      </a:lnTo>
                      <a:lnTo>
                        <a:pt x="2502" y="522"/>
                      </a:lnTo>
                      <a:lnTo>
                        <a:pt x="2502" y="510"/>
                      </a:lnTo>
                      <a:lnTo>
                        <a:pt x="2484" y="492"/>
                      </a:lnTo>
                      <a:close/>
                      <a:moveTo>
                        <a:pt x="2082" y="696"/>
                      </a:moveTo>
                      <a:lnTo>
                        <a:pt x="2046" y="696"/>
                      </a:lnTo>
                      <a:lnTo>
                        <a:pt x="2046" y="702"/>
                      </a:lnTo>
                      <a:lnTo>
                        <a:pt x="2040" y="708"/>
                      </a:lnTo>
                      <a:lnTo>
                        <a:pt x="2028" y="708"/>
                      </a:lnTo>
                      <a:lnTo>
                        <a:pt x="2022" y="702"/>
                      </a:lnTo>
                      <a:lnTo>
                        <a:pt x="2010" y="696"/>
                      </a:lnTo>
                      <a:lnTo>
                        <a:pt x="1980" y="702"/>
                      </a:lnTo>
                      <a:lnTo>
                        <a:pt x="1950" y="696"/>
                      </a:lnTo>
                      <a:lnTo>
                        <a:pt x="1932" y="696"/>
                      </a:lnTo>
                      <a:lnTo>
                        <a:pt x="1908" y="690"/>
                      </a:lnTo>
                      <a:lnTo>
                        <a:pt x="1860" y="690"/>
                      </a:lnTo>
                      <a:lnTo>
                        <a:pt x="1854" y="684"/>
                      </a:lnTo>
                      <a:lnTo>
                        <a:pt x="1854" y="678"/>
                      </a:lnTo>
                      <a:lnTo>
                        <a:pt x="1836" y="696"/>
                      </a:lnTo>
                      <a:lnTo>
                        <a:pt x="1830" y="696"/>
                      </a:lnTo>
                      <a:lnTo>
                        <a:pt x="1824" y="708"/>
                      </a:lnTo>
                      <a:lnTo>
                        <a:pt x="1824" y="714"/>
                      </a:lnTo>
                      <a:lnTo>
                        <a:pt x="1818" y="726"/>
                      </a:lnTo>
                      <a:lnTo>
                        <a:pt x="1812" y="732"/>
                      </a:lnTo>
                      <a:lnTo>
                        <a:pt x="1794" y="732"/>
                      </a:lnTo>
                      <a:lnTo>
                        <a:pt x="1800" y="762"/>
                      </a:lnTo>
                      <a:lnTo>
                        <a:pt x="1788" y="768"/>
                      </a:lnTo>
                      <a:lnTo>
                        <a:pt x="1806" y="786"/>
                      </a:lnTo>
                      <a:lnTo>
                        <a:pt x="1800" y="810"/>
                      </a:lnTo>
                      <a:lnTo>
                        <a:pt x="1794" y="810"/>
                      </a:lnTo>
                      <a:lnTo>
                        <a:pt x="1788" y="798"/>
                      </a:lnTo>
                      <a:lnTo>
                        <a:pt x="1776" y="792"/>
                      </a:lnTo>
                      <a:lnTo>
                        <a:pt x="1770" y="780"/>
                      </a:lnTo>
                      <a:lnTo>
                        <a:pt x="1758" y="774"/>
                      </a:lnTo>
                      <a:lnTo>
                        <a:pt x="1752" y="762"/>
                      </a:lnTo>
                      <a:lnTo>
                        <a:pt x="1752" y="750"/>
                      </a:lnTo>
                      <a:lnTo>
                        <a:pt x="1746" y="732"/>
                      </a:lnTo>
                      <a:lnTo>
                        <a:pt x="1746" y="720"/>
                      </a:lnTo>
                      <a:lnTo>
                        <a:pt x="1764" y="702"/>
                      </a:lnTo>
                      <a:lnTo>
                        <a:pt x="1776" y="702"/>
                      </a:lnTo>
                      <a:lnTo>
                        <a:pt x="1782" y="696"/>
                      </a:lnTo>
                      <a:lnTo>
                        <a:pt x="1788" y="684"/>
                      </a:lnTo>
                      <a:lnTo>
                        <a:pt x="1788" y="678"/>
                      </a:lnTo>
                      <a:lnTo>
                        <a:pt x="1800" y="666"/>
                      </a:lnTo>
                      <a:lnTo>
                        <a:pt x="1818" y="666"/>
                      </a:lnTo>
                      <a:lnTo>
                        <a:pt x="1830" y="672"/>
                      </a:lnTo>
                      <a:lnTo>
                        <a:pt x="1848" y="672"/>
                      </a:lnTo>
                      <a:lnTo>
                        <a:pt x="1854" y="666"/>
                      </a:lnTo>
                      <a:lnTo>
                        <a:pt x="1896" y="666"/>
                      </a:lnTo>
                      <a:lnTo>
                        <a:pt x="1908" y="672"/>
                      </a:lnTo>
                      <a:lnTo>
                        <a:pt x="1914" y="678"/>
                      </a:lnTo>
                      <a:lnTo>
                        <a:pt x="1932" y="678"/>
                      </a:lnTo>
                      <a:lnTo>
                        <a:pt x="1944" y="684"/>
                      </a:lnTo>
                      <a:lnTo>
                        <a:pt x="1974" y="684"/>
                      </a:lnTo>
                      <a:lnTo>
                        <a:pt x="1986" y="672"/>
                      </a:lnTo>
                      <a:lnTo>
                        <a:pt x="2028" y="672"/>
                      </a:lnTo>
                      <a:lnTo>
                        <a:pt x="2034" y="678"/>
                      </a:lnTo>
                      <a:lnTo>
                        <a:pt x="2046" y="678"/>
                      </a:lnTo>
                      <a:lnTo>
                        <a:pt x="2052" y="672"/>
                      </a:lnTo>
                      <a:lnTo>
                        <a:pt x="2064" y="666"/>
                      </a:lnTo>
                      <a:lnTo>
                        <a:pt x="2088" y="666"/>
                      </a:lnTo>
                      <a:lnTo>
                        <a:pt x="2088" y="684"/>
                      </a:lnTo>
                      <a:lnTo>
                        <a:pt x="2082" y="690"/>
                      </a:lnTo>
                      <a:lnTo>
                        <a:pt x="2082" y="696"/>
                      </a:lnTo>
                      <a:close/>
                    </a:path>
                  </a:pathLst>
                </a:custGeom>
                <a:solidFill>
                  <a:srgbClr val="572772"/>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67" name="Jordan" descr="© INSCALE GmbH, 05.05.2010&#10;http://www.presentationload.com/">
                  <a:extLst>
                    <a:ext uri="{FF2B5EF4-FFF2-40B4-BE49-F238E27FC236}">
                      <a16:creationId xmlns:a16="http://schemas.microsoft.com/office/drawing/2014/main" id="{9F3285FE-DEF0-46B4-9680-2708F2C8FA4D}"/>
                    </a:ext>
                  </a:extLst>
                </p:cNvPr>
                <p:cNvSpPr>
                  <a:spLocks/>
                </p:cNvSpPr>
                <p:nvPr/>
              </p:nvSpPr>
              <p:spPr bwMode="gray">
                <a:xfrm>
                  <a:off x="6703090" y="2666288"/>
                  <a:ext cx="127185" cy="151915"/>
                </a:xfrm>
                <a:custGeom>
                  <a:avLst/>
                  <a:gdLst>
                    <a:gd name="T0" fmla="*/ 2147483647 w 282"/>
                    <a:gd name="T1" fmla="*/ 2147483647 h 336"/>
                    <a:gd name="T2" fmla="*/ 2147483647 w 282"/>
                    <a:gd name="T3" fmla="*/ 2147483647 h 336"/>
                    <a:gd name="T4" fmla="*/ 2147483647 w 282"/>
                    <a:gd name="T5" fmla="*/ 0 h 336"/>
                    <a:gd name="T6" fmla="*/ 2147483647 w 282"/>
                    <a:gd name="T7" fmla="*/ 2147483647 h 336"/>
                    <a:gd name="T8" fmla="*/ 2147483647 w 282"/>
                    <a:gd name="T9" fmla="*/ 2147483647 h 336"/>
                    <a:gd name="T10" fmla="*/ 2147483647 w 282"/>
                    <a:gd name="T11" fmla="*/ 2147483647 h 336"/>
                    <a:gd name="T12" fmla="*/ 2147483647 w 282"/>
                    <a:gd name="T13" fmla="*/ 2147483647 h 336"/>
                    <a:gd name="T14" fmla="*/ 2147483647 w 282"/>
                    <a:gd name="T15" fmla="*/ 2147483647 h 336"/>
                    <a:gd name="T16" fmla="*/ 2147483647 w 282"/>
                    <a:gd name="T17" fmla="*/ 2147483647 h 336"/>
                    <a:gd name="T18" fmla="*/ 2147483647 w 282"/>
                    <a:gd name="T19" fmla="*/ 2147483647 h 336"/>
                    <a:gd name="T20" fmla="*/ 2147483647 w 282"/>
                    <a:gd name="T21" fmla="*/ 2147483647 h 336"/>
                    <a:gd name="T22" fmla="*/ 2147483647 w 282"/>
                    <a:gd name="T23" fmla="*/ 2147483647 h 336"/>
                    <a:gd name="T24" fmla="*/ 2147483647 w 282"/>
                    <a:gd name="T25" fmla="*/ 2147483647 h 336"/>
                    <a:gd name="T26" fmla="*/ 2147483647 w 282"/>
                    <a:gd name="T27" fmla="*/ 2147483647 h 336"/>
                    <a:gd name="T28" fmla="*/ 2147483647 w 282"/>
                    <a:gd name="T29" fmla="*/ 2147483647 h 336"/>
                    <a:gd name="T30" fmla="*/ 2147483647 w 282"/>
                    <a:gd name="T31" fmla="*/ 2147483647 h 336"/>
                    <a:gd name="T32" fmla="*/ 2147483647 w 282"/>
                    <a:gd name="T33" fmla="*/ 2147483647 h 336"/>
                    <a:gd name="T34" fmla="*/ 2147483647 w 282"/>
                    <a:gd name="T35" fmla="*/ 2147483647 h 336"/>
                    <a:gd name="T36" fmla="*/ 2147483647 w 282"/>
                    <a:gd name="T37" fmla="*/ 2147483647 h 336"/>
                    <a:gd name="T38" fmla="*/ 2147483647 w 282"/>
                    <a:gd name="T39" fmla="*/ 2147483647 h 336"/>
                    <a:gd name="T40" fmla="*/ 2147483647 w 282"/>
                    <a:gd name="T41" fmla="*/ 2147483647 h 336"/>
                    <a:gd name="T42" fmla="*/ 2147483647 w 282"/>
                    <a:gd name="T43" fmla="*/ 2147483647 h 336"/>
                    <a:gd name="T44" fmla="*/ 2147483647 w 282"/>
                    <a:gd name="T45" fmla="*/ 2147483647 h 336"/>
                    <a:gd name="T46" fmla="*/ 0 w 282"/>
                    <a:gd name="T47" fmla="*/ 2147483647 h 336"/>
                    <a:gd name="T48" fmla="*/ 0 w 282"/>
                    <a:gd name="T49" fmla="*/ 2147483647 h 336"/>
                    <a:gd name="T50" fmla="*/ 2147483647 w 282"/>
                    <a:gd name="T51" fmla="*/ 2147483647 h 336"/>
                    <a:gd name="T52" fmla="*/ 2147483647 w 282"/>
                    <a:gd name="T53" fmla="*/ 2147483647 h 336"/>
                    <a:gd name="T54" fmla="*/ 2147483647 w 282"/>
                    <a:gd name="T55" fmla="*/ 2147483647 h 336"/>
                    <a:gd name="T56" fmla="*/ 2147483647 w 282"/>
                    <a:gd name="T57" fmla="*/ 2147483647 h 336"/>
                    <a:gd name="T58" fmla="*/ 2147483647 w 282"/>
                    <a:gd name="T59" fmla="*/ 2147483647 h 336"/>
                    <a:gd name="T60" fmla="*/ 2147483647 w 282"/>
                    <a:gd name="T61" fmla="*/ 2147483647 h 336"/>
                    <a:gd name="T62" fmla="*/ 2147483647 w 282"/>
                    <a:gd name="T63" fmla="*/ 2147483647 h 336"/>
                    <a:gd name="T64" fmla="*/ 2147483647 w 282"/>
                    <a:gd name="T65" fmla="*/ 2147483647 h 336"/>
                    <a:gd name="T66" fmla="*/ 2147483647 w 282"/>
                    <a:gd name="T67" fmla="*/ 2147483647 h 336"/>
                    <a:gd name="T68" fmla="*/ 2147483647 w 282"/>
                    <a:gd name="T69" fmla="*/ 2147483647 h 336"/>
                    <a:gd name="T70" fmla="*/ 2147483647 w 282"/>
                    <a:gd name="T71" fmla="*/ 2147483647 h 336"/>
                    <a:gd name="T72" fmla="*/ 2147483647 w 282"/>
                    <a:gd name="T73" fmla="*/ 2147483647 h 336"/>
                    <a:gd name="T74" fmla="*/ 2147483647 w 282"/>
                    <a:gd name="T75" fmla="*/ 2147483647 h 336"/>
                    <a:gd name="T76" fmla="*/ 2147483647 w 282"/>
                    <a:gd name="T77" fmla="*/ 2147483647 h 336"/>
                    <a:gd name="T78" fmla="*/ 2147483647 w 282"/>
                    <a:gd name="T79" fmla="*/ 2147483647 h 336"/>
                    <a:gd name="T80" fmla="*/ 2147483647 w 282"/>
                    <a:gd name="T81" fmla="*/ 2147483647 h 336"/>
                    <a:gd name="T82" fmla="*/ 2147483647 w 282"/>
                    <a:gd name="T83" fmla="*/ 2147483647 h 336"/>
                    <a:gd name="T84" fmla="*/ 2147483647 w 282"/>
                    <a:gd name="T85" fmla="*/ 2147483647 h 336"/>
                    <a:gd name="T86" fmla="*/ 2147483647 w 282"/>
                    <a:gd name="T87" fmla="*/ 2147483647 h 336"/>
                    <a:gd name="T88" fmla="*/ 2147483647 w 282"/>
                    <a:gd name="T89" fmla="*/ 2147483647 h 336"/>
                    <a:gd name="T90" fmla="*/ 2147483647 w 282"/>
                    <a:gd name="T91" fmla="*/ 2147483647 h 336"/>
                    <a:gd name="T92" fmla="*/ 2147483647 w 282"/>
                    <a:gd name="T93" fmla="*/ 2147483647 h 336"/>
                    <a:gd name="T94" fmla="*/ 2147483647 w 282"/>
                    <a:gd name="T95" fmla="*/ 2147483647 h 336"/>
                    <a:gd name="T96" fmla="*/ 2147483647 w 282"/>
                    <a:gd name="T97" fmla="*/ 2147483647 h 336"/>
                    <a:gd name="T98" fmla="*/ 2147483647 w 282"/>
                    <a:gd name="T99" fmla="*/ 2147483647 h 336"/>
                    <a:gd name="T100" fmla="*/ 2147483647 w 282"/>
                    <a:gd name="T101" fmla="*/ 2147483647 h 336"/>
                    <a:gd name="T102" fmla="*/ 2147483647 w 282"/>
                    <a:gd name="T103" fmla="*/ 2147483647 h 336"/>
                    <a:gd name="T104" fmla="*/ 2147483647 w 282"/>
                    <a:gd name="T105" fmla="*/ 2147483647 h 336"/>
                    <a:gd name="T106" fmla="*/ 2147483647 w 282"/>
                    <a:gd name="T107" fmla="*/ 2147483647 h 336"/>
                    <a:gd name="T108" fmla="*/ 2147483647 w 282"/>
                    <a:gd name="T109" fmla="*/ 2147483647 h 336"/>
                    <a:gd name="T110" fmla="*/ 2147483647 w 282"/>
                    <a:gd name="T111" fmla="*/ 2147483647 h 336"/>
                    <a:gd name="T112" fmla="*/ 2147483647 w 282"/>
                    <a:gd name="T113" fmla="*/ 2147483647 h 336"/>
                    <a:gd name="T114" fmla="*/ 2147483647 w 282"/>
                    <a:gd name="T115" fmla="*/ 2147483647 h 336"/>
                    <a:gd name="T116" fmla="*/ 2147483647 w 282"/>
                    <a:gd name="T117" fmla="*/ 2147483647 h 336"/>
                    <a:gd name="T118" fmla="*/ 2147483647 w 282"/>
                    <a:gd name="T119" fmla="*/ 2147483647 h 336"/>
                    <a:gd name="T120" fmla="*/ 2147483647 w 282"/>
                    <a:gd name="T121" fmla="*/ 2147483647 h 336"/>
                    <a:gd name="T122" fmla="*/ 2147483647 w 282"/>
                    <a:gd name="T123" fmla="*/ 2147483647 h 3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282"/>
                    <a:gd name="T187" fmla="*/ 0 h 336"/>
                    <a:gd name="T188" fmla="*/ 282 w 282"/>
                    <a:gd name="T189" fmla="*/ 336 h 3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282" h="336">
                      <a:moveTo>
                        <a:pt x="258" y="60"/>
                      </a:moveTo>
                      <a:lnTo>
                        <a:pt x="258" y="42"/>
                      </a:lnTo>
                      <a:lnTo>
                        <a:pt x="234" y="0"/>
                      </a:lnTo>
                      <a:lnTo>
                        <a:pt x="222" y="6"/>
                      </a:lnTo>
                      <a:lnTo>
                        <a:pt x="198" y="30"/>
                      </a:lnTo>
                      <a:lnTo>
                        <a:pt x="138" y="78"/>
                      </a:lnTo>
                      <a:lnTo>
                        <a:pt x="114" y="84"/>
                      </a:lnTo>
                      <a:lnTo>
                        <a:pt x="96" y="84"/>
                      </a:lnTo>
                      <a:lnTo>
                        <a:pt x="84" y="78"/>
                      </a:lnTo>
                      <a:lnTo>
                        <a:pt x="72" y="66"/>
                      </a:lnTo>
                      <a:lnTo>
                        <a:pt x="36" y="48"/>
                      </a:lnTo>
                      <a:lnTo>
                        <a:pt x="30" y="48"/>
                      </a:lnTo>
                      <a:lnTo>
                        <a:pt x="24" y="66"/>
                      </a:lnTo>
                      <a:lnTo>
                        <a:pt x="30" y="138"/>
                      </a:lnTo>
                      <a:lnTo>
                        <a:pt x="18" y="150"/>
                      </a:lnTo>
                      <a:lnTo>
                        <a:pt x="18" y="162"/>
                      </a:lnTo>
                      <a:lnTo>
                        <a:pt x="30" y="174"/>
                      </a:lnTo>
                      <a:lnTo>
                        <a:pt x="30" y="186"/>
                      </a:lnTo>
                      <a:lnTo>
                        <a:pt x="24" y="198"/>
                      </a:lnTo>
                      <a:lnTo>
                        <a:pt x="18" y="204"/>
                      </a:lnTo>
                      <a:lnTo>
                        <a:pt x="12" y="216"/>
                      </a:lnTo>
                      <a:lnTo>
                        <a:pt x="6" y="222"/>
                      </a:lnTo>
                      <a:lnTo>
                        <a:pt x="6" y="282"/>
                      </a:lnTo>
                      <a:lnTo>
                        <a:pt x="0" y="294"/>
                      </a:lnTo>
                      <a:lnTo>
                        <a:pt x="0" y="312"/>
                      </a:lnTo>
                      <a:lnTo>
                        <a:pt x="6" y="324"/>
                      </a:lnTo>
                      <a:lnTo>
                        <a:pt x="24" y="324"/>
                      </a:lnTo>
                      <a:lnTo>
                        <a:pt x="48" y="336"/>
                      </a:lnTo>
                      <a:lnTo>
                        <a:pt x="84" y="336"/>
                      </a:lnTo>
                      <a:lnTo>
                        <a:pt x="96" y="324"/>
                      </a:lnTo>
                      <a:lnTo>
                        <a:pt x="108" y="300"/>
                      </a:lnTo>
                      <a:lnTo>
                        <a:pt x="108" y="288"/>
                      </a:lnTo>
                      <a:lnTo>
                        <a:pt x="120" y="276"/>
                      </a:lnTo>
                      <a:lnTo>
                        <a:pt x="126" y="276"/>
                      </a:lnTo>
                      <a:lnTo>
                        <a:pt x="138" y="270"/>
                      </a:lnTo>
                      <a:lnTo>
                        <a:pt x="150" y="270"/>
                      </a:lnTo>
                      <a:lnTo>
                        <a:pt x="162" y="264"/>
                      </a:lnTo>
                      <a:lnTo>
                        <a:pt x="168" y="258"/>
                      </a:lnTo>
                      <a:lnTo>
                        <a:pt x="174" y="246"/>
                      </a:lnTo>
                      <a:lnTo>
                        <a:pt x="180" y="240"/>
                      </a:lnTo>
                      <a:lnTo>
                        <a:pt x="180" y="228"/>
                      </a:lnTo>
                      <a:lnTo>
                        <a:pt x="186" y="222"/>
                      </a:lnTo>
                      <a:lnTo>
                        <a:pt x="186" y="210"/>
                      </a:lnTo>
                      <a:lnTo>
                        <a:pt x="180" y="204"/>
                      </a:lnTo>
                      <a:lnTo>
                        <a:pt x="168" y="180"/>
                      </a:lnTo>
                      <a:lnTo>
                        <a:pt x="144" y="156"/>
                      </a:lnTo>
                      <a:lnTo>
                        <a:pt x="132" y="156"/>
                      </a:lnTo>
                      <a:lnTo>
                        <a:pt x="120" y="150"/>
                      </a:lnTo>
                      <a:lnTo>
                        <a:pt x="96" y="150"/>
                      </a:lnTo>
                      <a:lnTo>
                        <a:pt x="96" y="144"/>
                      </a:lnTo>
                      <a:lnTo>
                        <a:pt x="108" y="144"/>
                      </a:lnTo>
                      <a:lnTo>
                        <a:pt x="120" y="138"/>
                      </a:lnTo>
                      <a:lnTo>
                        <a:pt x="186" y="138"/>
                      </a:lnTo>
                      <a:lnTo>
                        <a:pt x="198" y="114"/>
                      </a:lnTo>
                      <a:lnTo>
                        <a:pt x="240" y="114"/>
                      </a:lnTo>
                      <a:lnTo>
                        <a:pt x="252" y="108"/>
                      </a:lnTo>
                      <a:lnTo>
                        <a:pt x="258" y="102"/>
                      </a:lnTo>
                      <a:lnTo>
                        <a:pt x="264" y="102"/>
                      </a:lnTo>
                      <a:lnTo>
                        <a:pt x="276" y="96"/>
                      </a:lnTo>
                      <a:lnTo>
                        <a:pt x="282" y="90"/>
                      </a:lnTo>
                      <a:lnTo>
                        <a:pt x="282" y="78"/>
                      </a:lnTo>
                      <a:lnTo>
                        <a:pt x="258" y="60"/>
                      </a:lnTo>
                      <a:close/>
                    </a:path>
                  </a:pathLst>
                </a:custGeom>
                <a:solidFill>
                  <a:srgbClr val="572772"/>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68" name="Jamaica" descr="© INSCALE GmbH, 05.05.2010&#10;http://www.presentationload.com/">
                  <a:extLst>
                    <a:ext uri="{FF2B5EF4-FFF2-40B4-BE49-F238E27FC236}">
                      <a16:creationId xmlns:a16="http://schemas.microsoft.com/office/drawing/2014/main" id="{35128E6E-3D95-46B6-A9EC-58E7E97BE1DF}"/>
                    </a:ext>
                  </a:extLst>
                </p:cNvPr>
                <p:cNvSpPr>
                  <a:spLocks/>
                </p:cNvSpPr>
                <p:nvPr/>
              </p:nvSpPr>
              <p:spPr bwMode="gray">
                <a:xfrm>
                  <a:off x="3124258" y="3208591"/>
                  <a:ext cx="70658" cy="22965"/>
                </a:xfrm>
                <a:custGeom>
                  <a:avLst/>
                  <a:gdLst>
                    <a:gd name="T0" fmla="*/ 2147483647 w 156"/>
                    <a:gd name="T1" fmla="*/ 2147483647 h 54"/>
                    <a:gd name="T2" fmla="*/ 2147483647 w 156"/>
                    <a:gd name="T3" fmla="*/ 2147483647 h 54"/>
                    <a:gd name="T4" fmla="*/ 2147483647 w 156"/>
                    <a:gd name="T5" fmla="*/ 2147483647 h 54"/>
                    <a:gd name="T6" fmla="*/ 2147483647 w 156"/>
                    <a:gd name="T7" fmla="*/ 2147483647 h 54"/>
                    <a:gd name="T8" fmla="*/ 2147483647 w 156"/>
                    <a:gd name="T9" fmla="*/ 2147483647 h 54"/>
                    <a:gd name="T10" fmla="*/ 2147483647 w 156"/>
                    <a:gd name="T11" fmla="*/ 2147483647 h 54"/>
                    <a:gd name="T12" fmla="*/ 2147483647 w 156"/>
                    <a:gd name="T13" fmla="*/ 2147483647 h 54"/>
                    <a:gd name="T14" fmla="*/ 2147483647 w 156"/>
                    <a:gd name="T15" fmla="*/ 2147483647 h 54"/>
                    <a:gd name="T16" fmla="*/ 2147483647 w 156"/>
                    <a:gd name="T17" fmla="*/ 0 h 54"/>
                    <a:gd name="T18" fmla="*/ 2147483647 w 156"/>
                    <a:gd name="T19" fmla="*/ 0 h 54"/>
                    <a:gd name="T20" fmla="*/ 2147483647 w 156"/>
                    <a:gd name="T21" fmla="*/ 2147483647 h 54"/>
                    <a:gd name="T22" fmla="*/ 0 w 156"/>
                    <a:gd name="T23" fmla="*/ 2147483647 h 54"/>
                    <a:gd name="T24" fmla="*/ 2147483647 w 156"/>
                    <a:gd name="T25" fmla="*/ 2147483647 h 54"/>
                    <a:gd name="T26" fmla="*/ 2147483647 w 156"/>
                    <a:gd name="T27" fmla="*/ 2147483647 h 54"/>
                    <a:gd name="T28" fmla="*/ 2147483647 w 156"/>
                    <a:gd name="T29" fmla="*/ 2147483647 h 54"/>
                    <a:gd name="T30" fmla="*/ 2147483647 w 156"/>
                    <a:gd name="T31" fmla="*/ 2147483647 h 54"/>
                    <a:gd name="T32" fmla="*/ 2147483647 w 156"/>
                    <a:gd name="T33" fmla="*/ 2147483647 h 54"/>
                    <a:gd name="T34" fmla="*/ 2147483647 w 156"/>
                    <a:gd name="T35" fmla="*/ 2147483647 h 54"/>
                    <a:gd name="T36" fmla="*/ 2147483647 w 156"/>
                    <a:gd name="T37" fmla="*/ 2147483647 h 5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6"/>
                    <a:gd name="T58" fmla="*/ 0 h 54"/>
                    <a:gd name="T59" fmla="*/ 156 w 156"/>
                    <a:gd name="T60" fmla="*/ 54 h 5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6" h="54">
                      <a:moveTo>
                        <a:pt x="108" y="54"/>
                      </a:moveTo>
                      <a:lnTo>
                        <a:pt x="114" y="36"/>
                      </a:lnTo>
                      <a:lnTo>
                        <a:pt x="156" y="48"/>
                      </a:lnTo>
                      <a:lnTo>
                        <a:pt x="156" y="42"/>
                      </a:lnTo>
                      <a:lnTo>
                        <a:pt x="150" y="36"/>
                      </a:lnTo>
                      <a:lnTo>
                        <a:pt x="144" y="24"/>
                      </a:lnTo>
                      <a:lnTo>
                        <a:pt x="126" y="6"/>
                      </a:lnTo>
                      <a:lnTo>
                        <a:pt x="84" y="6"/>
                      </a:lnTo>
                      <a:lnTo>
                        <a:pt x="66" y="0"/>
                      </a:lnTo>
                      <a:lnTo>
                        <a:pt x="24" y="0"/>
                      </a:lnTo>
                      <a:lnTo>
                        <a:pt x="12" y="6"/>
                      </a:lnTo>
                      <a:lnTo>
                        <a:pt x="0" y="6"/>
                      </a:lnTo>
                      <a:lnTo>
                        <a:pt x="6" y="18"/>
                      </a:lnTo>
                      <a:lnTo>
                        <a:pt x="18" y="24"/>
                      </a:lnTo>
                      <a:lnTo>
                        <a:pt x="24" y="36"/>
                      </a:lnTo>
                      <a:lnTo>
                        <a:pt x="36" y="42"/>
                      </a:lnTo>
                      <a:lnTo>
                        <a:pt x="60" y="42"/>
                      </a:lnTo>
                      <a:lnTo>
                        <a:pt x="78" y="48"/>
                      </a:lnTo>
                      <a:lnTo>
                        <a:pt x="108" y="54"/>
                      </a:lnTo>
                      <a:close/>
                    </a:path>
                  </a:pathLst>
                </a:custGeom>
                <a:solidFill>
                  <a:srgbClr val="572772"/>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69" name="Japan" descr="© INSCALE GmbH, 05.05.2010&#10;http://www.presentationload.com/">
                  <a:extLst>
                    <a:ext uri="{FF2B5EF4-FFF2-40B4-BE49-F238E27FC236}">
                      <a16:creationId xmlns:a16="http://schemas.microsoft.com/office/drawing/2014/main" id="{C4D7C313-6C07-43DA-8BB2-A6CC5F44280F}"/>
                    </a:ext>
                  </a:extLst>
                </p:cNvPr>
                <p:cNvSpPr>
                  <a:spLocks noEditPoints="1"/>
                </p:cNvSpPr>
                <p:nvPr/>
              </p:nvSpPr>
              <p:spPr bwMode="gray">
                <a:xfrm>
                  <a:off x="9492317" y="2224674"/>
                  <a:ext cx="395685" cy="771943"/>
                </a:xfrm>
                <a:custGeom>
                  <a:avLst/>
                  <a:gdLst>
                    <a:gd name="T0" fmla="*/ 2147483647 w 876"/>
                    <a:gd name="T1" fmla="*/ 2147483647 h 1710"/>
                    <a:gd name="T2" fmla="*/ 2147483647 w 876"/>
                    <a:gd name="T3" fmla="*/ 2147483647 h 1710"/>
                    <a:gd name="T4" fmla="*/ 2147483647 w 876"/>
                    <a:gd name="T5" fmla="*/ 2147483647 h 1710"/>
                    <a:gd name="T6" fmla="*/ 2147483647 w 876"/>
                    <a:gd name="T7" fmla="*/ 2147483647 h 1710"/>
                    <a:gd name="T8" fmla="*/ 2147483647 w 876"/>
                    <a:gd name="T9" fmla="*/ 2147483647 h 1710"/>
                    <a:gd name="T10" fmla="*/ 2147483647 w 876"/>
                    <a:gd name="T11" fmla="*/ 2147483647 h 1710"/>
                    <a:gd name="T12" fmla="*/ 2147483647 w 876"/>
                    <a:gd name="T13" fmla="*/ 2147483647 h 1710"/>
                    <a:gd name="T14" fmla="*/ 2147483647 w 876"/>
                    <a:gd name="T15" fmla="*/ 2147483647 h 1710"/>
                    <a:gd name="T16" fmla="*/ 2147483647 w 876"/>
                    <a:gd name="T17" fmla="*/ 2147483647 h 1710"/>
                    <a:gd name="T18" fmla="*/ 2147483647 w 876"/>
                    <a:gd name="T19" fmla="*/ 2147483647 h 1710"/>
                    <a:gd name="T20" fmla="*/ 2147483647 w 876"/>
                    <a:gd name="T21" fmla="*/ 2147483647 h 1710"/>
                    <a:gd name="T22" fmla="*/ 2147483647 w 876"/>
                    <a:gd name="T23" fmla="*/ 2147483647 h 1710"/>
                    <a:gd name="T24" fmla="*/ 2147483647 w 876"/>
                    <a:gd name="T25" fmla="*/ 2147483647 h 1710"/>
                    <a:gd name="T26" fmla="*/ 2147483647 w 876"/>
                    <a:gd name="T27" fmla="*/ 2147483647 h 1710"/>
                    <a:gd name="T28" fmla="*/ 2147483647 w 876"/>
                    <a:gd name="T29" fmla="*/ 2147483647 h 1710"/>
                    <a:gd name="T30" fmla="*/ 2147483647 w 876"/>
                    <a:gd name="T31" fmla="*/ 2147483647 h 1710"/>
                    <a:gd name="T32" fmla="*/ 2147483647 w 876"/>
                    <a:gd name="T33" fmla="*/ 2147483647 h 1710"/>
                    <a:gd name="T34" fmla="*/ 2147483647 w 876"/>
                    <a:gd name="T35" fmla="*/ 2147483647 h 1710"/>
                    <a:gd name="T36" fmla="*/ 2147483647 w 876"/>
                    <a:gd name="T37" fmla="*/ 2147483647 h 1710"/>
                    <a:gd name="T38" fmla="*/ 2147483647 w 876"/>
                    <a:gd name="T39" fmla="*/ 2147483647 h 1710"/>
                    <a:gd name="T40" fmla="*/ 2147483647 w 876"/>
                    <a:gd name="T41" fmla="*/ 2147483647 h 1710"/>
                    <a:gd name="T42" fmla="*/ 2147483647 w 876"/>
                    <a:gd name="T43" fmla="*/ 2147483647 h 1710"/>
                    <a:gd name="T44" fmla="*/ 2147483647 w 876"/>
                    <a:gd name="T45" fmla="*/ 2147483647 h 1710"/>
                    <a:gd name="T46" fmla="*/ 2147483647 w 876"/>
                    <a:gd name="T47" fmla="*/ 2147483647 h 1710"/>
                    <a:gd name="T48" fmla="*/ 2147483647 w 876"/>
                    <a:gd name="T49" fmla="*/ 2147483647 h 1710"/>
                    <a:gd name="T50" fmla="*/ 2147483647 w 876"/>
                    <a:gd name="T51" fmla="*/ 2147483647 h 1710"/>
                    <a:gd name="T52" fmla="*/ 2147483647 w 876"/>
                    <a:gd name="T53" fmla="*/ 2147483647 h 1710"/>
                    <a:gd name="T54" fmla="*/ 2147483647 w 876"/>
                    <a:gd name="T55" fmla="*/ 2147483647 h 1710"/>
                    <a:gd name="T56" fmla="*/ 2147483647 w 876"/>
                    <a:gd name="T57" fmla="*/ 2147483647 h 1710"/>
                    <a:gd name="T58" fmla="*/ 2147483647 w 876"/>
                    <a:gd name="T59" fmla="*/ 2147483647 h 1710"/>
                    <a:gd name="T60" fmla="*/ 2147483647 w 876"/>
                    <a:gd name="T61" fmla="*/ 2147483647 h 1710"/>
                    <a:gd name="T62" fmla="*/ 2147483647 w 876"/>
                    <a:gd name="T63" fmla="*/ 2147483647 h 1710"/>
                    <a:gd name="T64" fmla="*/ 2147483647 w 876"/>
                    <a:gd name="T65" fmla="*/ 2147483647 h 1710"/>
                    <a:gd name="T66" fmla="*/ 2147483647 w 876"/>
                    <a:gd name="T67" fmla="*/ 2147483647 h 1710"/>
                    <a:gd name="T68" fmla="*/ 2147483647 w 876"/>
                    <a:gd name="T69" fmla="*/ 2147483647 h 1710"/>
                    <a:gd name="T70" fmla="*/ 2147483647 w 876"/>
                    <a:gd name="T71" fmla="*/ 2147483647 h 1710"/>
                    <a:gd name="T72" fmla="*/ 2147483647 w 876"/>
                    <a:gd name="T73" fmla="*/ 2147483647 h 1710"/>
                    <a:gd name="T74" fmla="*/ 2147483647 w 876"/>
                    <a:gd name="T75" fmla="*/ 2147483647 h 1710"/>
                    <a:gd name="T76" fmla="*/ 2147483647 w 876"/>
                    <a:gd name="T77" fmla="*/ 2147483647 h 1710"/>
                    <a:gd name="T78" fmla="*/ 2147483647 w 876"/>
                    <a:gd name="T79" fmla="*/ 2147483647 h 1710"/>
                    <a:gd name="T80" fmla="*/ 2147483647 w 876"/>
                    <a:gd name="T81" fmla="*/ 2147483647 h 1710"/>
                    <a:gd name="T82" fmla="*/ 2147483647 w 876"/>
                    <a:gd name="T83" fmla="*/ 2147483647 h 1710"/>
                    <a:gd name="T84" fmla="*/ 2147483647 w 876"/>
                    <a:gd name="T85" fmla="*/ 2147483647 h 1710"/>
                    <a:gd name="T86" fmla="*/ 2147483647 w 876"/>
                    <a:gd name="T87" fmla="*/ 2147483647 h 1710"/>
                    <a:gd name="T88" fmla="*/ 2147483647 w 876"/>
                    <a:gd name="T89" fmla="*/ 2147483647 h 1710"/>
                    <a:gd name="T90" fmla="*/ 2147483647 w 876"/>
                    <a:gd name="T91" fmla="*/ 2147483647 h 1710"/>
                    <a:gd name="T92" fmla="*/ 2147483647 w 876"/>
                    <a:gd name="T93" fmla="*/ 2147483647 h 1710"/>
                    <a:gd name="T94" fmla="*/ 2147483647 w 876"/>
                    <a:gd name="T95" fmla="*/ 2147483647 h 1710"/>
                    <a:gd name="T96" fmla="*/ 2147483647 w 876"/>
                    <a:gd name="T97" fmla="*/ 2147483647 h 1710"/>
                    <a:gd name="T98" fmla="*/ 2147483647 w 876"/>
                    <a:gd name="T99" fmla="*/ 2147483647 h 1710"/>
                    <a:gd name="T100" fmla="*/ 2147483647 w 876"/>
                    <a:gd name="T101" fmla="*/ 2147483647 h 1710"/>
                    <a:gd name="T102" fmla="*/ 2147483647 w 876"/>
                    <a:gd name="T103" fmla="*/ 2147483647 h 1710"/>
                    <a:gd name="T104" fmla="*/ 2147483647 w 876"/>
                    <a:gd name="T105" fmla="*/ 2147483647 h 1710"/>
                    <a:gd name="T106" fmla="*/ 2147483647 w 876"/>
                    <a:gd name="T107" fmla="*/ 2147483647 h 1710"/>
                    <a:gd name="T108" fmla="*/ 2147483647 w 876"/>
                    <a:gd name="T109" fmla="*/ 2147483647 h 1710"/>
                    <a:gd name="T110" fmla="*/ 2147483647 w 876"/>
                    <a:gd name="T111" fmla="*/ 2147483647 h 1710"/>
                    <a:gd name="T112" fmla="*/ 2147483647 w 876"/>
                    <a:gd name="T113" fmla="*/ 2147483647 h 1710"/>
                    <a:gd name="T114" fmla="*/ 2147483647 w 876"/>
                    <a:gd name="T115" fmla="*/ 2147483647 h 1710"/>
                    <a:gd name="T116" fmla="*/ 2147483647 w 876"/>
                    <a:gd name="T117" fmla="*/ 2147483647 h 1710"/>
                    <a:gd name="T118" fmla="*/ 2147483647 w 876"/>
                    <a:gd name="T119" fmla="*/ 2147483647 h 1710"/>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876"/>
                    <a:gd name="T181" fmla="*/ 0 h 1710"/>
                    <a:gd name="T182" fmla="*/ 876 w 876"/>
                    <a:gd name="T183" fmla="*/ 1710 h 1710"/>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876" h="1710">
                      <a:moveTo>
                        <a:pt x="876" y="780"/>
                      </a:moveTo>
                      <a:lnTo>
                        <a:pt x="864" y="774"/>
                      </a:lnTo>
                      <a:lnTo>
                        <a:pt x="858" y="768"/>
                      </a:lnTo>
                      <a:lnTo>
                        <a:pt x="846" y="762"/>
                      </a:lnTo>
                      <a:lnTo>
                        <a:pt x="840" y="750"/>
                      </a:lnTo>
                      <a:lnTo>
                        <a:pt x="828" y="744"/>
                      </a:lnTo>
                      <a:lnTo>
                        <a:pt x="828" y="720"/>
                      </a:lnTo>
                      <a:lnTo>
                        <a:pt x="834" y="702"/>
                      </a:lnTo>
                      <a:lnTo>
                        <a:pt x="834" y="684"/>
                      </a:lnTo>
                      <a:lnTo>
                        <a:pt x="828" y="666"/>
                      </a:lnTo>
                      <a:lnTo>
                        <a:pt x="816" y="642"/>
                      </a:lnTo>
                      <a:lnTo>
                        <a:pt x="792" y="618"/>
                      </a:lnTo>
                      <a:lnTo>
                        <a:pt x="786" y="600"/>
                      </a:lnTo>
                      <a:lnTo>
                        <a:pt x="786" y="576"/>
                      </a:lnTo>
                      <a:lnTo>
                        <a:pt x="792" y="570"/>
                      </a:lnTo>
                      <a:lnTo>
                        <a:pt x="810" y="570"/>
                      </a:lnTo>
                      <a:lnTo>
                        <a:pt x="810" y="528"/>
                      </a:lnTo>
                      <a:lnTo>
                        <a:pt x="798" y="516"/>
                      </a:lnTo>
                      <a:lnTo>
                        <a:pt x="810" y="510"/>
                      </a:lnTo>
                      <a:lnTo>
                        <a:pt x="810" y="498"/>
                      </a:lnTo>
                      <a:lnTo>
                        <a:pt x="804" y="486"/>
                      </a:lnTo>
                      <a:lnTo>
                        <a:pt x="804" y="474"/>
                      </a:lnTo>
                      <a:lnTo>
                        <a:pt x="798" y="468"/>
                      </a:lnTo>
                      <a:lnTo>
                        <a:pt x="792" y="456"/>
                      </a:lnTo>
                      <a:lnTo>
                        <a:pt x="786" y="450"/>
                      </a:lnTo>
                      <a:lnTo>
                        <a:pt x="774" y="444"/>
                      </a:lnTo>
                      <a:lnTo>
                        <a:pt x="768" y="438"/>
                      </a:lnTo>
                      <a:lnTo>
                        <a:pt x="762" y="420"/>
                      </a:lnTo>
                      <a:lnTo>
                        <a:pt x="756" y="420"/>
                      </a:lnTo>
                      <a:lnTo>
                        <a:pt x="738" y="402"/>
                      </a:lnTo>
                      <a:lnTo>
                        <a:pt x="714" y="390"/>
                      </a:lnTo>
                      <a:lnTo>
                        <a:pt x="702" y="378"/>
                      </a:lnTo>
                      <a:lnTo>
                        <a:pt x="696" y="360"/>
                      </a:lnTo>
                      <a:lnTo>
                        <a:pt x="690" y="348"/>
                      </a:lnTo>
                      <a:lnTo>
                        <a:pt x="690" y="330"/>
                      </a:lnTo>
                      <a:lnTo>
                        <a:pt x="684" y="324"/>
                      </a:lnTo>
                      <a:lnTo>
                        <a:pt x="678" y="324"/>
                      </a:lnTo>
                      <a:lnTo>
                        <a:pt x="666" y="318"/>
                      </a:lnTo>
                      <a:lnTo>
                        <a:pt x="654" y="318"/>
                      </a:lnTo>
                      <a:lnTo>
                        <a:pt x="648" y="324"/>
                      </a:lnTo>
                      <a:lnTo>
                        <a:pt x="648" y="342"/>
                      </a:lnTo>
                      <a:lnTo>
                        <a:pt x="654" y="342"/>
                      </a:lnTo>
                      <a:lnTo>
                        <a:pt x="660" y="348"/>
                      </a:lnTo>
                      <a:lnTo>
                        <a:pt x="672" y="342"/>
                      </a:lnTo>
                      <a:lnTo>
                        <a:pt x="678" y="348"/>
                      </a:lnTo>
                      <a:lnTo>
                        <a:pt x="678" y="366"/>
                      </a:lnTo>
                      <a:lnTo>
                        <a:pt x="672" y="366"/>
                      </a:lnTo>
                      <a:lnTo>
                        <a:pt x="666" y="360"/>
                      </a:lnTo>
                      <a:lnTo>
                        <a:pt x="654" y="372"/>
                      </a:lnTo>
                      <a:lnTo>
                        <a:pt x="630" y="342"/>
                      </a:lnTo>
                      <a:lnTo>
                        <a:pt x="612" y="342"/>
                      </a:lnTo>
                      <a:lnTo>
                        <a:pt x="636" y="378"/>
                      </a:lnTo>
                      <a:lnTo>
                        <a:pt x="618" y="378"/>
                      </a:lnTo>
                      <a:lnTo>
                        <a:pt x="648" y="426"/>
                      </a:lnTo>
                      <a:lnTo>
                        <a:pt x="636" y="438"/>
                      </a:lnTo>
                      <a:lnTo>
                        <a:pt x="648" y="444"/>
                      </a:lnTo>
                      <a:lnTo>
                        <a:pt x="666" y="462"/>
                      </a:lnTo>
                      <a:lnTo>
                        <a:pt x="678" y="468"/>
                      </a:lnTo>
                      <a:lnTo>
                        <a:pt x="684" y="480"/>
                      </a:lnTo>
                      <a:lnTo>
                        <a:pt x="684" y="504"/>
                      </a:lnTo>
                      <a:lnTo>
                        <a:pt x="678" y="516"/>
                      </a:lnTo>
                      <a:lnTo>
                        <a:pt x="678" y="534"/>
                      </a:lnTo>
                      <a:lnTo>
                        <a:pt x="672" y="540"/>
                      </a:lnTo>
                      <a:lnTo>
                        <a:pt x="672" y="570"/>
                      </a:lnTo>
                      <a:lnTo>
                        <a:pt x="678" y="570"/>
                      </a:lnTo>
                      <a:lnTo>
                        <a:pt x="690" y="582"/>
                      </a:lnTo>
                      <a:lnTo>
                        <a:pt x="690" y="600"/>
                      </a:lnTo>
                      <a:lnTo>
                        <a:pt x="678" y="606"/>
                      </a:lnTo>
                      <a:lnTo>
                        <a:pt x="660" y="606"/>
                      </a:lnTo>
                      <a:lnTo>
                        <a:pt x="660" y="618"/>
                      </a:lnTo>
                      <a:lnTo>
                        <a:pt x="666" y="630"/>
                      </a:lnTo>
                      <a:lnTo>
                        <a:pt x="666" y="642"/>
                      </a:lnTo>
                      <a:lnTo>
                        <a:pt x="660" y="654"/>
                      </a:lnTo>
                      <a:lnTo>
                        <a:pt x="654" y="660"/>
                      </a:lnTo>
                      <a:lnTo>
                        <a:pt x="642" y="666"/>
                      </a:lnTo>
                      <a:lnTo>
                        <a:pt x="630" y="666"/>
                      </a:lnTo>
                      <a:lnTo>
                        <a:pt x="618" y="672"/>
                      </a:lnTo>
                      <a:lnTo>
                        <a:pt x="612" y="678"/>
                      </a:lnTo>
                      <a:lnTo>
                        <a:pt x="606" y="678"/>
                      </a:lnTo>
                      <a:lnTo>
                        <a:pt x="606" y="696"/>
                      </a:lnTo>
                      <a:lnTo>
                        <a:pt x="588" y="696"/>
                      </a:lnTo>
                      <a:lnTo>
                        <a:pt x="564" y="672"/>
                      </a:lnTo>
                      <a:lnTo>
                        <a:pt x="564" y="654"/>
                      </a:lnTo>
                      <a:lnTo>
                        <a:pt x="570" y="636"/>
                      </a:lnTo>
                      <a:lnTo>
                        <a:pt x="558" y="636"/>
                      </a:lnTo>
                      <a:lnTo>
                        <a:pt x="552" y="642"/>
                      </a:lnTo>
                      <a:lnTo>
                        <a:pt x="540" y="648"/>
                      </a:lnTo>
                      <a:lnTo>
                        <a:pt x="534" y="654"/>
                      </a:lnTo>
                      <a:lnTo>
                        <a:pt x="534" y="660"/>
                      </a:lnTo>
                      <a:lnTo>
                        <a:pt x="540" y="666"/>
                      </a:lnTo>
                      <a:lnTo>
                        <a:pt x="558" y="702"/>
                      </a:lnTo>
                      <a:lnTo>
                        <a:pt x="558" y="714"/>
                      </a:lnTo>
                      <a:lnTo>
                        <a:pt x="552" y="720"/>
                      </a:lnTo>
                      <a:lnTo>
                        <a:pt x="540" y="744"/>
                      </a:lnTo>
                      <a:lnTo>
                        <a:pt x="540" y="756"/>
                      </a:lnTo>
                      <a:lnTo>
                        <a:pt x="546" y="762"/>
                      </a:lnTo>
                      <a:lnTo>
                        <a:pt x="546" y="768"/>
                      </a:lnTo>
                      <a:lnTo>
                        <a:pt x="552" y="780"/>
                      </a:lnTo>
                      <a:lnTo>
                        <a:pt x="558" y="786"/>
                      </a:lnTo>
                      <a:lnTo>
                        <a:pt x="558" y="792"/>
                      </a:lnTo>
                      <a:lnTo>
                        <a:pt x="522" y="792"/>
                      </a:lnTo>
                      <a:lnTo>
                        <a:pt x="498" y="780"/>
                      </a:lnTo>
                      <a:lnTo>
                        <a:pt x="474" y="780"/>
                      </a:lnTo>
                      <a:lnTo>
                        <a:pt x="450" y="792"/>
                      </a:lnTo>
                      <a:lnTo>
                        <a:pt x="438" y="792"/>
                      </a:lnTo>
                      <a:lnTo>
                        <a:pt x="420" y="798"/>
                      </a:lnTo>
                      <a:lnTo>
                        <a:pt x="414" y="804"/>
                      </a:lnTo>
                      <a:lnTo>
                        <a:pt x="378" y="804"/>
                      </a:lnTo>
                      <a:lnTo>
                        <a:pt x="366" y="792"/>
                      </a:lnTo>
                      <a:lnTo>
                        <a:pt x="336" y="816"/>
                      </a:lnTo>
                      <a:lnTo>
                        <a:pt x="330" y="828"/>
                      </a:lnTo>
                      <a:lnTo>
                        <a:pt x="312" y="846"/>
                      </a:lnTo>
                      <a:lnTo>
                        <a:pt x="306" y="864"/>
                      </a:lnTo>
                      <a:lnTo>
                        <a:pt x="300" y="870"/>
                      </a:lnTo>
                      <a:lnTo>
                        <a:pt x="294" y="882"/>
                      </a:lnTo>
                      <a:lnTo>
                        <a:pt x="270" y="882"/>
                      </a:lnTo>
                      <a:lnTo>
                        <a:pt x="264" y="888"/>
                      </a:lnTo>
                      <a:lnTo>
                        <a:pt x="258" y="888"/>
                      </a:lnTo>
                      <a:lnTo>
                        <a:pt x="258" y="900"/>
                      </a:lnTo>
                      <a:lnTo>
                        <a:pt x="264" y="912"/>
                      </a:lnTo>
                      <a:lnTo>
                        <a:pt x="276" y="924"/>
                      </a:lnTo>
                      <a:lnTo>
                        <a:pt x="288" y="924"/>
                      </a:lnTo>
                      <a:lnTo>
                        <a:pt x="294" y="918"/>
                      </a:lnTo>
                      <a:lnTo>
                        <a:pt x="312" y="918"/>
                      </a:lnTo>
                      <a:lnTo>
                        <a:pt x="318" y="924"/>
                      </a:lnTo>
                      <a:lnTo>
                        <a:pt x="324" y="924"/>
                      </a:lnTo>
                      <a:lnTo>
                        <a:pt x="336" y="930"/>
                      </a:lnTo>
                      <a:lnTo>
                        <a:pt x="342" y="930"/>
                      </a:lnTo>
                      <a:lnTo>
                        <a:pt x="348" y="924"/>
                      </a:lnTo>
                      <a:lnTo>
                        <a:pt x="348" y="912"/>
                      </a:lnTo>
                      <a:lnTo>
                        <a:pt x="354" y="906"/>
                      </a:lnTo>
                      <a:lnTo>
                        <a:pt x="354" y="894"/>
                      </a:lnTo>
                      <a:lnTo>
                        <a:pt x="372" y="906"/>
                      </a:lnTo>
                      <a:lnTo>
                        <a:pt x="378" y="906"/>
                      </a:lnTo>
                      <a:lnTo>
                        <a:pt x="384" y="900"/>
                      </a:lnTo>
                      <a:lnTo>
                        <a:pt x="420" y="882"/>
                      </a:lnTo>
                      <a:lnTo>
                        <a:pt x="426" y="882"/>
                      </a:lnTo>
                      <a:lnTo>
                        <a:pt x="432" y="876"/>
                      </a:lnTo>
                      <a:lnTo>
                        <a:pt x="444" y="876"/>
                      </a:lnTo>
                      <a:lnTo>
                        <a:pt x="456" y="882"/>
                      </a:lnTo>
                      <a:lnTo>
                        <a:pt x="480" y="882"/>
                      </a:lnTo>
                      <a:lnTo>
                        <a:pt x="480" y="876"/>
                      </a:lnTo>
                      <a:lnTo>
                        <a:pt x="474" y="870"/>
                      </a:lnTo>
                      <a:lnTo>
                        <a:pt x="474" y="864"/>
                      </a:lnTo>
                      <a:lnTo>
                        <a:pt x="480" y="858"/>
                      </a:lnTo>
                      <a:lnTo>
                        <a:pt x="498" y="858"/>
                      </a:lnTo>
                      <a:lnTo>
                        <a:pt x="516" y="876"/>
                      </a:lnTo>
                      <a:lnTo>
                        <a:pt x="522" y="870"/>
                      </a:lnTo>
                      <a:lnTo>
                        <a:pt x="534" y="864"/>
                      </a:lnTo>
                      <a:lnTo>
                        <a:pt x="540" y="864"/>
                      </a:lnTo>
                      <a:lnTo>
                        <a:pt x="546" y="858"/>
                      </a:lnTo>
                      <a:lnTo>
                        <a:pt x="552" y="864"/>
                      </a:lnTo>
                      <a:lnTo>
                        <a:pt x="552" y="882"/>
                      </a:lnTo>
                      <a:lnTo>
                        <a:pt x="546" y="894"/>
                      </a:lnTo>
                      <a:lnTo>
                        <a:pt x="540" y="900"/>
                      </a:lnTo>
                      <a:lnTo>
                        <a:pt x="540" y="912"/>
                      </a:lnTo>
                      <a:lnTo>
                        <a:pt x="546" y="918"/>
                      </a:lnTo>
                      <a:lnTo>
                        <a:pt x="552" y="930"/>
                      </a:lnTo>
                      <a:lnTo>
                        <a:pt x="576" y="954"/>
                      </a:lnTo>
                      <a:lnTo>
                        <a:pt x="600" y="966"/>
                      </a:lnTo>
                      <a:lnTo>
                        <a:pt x="612" y="960"/>
                      </a:lnTo>
                      <a:lnTo>
                        <a:pt x="618" y="954"/>
                      </a:lnTo>
                      <a:lnTo>
                        <a:pt x="630" y="930"/>
                      </a:lnTo>
                      <a:lnTo>
                        <a:pt x="630" y="906"/>
                      </a:lnTo>
                      <a:lnTo>
                        <a:pt x="660" y="900"/>
                      </a:lnTo>
                      <a:lnTo>
                        <a:pt x="654" y="894"/>
                      </a:lnTo>
                      <a:lnTo>
                        <a:pt x="648" y="882"/>
                      </a:lnTo>
                      <a:lnTo>
                        <a:pt x="636" y="870"/>
                      </a:lnTo>
                      <a:lnTo>
                        <a:pt x="624" y="870"/>
                      </a:lnTo>
                      <a:lnTo>
                        <a:pt x="612" y="858"/>
                      </a:lnTo>
                      <a:lnTo>
                        <a:pt x="630" y="834"/>
                      </a:lnTo>
                      <a:lnTo>
                        <a:pt x="636" y="834"/>
                      </a:lnTo>
                      <a:lnTo>
                        <a:pt x="636" y="840"/>
                      </a:lnTo>
                      <a:lnTo>
                        <a:pt x="642" y="852"/>
                      </a:lnTo>
                      <a:lnTo>
                        <a:pt x="642" y="858"/>
                      </a:lnTo>
                      <a:lnTo>
                        <a:pt x="654" y="858"/>
                      </a:lnTo>
                      <a:lnTo>
                        <a:pt x="666" y="870"/>
                      </a:lnTo>
                      <a:lnTo>
                        <a:pt x="666" y="876"/>
                      </a:lnTo>
                      <a:lnTo>
                        <a:pt x="684" y="864"/>
                      </a:lnTo>
                      <a:lnTo>
                        <a:pt x="696" y="870"/>
                      </a:lnTo>
                      <a:lnTo>
                        <a:pt x="732" y="870"/>
                      </a:lnTo>
                      <a:lnTo>
                        <a:pt x="744" y="858"/>
                      </a:lnTo>
                      <a:lnTo>
                        <a:pt x="744" y="852"/>
                      </a:lnTo>
                      <a:lnTo>
                        <a:pt x="738" y="846"/>
                      </a:lnTo>
                      <a:lnTo>
                        <a:pt x="738" y="840"/>
                      </a:lnTo>
                      <a:lnTo>
                        <a:pt x="744" y="834"/>
                      </a:lnTo>
                      <a:lnTo>
                        <a:pt x="762" y="834"/>
                      </a:lnTo>
                      <a:lnTo>
                        <a:pt x="768" y="840"/>
                      </a:lnTo>
                      <a:lnTo>
                        <a:pt x="768" y="858"/>
                      </a:lnTo>
                      <a:lnTo>
                        <a:pt x="774" y="864"/>
                      </a:lnTo>
                      <a:lnTo>
                        <a:pt x="774" y="870"/>
                      </a:lnTo>
                      <a:lnTo>
                        <a:pt x="780" y="870"/>
                      </a:lnTo>
                      <a:lnTo>
                        <a:pt x="786" y="864"/>
                      </a:lnTo>
                      <a:lnTo>
                        <a:pt x="786" y="852"/>
                      </a:lnTo>
                      <a:lnTo>
                        <a:pt x="780" y="840"/>
                      </a:lnTo>
                      <a:lnTo>
                        <a:pt x="780" y="816"/>
                      </a:lnTo>
                      <a:lnTo>
                        <a:pt x="804" y="816"/>
                      </a:lnTo>
                      <a:lnTo>
                        <a:pt x="804" y="798"/>
                      </a:lnTo>
                      <a:lnTo>
                        <a:pt x="810" y="792"/>
                      </a:lnTo>
                      <a:lnTo>
                        <a:pt x="810" y="786"/>
                      </a:lnTo>
                      <a:lnTo>
                        <a:pt x="816" y="780"/>
                      </a:lnTo>
                      <a:lnTo>
                        <a:pt x="828" y="792"/>
                      </a:lnTo>
                      <a:lnTo>
                        <a:pt x="828" y="840"/>
                      </a:lnTo>
                      <a:lnTo>
                        <a:pt x="852" y="840"/>
                      </a:lnTo>
                      <a:lnTo>
                        <a:pt x="858" y="828"/>
                      </a:lnTo>
                      <a:lnTo>
                        <a:pt x="858" y="792"/>
                      </a:lnTo>
                      <a:lnTo>
                        <a:pt x="876" y="780"/>
                      </a:lnTo>
                      <a:close/>
                      <a:moveTo>
                        <a:pt x="498" y="912"/>
                      </a:moveTo>
                      <a:lnTo>
                        <a:pt x="486" y="906"/>
                      </a:lnTo>
                      <a:lnTo>
                        <a:pt x="480" y="900"/>
                      </a:lnTo>
                      <a:lnTo>
                        <a:pt x="468" y="894"/>
                      </a:lnTo>
                      <a:lnTo>
                        <a:pt x="444" y="894"/>
                      </a:lnTo>
                      <a:lnTo>
                        <a:pt x="438" y="900"/>
                      </a:lnTo>
                      <a:lnTo>
                        <a:pt x="438" y="924"/>
                      </a:lnTo>
                      <a:lnTo>
                        <a:pt x="432" y="924"/>
                      </a:lnTo>
                      <a:lnTo>
                        <a:pt x="426" y="918"/>
                      </a:lnTo>
                      <a:lnTo>
                        <a:pt x="396" y="918"/>
                      </a:lnTo>
                      <a:lnTo>
                        <a:pt x="390" y="924"/>
                      </a:lnTo>
                      <a:lnTo>
                        <a:pt x="390" y="942"/>
                      </a:lnTo>
                      <a:lnTo>
                        <a:pt x="396" y="948"/>
                      </a:lnTo>
                      <a:lnTo>
                        <a:pt x="396" y="954"/>
                      </a:lnTo>
                      <a:lnTo>
                        <a:pt x="378" y="972"/>
                      </a:lnTo>
                      <a:lnTo>
                        <a:pt x="390" y="978"/>
                      </a:lnTo>
                      <a:lnTo>
                        <a:pt x="396" y="990"/>
                      </a:lnTo>
                      <a:lnTo>
                        <a:pt x="408" y="1002"/>
                      </a:lnTo>
                      <a:lnTo>
                        <a:pt x="432" y="1014"/>
                      </a:lnTo>
                      <a:lnTo>
                        <a:pt x="438" y="1020"/>
                      </a:lnTo>
                      <a:lnTo>
                        <a:pt x="450" y="1026"/>
                      </a:lnTo>
                      <a:lnTo>
                        <a:pt x="450" y="984"/>
                      </a:lnTo>
                      <a:lnTo>
                        <a:pt x="456" y="972"/>
                      </a:lnTo>
                      <a:lnTo>
                        <a:pt x="462" y="966"/>
                      </a:lnTo>
                      <a:lnTo>
                        <a:pt x="474" y="960"/>
                      </a:lnTo>
                      <a:lnTo>
                        <a:pt x="486" y="960"/>
                      </a:lnTo>
                      <a:lnTo>
                        <a:pt x="492" y="966"/>
                      </a:lnTo>
                      <a:lnTo>
                        <a:pt x="504" y="972"/>
                      </a:lnTo>
                      <a:lnTo>
                        <a:pt x="510" y="984"/>
                      </a:lnTo>
                      <a:lnTo>
                        <a:pt x="516" y="990"/>
                      </a:lnTo>
                      <a:lnTo>
                        <a:pt x="516" y="978"/>
                      </a:lnTo>
                      <a:lnTo>
                        <a:pt x="522" y="966"/>
                      </a:lnTo>
                      <a:lnTo>
                        <a:pt x="522" y="954"/>
                      </a:lnTo>
                      <a:lnTo>
                        <a:pt x="528" y="942"/>
                      </a:lnTo>
                      <a:lnTo>
                        <a:pt x="528" y="930"/>
                      </a:lnTo>
                      <a:lnTo>
                        <a:pt x="522" y="918"/>
                      </a:lnTo>
                      <a:lnTo>
                        <a:pt x="516" y="912"/>
                      </a:lnTo>
                      <a:lnTo>
                        <a:pt x="516" y="906"/>
                      </a:lnTo>
                      <a:lnTo>
                        <a:pt x="498" y="912"/>
                      </a:lnTo>
                      <a:close/>
                      <a:moveTo>
                        <a:pt x="354" y="1050"/>
                      </a:moveTo>
                      <a:lnTo>
                        <a:pt x="354" y="1038"/>
                      </a:lnTo>
                      <a:lnTo>
                        <a:pt x="372" y="1020"/>
                      </a:lnTo>
                      <a:lnTo>
                        <a:pt x="372" y="1008"/>
                      </a:lnTo>
                      <a:lnTo>
                        <a:pt x="360" y="1002"/>
                      </a:lnTo>
                      <a:lnTo>
                        <a:pt x="354" y="990"/>
                      </a:lnTo>
                      <a:lnTo>
                        <a:pt x="348" y="984"/>
                      </a:lnTo>
                      <a:lnTo>
                        <a:pt x="336" y="978"/>
                      </a:lnTo>
                      <a:lnTo>
                        <a:pt x="336" y="966"/>
                      </a:lnTo>
                      <a:lnTo>
                        <a:pt x="330" y="960"/>
                      </a:lnTo>
                      <a:lnTo>
                        <a:pt x="324" y="960"/>
                      </a:lnTo>
                      <a:lnTo>
                        <a:pt x="318" y="954"/>
                      </a:lnTo>
                      <a:lnTo>
                        <a:pt x="300" y="954"/>
                      </a:lnTo>
                      <a:lnTo>
                        <a:pt x="294" y="948"/>
                      </a:lnTo>
                      <a:lnTo>
                        <a:pt x="270" y="936"/>
                      </a:lnTo>
                      <a:lnTo>
                        <a:pt x="258" y="936"/>
                      </a:lnTo>
                      <a:lnTo>
                        <a:pt x="240" y="954"/>
                      </a:lnTo>
                      <a:lnTo>
                        <a:pt x="204" y="972"/>
                      </a:lnTo>
                      <a:lnTo>
                        <a:pt x="234" y="1026"/>
                      </a:lnTo>
                      <a:lnTo>
                        <a:pt x="252" y="1014"/>
                      </a:lnTo>
                      <a:lnTo>
                        <a:pt x="252" y="1008"/>
                      </a:lnTo>
                      <a:lnTo>
                        <a:pt x="246" y="1002"/>
                      </a:lnTo>
                      <a:lnTo>
                        <a:pt x="246" y="990"/>
                      </a:lnTo>
                      <a:lnTo>
                        <a:pt x="252" y="990"/>
                      </a:lnTo>
                      <a:lnTo>
                        <a:pt x="264" y="1002"/>
                      </a:lnTo>
                      <a:lnTo>
                        <a:pt x="270" y="1014"/>
                      </a:lnTo>
                      <a:lnTo>
                        <a:pt x="276" y="1020"/>
                      </a:lnTo>
                      <a:lnTo>
                        <a:pt x="282" y="1032"/>
                      </a:lnTo>
                      <a:lnTo>
                        <a:pt x="282" y="1068"/>
                      </a:lnTo>
                      <a:lnTo>
                        <a:pt x="264" y="1074"/>
                      </a:lnTo>
                      <a:lnTo>
                        <a:pt x="264" y="1080"/>
                      </a:lnTo>
                      <a:lnTo>
                        <a:pt x="270" y="1086"/>
                      </a:lnTo>
                      <a:lnTo>
                        <a:pt x="270" y="1104"/>
                      </a:lnTo>
                      <a:lnTo>
                        <a:pt x="276" y="1116"/>
                      </a:lnTo>
                      <a:lnTo>
                        <a:pt x="282" y="1134"/>
                      </a:lnTo>
                      <a:lnTo>
                        <a:pt x="294" y="1146"/>
                      </a:lnTo>
                      <a:lnTo>
                        <a:pt x="300" y="1146"/>
                      </a:lnTo>
                      <a:lnTo>
                        <a:pt x="306" y="1140"/>
                      </a:lnTo>
                      <a:lnTo>
                        <a:pt x="306" y="1104"/>
                      </a:lnTo>
                      <a:lnTo>
                        <a:pt x="336" y="1116"/>
                      </a:lnTo>
                      <a:lnTo>
                        <a:pt x="336" y="1140"/>
                      </a:lnTo>
                      <a:lnTo>
                        <a:pt x="342" y="1146"/>
                      </a:lnTo>
                      <a:lnTo>
                        <a:pt x="342" y="1152"/>
                      </a:lnTo>
                      <a:lnTo>
                        <a:pt x="348" y="1152"/>
                      </a:lnTo>
                      <a:lnTo>
                        <a:pt x="348" y="1140"/>
                      </a:lnTo>
                      <a:lnTo>
                        <a:pt x="360" y="1128"/>
                      </a:lnTo>
                      <a:lnTo>
                        <a:pt x="366" y="1116"/>
                      </a:lnTo>
                      <a:lnTo>
                        <a:pt x="366" y="1110"/>
                      </a:lnTo>
                      <a:lnTo>
                        <a:pt x="360" y="1104"/>
                      </a:lnTo>
                      <a:lnTo>
                        <a:pt x="360" y="1074"/>
                      </a:lnTo>
                      <a:lnTo>
                        <a:pt x="354" y="1062"/>
                      </a:lnTo>
                      <a:lnTo>
                        <a:pt x="354" y="1050"/>
                      </a:lnTo>
                      <a:close/>
                      <a:moveTo>
                        <a:pt x="264" y="1026"/>
                      </a:moveTo>
                      <a:lnTo>
                        <a:pt x="246" y="1062"/>
                      </a:lnTo>
                      <a:lnTo>
                        <a:pt x="264" y="1056"/>
                      </a:lnTo>
                      <a:lnTo>
                        <a:pt x="264" y="1026"/>
                      </a:lnTo>
                      <a:close/>
                      <a:moveTo>
                        <a:pt x="624" y="618"/>
                      </a:moveTo>
                      <a:lnTo>
                        <a:pt x="636" y="618"/>
                      </a:lnTo>
                      <a:lnTo>
                        <a:pt x="636" y="594"/>
                      </a:lnTo>
                      <a:lnTo>
                        <a:pt x="630" y="594"/>
                      </a:lnTo>
                      <a:lnTo>
                        <a:pt x="612" y="570"/>
                      </a:lnTo>
                      <a:lnTo>
                        <a:pt x="606" y="582"/>
                      </a:lnTo>
                      <a:lnTo>
                        <a:pt x="618" y="600"/>
                      </a:lnTo>
                      <a:lnTo>
                        <a:pt x="624" y="618"/>
                      </a:lnTo>
                      <a:close/>
                      <a:moveTo>
                        <a:pt x="546" y="72"/>
                      </a:moveTo>
                      <a:lnTo>
                        <a:pt x="552" y="96"/>
                      </a:lnTo>
                      <a:lnTo>
                        <a:pt x="558" y="102"/>
                      </a:lnTo>
                      <a:lnTo>
                        <a:pt x="570" y="108"/>
                      </a:lnTo>
                      <a:lnTo>
                        <a:pt x="576" y="114"/>
                      </a:lnTo>
                      <a:lnTo>
                        <a:pt x="576" y="132"/>
                      </a:lnTo>
                      <a:lnTo>
                        <a:pt x="564" y="144"/>
                      </a:lnTo>
                      <a:lnTo>
                        <a:pt x="564" y="150"/>
                      </a:lnTo>
                      <a:lnTo>
                        <a:pt x="570" y="156"/>
                      </a:lnTo>
                      <a:lnTo>
                        <a:pt x="576" y="168"/>
                      </a:lnTo>
                      <a:lnTo>
                        <a:pt x="582" y="174"/>
                      </a:lnTo>
                      <a:lnTo>
                        <a:pt x="582" y="186"/>
                      </a:lnTo>
                      <a:lnTo>
                        <a:pt x="576" y="186"/>
                      </a:lnTo>
                      <a:lnTo>
                        <a:pt x="564" y="180"/>
                      </a:lnTo>
                      <a:lnTo>
                        <a:pt x="552" y="180"/>
                      </a:lnTo>
                      <a:lnTo>
                        <a:pt x="540" y="174"/>
                      </a:lnTo>
                      <a:lnTo>
                        <a:pt x="528" y="174"/>
                      </a:lnTo>
                      <a:lnTo>
                        <a:pt x="522" y="168"/>
                      </a:lnTo>
                      <a:lnTo>
                        <a:pt x="522" y="180"/>
                      </a:lnTo>
                      <a:lnTo>
                        <a:pt x="540" y="198"/>
                      </a:lnTo>
                      <a:lnTo>
                        <a:pt x="516" y="228"/>
                      </a:lnTo>
                      <a:lnTo>
                        <a:pt x="522" y="240"/>
                      </a:lnTo>
                      <a:lnTo>
                        <a:pt x="528" y="246"/>
                      </a:lnTo>
                      <a:lnTo>
                        <a:pt x="528" y="252"/>
                      </a:lnTo>
                      <a:lnTo>
                        <a:pt x="534" y="258"/>
                      </a:lnTo>
                      <a:lnTo>
                        <a:pt x="546" y="264"/>
                      </a:lnTo>
                      <a:lnTo>
                        <a:pt x="552" y="270"/>
                      </a:lnTo>
                      <a:lnTo>
                        <a:pt x="564" y="276"/>
                      </a:lnTo>
                      <a:lnTo>
                        <a:pt x="570" y="282"/>
                      </a:lnTo>
                      <a:lnTo>
                        <a:pt x="576" y="282"/>
                      </a:lnTo>
                      <a:lnTo>
                        <a:pt x="576" y="318"/>
                      </a:lnTo>
                      <a:lnTo>
                        <a:pt x="582" y="330"/>
                      </a:lnTo>
                      <a:lnTo>
                        <a:pt x="600" y="330"/>
                      </a:lnTo>
                      <a:lnTo>
                        <a:pt x="600" y="300"/>
                      </a:lnTo>
                      <a:lnTo>
                        <a:pt x="636" y="300"/>
                      </a:lnTo>
                      <a:lnTo>
                        <a:pt x="642" y="294"/>
                      </a:lnTo>
                      <a:lnTo>
                        <a:pt x="606" y="270"/>
                      </a:lnTo>
                      <a:lnTo>
                        <a:pt x="588" y="270"/>
                      </a:lnTo>
                      <a:lnTo>
                        <a:pt x="576" y="264"/>
                      </a:lnTo>
                      <a:lnTo>
                        <a:pt x="570" y="264"/>
                      </a:lnTo>
                      <a:lnTo>
                        <a:pt x="558" y="258"/>
                      </a:lnTo>
                      <a:lnTo>
                        <a:pt x="558" y="246"/>
                      </a:lnTo>
                      <a:lnTo>
                        <a:pt x="564" y="240"/>
                      </a:lnTo>
                      <a:lnTo>
                        <a:pt x="576" y="234"/>
                      </a:lnTo>
                      <a:lnTo>
                        <a:pt x="600" y="246"/>
                      </a:lnTo>
                      <a:lnTo>
                        <a:pt x="606" y="252"/>
                      </a:lnTo>
                      <a:lnTo>
                        <a:pt x="618" y="240"/>
                      </a:lnTo>
                      <a:lnTo>
                        <a:pt x="630" y="234"/>
                      </a:lnTo>
                      <a:lnTo>
                        <a:pt x="636" y="234"/>
                      </a:lnTo>
                      <a:lnTo>
                        <a:pt x="690" y="252"/>
                      </a:lnTo>
                      <a:lnTo>
                        <a:pt x="726" y="270"/>
                      </a:lnTo>
                      <a:lnTo>
                        <a:pt x="756" y="282"/>
                      </a:lnTo>
                      <a:lnTo>
                        <a:pt x="768" y="282"/>
                      </a:lnTo>
                      <a:lnTo>
                        <a:pt x="768" y="270"/>
                      </a:lnTo>
                      <a:lnTo>
                        <a:pt x="762" y="258"/>
                      </a:lnTo>
                      <a:lnTo>
                        <a:pt x="762" y="222"/>
                      </a:lnTo>
                      <a:lnTo>
                        <a:pt x="780" y="204"/>
                      </a:lnTo>
                      <a:lnTo>
                        <a:pt x="792" y="204"/>
                      </a:lnTo>
                      <a:lnTo>
                        <a:pt x="798" y="210"/>
                      </a:lnTo>
                      <a:lnTo>
                        <a:pt x="816" y="210"/>
                      </a:lnTo>
                      <a:lnTo>
                        <a:pt x="840" y="198"/>
                      </a:lnTo>
                      <a:lnTo>
                        <a:pt x="858" y="180"/>
                      </a:lnTo>
                      <a:lnTo>
                        <a:pt x="804" y="144"/>
                      </a:lnTo>
                      <a:lnTo>
                        <a:pt x="804" y="120"/>
                      </a:lnTo>
                      <a:lnTo>
                        <a:pt x="798" y="108"/>
                      </a:lnTo>
                      <a:lnTo>
                        <a:pt x="792" y="102"/>
                      </a:lnTo>
                      <a:lnTo>
                        <a:pt x="786" y="102"/>
                      </a:lnTo>
                      <a:lnTo>
                        <a:pt x="774" y="114"/>
                      </a:lnTo>
                      <a:lnTo>
                        <a:pt x="774" y="126"/>
                      </a:lnTo>
                      <a:lnTo>
                        <a:pt x="756" y="120"/>
                      </a:lnTo>
                      <a:lnTo>
                        <a:pt x="720" y="114"/>
                      </a:lnTo>
                      <a:lnTo>
                        <a:pt x="678" y="102"/>
                      </a:lnTo>
                      <a:lnTo>
                        <a:pt x="648" y="90"/>
                      </a:lnTo>
                      <a:lnTo>
                        <a:pt x="624" y="72"/>
                      </a:lnTo>
                      <a:lnTo>
                        <a:pt x="552" y="24"/>
                      </a:lnTo>
                      <a:lnTo>
                        <a:pt x="516" y="6"/>
                      </a:lnTo>
                      <a:lnTo>
                        <a:pt x="498" y="0"/>
                      </a:lnTo>
                      <a:lnTo>
                        <a:pt x="498" y="18"/>
                      </a:lnTo>
                      <a:lnTo>
                        <a:pt x="510" y="30"/>
                      </a:lnTo>
                      <a:lnTo>
                        <a:pt x="516" y="42"/>
                      </a:lnTo>
                      <a:lnTo>
                        <a:pt x="528" y="54"/>
                      </a:lnTo>
                      <a:lnTo>
                        <a:pt x="534" y="66"/>
                      </a:lnTo>
                      <a:lnTo>
                        <a:pt x="546" y="72"/>
                      </a:lnTo>
                      <a:close/>
                      <a:moveTo>
                        <a:pt x="282" y="1458"/>
                      </a:moveTo>
                      <a:lnTo>
                        <a:pt x="306" y="1458"/>
                      </a:lnTo>
                      <a:lnTo>
                        <a:pt x="276" y="1440"/>
                      </a:lnTo>
                      <a:lnTo>
                        <a:pt x="282" y="1458"/>
                      </a:lnTo>
                      <a:close/>
                      <a:moveTo>
                        <a:pt x="300" y="1386"/>
                      </a:moveTo>
                      <a:lnTo>
                        <a:pt x="312" y="1398"/>
                      </a:lnTo>
                      <a:lnTo>
                        <a:pt x="318" y="1398"/>
                      </a:lnTo>
                      <a:lnTo>
                        <a:pt x="330" y="1386"/>
                      </a:lnTo>
                      <a:lnTo>
                        <a:pt x="336" y="1386"/>
                      </a:lnTo>
                      <a:lnTo>
                        <a:pt x="342" y="1380"/>
                      </a:lnTo>
                      <a:lnTo>
                        <a:pt x="342" y="1368"/>
                      </a:lnTo>
                      <a:lnTo>
                        <a:pt x="336" y="1362"/>
                      </a:lnTo>
                      <a:lnTo>
                        <a:pt x="318" y="1362"/>
                      </a:lnTo>
                      <a:lnTo>
                        <a:pt x="306" y="1368"/>
                      </a:lnTo>
                      <a:lnTo>
                        <a:pt x="300" y="1380"/>
                      </a:lnTo>
                      <a:lnTo>
                        <a:pt x="300" y="1386"/>
                      </a:lnTo>
                      <a:close/>
                      <a:moveTo>
                        <a:pt x="312" y="1416"/>
                      </a:moveTo>
                      <a:lnTo>
                        <a:pt x="300" y="1416"/>
                      </a:lnTo>
                      <a:lnTo>
                        <a:pt x="300" y="1428"/>
                      </a:lnTo>
                      <a:lnTo>
                        <a:pt x="318" y="1428"/>
                      </a:lnTo>
                      <a:lnTo>
                        <a:pt x="318" y="1422"/>
                      </a:lnTo>
                      <a:lnTo>
                        <a:pt x="312" y="1416"/>
                      </a:lnTo>
                      <a:close/>
                      <a:moveTo>
                        <a:pt x="336" y="1200"/>
                      </a:moveTo>
                      <a:lnTo>
                        <a:pt x="336" y="1206"/>
                      </a:lnTo>
                      <a:lnTo>
                        <a:pt x="330" y="1206"/>
                      </a:lnTo>
                      <a:lnTo>
                        <a:pt x="318" y="1212"/>
                      </a:lnTo>
                      <a:lnTo>
                        <a:pt x="342" y="1230"/>
                      </a:lnTo>
                      <a:lnTo>
                        <a:pt x="342" y="1218"/>
                      </a:lnTo>
                      <a:lnTo>
                        <a:pt x="336" y="1206"/>
                      </a:lnTo>
                      <a:lnTo>
                        <a:pt x="336" y="1200"/>
                      </a:lnTo>
                      <a:close/>
                      <a:moveTo>
                        <a:pt x="366" y="1170"/>
                      </a:moveTo>
                      <a:lnTo>
                        <a:pt x="366" y="1182"/>
                      </a:lnTo>
                      <a:lnTo>
                        <a:pt x="360" y="1194"/>
                      </a:lnTo>
                      <a:lnTo>
                        <a:pt x="378" y="1224"/>
                      </a:lnTo>
                      <a:lnTo>
                        <a:pt x="378" y="1200"/>
                      </a:lnTo>
                      <a:lnTo>
                        <a:pt x="372" y="1194"/>
                      </a:lnTo>
                      <a:lnTo>
                        <a:pt x="372" y="1176"/>
                      </a:lnTo>
                      <a:lnTo>
                        <a:pt x="366" y="1170"/>
                      </a:lnTo>
                      <a:close/>
                      <a:moveTo>
                        <a:pt x="36" y="1698"/>
                      </a:moveTo>
                      <a:lnTo>
                        <a:pt x="54" y="1698"/>
                      </a:lnTo>
                      <a:lnTo>
                        <a:pt x="60" y="1692"/>
                      </a:lnTo>
                      <a:lnTo>
                        <a:pt x="72" y="1692"/>
                      </a:lnTo>
                      <a:lnTo>
                        <a:pt x="42" y="1680"/>
                      </a:lnTo>
                      <a:lnTo>
                        <a:pt x="36" y="1686"/>
                      </a:lnTo>
                      <a:lnTo>
                        <a:pt x="36" y="1698"/>
                      </a:lnTo>
                      <a:close/>
                      <a:moveTo>
                        <a:pt x="114" y="1662"/>
                      </a:moveTo>
                      <a:lnTo>
                        <a:pt x="96" y="1632"/>
                      </a:lnTo>
                      <a:lnTo>
                        <a:pt x="96" y="1662"/>
                      </a:lnTo>
                      <a:lnTo>
                        <a:pt x="102" y="1674"/>
                      </a:lnTo>
                      <a:lnTo>
                        <a:pt x="114" y="1680"/>
                      </a:lnTo>
                      <a:lnTo>
                        <a:pt x="120" y="1680"/>
                      </a:lnTo>
                      <a:lnTo>
                        <a:pt x="126" y="1674"/>
                      </a:lnTo>
                      <a:lnTo>
                        <a:pt x="126" y="1662"/>
                      </a:lnTo>
                      <a:lnTo>
                        <a:pt x="114" y="1662"/>
                      </a:lnTo>
                      <a:close/>
                      <a:moveTo>
                        <a:pt x="12" y="1686"/>
                      </a:moveTo>
                      <a:lnTo>
                        <a:pt x="6" y="1686"/>
                      </a:lnTo>
                      <a:lnTo>
                        <a:pt x="0" y="1692"/>
                      </a:lnTo>
                      <a:lnTo>
                        <a:pt x="0" y="1704"/>
                      </a:lnTo>
                      <a:lnTo>
                        <a:pt x="6" y="1710"/>
                      </a:lnTo>
                      <a:lnTo>
                        <a:pt x="12" y="1710"/>
                      </a:lnTo>
                      <a:lnTo>
                        <a:pt x="24" y="1698"/>
                      </a:lnTo>
                      <a:lnTo>
                        <a:pt x="24" y="1686"/>
                      </a:lnTo>
                      <a:lnTo>
                        <a:pt x="12" y="1686"/>
                      </a:lnTo>
                      <a:close/>
                      <a:moveTo>
                        <a:pt x="168" y="1536"/>
                      </a:moveTo>
                      <a:lnTo>
                        <a:pt x="168" y="1542"/>
                      </a:lnTo>
                      <a:lnTo>
                        <a:pt x="180" y="1548"/>
                      </a:lnTo>
                      <a:lnTo>
                        <a:pt x="186" y="1548"/>
                      </a:lnTo>
                      <a:lnTo>
                        <a:pt x="186" y="1536"/>
                      </a:lnTo>
                      <a:lnTo>
                        <a:pt x="180" y="1530"/>
                      </a:lnTo>
                      <a:lnTo>
                        <a:pt x="168" y="1530"/>
                      </a:lnTo>
                      <a:lnTo>
                        <a:pt x="168" y="1536"/>
                      </a:lnTo>
                      <a:close/>
                      <a:moveTo>
                        <a:pt x="264" y="1494"/>
                      </a:moveTo>
                      <a:lnTo>
                        <a:pt x="252" y="1518"/>
                      </a:lnTo>
                      <a:lnTo>
                        <a:pt x="246" y="1536"/>
                      </a:lnTo>
                      <a:lnTo>
                        <a:pt x="246" y="1548"/>
                      </a:lnTo>
                      <a:lnTo>
                        <a:pt x="240" y="1554"/>
                      </a:lnTo>
                      <a:lnTo>
                        <a:pt x="240" y="1560"/>
                      </a:lnTo>
                      <a:lnTo>
                        <a:pt x="258" y="1566"/>
                      </a:lnTo>
                      <a:lnTo>
                        <a:pt x="264" y="1554"/>
                      </a:lnTo>
                      <a:lnTo>
                        <a:pt x="264" y="1548"/>
                      </a:lnTo>
                      <a:lnTo>
                        <a:pt x="270" y="1542"/>
                      </a:lnTo>
                      <a:lnTo>
                        <a:pt x="270" y="1524"/>
                      </a:lnTo>
                      <a:lnTo>
                        <a:pt x="288" y="1506"/>
                      </a:lnTo>
                      <a:lnTo>
                        <a:pt x="282" y="1500"/>
                      </a:lnTo>
                      <a:lnTo>
                        <a:pt x="282" y="1494"/>
                      </a:lnTo>
                      <a:lnTo>
                        <a:pt x="276" y="1488"/>
                      </a:lnTo>
                      <a:lnTo>
                        <a:pt x="264" y="1494"/>
                      </a:lnTo>
                      <a:close/>
                    </a:path>
                  </a:pathLst>
                </a:custGeom>
                <a:solidFill>
                  <a:srgbClr val="572772"/>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70" name="Italy" descr="© INSCALE GmbH, 05.05.2010&#10;http://www.presentationload.com/">
                  <a:extLst>
                    <a:ext uri="{FF2B5EF4-FFF2-40B4-BE49-F238E27FC236}">
                      <a16:creationId xmlns:a16="http://schemas.microsoft.com/office/drawing/2014/main" id="{5C3CF0EE-8794-4E53-8D45-391DA9FF769F}"/>
                    </a:ext>
                  </a:extLst>
                </p:cNvPr>
                <p:cNvSpPr>
                  <a:spLocks noEditPoints="1"/>
                </p:cNvSpPr>
                <p:nvPr/>
              </p:nvSpPr>
              <p:spPr bwMode="gray">
                <a:xfrm>
                  <a:off x="5830463" y="2166381"/>
                  <a:ext cx="351525" cy="374489"/>
                </a:xfrm>
                <a:custGeom>
                  <a:avLst/>
                  <a:gdLst>
                    <a:gd name="T0" fmla="*/ 2147483647 w 780"/>
                    <a:gd name="T1" fmla="*/ 2147483647 h 828"/>
                    <a:gd name="T2" fmla="*/ 2147483647 w 780"/>
                    <a:gd name="T3" fmla="*/ 2147483647 h 828"/>
                    <a:gd name="T4" fmla="*/ 2147483647 w 780"/>
                    <a:gd name="T5" fmla="*/ 2147483647 h 828"/>
                    <a:gd name="T6" fmla="*/ 2147483647 w 780"/>
                    <a:gd name="T7" fmla="*/ 2147483647 h 828"/>
                    <a:gd name="T8" fmla="*/ 2147483647 w 780"/>
                    <a:gd name="T9" fmla="*/ 2147483647 h 828"/>
                    <a:gd name="T10" fmla="*/ 2147483647 w 780"/>
                    <a:gd name="T11" fmla="*/ 2147483647 h 828"/>
                    <a:gd name="T12" fmla="*/ 2147483647 w 780"/>
                    <a:gd name="T13" fmla="*/ 2147483647 h 828"/>
                    <a:gd name="T14" fmla="*/ 2147483647 w 780"/>
                    <a:gd name="T15" fmla="*/ 2147483647 h 828"/>
                    <a:gd name="T16" fmla="*/ 2147483647 w 780"/>
                    <a:gd name="T17" fmla="*/ 2147483647 h 828"/>
                    <a:gd name="T18" fmla="*/ 2147483647 w 780"/>
                    <a:gd name="T19" fmla="*/ 2147483647 h 828"/>
                    <a:gd name="T20" fmla="*/ 2147483647 w 780"/>
                    <a:gd name="T21" fmla="*/ 2147483647 h 828"/>
                    <a:gd name="T22" fmla="*/ 2147483647 w 780"/>
                    <a:gd name="T23" fmla="*/ 2147483647 h 828"/>
                    <a:gd name="T24" fmla="*/ 2147483647 w 780"/>
                    <a:gd name="T25" fmla="*/ 2147483647 h 828"/>
                    <a:gd name="T26" fmla="*/ 2147483647 w 780"/>
                    <a:gd name="T27" fmla="*/ 2147483647 h 828"/>
                    <a:gd name="T28" fmla="*/ 2147483647 w 780"/>
                    <a:gd name="T29" fmla="*/ 2147483647 h 828"/>
                    <a:gd name="T30" fmla="*/ 2147483647 w 780"/>
                    <a:gd name="T31" fmla="*/ 2147483647 h 828"/>
                    <a:gd name="T32" fmla="*/ 2147483647 w 780"/>
                    <a:gd name="T33" fmla="*/ 2147483647 h 828"/>
                    <a:gd name="T34" fmla="*/ 2147483647 w 780"/>
                    <a:gd name="T35" fmla="*/ 2147483647 h 828"/>
                    <a:gd name="T36" fmla="*/ 2147483647 w 780"/>
                    <a:gd name="T37" fmla="*/ 2147483647 h 828"/>
                    <a:gd name="T38" fmla="*/ 2147483647 w 780"/>
                    <a:gd name="T39" fmla="*/ 2147483647 h 828"/>
                    <a:gd name="T40" fmla="*/ 2147483647 w 780"/>
                    <a:gd name="T41" fmla="*/ 2147483647 h 828"/>
                    <a:gd name="T42" fmla="*/ 2147483647 w 780"/>
                    <a:gd name="T43" fmla="*/ 2147483647 h 828"/>
                    <a:gd name="T44" fmla="*/ 2147483647 w 780"/>
                    <a:gd name="T45" fmla="*/ 2147483647 h 828"/>
                    <a:gd name="T46" fmla="*/ 2147483647 w 780"/>
                    <a:gd name="T47" fmla="*/ 2147483647 h 828"/>
                    <a:gd name="T48" fmla="*/ 2147483647 w 780"/>
                    <a:gd name="T49" fmla="*/ 2147483647 h 828"/>
                    <a:gd name="T50" fmla="*/ 2147483647 w 780"/>
                    <a:gd name="T51" fmla="*/ 2147483647 h 828"/>
                    <a:gd name="T52" fmla="*/ 2147483647 w 780"/>
                    <a:gd name="T53" fmla="*/ 2147483647 h 828"/>
                    <a:gd name="T54" fmla="*/ 2147483647 w 780"/>
                    <a:gd name="T55" fmla="*/ 2147483647 h 828"/>
                    <a:gd name="T56" fmla="*/ 2147483647 w 780"/>
                    <a:gd name="T57" fmla="*/ 2147483647 h 828"/>
                    <a:gd name="T58" fmla="*/ 2147483647 w 780"/>
                    <a:gd name="T59" fmla="*/ 2147483647 h 828"/>
                    <a:gd name="T60" fmla="*/ 2147483647 w 780"/>
                    <a:gd name="T61" fmla="*/ 2147483647 h 828"/>
                    <a:gd name="T62" fmla="*/ 2147483647 w 780"/>
                    <a:gd name="T63" fmla="*/ 2147483647 h 828"/>
                    <a:gd name="T64" fmla="*/ 2147483647 w 780"/>
                    <a:gd name="T65" fmla="*/ 2147483647 h 828"/>
                    <a:gd name="T66" fmla="*/ 2147483647 w 780"/>
                    <a:gd name="T67" fmla="*/ 2147483647 h 828"/>
                    <a:gd name="T68" fmla="*/ 2147483647 w 780"/>
                    <a:gd name="T69" fmla="*/ 2147483647 h 828"/>
                    <a:gd name="T70" fmla="*/ 2147483647 w 780"/>
                    <a:gd name="T71" fmla="*/ 2147483647 h 828"/>
                    <a:gd name="T72" fmla="*/ 2147483647 w 780"/>
                    <a:gd name="T73" fmla="*/ 2147483647 h 828"/>
                    <a:gd name="T74" fmla="*/ 2147483647 w 780"/>
                    <a:gd name="T75" fmla="*/ 2147483647 h 828"/>
                    <a:gd name="T76" fmla="*/ 2147483647 w 780"/>
                    <a:gd name="T77" fmla="*/ 2147483647 h 828"/>
                    <a:gd name="T78" fmla="*/ 2147483647 w 780"/>
                    <a:gd name="T79" fmla="*/ 2147483647 h 828"/>
                    <a:gd name="T80" fmla="*/ 2147483647 w 780"/>
                    <a:gd name="T81" fmla="*/ 2147483647 h 828"/>
                    <a:gd name="T82" fmla="*/ 2147483647 w 780"/>
                    <a:gd name="T83" fmla="*/ 2147483647 h 828"/>
                    <a:gd name="T84" fmla="*/ 2147483647 w 780"/>
                    <a:gd name="T85" fmla="*/ 2147483647 h 828"/>
                    <a:gd name="T86" fmla="*/ 2147483647 w 780"/>
                    <a:gd name="T87" fmla="*/ 2147483647 h 828"/>
                    <a:gd name="T88" fmla="*/ 2147483647 w 780"/>
                    <a:gd name="T89" fmla="*/ 2147483647 h 828"/>
                    <a:gd name="T90" fmla="*/ 2147483647 w 780"/>
                    <a:gd name="T91" fmla="*/ 2147483647 h 828"/>
                    <a:gd name="T92" fmla="*/ 2147483647 w 780"/>
                    <a:gd name="T93" fmla="*/ 2147483647 h 828"/>
                    <a:gd name="T94" fmla="*/ 2147483647 w 780"/>
                    <a:gd name="T95" fmla="*/ 2147483647 h 828"/>
                    <a:gd name="T96" fmla="*/ 2147483647 w 780"/>
                    <a:gd name="T97" fmla="*/ 2147483647 h 828"/>
                    <a:gd name="T98" fmla="*/ 2147483647 w 780"/>
                    <a:gd name="T99" fmla="*/ 2147483647 h 828"/>
                    <a:gd name="T100" fmla="*/ 2147483647 w 780"/>
                    <a:gd name="T101" fmla="*/ 2147483647 h 828"/>
                    <a:gd name="T102" fmla="*/ 2147483647 w 780"/>
                    <a:gd name="T103" fmla="*/ 2147483647 h 828"/>
                    <a:gd name="T104" fmla="*/ 2147483647 w 780"/>
                    <a:gd name="T105" fmla="*/ 2147483647 h 828"/>
                    <a:gd name="T106" fmla="*/ 2147483647 w 780"/>
                    <a:gd name="T107" fmla="*/ 2147483647 h 828"/>
                    <a:gd name="T108" fmla="*/ 2147483647 w 780"/>
                    <a:gd name="T109" fmla="*/ 2147483647 h 828"/>
                    <a:gd name="T110" fmla="*/ 2147483647 w 780"/>
                    <a:gd name="T111" fmla="*/ 2147483647 h 828"/>
                    <a:gd name="T112" fmla="*/ 2147483647 w 780"/>
                    <a:gd name="T113" fmla="*/ 2147483647 h 828"/>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780"/>
                    <a:gd name="T172" fmla="*/ 0 h 828"/>
                    <a:gd name="T173" fmla="*/ 780 w 780"/>
                    <a:gd name="T174" fmla="*/ 828 h 828"/>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780" h="828">
                      <a:moveTo>
                        <a:pt x="570" y="720"/>
                      </a:moveTo>
                      <a:lnTo>
                        <a:pt x="558" y="714"/>
                      </a:lnTo>
                      <a:lnTo>
                        <a:pt x="552" y="708"/>
                      </a:lnTo>
                      <a:lnTo>
                        <a:pt x="540" y="708"/>
                      </a:lnTo>
                      <a:lnTo>
                        <a:pt x="534" y="714"/>
                      </a:lnTo>
                      <a:lnTo>
                        <a:pt x="522" y="720"/>
                      </a:lnTo>
                      <a:lnTo>
                        <a:pt x="516" y="726"/>
                      </a:lnTo>
                      <a:lnTo>
                        <a:pt x="468" y="726"/>
                      </a:lnTo>
                      <a:lnTo>
                        <a:pt x="456" y="720"/>
                      </a:lnTo>
                      <a:lnTo>
                        <a:pt x="444" y="708"/>
                      </a:lnTo>
                      <a:lnTo>
                        <a:pt x="438" y="708"/>
                      </a:lnTo>
                      <a:lnTo>
                        <a:pt x="420" y="726"/>
                      </a:lnTo>
                      <a:lnTo>
                        <a:pt x="402" y="714"/>
                      </a:lnTo>
                      <a:lnTo>
                        <a:pt x="396" y="714"/>
                      </a:lnTo>
                      <a:lnTo>
                        <a:pt x="384" y="726"/>
                      </a:lnTo>
                      <a:lnTo>
                        <a:pt x="384" y="738"/>
                      </a:lnTo>
                      <a:lnTo>
                        <a:pt x="396" y="750"/>
                      </a:lnTo>
                      <a:lnTo>
                        <a:pt x="420" y="762"/>
                      </a:lnTo>
                      <a:lnTo>
                        <a:pt x="426" y="762"/>
                      </a:lnTo>
                      <a:lnTo>
                        <a:pt x="444" y="780"/>
                      </a:lnTo>
                      <a:lnTo>
                        <a:pt x="444" y="786"/>
                      </a:lnTo>
                      <a:lnTo>
                        <a:pt x="456" y="786"/>
                      </a:lnTo>
                      <a:lnTo>
                        <a:pt x="468" y="798"/>
                      </a:lnTo>
                      <a:lnTo>
                        <a:pt x="480" y="804"/>
                      </a:lnTo>
                      <a:lnTo>
                        <a:pt x="498" y="798"/>
                      </a:lnTo>
                      <a:lnTo>
                        <a:pt x="504" y="804"/>
                      </a:lnTo>
                      <a:lnTo>
                        <a:pt x="516" y="810"/>
                      </a:lnTo>
                      <a:lnTo>
                        <a:pt x="522" y="822"/>
                      </a:lnTo>
                      <a:lnTo>
                        <a:pt x="534" y="828"/>
                      </a:lnTo>
                      <a:lnTo>
                        <a:pt x="558" y="828"/>
                      </a:lnTo>
                      <a:lnTo>
                        <a:pt x="570" y="816"/>
                      </a:lnTo>
                      <a:lnTo>
                        <a:pt x="570" y="792"/>
                      </a:lnTo>
                      <a:lnTo>
                        <a:pt x="564" y="780"/>
                      </a:lnTo>
                      <a:lnTo>
                        <a:pt x="564" y="768"/>
                      </a:lnTo>
                      <a:lnTo>
                        <a:pt x="570" y="750"/>
                      </a:lnTo>
                      <a:lnTo>
                        <a:pt x="576" y="738"/>
                      </a:lnTo>
                      <a:lnTo>
                        <a:pt x="582" y="732"/>
                      </a:lnTo>
                      <a:lnTo>
                        <a:pt x="582" y="714"/>
                      </a:lnTo>
                      <a:lnTo>
                        <a:pt x="576" y="702"/>
                      </a:lnTo>
                      <a:lnTo>
                        <a:pt x="570" y="720"/>
                      </a:lnTo>
                      <a:close/>
                      <a:moveTo>
                        <a:pt x="180" y="468"/>
                      </a:moveTo>
                      <a:lnTo>
                        <a:pt x="156" y="480"/>
                      </a:lnTo>
                      <a:lnTo>
                        <a:pt x="150" y="486"/>
                      </a:lnTo>
                      <a:lnTo>
                        <a:pt x="138" y="492"/>
                      </a:lnTo>
                      <a:lnTo>
                        <a:pt x="132" y="498"/>
                      </a:lnTo>
                      <a:lnTo>
                        <a:pt x="126" y="498"/>
                      </a:lnTo>
                      <a:lnTo>
                        <a:pt x="114" y="492"/>
                      </a:lnTo>
                      <a:lnTo>
                        <a:pt x="102" y="480"/>
                      </a:lnTo>
                      <a:lnTo>
                        <a:pt x="96" y="498"/>
                      </a:lnTo>
                      <a:lnTo>
                        <a:pt x="102" y="504"/>
                      </a:lnTo>
                      <a:lnTo>
                        <a:pt x="114" y="510"/>
                      </a:lnTo>
                      <a:lnTo>
                        <a:pt x="120" y="522"/>
                      </a:lnTo>
                      <a:lnTo>
                        <a:pt x="120" y="540"/>
                      </a:lnTo>
                      <a:lnTo>
                        <a:pt x="114" y="558"/>
                      </a:lnTo>
                      <a:lnTo>
                        <a:pt x="114" y="570"/>
                      </a:lnTo>
                      <a:lnTo>
                        <a:pt x="126" y="582"/>
                      </a:lnTo>
                      <a:lnTo>
                        <a:pt x="114" y="588"/>
                      </a:lnTo>
                      <a:lnTo>
                        <a:pt x="120" y="636"/>
                      </a:lnTo>
                      <a:lnTo>
                        <a:pt x="108" y="636"/>
                      </a:lnTo>
                      <a:lnTo>
                        <a:pt x="126" y="654"/>
                      </a:lnTo>
                      <a:lnTo>
                        <a:pt x="138" y="654"/>
                      </a:lnTo>
                      <a:lnTo>
                        <a:pt x="144" y="642"/>
                      </a:lnTo>
                      <a:lnTo>
                        <a:pt x="156" y="630"/>
                      </a:lnTo>
                      <a:lnTo>
                        <a:pt x="156" y="618"/>
                      </a:lnTo>
                      <a:lnTo>
                        <a:pt x="168" y="630"/>
                      </a:lnTo>
                      <a:lnTo>
                        <a:pt x="180" y="636"/>
                      </a:lnTo>
                      <a:lnTo>
                        <a:pt x="186" y="636"/>
                      </a:lnTo>
                      <a:lnTo>
                        <a:pt x="192" y="630"/>
                      </a:lnTo>
                      <a:lnTo>
                        <a:pt x="198" y="618"/>
                      </a:lnTo>
                      <a:lnTo>
                        <a:pt x="198" y="594"/>
                      </a:lnTo>
                      <a:lnTo>
                        <a:pt x="204" y="582"/>
                      </a:lnTo>
                      <a:lnTo>
                        <a:pt x="204" y="558"/>
                      </a:lnTo>
                      <a:lnTo>
                        <a:pt x="198" y="552"/>
                      </a:lnTo>
                      <a:lnTo>
                        <a:pt x="192" y="552"/>
                      </a:lnTo>
                      <a:lnTo>
                        <a:pt x="192" y="546"/>
                      </a:lnTo>
                      <a:lnTo>
                        <a:pt x="198" y="540"/>
                      </a:lnTo>
                      <a:lnTo>
                        <a:pt x="204" y="540"/>
                      </a:lnTo>
                      <a:lnTo>
                        <a:pt x="210" y="534"/>
                      </a:lnTo>
                      <a:lnTo>
                        <a:pt x="210" y="522"/>
                      </a:lnTo>
                      <a:lnTo>
                        <a:pt x="204" y="510"/>
                      </a:lnTo>
                      <a:lnTo>
                        <a:pt x="204" y="492"/>
                      </a:lnTo>
                      <a:lnTo>
                        <a:pt x="198" y="480"/>
                      </a:lnTo>
                      <a:lnTo>
                        <a:pt x="186" y="474"/>
                      </a:lnTo>
                      <a:lnTo>
                        <a:pt x="180" y="468"/>
                      </a:lnTo>
                      <a:close/>
                      <a:moveTo>
                        <a:pt x="774" y="546"/>
                      </a:moveTo>
                      <a:lnTo>
                        <a:pt x="768" y="534"/>
                      </a:lnTo>
                      <a:lnTo>
                        <a:pt x="756" y="528"/>
                      </a:lnTo>
                      <a:lnTo>
                        <a:pt x="738" y="510"/>
                      </a:lnTo>
                      <a:lnTo>
                        <a:pt x="678" y="480"/>
                      </a:lnTo>
                      <a:lnTo>
                        <a:pt x="672" y="480"/>
                      </a:lnTo>
                      <a:lnTo>
                        <a:pt x="660" y="474"/>
                      </a:lnTo>
                      <a:lnTo>
                        <a:pt x="648" y="474"/>
                      </a:lnTo>
                      <a:lnTo>
                        <a:pt x="630" y="468"/>
                      </a:lnTo>
                      <a:lnTo>
                        <a:pt x="606" y="456"/>
                      </a:lnTo>
                      <a:lnTo>
                        <a:pt x="606" y="450"/>
                      </a:lnTo>
                      <a:lnTo>
                        <a:pt x="612" y="438"/>
                      </a:lnTo>
                      <a:lnTo>
                        <a:pt x="624" y="426"/>
                      </a:lnTo>
                      <a:lnTo>
                        <a:pt x="624" y="420"/>
                      </a:lnTo>
                      <a:lnTo>
                        <a:pt x="618" y="414"/>
                      </a:lnTo>
                      <a:lnTo>
                        <a:pt x="612" y="414"/>
                      </a:lnTo>
                      <a:lnTo>
                        <a:pt x="594" y="408"/>
                      </a:lnTo>
                      <a:lnTo>
                        <a:pt x="552" y="408"/>
                      </a:lnTo>
                      <a:lnTo>
                        <a:pt x="540" y="402"/>
                      </a:lnTo>
                      <a:lnTo>
                        <a:pt x="534" y="396"/>
                      </a:lnTo>
                      <a:lnTo>
                        <a:pt x="516" y="384"/>
                      </a:lnTo>
                      <a:lnTo>
                        <a:pt x="492" y="360"/>
                      </a:lnTo>
                      <a:lnTo>
                        <a:pt x="480" y="342"/>
                      </a:lnTo>
                      <a:lnTo>
                        <a:pt x="474" y="336"/>
                      </a:lnTo>
                      <a:lnTo>
                        <a:pt x="468" y="324"/>
                      </a:lnTo>
                      <a:lnTo>
                        <a:pt x="468" y="312"/>
                      </a:lnTo>
                      <a:lnTo>
                        <a:pt x="450" y="276"/>
                      </a:lnTo>
                      <a:lnTo>
                        <a:pt x="438" y="270"/>
                      </a:lnTo>
                      <a:lnTo>
                        <a:pt x="432" y="264"/>
                      </a:lnTo>
                      <a:lnTo>
                        <a:pt x="420" y="258"/>
                      </a:lnTo>
                      <a:lnTo>
                        <a:pt x="414" y="252"/>
                      </a:lnTo>
                      <a:lnTo>
                        <a:pt x="378" y="222"/>
                      </a:lnTo>
                      <a:lnTo>
                        <a:pt x="372" y="210"/>
                      </a:lnTo>
                      <a:lnTo>
                        <a:pt x="360" y="198"/>
                      </a:lnTo>
                      <a:lnTo>
                        <a:pt x="360" y="186"/>
                      </a:lnTo>
                      <a:lnTo>
                        <a:pt x="366" y="180"/>
                      </a:lnTo>
                      <a:lnTo>
                        <a:pt x="384" y="180"/>
                      </a:lnTo>
                      <a:lnTo>
                        <a:pt x="384" y="174"/>
                      </a:lnTo>
                      <a:lnTo>
                        <a:pt x="372" y="162"/>
                      </a:lnTo>
                      <a:lnTo>
                        <a:pt x="366" y="150"/>
                      </a:lnTo>
                      <a:lnTo>
                        <a:pt x="366" y="138"/>
                      </a:lnTo>
                      <a:lnTo>
                        <a:pt x="402" y="120"/>
                      </a:lnTo>
                      <a:lnTo>
                        <a:pt x="408" y="114"/>
                      </a:lnTo>
                      <a:lnTo>
                        <a:pt x="414" y="114"/>
                      </a:lnTo>
                      <a:lnTo>
                        <a:pt x="438" y="108"/>
                      </a:lnTo>
                      <a:lnTo>
                        <a:pt x="444" y="72"/>
                      </a:lnTo>
                      <a:lnTo>
                        <a:pt x="432" y="66"/>
                      </a:lnTo>
                      <a:lnTo>
                        <a:pt x="438" y="60"/>
                      </a:lnTo>
                      <a:lnTo>
                        <a:pt x="438" y="42"/>
                      </a:lnTo>
                      <a:lnTo>
                        <a:pt x="384" y="42"/>
                      </a:lnTo>
                      <a:lnTo>
                        <a:pt x="378" y="24"/>
                      </a:lnTo>
                      <a:lnTo>
                        <a:pt x="366" y="24"/>
                      </a:lnTo>
                      <a:lnTo>
                        <a:pt x="366" y="6"/>
                      </a:lnTo>
                      <a:lnTo>
                        <a:pt x="360" y="0"/>
                      </a:lnTo>
                      <a:lnTo>
                        <a:pt x="342" y="0"/>
                      </a:lnTo>
                      <a:lnTo>
                        <a:pt x="336" y="6"/>
                      </a:lnTo>
                      <a:lnTo>
                        <a:pt x="336" y="12"/>
                      </a:lnTo>
                      <a:lnTo>
                        <a:pt x="294" y="12"/>
                      </a:lnTo>
                      <a:lnTo>
                        <a:pt x="282" y="30"/>
                      </a:lnTo>
                      <a:lnTo>
                        <a:pt x="270" y="24"/>
                      </a:lnTo>
                      <a:lnTo>
                        <a:pt x="252" y="24"/>
                      </a:lnTo>
                      <a:lnTo>
                        <a:pt x="246" y="42"/>
                      </a:lnTo>
                      <a:lnTo>
                        <a:pt x="222" y="42"/>
                      </a:lnTo>
                      <a:lnTo>
                        <a:pt x="222" y="48"/>
                      </a:lnTo>
                      <a:lnTo>
                        <a:pt x="234" y="60"/>
                      </a:lnTo>
                      <a:lnTo>
                        <a:pt x="228" y="72"/>
                      </a:lnTo>
                      <a:lnTo>
                        <a:pt x="210" y="60"/>
                      </a:lnTo>
                      <a:lnTo>
                        <a:pt x="192" y="66"/>
                      </a:lnTo>
                      <a:lnTo>
                        <a:pt x="180" y="48"/>
                      </a:lnTo>
                      <a:lnTo>
                        <a:pt x="174" y="72"/>
                      </a:lnTo>
                      <a:lnTo>
                        <a:pt x="162" y="84"/>
                      </a:lnTo>
                      <a:lnTo>
                        <a:pt x="162" y="102"/>
                      </a:lnTo>
                      <a:lnTo>
                        <a:pt x="138" y="78"/>
                      </a:lnTo>
                      <a:lnTo>
                        <a:pt x="132" y="78"/>
                      </a:lnTo>
                      <a:lnTo>
                        <a:pt x="132" y="72"/>
                      </a:lnTo>
                      <a:lnTo>
                        <a:pt x="126" y="66"/>
                      </a:lnTo>
                      <a:lnTo>
                        <a:pt x="126" y="60"/>
                      </a:lnTo>
                      <a:lnTo>
                        <a:pt x="120" y="54"/>
                      </a:lnTo>
                      <a:lnTo>
                        <a:pt x="108" y="54"/>
                      </a:lnTo>
                      <a:lnTo>
                        <a:pt x="102" y="60"/>
                      </a:lnTo>
                      <a:lnTo>
                        <a:pt x="102" y="78"/>
                      </a:lnTo>
                      <a:lnTo>
                        <a:pt x="84" y="96"/>
                      </a:lnTo>
                      <a:lnTo>
                        <a:pt x="78" y="96"/>
                      </a:lnTo>
                      <a:lnTo>
                        <a:pt x="66" y="84"/>
                      </a:lnTo>
                      <a:lnTo>
                        <a:pt x="54" y="84"/>
                      </a:lnTo>
                      <a:lnTo>
                        <a:pt x="42" y="96"/>
                      </a:lnTo>
                      <a:lnTo>
                        <a:pt x="30" y="96"/>
                      </a:lnTo>
                      <a:lnTo>
                        <a:pt x="30" y="102"/>
                      </a:lnTo>
                      <a:lnTo>
                        <a:pt x="24" y="102"/>
                      </a:lnTo>
                      <a:lnTo>
                        <a:pt x="18" y="108"/>
                      </a:lnTo>
                      <a:lnTo>
                        <a:pt x="42" y="132"/>
                      </a:lnTo>
                      <a:lnTo>
                        <a:pt x="42" y="138"/>
                      </a:lnTo>
                      <a:lnTo>
                        <a:pt x="24" y="156"/>
                      </a:lnTo>
                      <a:lnTo>
                        <a:pt x="0" y="156"/>
                      </a:lnTo>
                      <a:lnTo>
                        <a:pt x="12" y="174"/>
                      </a:lnTo>
                      <a:lnTo>
                        <a:pt x="24" y="174"/>
                      </a:lnTo>
                      <a:lnTo>
                        <a:pt x="30" y="180"/>
                      </a:lnTo>
                      <a:lnTo>
                        <a:pt x="30" y="192"/>
                      </a:lnTo>
                      <a:lnTo>
                        <a:pt x="24" y="198"/>
                      </a:lnTo>
                      <a:lnTo>
                        <a:pt x="24" y="204"/>
                      </a:lnTo>
                      <a:lnTo>
                        <a:pt x="18" y="210"/>
                      </a:lnTo>
                      <a:lnTo>
                        <a:pt x="18" y="216"/>
                      </a:lnTo>
                      <a:lnTo>
                        <a:pt x="24" y="222"/>
                      </a:lnTo>
                      <a:lnTo>
                        <a:pt x="36" y="228"/>
                      </a:lnTo>
                      <a:lnTo>
                        <a:pt x="42" y="228"/>
                      </a:lnTo>
                      <a:lnTo>
                        <a:pt x="42" y="234"/>
                      </a:lnTo>
                      <a:lnTo>
                        <a:pt x="66" y="234"/>
                      </a:lnTo>
                      <a:lnTo>
                        <a:pt x="72" y="240"/>
                      </a:lnTo>
                      <a:lnTo>
                        <a:pt x="72" y="246"/>
                      </a:lnTo>
                      <a:lnTo>
                        <a:pt x="54" y="264"/>
                      </a:lnTo>
                      <a:lnTo>
                        <a:pt x="54" y="270"/>
                      </a:lnTo>
                      <a:lnTo>
                        <a:pt x="66" y="270"/>
                      </a:lnTo>
                      <a:lnTo>
                        <a:pt x="90" y="258"/>
                      </a:lnTo>
                      <a:lnTo>
                        <a:pt x="120" y="228"/>
                      </a:lnTo>
                      <a:lnTo>
                        <a:pt x="144" y="216"/>
                      </a:lnTo>
                      <a:lnTo>
                        <a:pt x="156" y="216"/>
                      </a:lnTo>
                      <a:lnTo>
                        <a:pt x="168" y="222"/>
                      </a:lnTo>
                      <a:lnTo>
                        <a:pt x="204" y="234"/>
                      </a:lnTo>
                      <a:lnTo>
                        <a:pt x="216" y="240"/>
                      </a:lnTo>
                      <a:lnTo>
                        <a:pt x="228" y="252"/>
                      </a:lnTo>
                      <a:lnTo>
                        <a:pt x="234" y="264"/>
                      </a:lnTo>
                      <a:lnTo>
                        <a:pt x="234" y="276"/>
                      </a:lnTo>
                      <a:lnTo>
                        <a:pt x="240" y="282"/>
                      </a:lnTo>
                      <a:lnTo>
                        <a:pt x="240" y="288"/>
                      </a:lnTo>
                      <a:lnTo>
                        <a:pt x="252" y="300"/>
                      </a:lnTo>
                      <a:lnTo>
                        <a:pt x="252" y="306"/>
                      </a:lnTo>
                      <a:lnTo>
                        <a:pt x="246" y="318"/>
                      </a:lnTo>
                      <a:lnTo>
                        <a:pt x="246" y="324"/>
                      </a:lnTo>
                      <a:lnTo>
                        <a:pt x="258" y="336"/>
                      </a:lnTo>
                      <a:lnTo>
                        <a:pt x="282" y="348"/>
                      </a:lnTo>
                      <a:lnTo>
                        <a:pt x="288" y="354"/>
                      </a:lnTo>
                      <a:lnTo>
                        <a:pt x="294" y="354"/>
                      </a:lnTo>
                      <a:lnTo>
                        <a:pt x="300" y="372"/>
                      </a:lnTo>
                      <a:lnTo>
                        <a:pt x="330" y="372"/>
                      </a:lnTo>
                      <a:lnTo>
                        <a:pt x="348" y="390"/>
                      </a:lnTo>
                      <a:lnTo>
                        <a:pt x="354" y="402"/>
                      </a:lnTo>
                      <a:lnTo>
                        <a:pt x="366" y="414"/>
                      </a:lnTo>
                      <a:lnTo>
                        <a:pt x="378" y="420"/>
                      </a:lnTo>
                      <a:lnTo>
                        <a:pt x="384" y="432"/>
                      </a:lnTo>
                      <a:lnTo>
                        <a:pt x="420" y="468"/>
                      </a:lnTo>
                      <a:lnTo>
                        <a:pt x="456" y="468"/>
                      </a:lnTo>
                      <a:lnTo>
                        <a:pt x="462" y="474"/>
                      </a:lnTo>
                      <a:lnTo>
                        <a:pt x="468" y="486"/>
                      </a:lnTo>
                      <a:lnTo>
                        <a:pt x="492" y="498"/>
                      </a:lnTo>
                      <a:lnTo>
                        <a:pt x="510" y="504"/>
                      </a:lnTo>
                      <a:lnTo>
                        <a:pt x="528" y="504"/>
                      </a:lnTo>
                      <a:lnTo>
                        <a:pt x="540" y="510"/>
                      </a:lnTo>
                      <a:lnTo>
                        <a:pt x="546" y="510"/>
                      </a:lnTo>
                      <a:lnTo>
                        <a:pt x="552" y="522"/>
                      </a:lnTo>
                      <a:lnTo>
                        <a:pt x="552" y="534"/>
                      </a:lnTo>
                      <a:lnTo>
                        <a:pt x="564" y="558"/>
                      </a:lnTo>
                      <a:lnTo>
                        <a:pt x="570" y="564"/>
                      </a:lnTo>
                      <a:lnTo>
                        <a:pt x="582" y="564"/>
                      </a:lnTo>
                      <a:lnTo>
                        <a:pt x="594" y="558"/>
                      </a:lnTo>
                      <a:lnTo>
                        <a:pt x="600" y="558"/>
                      </a:lnTo>
                      <a:lnTo>
                        <a:pt x="600" y="570"/>
                      </a:lnTo>
                      <a:lnTo>
                        <a:pt x="606" y="582"/>
                      </a:lnTo>
                      <a:lnTo>
                        <a:pt x="606" y="606"/>
                      </a:lnTo>
                      <a:lnTo>
                        <a:pt x="612" y="618"/>
                      </a:lnTo>
                      <a:lnTo>
                        <a:pt x="630" y="636"/>
                      </a:lnTo>
                      <a:lnTo>
                        <a:pt x="630" y="666"/>
                      </a:lnTo>
                      <a:lnTo>
                        <a:pt x="612" y="666"/>
                      </a:lnTo>
                      <a:lnTo>
                        <a:pt x="612" y="690"/>
                      </a:lnTo>
                      <a:lnTo>
                        <a:pt x="606" y="696"/>
                      </a:lnTo>
                      <a:lnTo>
                        <a:pt x="600" y="708"/>
                      </a:lnTo>
                      <a:lnTo>
                        <a:pt x="594" y="714"/>
                      </a:lnTo>
                      <a:lnTo>
                        <a:pt x="594" y="732"/>
                      </a:lnTo>
                      <a:lnTo>
                        <a:pt x="606" y="732"/>
                      </a:lnTo>
                      <a:lnTo>
                        <a:pt x="618" y="726"/>
                      </a:lnTo>
                      <a:lnTo>
                        <a:pt x="624" y="726"/>
                      </a:lnTo>
                      <a:lnTo>
                        <a:pt x="636" y="702"/>
                      </a:lnTo>
                      <a:lnTo>
                        <a:pt x="654" y="696"/>
                      </a:lnTo>
                      <a:lnTo>
                        <a:pt x="654" y="666"/>
                      </a:lnTo>
                      <a:lnTo>
                        <a:pt x="666" y="654"/>
                      </a:lnTo>
                      <a:lnTo>
                        <a:pt x="678" y="654"/>
                      </a:lnTo>
                      <a:lnTo>
                        <a:pt x="684" y="648"/>
                      </a:lnTo>
                      <a:lnTo>
                        <a:pt x="696" y="648"/>
                      </a:lnTo>
                      <a:lnTo>
                        <a:pt x="696" y="636"/>
                      </a:lnTo>
                      <a:lnTo>
                        <a:pt x="690" y="630"/>
                      </a:lnTo>
                      <a:lnTo>
                        <a:pt x="690" y="618"/>
                      </a:lnTo>
                      <a:lnTo>
                        <a:pt x="678" y="606"/>
                      </a:lnTo>
                      <a:lnTo>
                        <a:pt x="666" y="606"/>
                      </a:lnTo>
                      <a:lnTo>
                        <a:pt x="648" y="588"/>
                      </a:lnTo>
                      <a:lnTo>
                        <a:pt x="654" y="582"/>
                      </a:lnTo>
                      <a:lnTo>
                        <a:pt x="660" y="570"/>
                      </a:lnTo>
                      <a:lnTo>
                        <a:pt x="666" y="552"/>
                      </a:lnTo>
                      <a:lnTo>
                        <a:pt x="672" y="540"/>
                      </a:lnTo>
                      <a:lnTo>
                        <a:pt x="684" y="528"/>
                      </a:lnTo>
                      <a:lnTo>
                        <a:pt x="690" y="534"/>
                      </a:lnTo>
                      <a:lnTo>
                        <a:pt x="702" y="534"/>
                      </a:lnTo>
                      <a:lnTo>
                        <a:pt x="708" y="540"/>
                      </a:lnTo>
                      <a:lnTo>
                        <a:pt x="738" y="540"/>
                      </a:lnTo>
                      <a:lnTo>
                        <a:pt x="738" y="552"/>
                      </a:lnTo>
                      <a:lnTo>
                        <a:pt x="744" y="558"/>
                      </a:lnTo>
                      <a:lnTo>
                        <a:pt x="744" y="564"/>
                      </a:lnTo>
                      <a:lnTo>
                        <a:pt x="750" y="576"/>
                      </a:lnTo>
                      <a:lnTo>
                        <a:pt x="762" y="576"/>
                      </a:lnTo>
                      <a:lnTo>
                        <a:pt x="774" y="570"/>
                      </a:lnTo>
                      <a:lnTo>
                        <a:pt x="780" y="564"/>
                      </a:lnTo>
                      <a:lnTo>
                        <a:pt x="780" y="558"/>
                      </a:lnTo>
                      <a:lnTo>
                        <a:pt x="774" y="546"/>
                      </a:lnTo>
                      <a:close/>
                    </a:path>
                  </a:pathLst>
                </a:custGeom>
                <a:solidFill>
                  <a:srgbClr val="D40D8D"/>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71" name="Israel" descr="© INSCALE GmbH, 05.05.2010&#10;http://www.presentationload.com/">
                  <a:extLst>
                    <a:ext uri="{FF2B5EF4-FFF2-40B4-BE49-F238E27FC236}">
                      <a16:creationId xmlns:a16="http://schemas.microsoft.com/office/drawing/2014/main" id="{DF58899F-FD71-4DF3-8334-6F244CB937A9}"/>
                    </a:ext>
                  </a:extLst>
                </p:cNvPr>
                <p:cNvSpPr>
                  <a:spLocks/>
                </p:cNvSpPr>
                <p:nvPr/>
              </p:nvSpPr>
              <p:spPr bwMode="gray">
                <a:xfrm>
                  <a:off x="6676593" y="2660988"/>
                  <a:ext cx="45929" cy="144850"/>
                </a:xfrm>
                <a:custGeom>
                  <a:avLst/>
                  <a:gdLst>
                    <a:gd name="T0" fmla="*/ 0 w 102"/>
                    <a:gd name="T1" fmla="*/ 2147483647 h 324"/>
                    <a:gd name="T2" fmla="*/ 2147483647 w 102"/>
                    <a:gd name="T3" fmla="*/ 2147483647 h 324"/>
                    <a:gd name="T4" fmla="*/ 2147483647 w 102"/>
                    <a:gd name="T5" fmla="*/ 2147483647 h 324"/>
                    <a:gd name="T6" fmla="*/ 2147483647 w 102"/>
                    <a:gd name="T7" fmla="*/ 2147483647 h 324"/>
                    <a:gd name="T8" fmla="*/ 2147483647 w 102"/>
                    <a:gd name="T9" fmla="*/ 2147483647 h 324"/>
                    <a:gd name="T10" fmla="*/ 2147483647 w 102"/>
                    <a:gd name="T11" fmla="*/ 2147483647 h 324"/>
                    <a:gd name="T12" fmla="*/ 2147483647 w 102"/>
                    <a:gd name="T13" fmla="*/ 2147483647 h 324"/>
                    <a:gd name="T14" fmla="*/ 2147483647 w 102"/>
                    <a:gd name="T15" fmla="*/ 2147483647 h 324"/>
                    <a:gd name="T16" fmla="*/ 2147483647 w 102"/>
                    <a:gd name="T17" fmla="*/ 2147483647 h 324"/>
                    <a:gd name="T18" fmla="*/ 2147483647 w 102"/>
                    <a:gd name="T19" fmla="*/ 2147483647 h 324"/>
                    <a:gd name="T20" fmla="*/ 2147483647 w 102"/>
                    <a:gd name="T21" fmla="*/ 2147483647 h 324"/>
                    <a:gd name="T22" fmla="*/ 2147483647 w 102"/>
                    <a:gd name="T23" fmla="*/ 2147483647 h 324"/>
                    <a:gd name="T24" fmla="*/ 2147483647 w 102"/>
                    <a:gd name="T25" fmla="*/ 2147483647 h 324"/>
                    <a:gd name="T26" fmla="*/ 2147483647 w 102"/>
                    <a:gd name="T27" fmla="*/ 2147483647 h 324"/>
                    <a:gd name="T28" fmla="*/ 2147483647 w 102"/>
                    <a:gd name="T29" fmla="*/ 2147483647 h 324"/>
                    <a:gd name="T30" fmla="*/ 2147483647 w 102"/>
                    <a:gd name="T31" fmla="*/ 2147483647 h 324"/>
                    <a:gd name="T32" fmla="*/ 2147483647 w 102"/>
                    <a:gd name="T33" fmla="*/ 2147483647 h 324"/>
                    <a:gd name="T34" fmla="*/ 2147483647 w 102"/>
                    <a:gd name="T35" fmla="*/ 2147483647 h 324"/>
                    <a:gd name="T36" fmla="*/ 2147483647 w 102"/>
                    <a:gd name="T37" fmla="*/ 2147483647 h 324"/>
                    <a:gd name="T38" fmla="*/ 2147483647 w 102"/>
                    <a:gd name="T39" fmla="*/ 2147483647 h 324"/>
                    <a:gd name="T40" fmla="*/ 2147483647 w 102"/>
                    <a:gd name="T41" fmla="*/ 2147483647 h 324"/>
                    <a:gd name="T42" fmla="*/ 2147483647 w 102"/>
                    <a:gd name="T43" fmla="*/ 2147483647 h 324"/>
                    <a:gd name="T44" fmla="*/ 2147483647 w 102"/>
                    <a:gd name="T45" fmla="*/ 2147483647 h 324"/>
                    <a:gd name="T46" fmla="*/ 2147483647 w 102"/>
                    <a:gd name="T47" fmla="*/ 2147483647 h 324"/>
                    <a:gd name="T48" fmla="*/ 2147483647 w 102"/>
                    <a:gd name="T49" fmla="*/ 0 h 324"/>
                    <a:gd name="T50" fmla="*/ 2147483647 w 102"/>
                    <a:gd name="T51" fmla="*/ 2147483647 h 324"/>
                    <a:gd name="T52" fmla="*/ 2147483647 w 102"/>
                    <a:gd name="T53" fmla="*/ 2147483647 h 324"/>
                    <a:gd name="T54" fmla="*/ 2147483647 w 102"/>
                    <a:gd name="T55" fmla="*/ 2147483647 h 324"/>
                    <a:gd name="T56" fmla="*/ 2147483647 w 102"/>
                    <a:gd name="T57" fmla="*/ 2147483647 h 324"/>
                    <a:gd name="T58" fmla="*/ 2147483647 w 102"/>
                    <a:gd name="T59" fmla="*/ 2147483647 h 324"/>
                    <a:gd name="T60" fmla="*/ 2147483647 w 102"/>
                    <a:gd name="T61" fmla="*/ 2147483647 h 324"/>
                    <a:gd name="T62" fmla="*/ 2147483647 w 102"/>
                    <a:gd name="T63" fmla="*/ 2147483647 h 324"/>
                    <a:gd name="T64" fmla="*/ 2147483647 w 102"/>
                    <a:gd name="T65" fmla="*/ 2147483647 h 324"/>
                    <a:gd name="T66" fmla="*/ 2147483647 w 102"/>
                    <a:gd name="T67" fmla="*/ 2147483647 h 324"/>
                    <a:gd name="T68" fmla="*/ 2147483647 w 102"/>
                    <a:gd name="T69" fmla="*/ 2147483647 h 324"/>
                    <a:gd name="T70" fmla="*/ 2147483647 w 102"/>
                    <a:gd name="T71" fmla="*/ 2147483647 h 324"/>
                    <a:gd name="T72" fmla="*/ 2147483647 w 102"/>
                    <a:gd name="T73" fmla="*/ 2147483647 h 324"/>
                    <a:gd name="T74" fmla="*/ 2147483647 w 102"/>
                    <a:gd name="T75" fmla="*/ 2147483647 h 324"/>
                    <a:gd name="T76" fmla="*/ 2147483647 w 102"/>
                    <a:gd name="T77" fmla="*/ 2147483647 h 324"/>
                    <a:gd name="T78" fmla="*/ 0 w 102"/>
                    <a:gd name="T79" fmla="*/ 2147483647 h 324"/>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02"/>
                    <a:gd name="T121" fmla="*/ 0 h 324"/>
                    <a:gd name="T122" fmla="*/ 102 w 102"/>
                    <a:gd name="T123" fmla="*/ 324 h 324"/>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02" h="324">
                      <a:moveTo>
                        <a:pt x="0" y="168"/>
                      </a:moveTo>
                      <a:lnTo>
                        <a:pt x="54" y="312"/>
                      </a:lnTo>
                      <a:lnTo>
                        <a:pt x="60" y="324"/>
                      </a:lnTo>
                      <a:lnTo>
                        <a:pt x="60" y="306"/>
                      </a:lnTo>
                      <a:lnTo>
                        <a:pt x="66" y="294"/>
                      </a:lnTo>
                      <a:lnTo>
                        <a:pt x="66" y="234"/>
                      </a:lnTo>
                      <a:lnTo>
                        <a:pt x="72" y="228"/>
                      </a:lnTo>
                      <a:lnTo>
                        <a:pt x="78" y="216"/>
                      </a:lnTo>
                      <a:lnTo>
                        <a:pt x="84" y="210"/>
                      </a:lnTo>
                      <a:lnTo>
                        <a:pt x="90" y="198"/>
                      </a:lnTo>
                      <a:lnTo>
                        <a:pt x="90" y="186"/>
                      </a:lnTo>
                      <a:lnTo>
                        <a:pt x="78" y="174"/>
                      </a:lnTo>
                      <a:lnTo>
                        <a:pt x="78" y="162"/>
                      </a:lnTo>
                      <a:lnTo>
                        <a:pt x="72" y="156"/>
                      </a:lnTo>
                      <a:lnTo>
                        <a:pt x="66" y="162"/>
                      </a:lnTo>
                      <a:lnTo>
                        <a:pt x="66" y="168"/>
                      </a:lnTo>
                      <a:lnTo>
                        <a:pt x="60" y="168"/>
                      </a:lnTo>
                      <a:lnTo>
                        <a:pt x="54" y="174"/>
                      </a:lnTo>
                      <a:lnTo>
                        <a:pt x="48" y="168"/>
                      </a:lnTo>
                      <a:lnTo>
                        <a:pt x="48" y="96"/>
                      </a:lnTo>
                      <a:lnTo>
                        <a:pt x="66" y="78"/>
                      </a:lnTo>
                      <a:lnTo>
                        <a:pt x="84" y="78"/>
                      </a:lnTo>
                      <a:lnTo>
                        <a:pt x="90" y="60"/>
                      </a:lnTo>
                      <a:lnTo>
                        <a:pt x="84" y="18"/>
                      </a:lnTo>
                      <a:lnTo>
                        <a:pt x="102" y="0"/>
                      </a:lnTo>
                      <a:lnTo>
                        <a:pt x="78" y="6"/>
                      </a:lnTo>
                      <a:lnTo>
                        <a:pt x="78" y="18"/>
                      </a:lnTo>
                      <a:lnTo>
                        <a:pt x="72" y="30"/>
                      </a:lnTo>
                      <a:lnTo>
                        <a:pt x="66" y="36"/>
                      </a:lnTo>
                      <a:lnTo>
                        <a:pt x="60" y="36"/>
                      </a:lnTo>
                      <a:lnTo>
                        <a:pt x="54" y="30"/>
                      </a:lnTo>
                      <a:lnTo>
                        <a:pt x="42" y="54"/>
                      </a:lnTo>
                      <a:lnTo>
                        <a:pt x="30" y="60"/>
                      </a:lnTo>
                      <a:lnTo>
                        <a:pt x="36" y="72"/>
                      </a:lnTo>
                      <a:lnTo>
                        <a:pt x="36" y="84"/>
                      </a:lnTo>
                      <a:lnTo>
                        <a:pt x="42" y="90"/>
                      </a:lnTo>
                      <a:lnTo>
                        <a:pt x="42" y="96"/>
                      </a:lnTo>
                      <a:lnTo>
                        <a:pt x="18" y="138"/>
                      </a:lnTo>
                      <a:lnTo>
                        <a:pt x="18" y="156"/>
                      </a:lnTo>
                      <a:lnTo>
                        <a:pt x="0" y="168"/>
                      </a:lnTo>
                      <a:close/>
                    </a:path>
                  </a:pathLst>
                </a:custGeom>
                <a:solidFill>
                  <a:srgbClr val="572772"/>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72" name="Ireland" descr="© INSCALE GmbH, 05.05.2010&#10;http://www.presentationload.com/">
                  <a:extLst>
                    <a:ext uri="{FF2B5EF4-FFF2-40B4-BE49-F238E27FC236}">
                      <a16:creationId xmlns:a16="http://schemas.microsoft.com/office/drawing/2014/main" id="{2F592BAA-955C-4B54-8F84-4AFEDB6DACDB}"/>
                    </a:ext>
                  </a:extLst>
                </p:cNvPr>
                <p:cNvSpPr>
                  <a:spLocks/>
                </p:cNvSpPr>
                <p:nvPr/>
              </p:nvSpPr>
              <p:spPr bwMode="gray">
                <a:xfrm>
                  <a:off x="5369418" y="1880214"/>
                  <a:ext cx="127185" cy="134249"/>
                </a:xfrm>
                <a:custGeom>
                  <a:avLst/>
                  <a:gdLst>
                    <a:gd name="T0" fmla="*/ 2147483647 w 282"/>
                    <a:gd name="T1" fmla="*/ 2147483647 h 300"/>
                    <a:gd name="T2" fmla="*/ 2147483647 w 282"/>
                    <a:gd name="T3" fmla="*/ 2147483647 h 300"/>
                    <a:gd name="T4" fmla="*/ 2147483647 w 282"/>
                    <a:gd name="T5" fmla="*/ 2147483647 h 300"/>
                    <a:gd name="T6" fmla="*/ 2147483647 w 282"/>
                    <a:gd name="T7" fmla="*/ 2147483647 h 300"/>
                    <a:gd name="T8" fmla="*/ 2147483647 w 282"/>
                    <a:gd name="T9" fmla="*/ 2147483647 h 300"/>
                    <a:gd name="T10" fmla="*/ 2147483647 w 282"/>
                    <a:gd name="T11" fmla="*/ 2147483647 h 300"/>
                    <a:gd name="T12" fmla="*/ 2147483647 w 282"/>
                    <a:gd name="T13" fmla="*/ 2147483647 h 300"/>
                    <a:gd name="T14" fmla="*/ 2147483647 w 282"/>
                    <a:gd name="T15" fmla="*/ 2147483647 h 300"/>
                    <a:gd name="T16" fmla="*/ 2147483647 w 282"/>
                    <a:gd name="T17" fmla="*/ 2147483647 h 300"/>
                    <a:gd name="T18" fmla="*/ 2147483647 w 282"/>
                    <a:gd name="T19" fmla="*/ 2147483647 h 300"/>
                    <a:gd name="T20" fmla="*/ 2147483647 w 282"/>
                    <a:gd name="T21" fmla="*/ 2147483647 h 300"/>
                    <a:gd name="T22" fmla="*/ 2147483647 w 282"/>
                    <a:gd name="T23" fmla="*/ 2147483647 h 300"/>
                    <a:gd name="T24" fmla="*/ 2147483647 w 282"/>
                    <a:gd name="T25" fmla="*/ 0 h 300"/>
                    <a:gd name="T26" fmla="*/ 2147483647 w 282"/>
                    <a:gd name="T27" fmla="*/ 2147483647 h 300"/>
                    <a:gd name="T28" fmla="*/ 2147483647 w 282"/>
                    <a:gd name="T29" fmla="*/ 2147483647 h 300"/>
                    <a:gd name="T30" fmla="*/ 2147483647 w 282"/>
                    <a:gd name="T31" fmla="*/ 2147483647 h 300"/>
                    <a:gd name="T32" fmla="*/ 2147483647 w 282"/>
                    <a:gd name="T33" fmla="*/ 2147483647 h 300"/>
                    <a:gd name="T34" fmla="*/ 2147483647 w 282"/>
                    <a:gd name="T35" fmla="*/ 2147483647 h 300"/>
                    <a:gd name="T36" fmla="*/ 2147483647 w 282"/>
                    <a:gd name="T37" fmla="*/ 2147483647 h 300"/>
                    <a:gd name="T38" fmla="*/ 2147483647 w 282"/>
                    <a:gd name="T39" fmla="*/ 2147483647 h 300"/>
                    <a:gd name="T40" fmla="*/ 2147483647 w 282"/>
                    <a:gd name="T41" fmla="*/ 2147483647 h 300"/>
                    <a:gd name="T42" fmla="*/ 2147483647 w 282"/>
                    <a:gd name="T43" fmla="*/ 2147483647 h 300"/>
                    <a:gd name="T44" fmla="*/ 2147483647 w 282"/>
                    <a:gd name="T45" fmla="*/ 2147483647 h 300"/>
                    <a:gd name="T46" fmla="*/ 2147483647 w 282"/>
                    <a:gd name="T47" fmla="*/ 2147483647 h 300"/>
                    <a:gd name="T48" fmla="*/ 2147483647 w 282"/>
                    <a:gd name="T49" fmla="*/ 2147483647 h 300"/>
                    <a:gd name="T50" fmla="*/ 2147483647 w 282"/>
                    <a:gd name="T51" fmla="*/ 2147483647 h 300"/>
                    <a:gd name="T52" fmla="*/ 2147483647 w 282"/>
                    <a:gd name="T53" fmla="*/ 2147483647 h 300"/>
                    <a:gd name="T54" fmla="*/ 2147483647 w 282"/>
                    <a:gd name="T55" fmla="*/ 2147483647 h 300"/>
                    <a:gd name="T56" fmla="*/ 2147483647 w 282"/>
                    <a:gd name="T57" fmla="*/ 2147483647 h 300"/>
                    <a:gd name="T58" fmla="*/ 2147483647 w 282"/>
                    <a:gd name="T59" fmla="*/ 2147483647 h 300"/>
                    <a:gd name="T60" fmla="*/ 2147483647 w 282"/>
                    <a:gd name="T61" fmla="*/ 2147483647 h 300"/>
                    <a:gd name="T62" fmla="*/ 2147483647 w 282"/>
                    <a:gd name="T63" fmla="*/ 2147483647 h 300"/>
                    <a:gd name="T64" fmla="*/ 2147483647 w 282"/>
                    <a:gd name="T65" fmla="*/ 2147483647 h 300"/>
                    <a:gd name="T66" fmla="*/ 2147483647 w 282"/>
                    <a:gd name="T67" fmla="*/ 2147483647 h 300"/>
                    <a:gd name="T68" fmla="*/ 2147483647 w 282"/>
                    <a:gd name="T69" fmla="*/ 2147483647 h 300"/>
                    <a:gd name="T70" fmla="*/ 2147483647 w 282"/>
                    <a:gd name="T71" fmla="*/ 2147483647 h 300"/>
                    <a:gd name="T72" fmla="*/ 2147483647 w 282"/>
                    <a:gd name="T73" fmla="*/ 2147483647 h 300"/>
                    <a:gd name="T74" fmla="*/ 2147483647 w 282"/>
                    <a:gd name="T75" fmla="*/ 2147483647 h 300"/>
                    <a:gd name="T76" fmla="*/ 2147483647 w 282"/>
                    <a:gd name="T77" fmla="*/ 2147483647 h 300"/>
                    <a:gd name="T78" fmla="*/ 2147483647 w 282"/>
                    <a:gd name="T79" fmla="*/ 2147483647 h 300"/>
                    <a:gd name="T80" fmla="*/ 0 w 282"/>
                    <a:gd name="T81" fmla="*/ 2147483647 h 300"/>
                    <a:gd name="T82" fmla="*/ 2147483647 w 282"/>
                    <a:gd name="T83" fmla="*/ 2147483647 h 300"/>
                    <a:gd name="T84" fmla="*/ 2147483647 w 282"/>
                    <a:gd name="T85" fmla="*/ 2147483647 h 300"/>
                    <a:gd name="T86" fmla="*/ 2147483647 w 282"/>
                    <a:gd name="T87" fmla="*/ 2147483647 h 300"/>
                    <a:gd name="T88" fmla="*/ 2147483647 w 282"/>
                    <a:gd name="T89" fmla="*/ 2147483647 h 300"/>
                    <a:gd name="T90" fmla="*/ 2147483647 w 282"/>
                    <a:gd name="T91" fmla="*/ 2147483647 h 300"/>
                    <a:gd name="T92" fmla="*/ 2147483647 w 282"/>
                    <a:gd name="T93" fmla="*/ 2147483647 h 300"/>
                    <a:gd name="T94" fmla="*/ 2147483647 w 282"/>
                    <a:gd name="T95" fmla="*/ 2147483647 h 300"/>
                    <a:gd name="T96" fmla="*/ 2147483647 w 282"/>
                    <a:gd name="T97" fmla="*/ 2147483647 h 300"/>
                    <a:gd name="T98" fmla="*/ 2147483647 w 282"/>
                    <a:gd name="T99" fmla="*/ 2147483647 h 300"/>
                    <a:gd name="T100" fmla="*/ 2147483647 w 282"/>
                    <a:gd name="T101" fmla="*/ 2147483647 h 300"/>
                    <a:gd name="T102" fmla="*/ 2147483647 w 282"/>
                    <a:gd name="T103" fmla="*/ 2147483647 h 300"/>
                    <a:gd name="T104" fmla="*/ 2147483647 w 282"/>
                    <a:gd name="T105" fmla="*/ 2147483647 h 300"/>
                    <a:gd name="T106" fmla="*/ 2147483647 w 282"/>
                    <a:gd name="T107" fmla="*/ 2147483647 h 300"/>
                    <a:gd name="T108" fmla="*/ 2147483647 w 282"/>
                    <a:gd name="T109" fmla="*/ 2147483647 h 300"/>
                    <a:gd name="T110" fmla="*/ 2147483647 w 282"/>
                    <a:gd name="T111" fmla="*/ 2147483647 h 300"/>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282"/>
                    <a:gd name="T169" fmla="*/ 0 h 300"/>
                    <a:gd name="T170" fmla="*/ 282 w 282"/>
                    <a:gd name="T171" fmla="*/ 300 h 300"/>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282" h="300">
                      <a:moveTo>
                        <a:pt x="276" y="156"/>
                      </a:moveTo>
                      <a:lnTo>
                        <a:pt x="276" y="144"/>
                      </a:lnTo>
                      <a:lnTo>
                        <a:pt x="270" y="132"/>
                      </a:lnTo>
                      <a:lnTo>
                        <a:pt x="264" y="126"/>
                      </a:lnTo>
                      <a:lnTo>
                        <a:pt x="264" y="114"/>
                      </a:lnTo>
                      <a:lnTo>
                        <a:pt x="258" y="108"/>
                      </a:lnTo>
                      <a:lnTo>
                        <a:pt x="258" y="102"/>
                      </a:lnTo>
                      <a:lnTo>
                        <a:pt x="276" y="102"/>
                      </a:lnTo>
                      <a:lnTo>
                        <a:pt x="282" y="96"/>
                      </a:lnTo>
                      <a:lnTo>
                        <a:pt x="246" y="90"/>
                      </a:lnTo>
                      <a:lnTo>
                        <a:pt x="228" y="66"/>
                      </a:lnTo>
                      <a:lnTo>
                        <a:pt x="204" y="90"/>
                      </a:lnTo>
                      <a:lnTo>
                        <a:pt x="192" y="90"/>
                      </a:lnTo>
                      <a:lnTo>
                        <a:pt x="168" y="78"/>
                      </a:lnTo>
                      <a:lnTo>
                        <a:pt x="162" y="72"/>
                      </a:lnTo>
                      <a:lnTo>
                        <a:pt x="174" y="60"/>
                      </a:lnTo>
                      <a:lnTo>
                        <a:pt x="180" y="60"/>
                      </a:lnTo>
                      <a:lnTo>
                        <a:pt x="186" y="54"/>
                      </a:lnTo>
                      <a:lnTo>
                        <a:pt x="192" y="54"/>
                      </a:lnTo>
                      <a:lnTo>
                        <a:pt x="192" y="42"/>
                      </a:lnTo>
                      <a:lnTo>
                        <a:pt x="234" y="18"/>
                      </a:lnTo>
                      <a:lnTo>
                        <a:pt x="240" y="12"/>
                      </a:lnTo>
                      <a:lnTo>
                        <a:pt x="240" y="6"/>
                      </a:lnTo>
                      <a:lnTo>
                        <a:pt x="234" y="6"/>
                      </a:lnTo>
                      <a:lnTo>
                        <a:pt x="228" y="0"/>
                      </a:lnTo>
                      <a:lnTo>
                        <a:pt x="222" y="0"/>
                      </a:lnTo>
                      <a:lnTo>
                        <a:pt x="210" y="6"/>
                      </a:lnTo>
                      <a:lnTo>
                        <a:pt x="204" y="18"/>
                      </a:lnTo>
                      <a:lnTo>
                        <a:pt x="198" y="6"/>
                      </a:lnTo>
                      <a:lnTo>
                        <a:pt x="174" y="6"/>
                      </a:lnTo>
                      <a:lnTo>
                        <a:pt x="162" y="12"/>
                      </a:lnTo>
                      <a:lnTo>
                        <a:pt x="156" y="12"/>
                      </a:lnTo>
                      <a:lnTo>
                        <a:pt x="150" y="18"/>
                      </a:lnTo>
                      <a:lnTo>
                        <a:pt x="150" y="30"/>
                      </a:lnTo>
                      <a:lnTo>
                        <a:pt x="144" y="36"/>
                      </a:lnTo>
                      <a:lnTo>
                        <a:pt x="144" y="42"/>
                      </a:lnTo>
                      <a:lnTo>
                        <a:pt x="126" y="42"/>
                      </a:lnTo>
                      <a:lnTo>
                        <a:pt x="120" y="48"/>
                      </a:lnTo>
                      <a:lnTo>
                        <a:pt x="120" y="54"/>
                      </a:lnTo>
                      <a:lnTo>
                        <a:pt x="138" y="54"/>
                      </a:lnTo>
                      <a:lnTo>
                        <a:pt x="144" y="60"/>
                      </a:lnTo>
                      <a:lnTo>
                        <a:pt x="150" y="60"/>
                      </a:lnTo>
                      <a:lnTo>
                        <a:pt x="150" y="66"/>
                      </a:lnTo>
                      <a:lnTo>
                        <a:pt x="144" y="72"/>
                      </a:lnTo>
                      <a:lnTo>
                        <a:pt x="132" y="72"/>
                      </a:lnTo>
                      <a:lnTo>
                        <a:pt x="132" y="78"/>
                      </a:lnTo>
                      <a:lnTo>
                        <a:pt x="126" y="84"/>
                      </a:lnTo>
                      <a:lnTo>
                        <a:pt x="102" y="84"/>
                      </a:lnTo>
                      <a:lnTo>
                        <a:pt x="102" y="90"/>
                      </a:lnTo>
                      <a:lnTo>
                        <a:pt x="90" y="78"/>
                      </a:lnTo>
                      <a:lnTo>
                        <a:pt x="42" y="78"/>
                      </a:lnTo>
                      <a:lnTo>
                        <a:pt x="42" y="102"/>
                      </a:lnTo>
                      <a:lnTo>
                        <a:pt x="54" y="102"/>
                      </a:lnTo>
                      <a:lnTo>
                        <a:pt x="54" y="108"/>
                      </a:lnTo>
                      <a:lnTo>
                        <a:pt x="60" y="114"/>
                      </a:lnTo>
                      <a:lnTo>
                        <a:pt x="42" y="126"/>
                      </a:lnTo>
                      <a:lnTo>
                        <a:pt x="36" y="126"/>
                      </a:lnTo>
                      <a:lnTo>
                        <a:pt x="30" y="132"/>
                      </a:lnTo>
                      <a:lnTo>
                        <a:pt x="30" y="138"/>
                      </a:lnTo>
                      <a:lnTo>
                        <a:pt x="42" y="150"/>
                      </a:lnTo>
                      <a:lnTo>
                        <a:pt x="54" y="156"/>
                      </a:lnTo>
                      <a:lnTo>
                        <a:pt x="60" y="162"/>
                      </a:lnTo>
                      <a:lnTo>
                        <a:pt x="72" y="162"/>
                      </a:lnTo>
                      <a:lnTo>
                        <a:pt x="78" y="156"/>
                      </a:lnTo>
                      <a:lnTo>
                        <a:pt x="96" y="156"/>
                      </a:lnTo>
                      <a:lnTo>
                        <a:pt x="96" y="168"/>
                      </a:lnTo>
                      <a:lnTo>
                        <a:pt x="90" y="174"/>
                      </a:lnTo>
                      <a:lnTo>
                        <a:pt x="72" y="174"/>
                      </a:lnTo>
                      <a:lnTo>
                        <a:pt x="72" y="192"/>
                      </a:lnTo>
                      <a:lnTo>
                        <a:pt x="54" y="192"/>
                      </a:lnTo>
                      <a:lnTo>
                        <a:pt x="48" y="198"/>
                      </a:lnTo>
                      <a:lnTo>
                        <a:pt x="48" y="210"/>
                      </a:lnTo>
                      <a:lnTo>
                        <a:pt x="42" y="222"/>
                      </a:lnTo>
                      <a:lnTo>
                        <a:pt x="42" y="234"/>
                      </a:lnTo>
                      <a:lnTo>
                        <a:pt x="18" y="234"/>
                      </a:lnTo>
                      <a:lnTo>
                        <a:pt x="12" y="240"/>
                      </a:lnTo>
                      <a:lnTo>
                        <a:pt x="6" y="240"/>
                      </a:lnTo>
                      <a:lnTo>
                        <a:pt x="6" y="246"/>
                      </a:lnTo>
                      <a:lnTo>
                        <a:pt x="12" y="246"/>
                      </a:lnTo>
                      <a:lnTo>
                        <a:pt x="18" y="252"/>
                      </a:lnTo>
                      <a:lnTo>
                        <a:pt x="6" y="252"/>
                      </a:lnTo>
                      <a:lnTo>
                        <a:pt x="0" y="258"/>
                      </a:lnTo>
                      <a:lnTo>
                        <a:pt x="0" y="270"/>
                      </a:lnTo>
                      <a:lnTo>
                        <a:pt x="42" y="270"/>
                      </a:lnTo>
                      <a:lnTo>
                        <a:pt x="24" y="288"/>
                      </a:lnTo>
                      <a:lnTo>
                        <a:pt x="30" y="282"/>
                      </a:lnTo>
                      <a:lnTo>
                        <a:pt x="48" y="282"/>
                      </a:lnTo>
                      <a:lnTo>
                        <a:pt x="48" y="288"/>
                      </a:lnTo>
                      <a:lnTo>
                        <a:pt x="42" y="288"/>
                      </a:lnTo>
                      <a:lnTo>
                        <a:pt x="36" y="294"/>
                      </a:lnTo>
                      <a:lnTo>
                        <a:pt x="30" y="294"/>
                      </a:lnTo>
                      <a:lnTo>
                        <a:pt x="36" y="300"/>
                      </a:lnTo>
                      <a:lnTo>
                        <a:pt x="60" y="300"/>
                      </a:lnTo>
                      <a:lnTo>
                        <a:pt x="96" y="288"/>
                      </a:lnTo>
                      <a:lnTo>
                        <a:pt x="108" y="282"/>
                      </a:lnTo>
                      <a:lnTo>
                        <a:pt x="120" y="270"/>
                      </a:lnTo>
                      <a:lnTo>
                        <a:pt x="120" y="264"/>
                      </a:lnTo>
                      <a:lnTo>
                        <a:pt x="132" y="270"/>
                      </a:lnTo>
                      <a:lnTo>
                        <a:pt x="138" y="270"/>
                      </a:lnTo>
                      <a:lnTo>
                        <a:pt x="150" y="264"/>
                      </a:lnTo>
                      <a:lnTo>
                        <a:pt x="162" y="252"/>
                      </a:lnTo>
                      <a:lnTo>
                        <a:pt x="180" y="246"/>
                      </a:lnTo>
                      <a:lnTo>
                        <a:pt x="204" y="246"/>
                      </a:lnTo>
                      <a:lnTo>
                        <a:pt x="210" y="240"/>
                      </a:lnTo>
                      <a:lnTo>
                        <a:pt x="252" y="240"/>
                      </a:lnTo>
                      <a:lnTo>
                        <a:pt x="246" y="222"/>
                      </a:lnTo>
                      <a:lnTo>
                        <a:pt x="264" y="222"/>
                      </a:lnTo>
                      <a:lnTo>
                        <a:pt x="264" y="198"/>
                      </a:lnTo>
                      <a:lnTo>
                        <a:pt x="270" y="192"/>
                      </a:lnTo>
                      <a:lnTo>
                        <a:pt x="270" y="180"/>
                      </a:lnTo>
                      <a:lnTo>
                        <a:pt x="276" y="168"/>
                      </a:lnTo>
                      <a:lnTo>
                        <a:pt x="276" y="156"/>
                      </a:lnTo>
                      <a:close/>
                    </a:path>
                  </a:pathLst>
                </a:custGeom>
                <a:solidFill>
                  <a:srgbClr val="D40D8D"/>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73" name="Iraq" descr="© INSCALE GmbH, 05.05.2010&#10;http://www.presentationload.com/">
                  <a:extLst>
                    <a:ext uri="{FF2B5EF4-FFF2-40B4-BE49-F238E27FC236}">
                      <a16:creationId xmlns:a16="http://schemas.microsoft.com/office/drawing/2014/main" id="{78148D3C-E148-44C9-BB79-E996AF3D05AC}"/>
                    </a:ext>
                  </a:extLst>
                </p:cNvPr>
                <p:cNvSpPr>
                  <a:spLocks/>
                </p:cNvSpPr>
                <p:nvPr/>
              </p:nvSpPr>
              <p:spPr bwMode="gray">
                <a:xfrm>
                  <a:off x="6809078" y="2519672"/>
                  <a:ext cx="309129" cy="298530"/>
                </a:xfrm>
                <a:custGeom>
                  <a:avLst/>
                  <a:gdLst>
                    <a:gd name="T0" fmla="*/ 2147483647 w 684"/>
                    <a:gd name="T1" fmla="*/ 2147483647 h 660"/>
                    <a:gd name="T2" fmla="*/ 2147483647 w 684"/>
                    <a:gd name="T3" fmla="*/ 2147483647 h 660"/>
                    <a:gd name="T4" fmla="*/ 2147483647 w 684"/>
                    <a:gd name="T5" fmla="*/ 2147483647 h 660"/>
                    <a:gd name="T6" fmla="*/ 2147483647 w 684"/>
                    <a:gd name="T7" fmla="*/ 2147483647 h 660"/>
                    <a:gd name="T8" fmla="*/ 2147483647 w 684"/>
                    <a:gd name="T9" fmla="*/ 2147483647 h 660"/>
                    <a:gd name="T10" fmla="*/ 2147483647 w 684"/>
                    <a:gd name="T11" fmla="*/ 2147483647 h 660"/>
                    <a:gd name="T12" fmla="*/ 2147483647 w 684"/>
                    <a:gd name="T13" fmla="*/ 2147483647 h 660"/>
                    <a:gd name="T14" fmla="*/ 2147483647 w 684"/>
                    <a:gd name="T15" fmla="*/ 2147483647 h 660"/>
                    <a:gd name="T16" fmla="*/ 2147483647 w 684"/>
                    <a:gd name="T17" fmla="*/ 2147483647 h 660"/>
                    <a:gd name="T18" fmla="*/ 2147483647 w 684"/>
                    <a:gd name="T19" fmla="*/ 2147483647 h 660"/>
                    <a:gd name="T20" fmla="*/ 2147483647 w 684"/>
                    <a:gd name="T21" fmla="*/ 2147483647 h 660"/>
                    <a:gd name="T22" fmla="*/ 2147483647 w 684"/>
                    <a:gd name="T23" fmla="*/ 2147483647 h 660"/>
                    <a:gd name="T24" fmla="*/ 2147483647 w 684"/>
                    <a:gd name="T25" fmla="*/ 2147483647 h 660"/>
                    <a:gd name="T26" fmla="*/ 2147483647 w 684"/>
                    <a:gd name="T27" fmla="*/ 2147483647 h 660"/>
                    <a:gd name="T28" fmla="*/ 2147483647 w 684"/>
                    <a:gd name="T29" fmla="*/ 2147483647 h 660"/>
                    <a:gd name="T30" fmla="*/ 2147483647 w 684"/>
                    <a:gd name="T31" fmla="*/ 2147483647 h 660"/>
                    <a:gd name="T32" fmla="*/ 2147483647 w 684"/>
                    <a:gd name="T33" fmla="*/ 2147483647 h 660"/>
                    <a:gd name="T34" fmla="*/ 2147483647 w 684"/>
                    <a:gd name="T35" fmla="*/ 2147483647 h 660"/>
                    <a:gd name="T36" fmla="*/ 2147483647 w 684"/>
                    <a:gd name="T37" fmla="*/ 2147483647 h 660"/>
                    <a:gd name="T38" fmla="*/ 2147483647 w 684"/>
                    <a:gd name="T39" fmla="*/ 2147483647 h 660"/>
                    <a:gd name="T40" fmla="*/ 2147483647 w 684"/>
                    <a:gd name="T41" fmla="*/ 2147483647 h 660"/>
                    <a:gd name="T42" fmla="*/ 2147483647 w 684"/>
                    <a:gd name="T43" fmla="*/ 2147483647 h 660"/>
                    <a:gd name="T44" fmla="*/ 2147483647 w 684"/>
                    <a:gd name="T45" fmla="*/ 2147483647 h 660"/>
                    <a:gd name="T46" fmla="*/ 2147483647 w 684"/>
                    <a:gd name="T47" fmla="*/ 2147483647 h 660"/>
                    <a:gd name="T48" fmla="*/ 2147483647 w 684"/>
                    <a:gd name="T49" fmla="*/ 2147483647 h 660"/>
                    <a:gd name="T50" fmla="*/ 2147483647 w 684"/>
                    <a:gd name="T51" fmla="*/ 2147483647 h 660"/>
                    <a:gd name="T52" fmla="*/ 2147483647 w 684"/>
                    <a:gd name="T53" fmla="*/ 0 h 660"/>
                    <a:gd name="T54" fmla="*/ 2147483647 w 684"/>
                    <a:gd name="T55" fmla="*/ 2147483647 h 660"/>
                    <a:gd name="T56" fmla="*/ 2147483647 w 684"/>
                    <a:gd name="T57" fmla="*/ 2147483647 h 660"/>
                    <a:gd name="T58" fmla="*/ 2147483647 w 684"/>
                    <a:gd name="T59" fmla="*/ 0 h 660"/>
                    <a:gd name="T60" fmla="*/ 2147483647 w 684"/>
                    <a:gd name="T61" fmla="*/ 2147483647 h 660"/>
                    <a:gd name="T62" fmla="*/ 2147483647 w 684"/>
                    <a:gd name="T63" fmla="*/ 2147483647 h 660"/>
                    <a:gd name="T64" fmla="*/ 2147483647 w 684"/>
                    <a:gd name="T65" fmla="*/ 2147483647 h 660"/>
                    <a:gd name="T66" fmla="*/ 2147483647 w 684"/>
                    <a:gd name="T67" fmla="*/ 2147483647 h 660"/>
                    <a:gd name="T68" fmla="*/ 2147483647 w 684"/>
                    <a:gd name="T69" fmla="*/ 2147483647 h 660"/>
                    <a:gd name="T70" fmla="*/ 2147483647 w 684"/>
                    <a:gd name="T71" fmla="*/ 2147483647 h 660"/>
                    <a:gd name="T72" fmla="*/ 2147483647 w 684"/>
                    <a:gd name="T73" fmla="*/ 2147483647 h 660"/>
                    <a:gd name="T74" fmla="*/ 2147483647 w 684"/>
                    <a:gd name="T75" fmla="*/ 2147483647 h 660"/>
                    <a:gd name="T76" fmla="*/ 2147483647 w 684"/>
                    <a:gd name="T77" fmla="*/ 2147483647 h 660"/>
                    <a:gd name="T78" fmla="*/ 2147483647 w 684"/>
                    <a:gd name="T79" fmla="*/ 2147483647 h 660"/>
                    <a:gd name="T80" fmla="*/ 2147483647 w 684"/>
                    <a:gd name="T81" fmla="*/ 2147483647 h 660"/>
                    <a:gd name="T82" fmla="*/ 2147483647 w 684"/>
                    <a:gd name="T83" fmla="*/ 2147483647 h 660"/>
                    <a:gd name="T84" fmla="*/ 2147483647 w 684"/>
                    <a:gd name="T85" fmla="*/ 2147483647 h 660"/>
                    <a:gd name="T86" fmla="*/ 0 w 684"/>
                    <a:gd name="T87" fmla="*/ 2147483647 h 660"/>
                    <a:gd name="T88" fmla="*/ 2147483647 w 684"/>
                    <a:gd name="T89" fmla="*/ 2147483647 h 660"/>
                    <a:gd name="T90" fmla="*/ 2147483647 w 684"/>
                    <a:gd name="T91" fmla="*/ 2147483647 h 660"/>
                    <a:gd name="T92" fmla="*/ 2147483647 w 684"/>
                    <a:gd name="T93" fmla="*/ 2147483647 h 660"/>
                    <a:gd name="T94" fmla="*/ 2147483647 w 684"/>
                    <a:gd name="T95" fmla="*/ 2147483647 h 660"/>
                    <a:gd name="T96" fmla="*/ 2147483647 w 684"/>
                    <a:gd name="T97" fmla="*/ 2147483647 h 660"/>
                    <a:gd name="T98" fmla="*/ 2147483647 w 684"/>
                    <a:gd name="T99" fmla="*/ 2147483647 h 660"/>
                    <a:gd name="T100" fmla="*/ 2147483647 w 684"/>
                    <a:gd name="T101" fmla="*/ 2147483647 h 660"/>
                    <a:gd name="T102" fmla="*/ 2147483647 w 684"/>
                    <a:gd name="T103" fmla="*/ 2147483647 h 660"/>
                    <a:gd name="T104" fmla="*/ 2147483647 w 684"/>
                    <a:gd name="T105" fmla="*/ 2147483647 h 660"/>
                    <a:gd name="T106" fmla="*/ 2147483647 w 684"/>
                    <a:gd name="T107" fmla="*/ 2147483647 h 660"/>
                    <a:gd name="T108" fmla="*/ 2147483647 w 684"/>
                    <a:gd name="T109" fmla="*/ 2147483647 h 660"/>
                    <a:gd name="T110" fmla="*/ 2147483647 w 684"/>
                    <a:gd name="T111" fmla="*/ 2147483647 h 660"/>
                    <a:gd name="T112" fmla="*/ 2147483647 w 684"/>
                    <a:gd name="T113" fmla="*/ 2147483647 h 660"/>
                    <a:gd name="T114" fmla="*/ 2147483647 w 684"/>
                    <a:gd name="T115" fmla="*/ 2147483647 h 660"/>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684"/>
                    <a:gd name="T175" fmla="*/ 0 h 660"/>
                    <a:gd name="T176" fmla="*/ 684 w 684"/>
                    <a:gd name="T177" fmla="*/ 660 h 660"/>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684" h="660">
                      <a:moveTo>
                        <a:pt x="678" y="564"/>
                      </a:moveTo>
                      <a:lnTo>
                        <a:pt x="666" y="552"/>
                      </a:lnTo>
                      <a:lnTo>
                        <a:pt x="654" y="546"/>
                      </a:lnTo>
                      <a:lnTo>
                        <a:pt x="648" y="516"/>
                      </a:lnTo>
                      <a:lnTo>
                        <a:pt x="642" y="516"/>
                      </a:lnTo>
                      <a:lnTo>
                        <a:pt x="636" y="510"/>
                      </a:lnTo>
                      <a:lnTo>
                        <a:pt x="624" y="504"/>
                      </a:lnTo>
                      <a:lnTo>
                        <a:pt x="618" y="498"/>
                      </a:lnTo>
                      <a:lnTo>
                        <a:pt x="618" y="462"/>
                      </a:lnTo>
                      <a:lnTo>
                        <a:pt x="624" y="450"/>
                      </a:lnTo>
                      <a:lnTo>
                        <a:pt x="624" y="438"/>
                      </a:lnTo>
                      <a:lnTo>
                        <a:pt x="594" y="402"/>
                      </a:lnTo>
                      <a:lnTo>
                        <a:pt x="588" y="390"/>
                      </a:lnTo>
                      <a:lnTo>
                        <a:pt x="582" y="384"/>
                      </a:lnTo>
                      <a:lnTo>
                        <a:pt x="564" y="384"/>
                      </a:lnTo>
                      <a:lnTo>
                        <a:pt x="546" y="366"/>
                      </a:lnTo>
                      <a:lnTo>
                        <a:pt x="534" y="360"/>
                      </a:lnTo>
                      <a:lnTo>
                        <a:pt x="528" y="354"/>
                      </a:lnTo>
                      <a:lnTo>
                        <a:pt x="504" y="354"/>
                      </a:lnTo>
                      <a:lnTo>
                        <a:pt x="504" y="312"/>
                      </a:lnTo>
                      <a:lnTo>
                        <a:pt x="498" y="312"/>
                      </a:lnTo>
                      <a:lnTo>
                        <a:pt x="492" y="306"/>
                      </a:lnTo>
                      <a:lnTo>
                        <a:pt x="468" y="294"/>
                      </a:lnTo>
                      <a:lnTo>
                        <a:pt x="456" y="282"/>
                      </a:lnTo>
                      <a:lnTo>
                        <a:pt x="444" y="276"/>
                      </a:lnTo>
                      <a:lnTo>
                        <a:pt x="438" y="270"/>
                      </a:lnTo>
                      <a:lnTo>
                        <a:pt x="438" y="264"/>
                      </a:lnTo>
                      <a:lnTo>
                        <a:pt x="444" y="252"/>
                      </a:lnTo>
                      <a:lnTo>
                        <a:pt x="450" y="246"/>
                      </a:lnTo>
                      <a:lnTo>
                        <a:pt x="438" y="234"/>
                      </a:lnTo>
                      <a:lnTo>
                        <a:pt x="438" y="228"/>
                      </a:lnTo>
                      <a:lnTo>
                        <a:pt x="450" y="216"/>
                      </a:lnTo>
                      <a:lnTo>
                        <a:pt x="462" y="216"/>
                      </a:lnTo>
                      <a:lnTo>
                        <a:pt x="462" y="186"/>
                      </a:lnTo>
                      <a:lnTo>
                        <a:pt x="468" y="186"/>
                      </a:lnTo>
                      <a:lnTo>
                        <a:pt x="480" y="174"/>
                      </a:lnTo>
                      <a:lnTo>
                        <a:pt x="480" y="168"/>
                      </a:lnTo>
                      <a:lnTo>
                        <a:pt x="474" y="156"/>
                      </a:lnTo>
                      <a:lnTo>
                        <a:pt x="462" y="144"/>
                      </a:lnTo>
                      <a:lnTo>
                        <a:pt x="462" y="138"/>
                      </a:lnTo>
                      <a:lnTo>
                        <a:pt x="480" y="120"/>
                      </a:lnTo>
                      <a:lnTo>
                        <a:pt x="480" y="114"/>
                      </a:lnTo>
                      <a:lnTo>
                        <a:pt x="468" y="114"/>
                      </a:lnTo>
                      <a:lnTo>
                        <a:pt x="456" y="120"/>
                      </a:lnTo>
                      <a:lnTo>
                        <a:pt x="450" y="126"/>
                      </a:lnTo>
                      <a:lnTo>
                        <a:pt x="438" y="108"/>
                      </a:lnTo>
                      <a:lnTo>
                        <a:pt x="414" y="102"/>
                      </a:lnTo>
                      <a:lnTo>
                        <a:pt x="414" y="84"/>
                      </a:lnTo>
                      <a:lnTo>
                        <a:pt x="402" y="72"/>
                      </a:lnTo>
                      <a:lnTo>
                        <a:pt x="378" y="24"/>
                      </a:lnTo>
                      <a:lnTo>
                        <a:pt x="378" y="12"/>
                      </a:lnTo>
                      <a:lnTo>
                        <a:pt x="336" y="24"/>
                      </a:lnTo>
                      <a:lnTo>
                        <a:pt x="336" y="6"/>
                      </a:lnTo>
                      <a:lnTo>
                        <a:pt x="330" y="0"/>
                      </a:lnTo>
                      <a:lnTo>
                        <a:pt x="306" y="0"/>
                      </a:lnTo>
                      <a:lnTo>
                        <a:pt x="306" y="6"/>
                      </a:lnTo>
                      <a:lnTo>
                        <a:pt x="300" y="12"/>
                      </a:lnTo>
                      <a:lnTo>
                        <a:pt x="288" y="12"/>
                      </a:lnTo>
                      <a:lnTo>
                        <a:pt x="276" y="0"/>
                      </a:lnTo>
                      <a:lnTo>
                        <a:pt x="234" y="0"/>
                      </a:lnTo>
                      <a:lnTo>
                        <a:pt x="234" y="12"/>
                      </a:lnTo>
                      <a:lnTo>
                        <a:pt x="228" y="18"/>
                      </a:lnTo>
                      <a:lnTo>
                        <a:pt x="216" y="24"/>
                      </a:lnTo>
                      <a:lnTo>
                        <a:pt x="204" y="36"/>
                      </a:lnTo>
                      <a:lnTo>
                        <a:pt x="198" y="48"/>
                      </a:lnTo>
                      <a:lnTo>
                        <a:pt x="192" y="54"/>
                      </a:lnTo>
                      <a:lnTo>
                        <a:pt x="180" y="54"/>
                      </a:lnTo>
                      <a:lnTo>
                        <a:pt x="168" y="60"/>
                      </a:lnTo>
                      <a:lnTo>
                        <a:pt x="156" y="60"/>
                      </a:lnTo>
                      <a:lnTo>
                        <a:pt x="150" y="66"/>
                      </a:lnTo>
                      <a:lnTo>
                        <a:pt x="144" y="78"/>
                      </a:lnTo>
                      <a:lnTo>
                        <a:pt x="144" y="90"/>
                      </a:lnTo>
                      <a:lnTo>
                        <a:pt x="150" y="102"/>
                      </a:lnTo>
                      <a:lnTo>
                        <a:pt x="156" y="108"/>
                      </a:lnTo>
                      <a:lnTo>
                        <a:pt x="156" y="120"/>
                      </a:lnTo>
                      <a:lnTo>
                        <a:pt x="162" y="132"/>
                      </a:lnTo>
                      <a:lnTo>
                        <a:pt x="162" y="162"/>
                      </a:lnTo>
                      <a:lnTo>
                        <a:pt x="156" y="174"/>
                      </a:lnTo>
                      <a:lnTo>
                        <a:pt x="150" y="192"/>
                      </a:lnTo>
                      <a:lnTo>
                        <a:pt x="150" y="198"/>
                      </a:lnTo>
                      <a:lnTo>
                        <a:pt x="168" y="216"/>
                      </a:lnTo>
                      <a:lnTo>
                        <a:pt x="168" y="222"/>
                      </a:lnTo>
                      <a:lnTo>
                        <a:pt x="162" y="228"/>
                      </a:lnTo>
                      <a:lnTo>
                        <a:pt x="138" y="240"/>
                      </a:lnTo>
                      <a:lnTo>
                        <a:pt x="78" y="264"/>
                      </a:lnTo>
                      <a:lnTo>
                        <a:pt x="66" y="270"/>
                      </a:lnTo>
                      <a:lnTo>
                        <a:pt x="6" y="318"/>
                      </a:lnTo>
                      <a:lnTo>
                        <a:pt x="0" y="318"/>
                      </a:lnTo>
                      <a:lnTo>
                        <a:pt x="0" y="324"/>
                      </a:lnTo>
                      <a:lnTo>
                        <a:pt x="24" y="366"/>
                      </a:lnTo>
                      <a:lnTo>
                        <a:pt x="24" y="384"/>
                      </a:lnTo>
                      <a:lnTo>
                        <a:pt x="48" y="402"/>
                      </a:lnTo>
                      <a:lnTo>
                        <a:pt x="48" y="414"/>
                      </a:lnTo>
                      <a:lnTo>
                        <a:pt x="60" y="426"/>
                      </a:lnTo>
                      <a:lnTo>
                        <a:pt x="126" y="426"/>
                      </a:lnTo>
                      <a:lnTo>
                        <a:pt x="156" y="456"/>
                      </a:lnTo>
                      <a:lnTo>
                        <a:pt x="168" y="462"/>
                      </a:lnTo>
                      <a:lnTo>
                        <a:pt x="180" y="474"/>
                      </a:lnTo>
                      <a:lnTo>
                        <a:pt x="228" y="498"/>
                      </a:lnTo>
                      <a:lnTo>
                        <a:pt x="234" y="504"/>
                      </a:lnTo>
                      <a:lnTo>
                        <a:pt x="246" y="510"/>
                      </a:lnTo>
                      <a:lnTo>
                        <a:pt x="438" y="654"/>
                      </a:lnTo>
                      <a:lnTo>
                        <a:pt x="522" y="654"/>
                      </a:lnTo>
                      <a:lnTo>
                        <a:pt x="570" y="660"/>
                      </a:lnTo>
                      <a:lnTo>
                        <a:pt x="564" y="660"/>
                      </a:lnTo>
                      <a:lnTo>
                        <a:pt x="570" y="654"/>
                      </a:lnTo>
                      <a:lnTo>
                        <a:pt x="588" y="618"/>
                      </a:lnTo>
                      <a:lnTo>
                        <a:pt x="588" y="606"/>
                      </a:lnTo>
                      <a:lnTo>
                        <a:pt x="594" y="600"/>
                      </a:lnTo>
                      <a:lnTo>
                        <a:pt x="600" y="588"/>
                      </a:lnTo>
                      <a:lnTo>
                        <a:pt x="648" y="588"/>
                      </a:lnTo>
                      <a:lnTo>
                        <a:pt x="654" y="594"/>
                      </a:lnTo>
                      <a:lnTo>
                        <a:pt x="678" y="582"/>
                      </a:lnTo>
                      <a:lnTo>
                        <a:pt x="684" y="576"/>
                      </a:lnTo>
                      <a:lnTo>
                        <a:pt x="678" y="570"/>
                      </a:lnTo>
                      <a:lnTo>
                        <a:pt x="678" y="564"/>
                      </a:lnTo>
                      <a:close/>
                    </a:path>
                  </a:pathLst>
                </a:custGeom>
                <a:solidFill>
                  <a:srgbClr val="A29C97"/>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74" name="Iran" descr="© INSCALE GmbH, 05.05.2010&#10;http://www.presentationload.com/">
                  <a:extLst>
                    <a:ext uri="{FF2B5EF4-FFF2-40B4-BE49-F238E27FC236}">
                      <a16:creationId xmlns:a16="http://schemas.microsoft.com/office/drawing/2014/main" id="{3C4A39EC-8B69-4951-B2D2-977E694345EE}"/>
                    </a:ext>
                  </a:extLst>
                </p:cNvPr>
                <p:cNvSpPr>
                  <a:spLocks/>
                </p:cNvSpPr>
                <p:nvPr/>
              </p:nvSpPr>
              <p:spPr bwMode="gray">
                <a:xfrm>
                  <a:off x="6941560" y="2429582"/>
                  <a:ext cx="650055" cy="533471"/>
                </a:xfrm>
                <a:custGeom>
                  <a:avLst/>
                  <a:gdLst>
                    <a:gd name="T0" fmla="*/ 2147483647 w 1440"/>
                    <a:gd name="T1" fmla="*/ 2147483647 h 1182"/>
                    <a:gd name="T2" fmla="*/ 2147483647 w 1440"/>
                    <a:gd name="T3" fmla="*/ 2147483647 h 1182"/>
                    <a:gd name="T4" fmla="*/ 2147483647 w 1440"/>
                    <a:gd name="T5" fmla="*/ 2147483647 h 1182"/>
                    <a:gd name="T6" fmla="*/ 2147483647 w 1440"/>
                    <a:gd name="T7" fmla="*/ 2147483647 h 1182"/>
                    <a:gd name="T8" fmla="*/ 2147483647 w 1440"/>
                    <a:gd name="T9" fmla="*/ 2147483647 h 1182"/>
                    <a:gd name="T10" fmla="*/ 2147483647 w 1440"/>
                    <a:gd name="T11" fmla="*/ 2147483647 h 1182"/>
                    <a:gd name="T12" fmla="*/ 2147483647 w 1440"/>
                    <a:gd name="T13" fmla="*/ 2147483647 h 1182"/>
                    <a:gd name="T14" fmla="*/ 2147483647 w 1440"/>
                    <a:gd name="T15" fmla="*/ 2147483647 h 1182"/>
                    <a:gd name="T16" fmla="*/ 2147483647 w 1440"/>
                    <a:gd name="T17" fmla="*/ 2147483647 h 1182"/>
                    <a:gd name="T18" fmla="*/ 2147483647 w 1440"/>
                    <a:gd name="T19" fmla="*/ 2147483647 h 1182"/>
                    <a:gd name="T20" fmla="*/ 2147483647 w 1440"/>
                    <a:gd name="T21" fmla="*/ 2147483647 h 1182"/>
                    <a:gd name="T22" fmla="*/ 2147483647 w 1440"/>
                    <a:gd name="T23" fmla="*/ 2147483647 h 1182"/>
                    <a:gd name="T24" fmla="*/ 2147483647 w 1440"/>
                    <a:gd name="T25" fmla="*/ 2147483647 h 1182"/>
                    <a:gd name="T26" fmla="*/ 2147483647 w 1440"/>
                    <a:gd name="T27" fmla="*/ 2147483647 h 1182"/>
                    <a:gd name="T28" fmla="*/ 2147483647 w 1440"/>
                    <a:gd name="T29" fmla="*/ 2147483647 h 1182"/>
                    <a:gd name="T30" fmla="*/ 2147483647 w 1440"/>
                    <a:gd name="T31" fmla="*/ 2147483647 h 1182"/>
                    <a:gd name="T32" fmla="*/ 2147483647 w 1440"/>
                    <a:gd name="T33" fmla="*/ 2147483647 h 1182"/>
                    <a:gd name="T34" fmla="*/ 2147483647 w 1440"/>
                    <a:gd name="T35" fmla="*/ 2147483647 h 1182"/>
                    <a:gd name="T36" fmla="*/ 2147483647 w 1440"/>
                    <a:gd name="T37" fmla="*/ 2147483647 h 1182"/>
                    <a:gd name="T38" fmla="*/ 2147483647 w 1440"/>
                    <a:gd name="T39" fmla="*/ 2147483647 h 1182"/>
                    <a:gd name="T40" fmla="*/ 2147483647 w 1440"/>
                    <a:gd name="T41" fmla="*/ 2147483647 h 1182"/>
                    <a:gd name="T42" fmla="*/ 2147483647 w 1440"/>
                    <a:gd name="T43" fmla="*/ 2147483647 h 1182"/>
                    <a:gd name="T44" fmla="*/ 2147483647 w 1440"/>
                    <a:gd name="T45" fmla="*/ 2147483647 h 1182"/>
                    <a:gd name="T46" fmla="*/ 2147483647 w 1440"/>
                    <a:gd name="T47" fmla="*/ 2147483647 h 1182"/>
                    <a:gd name="T48" fmla="*/ 2147483647 w 1440"/>
                    <a:gd name="T49" fmla="*/ 2147483647 h 1182"/>
                    <a:gd name="T50" fmla="*/ 2147483647 w 1440"/>
                    <a:gd name="T51" fmla="*/ 2147483647 h 1182"/>
                    <a:gd name="T52" fmla="*/ 2147483647 w 1440"/>
                    <a:gd name="T53" fmla="*/ 2147483647 h 1182"/>
                    <a:gd name="T54" fmla="*/ 2147483647 w 1440"/>
                    <a:gd name="T55" fmla="*/ 2147483647 h 1182"/>
                    <a:gd name="T56" fmla="*/ 2147483647 w 1440"/>
                    <a:gd name="T57" fmla="*/ 2147483647 h 1182"/>
                    <a:gd name="T58" fmla="*/ 2147483647 w 1440"/>
                    <a:gd name="T59" fmla="*/ 2147483647 h 1182"/>
                    <a:gd name="T60" fmla="*/ 2147483647 w 1440"/>
                    <a:gd name="T61" fmla="*/ 0 h 1182"/>
                    <a:gd name="T62" fmla="*/ 2147483647 w 1440"/>
                    <a:gd name="T63" fmla="*/ 2147483647 h 1182"/>
                    <a:gd name="T64" fmla="*/ 2147483647 w 1440"/>
                    <a:gd name="T65" fmla="*/ 2147483647 h 1182"/>
                    <a:gd name="T66" fmla="*/ 2147483647 w 1440"/>
                    <a:gd name="T67" fmla="*/ 2147483647 h 1182"/>
                    <a:gd name="T68" fmla="*/ 2147483647 w 1440"/>
                    <a:gd name="T69" fmla="*/ 2147483647 h 1182"/>
                    <a:gd name="T70" fmla="*/ 2147483647 w 1440"/>
                    <a:gd name="T71" fmla="*/ 2147483647 h 1182"/>
                    <a:gd name="T72" fmla="*/ 2147483647 w 1440"/>
                    <a:gd name="T73" fmla="*/ 2147483647 h 1182"/>
                    <a:gd name="T74" fmla="*/ 2147483647 w 1440"/>
                    <a:gd name="T75" fmla="*/ 2147483647 h 1182"/>
                    <a:gd name="T76" fmla="*/ 2147483647 w 1440"/>
                    <a:gd name="T77" fmla="*/ 2147483647 h 1182"/>
                    <a:gd name="T78" fmla="*/ 2147483647 w 1440"/>
                    <a:gd name="T79" fmla="*/ 2147483647 h 1182"/>
                    <a:gd name="T80" fmla="*/ 2147483647 w 1440"/>
                    <a:gd name="T81" fmla="*/ 2147483647 h 1182"/>
                    <a:gd name="T82" fmla="*/ 2147483647 w 1440"/>
                    <a:gd name="T83" fmla="*/ 2147483647 h 1182"/>
                    <a:gd name="T84" fmla="*/ 2147483647 w 1440"/>
                    <a:gd name="T85" fmla="*/ 2147483647 h 1182"/>
                    <a:gd name="T86" fmla="*/ 2147483647 w 1440"/>
                    <a:gd name="T87" fmla="*/ 2147483647 h 1182"/>
                    <a:gd name="T88" fmla="*/ 2147483647 w 1440"/>
                    <a:gd name="T89" fmla="*/ 2147483647 h 1182"/>
                    <a:gd name="T90" fmla="*/ 2147483647 w 1440"/>
                    <a:gd name="T91" fmla="*/ 2147483647 h 1182"/>
                    <a:gd name="T92" fmla="*/ 2147483647 w 1440"/>
                    <a:gd name="T93" fmla="*/ 2147483647 h 1182"/>
                    <a:gd name="T94" fmla="*/ 2147483647 w 1440"/>
                    <a:gd name="T95" fmla="*/ 2147483647 h 1182"/>
                    <a:gd name="T96" fmla="*/ 2147483647 w 1440"/>
                    <a:gd name="T97" fmla="*/ 2147483647 h 1182"/>
                    <a:gd name="T98" fmla="*/ 2147483647 w 1440"/>
                    <a:gd name="T99" fmla="*/ 2147483647 h 1182"/>
                    <a:gd name="T100" fmla="*/ 2147483647 w 1440"/>
                    <a:gd name="T101" fmla="*/ 2147483647 h 1182"/>
                    <a:gd name="T102" fmla="*/ 2147483647 w 1440"/>
                    <a:gd name="T103" fmla="*/ 2147483647 h 1182"/>
                    <a:gd name="T104" fmla="*/ 2147483647 w 1440"/>
                    <a:gd name="T105" fmla="*/ 2147483647 h 1182"/>
                    <a:gd name="T106" fmla="*/ 2147483647 w 1440"/>
                    <a:gd name="T107" fmla="*/ 2147483647 h 1182"/>
                    <a:gd name="T108" fmla="*/ 2147483647 w 1440"/>
                    <a:gd name="T109" fmla="*/ 2147483647 h 1182"/>
                    <a:gd name="T110" fmla="*/ 2147483647 w 1440"/>
                    <a:gd name="T111" fmla="*/ 2147483647 h 1182"/>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440"/>
                    <a:gd name="T169" fmla="*/ 0 h 1182"/>
                    <a:gd name="T170" fmla="*/ 1440 w 1440"/>
                    <a:gd name="T171" fmla="*/ 1182 h 1182"/>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440" h="1182">
                      <a:moveTo>
                        <a:pt x="1338" y="1176"/>
                      </a:moveTo>
                      <a:lnTo>
                        <a:pt x="1338" y="1170"/>
                      </a:lnTo>
                      <a:lnTo>
                        <a:pt x="1332" y="1158"/>
                      </a:lnTo>
                      <a:lnTo>
                        <a:pt x="1332" y="1128"/>
                      </a:lnTo>
                      <a:lnTo>
                        <a:pt x="1344" y="1116"/>
                      </a:lnTo>
                      <a:lnTo>
                        <a:pt x="1344" y="1110"/>
                      </a:lnTo>
                      <a:lnTo>
                        <a:pt x="1350" y="1104"/>
                      </a:lnTo>
                      <a:lnTo>
                        <a:pt x="1356" y="1086"/>
                      </a:lnTo>
                      <a:lnTo>
                        <a:pt x="1368" y="1086"/>
                      </a:lnTo>
                      <a:lnTo>
                        <a:pt x="1374" y="1080"/>
                      </a:lnTo>
                      <a:lnTo>
                        <a:pt x="1374" y="1074"/>
                      </a:lnTo>
                      <a:lnTo>
                        <a:pt x="1380" y="1074"/>
                      </a:lnTo>
                      <a:lnTo>
                        <a:pt x="1380" y="1068"/>
                      </a:lnTo>
                      <a:lnTo>
                        <a:pt x="1386" y="1062"/>
                      </a:lnTo>
                      <a:lnTo>
                        <a:pt x="1398" y="1056"/>
                      </a:lnTo>
                      <a:lnTo>
                        <a:pt x="1428" y="1056"/>
                      </a:lnTo>
                      <a:lnTo>
                        <a:pt x="1428" y="1062"/>
                      </a:lnTo>
                      <a:lnTo>
                        <a:pt x="1434" y="1062"/>
                      </a:lnTo>
                      <a:lnTo>
                        <a:pt x="1440" y="1056"/>
                      </a:lnTo>
                      <a:lnTo>
                        <a:pt x="1440" y="1044"/>
                      </a:lnTo>
                      <a:lnTo>
                        <a:pt x="1434" y="1026"/>
                      </a:lnTo>
                      <a:lnTo>
                        <a:pt x="1428" y="1014"/>
                      </a:lnTo>
                      <a:lnTo>
                        <a:pt x="1422" y="1008"/>
                      </a:lnTo>
                      <a:lnTo>
                        <a:pt x="1404" y="1008"/>
                      </a:lnTo>
                      <a:lnTo>
                        <a:pt x="1404" y="996"/>
                      </a:lnTo>
                      <a:lnTo>
                        <a:pt x="1398" y="984"/>
                      </a:lnTo>
                      <a:lnTo>
                        <a:pt x="1398" y="960"/>
                      </a:lnTo>
                      <a:lnTo>
                        <a:pt x="1392" y="960"/>
                      </a:lnTo>
                      <a:lnTo>
                        <a:pt x="1398" y="930"/>
                      </a:lnTo>
                      <a:lnTo>
                        <a:pt x="1374" y="930"/>
                      </a:lnTo>
                      <a:lnTo>
                        <a:pt x="1362" y="912"/>
                      </a:lnTo>
                      <a:lnTo>
                        <a:pt x="1350" y="918"/>
                      </a:lnTo>
                      <a:lnTo>
                        <a:pt x="1332" y="918"/>
                      </a:lnTo>
                      <a:lnTo>
                        <a:pt x="1326" y="912"/>
                      </a:lnTo>
                      <a:lnTo>
                        <a:pt x="1314" y="894"/>
                      </a:lnTo>
                      <a:lnTo>
                        <a:pt x="1308" y="876"/>
                      </a:lnTo>
                      <a:lnTo>
                        <a:pt x="1296" y="864"/>
                      </a:lnTo>
                      <a:lnTo>
                        <a:pt x="1284" y="846"/>
                      </a:lnTo>
                      <a:lnTo>
                        <a:pt x="1278" y="840"/>
                      </a:lnTo>
                      <a:lnTo>
                        <a:pt x="1272" y="828"/>
                      </a:lnTo>
                      <a:lnTo>
                        <a:pt x="1248" y="804"/>
                      </a:lnTo>
                      <a:lnTo>
                        <a:pt x="1242" y="804"/>
                      </a:lnTo>
                      <a:lnTo>
                        <a:pt x="1242" y="792"/>
                      </a:lnTo>
                      <a:lnTo>
                        <a:pt x="1260" y="774"/>
                      </a:lnTo>
                      <a:lnTo>
                        <a:pt x="1266" y="762"/>
                      </a:lnTo>
                      <a:lnTo>
                        <a:pt x="1272" y="756"/>
                      </a:lnTo>
                      <a:lnTo>
                        <a:pt x="1296" y="708"/>
                      </a:lnTo>
                      <a:lnTo>
                        <a:pt x="1284" y="684"/>
                      </a:lnTo>
                      <a:lnTo>
                        <a:pt x="1278" y="678"/>
                      </a:lnTo>
                      <a:lnTo>
                        <a:pt x="1242" y="678"/>
                      </a:lnTo>
                      <a:lnTo>
                        <a:pt x="1230" y="672"/>
                      </a:lnTo>
                      <a:lnTo>
                        <a:pt x="1224" y="672"/>
                      </a:lnTo>
                      <a:lnTo>
                        <a:pt x="1218" y="666"/>
                      </a:lnTo>
                      <a:lnTo>
                        <a:pt x="1218" y="612"/>
                      </a:lnTo>
                      <a:lnTo>
                        <a:pt x="1212" y="606"/>
                      </a:lnTo>
                      <a:lnTo>
                        <a:pt x="1200" y="582"/>
                      </a:lnTo>
                      <a:lnTo>
                        <a:pt x="1188" y="564"/>
                      </a:lnTo>
                      <a:lnTo>
                        <a:pt x="1176" y="540"/>
                      </a:lnTo>
                      <a:lnTo>
                        <a:pt x="1182" y="528"/>
                      </a:lnTo>
                      <a:lnTo>
                        <a:pt x="1200" y="510"/>
                      </a:lnTo>
                      <a:lnTo>
                        <a:pt x="1200" y="504"/>
                      </a:lnTo>
                      <a:lnTo>
                        <a:pt x="1194" y="498"/>
                      </a:lnTo>
                      <a:lnTo>
                        <a:pt x="1170" y="498"/>
                      </a:lnTo>
                      <a:lnTo>
                        <a:pt x="1170" y="468"/>
                      </a:lnTo>
                      <a:lnTo>
                        <a:pt x="1158" y="456"/>
                      </a:lnTo>
                      <a:lnTo>
                        <a:pt x="1158" y="450"/>
                      </a:lnTo>
                      <a:lnTo>
                        <a:pt x="1164" y="444"/>
                      </a:lnTo>
                      <a:lnTo>
                        <a:pt x="1176" y="438"/>
                      </a:lnTo>
                      <a:lnTo>
                        <a:pt x="1182" y="432"/>
                      </a:lnTo>
                      <a:lnTo>
                        <a:pt x="1188" y="432"/>
                      </a:lnTo>
                      <a:lnTo>
                        <a:pt x="1176" y="414"/>
                      </a:lnTo>
                      <a:lnTo>
                        <a:pt x="1200" y="408"/>
                      </a:lnTo>
                      <a:lnTo>
                        <a:pt x="1200" y="402"/>
                      </a:lnTo>
                      <a:lnTo>
                        <a:pt x="1194" y="396"/>
                      </a:lnTo>
                      <a:lnTo>
                        <a:pt x="1194" y="372"/>
                      </a:lnTo>
                      <a:lnTo>
                        <a:pt x="1188" y="360"/>
                      </a:lnTo>
                      <a:lnTo>
                        <a:pt x="1188" y="354"/>
                      </a:lnTo>
                      <a:lnTo>
                        <a:pt x="1194" y="342"/>
                      </a:lnTo>
                      <a:lnTo>
                        <a:pt x="1200" y="336"/>
                      </a:lnTo>
                      <a:lnTo>
                        <a:pt x="1188" y="306"/>
                      </a:lnTo>
                      <a:lnTo>
                        <a:pt x="1194" y="282"/>
                      </a:lnTo>
                      <a:lnTo>
                        <a:pt x="1182" y="282"/>
                      </a:lnTo>
                      <a:lnTo>
                        <a:pt x="1182" y="246"/>
                      </a:lnTo>
                      <a:lnTo>
                        <a:pt x="1116" y="252"/>
                      </a:lnTo>
                      <a:lnTo>
                        <a:pt x="1110" y="246"/>
                      </a:lnTo>
                      <a:lnTo>
                        <a:pt x="1104" y="234"/>
                      </a:lnTo>
                      <a:lnTo>
                        <a:pt x="1092" y="228"/>
                      </a:lnTo>
                      <a:lnTo>
                        <a:pt x="1080" y="216"/>
                      </a:lnTo>
                      <a:lnTo>
                        <a:pt x="1068" y="216"/>
                      </a:lnTo>
                      <a:lnTo>
                        <a:pt x="1062" y="210"/>
                      </a:lnTo>
                      <a:lnTo>
                        <a:pt x="1056" y="210"/>
                      </a:lnTo>
                      <a:lnTo>
                        <a:pt x="1050" y="204"/>
                      </a:lnTo>
                      <a:lnTo>
                        <a:pt x="1044" y="192"/>
                      </a:lnTo>
                      <a:lnTo>
                        <a:pt x="1044" y="186"/>
                      </a:lnTo>
                      <a:lnTo>
                        <a:pt x="1038" y="180"/>
                      </a:lnTo>
                      <a:lnTo>
                        <a:pt x="1032" y="180"/>
                      </a:lnTo>
                      <a:lnTo>
                        <a:pt x="1020" y="174"/>
                      </a:lnTo>
                      <a:lnTo>
                        <a:pt x="1002" y="174"/>
                      </a:lnTo>
                      <a:lnTo>
                        <a:pt x="990" y="168"/>
                      </a:lnTo>
                      <a:lnTo>
                        <a:pt x="972" y="168"/>
                      </a:lnTo>
                      <a:lnTo>
                        <a:pt x="972" y="174"/>
                      </a:lnTo>
                      <a:lnTo>
                        <a:pt x="960" y="168"/>
                      </a:lnTo>
                      <a:lnTo>
                        <a:pt x="954" y="162"/>
                      </a:lnTo>
                      <a:lnTo>
                        <a:pt x="942" y="156"/>
                      </a:lnTo>
                      <a:lnTo>
                        <a:pt x="936" y="150"/>
                      </a:lnTo>
                      <a:lnTo>
                        <a:pt x="906" y="150"/>
                      </a:lnTo>
                      <a:lnTo>
                        <a:pt x="906" y="138"/>
                      </a:lnTo>
                      <a:lnTo>
                        <a:pt x="894" y="126"/>
                      </a:lnTo>
                      <a:lnTo>
                        <a:pt x="834" y="126"/>
                      </a:lnTo>
                      <a:lnTo>
                        <a:pt x="834" y="132"/>
                      </a:lnTo>
                      <a:lnTo>
                        <a:pt x="828" y="138"/>
                      </a:lnTo>
                      <a:lnTo>
                        <a:pt x="816" y="132"/>
                      </a:lnTo>
                      <a:lnTo>
                        <a:pt x="780" y="132"/>
                      </a:lnTo>
                      <a:lnTo>
                        <a:pt x="768" y="138"/>
                      </a:lnTo>
                      <a:lnTo>
                        <a:pt x="750" y="156"/>
                      </a:lnTo>
                      <a:lnTo>
                        <a:pt x="738" y="162"/>
                      </a:lnTo>
                      <a:lnTo>
                        <a:pt x="732" y="168"/>
                      </a:lnTo>
                      <a:lnTo>
                        <a:pt x="732" y="180"/>
                      </a:lnTo>
                      <a:lnTo>
                        <a:pt x="720" y="186"/>
                      </a:lnTo>
                      <a:lnTo>
                        <a:pt x="708" y="198"/>
                      </a:lnTo>
                      <a:lnTo>
                        <a:pt x="678" y="198"/>
                      </a:lnTo>
                      <a:lnTo>
                        <a:pt x="690" y="210"/>
                      </a:lnTo>
                      <a:lnTo>
                        <a:pt x="690" y="222"/>
                      </a:lnTo>
                      <a:lnTo>
                        <a:pt x="696" y="228"/>
                      </a:lnTo>
                      <a:lnTo>
                        <a:pt x="696" y="234"/>
                      </a:lnTo>
                      <a:lnTo>
                        <a:pt x="690" y="240"/>
                      </a:lnTo>
                      <a:lnTo>
                        <a:pt x="678" y="240"/>
                      </a:lnTo>
                      <a:lnTo>
                        <a:pt x="666" y="234"/>
                      </a:lnTo>
                      <a:lnTo>
                        <a:pt x="660" y="228"/>
                      </a:lnTo>
                      <a:lnTo>
                        <a:pt x="654" y="228"/>
                      </a:lnTo>
                      <a:lnTo>
                        <a:pt x="648" y="234"/>
                      </a:lnTo>
                      <a:lnTo>
                        <a:pt x="624" y="234"/>
                      </a:lnTo>
                      <a:lnTo>
                        <a:pt x="612" y="240"/>
                      </a:lnTo>
                      <a:lnTo>
                        <a:pt x="600" y="240"/>
                      </a:lnTo>
                      <a:lnTo>
                        <a:pt x="582" y="246"/>
                      </a:lnTo>
                      <a:lnTo>
                        <a:pt x="558" y="258"/>
                      </a:lnTo>
                      <a:lnTo>
                        <a:pt x="546" y="252"/>
                      </a:lnTo>
                      <a:lnTo>
                        <a:pt x="534" y="252"/>
                      </a:lnTo>
                      <a:lnTo>
                        <a:pt x="522" y="246"/>
                      </a:lnTo>
                      <a:lnTo>
                        <a:pt x="498" y="246"/>
                      </a:lnTo>
                      <a:lnTo>
                        <a:pt x="480" y="240"/>
                      </a:lnTo>
                      <a:lnTo>
                        <a:pt x="468" y="228"/>
                      </a:lnTo>
                      <a:lnTo>
                        <a:pt x="456" y="222"/>
                      </a:lnTo>
                      <a:lnTo>
                        <a:pt x="444" y="210"/>
                      </a:lnTo>
                      <a:lnTo>
                        <a:pt x="438" y="198"/>
                      </a:lnTo>
                      <a:lnTo>
                        <a:pt x="432" y="192"/>
                      </a:lnTo>
                      <a:lnTo>
                        <a:pt x="432" y="186"/>
                      </a:lnTo>
                      <a:lnTo>
                        <a:pt x="378" y="186"/>
                      </a:lnTo>
                      <a:lnTo>
                        <a:pt x="354" y="162"/>
                      </a:lnTo>
                      <a:lnTo>
                        <a:pt x="336" y="126"/>
                      </a:lnTo>
                      <a:lnTo>
                        <a:pt x="330" y="120"/>
                      </a:lnTo>
                      <a:lnTo>
                        <a:pt x="330" y="114"/>
                      </a:lnTo>
                      <a:lnTo>
                        <a:pt x="312" y="114"/>
                      </a:lnTo>
                      <a:lnTo>
                        <a:pt x="312" y="108"/>
                      </a:lnTo>
                      <a:lnTo>
                        <a:pt x="306" y="102"/>
                      </a:lnTo>
                      <a:lnTo>
                        <a:pt x="300" y="102"/>
                      </a:lnTo>
                      <a:lnTo>
                        <a:pt x="294" y="96"/>
                      </a:lnTo>
                      <a:lnTo>
                        <a:pt x="282" y="90"/>
                      </a:lnTo>
                      <a:lnTo>
                        <a:pt x="270" y="78"/>
                      </a:lnTo>
                      <a:lnTo>
                        <a:pt x="270" y="72"/>
                      </a:lnTo>
                      <a:lnTo>
                        <a:pt x="282" y="72"/>
                      </a:lnTo>
                      <a:lnTo>
                        <a:pt x="288" y="66"/>
                      </a:lnTo>
                      <a:lnTo>
                        <a:pt x="288" y="60"/>
                      </a:lnTo>
                      <a:lnTo>
                        <a:pt x="282" y="54"/>
                      </a:lnTo>
                      <a:lnTo>
                        <a:pt x="276" y="54"/>
                      </a:lnTo>
                      <a:lnTo>
                        <a:pt x="276" y="42"/>
                      </a:lnTo>
                      <a:lnTo>
                        <a:pt x="282" y="36"/>
                      </a:lnTo>
                      <a:lnTo>
                        <a:pt x="282" y="18"/>
                      </a:lnTo>
                      <a:lnTo>
                        <a:pt x="276" y="12"/>
                      </a:lnTo>
                      <a:lnTo>
                        <a:pt x="270" y="0"/>
                      </a:lnTo>
                      <a:lnTo>
                        <a:pt x="258" y="0"/>
                      </a:lnTo>
                      <a:lnTo>
                        <a:pt x="246" y="6"/>
                      </a:lnTo>
                      <a:lnTo>
                        <a:pt x="234" y="18"/>
                      </a:lnTo>
                      <a:lnTo>
                        <a:pt x="222" y="24"/>
                      </a:lnTo>
                      <a:lnTo>
                        <a:pt x="204" y="36"/>
                      </a:lnTo>
                      <a:lnTo>
                        <a:pt x="192" y="48"/>
                      </a:lnTo>
                      <a:lnTo>
                        <a:pt x="192" y="54"/>
                      </a:lnTo>
                      <a:lnTo>
                        <a:pt x="186" y="60"/>
                      </a:lnTo>
                      <a:lnTo>
                        <a:pt x="180" y="72"/>
                      </a:lnTo>
                      <a:lnTo>
                        <a:pt x="132" y="72"/>
                      </a:lnTo>
                      <a:lnTo>
                        <a:pt x="96" y="60"/>
                      </a:lnTo>
                      <a:lnTo>
                        <a:pt x="84" y="54"/>
                      </a:lnTo>
                      <a:lnTo>
                        <a:pt x="66" y="36"/>
                      </a:lnTo>
                      <a:lnTo>
                        <a:pt x="54" y="12"/>
                      </a:lnTo>
                      <a:lnTo>
                        <a:pt x="54" y="6"/>
                      </a:lnTo>
                      <a:lnTo>
                        <a:pt x="48" y="0"/>
                      </a:lnTo>
                      <a:lnTo>
                        <a:pt x="42" y="0"/>
                      </a:lnTo>
                      <a:lnTo>
                        <a:pt x="24" y="18"/>
                      </a:lnTo>
                      <a:lnTo>
                        <a:pt x="24" y="30"/>
                      </a:lnTo>
                      <a:lnTo>
                        <a:pt x="0" y="30"/>
                      </a:lnTo>
                      <a:lnTo>
                        <a:pt x="18" y="54"/>
                      </a:lnTo>
                      <a:lnTo>
                        <a:pt x="18" y="84"/>
                      </a:lnTo>
                      <a:lnTo>
                        <a:pt x="30" y="96"/>
                      </a:lnTo>
                      <a:lnTo>
                        <a:pt x="30" y="108"/>
                      </a:lnTo>
                      <a:lnTo>
                        <a:pt x="36" y="114"/>
                      </a:lnTo>
                      <a:lnTo>
                        <a:pt x="42" y="114"/>
                      </a:lnTo>
                      <a:lnTo>
                        <a:pt x="36" y="120"/>
                      </a:lnTo>
                      <a:lnTo>
                        <a:pt x="36" y="126"/>
                      </a:lnTo>
                      <a:lnTo>
                        <a:pt x="30" y="138"/>
                      </a:lnTo>
                      <a:lnTo>
                        <a:pt x="24" y="144"/>
                      </a:lnTo>
                      <a:lnTo>
                        <a:pt x="60" y="162"/>
                      </a:lnTo>
                      <a:lnTo>
                        <a:pt x="60" y="192"/>
                      </a:lnTo>
                      <a:lnTo>
                        <a:pt x="84" y="198"/>
                      </a:lnTo>
                      <a:lnTo>
                        <a:pt x="84" y="210"/>
                      </a:lnTo>
                      <a:lnTo>
                        <a:pt x="96" y="246"/>
                      </a:lnTo>
                      <a:lnTo>
                        <a:pt x="108" y="270"/>
                      </a:lnTo>
                      <a:lnTo>
                        <a:pt x="120" y="282"/>
                      </a:lnTo>
                      <a:lnTo>
                        <a:pt x="120" y="300"/>
                      </a:lnTo>
                      <a:lnTo>
                        <a:pt x="144" y="306"/>
                      </a:lnTo>
                      <a:lnTo>
                        <a:pt x="156" y="324"/>
                      </a:lnTo>
                      <a:lnTo>
                        <a:pt x="162" y="318"/>
                      </a:lnTo>
                      <a:lnTo>
                        <a:pt x="174" y="312"/>
                      </a:lnTo>
                      <a:lnTo>
                        <a:pt x="186" y="312"/>
                      </a:lnTo>
                      <a:lnTo>
                        <a:pt x="186" y="318"/>
                      </a:lnTo>
                      <a:lnTo>
                        <a:pt x="168" y="336"/>
                      </a:lnTo>
                      <a:lnTo>
                        <a:pt x="168" y="342"/>
                      </a:lnTo>
                      <a:lnTo>
                        <a:pt x="180" y="354"/>
                      </a:lnTo>
                      <a:lnTo>
                        <a:pt x="186" y="366"/>
                      </a:lnTo>
                      <a:lnTo>
                        <a:pt x="186" y="372"/>
                      </a:lnTo>
                      <a:lnTo>
                        <a:pt x="174" y="384"/>
                      </a:lnTo>
                      <a:lnTo>
                        <a:pt x="168" y="384"/>
                      </a:lnTo>
                      <a:lnTo>
                        <a:pt x="168" y="414"/>
                      </a:lnTo>
                      <a:lnTo>
                        <a:pt x="156" y="414"/>
                      </a:lnTo>
                      <a:lnTo>
                        <a:pt x="144" y="426"/>
                      </a:lnTo>
                      <a:lnTo>
                        <a:pt x="144" y="432"/>
                      </a:lnTo>
                      <a:lnTo>
                        <a:pt x="156" y="444"/>
                      </a:lnTo>
                      <a:lnTo>
                        <a:pt x="150" y="450"/>
                      </a:lnTo>
                      <a:lnTo>
                        <a:pt x="144" y="462"/>
                      </a:lnTo>
                      <a:lnTo>
                        <a:pt x="144" y="468"/>
                      </a:lnTo>
                      <a:lnTo>
                        <a:pt x="150" y="474"/>
                      </a:lnTo>
                      <a:lnTo>
                        <a:pt x="162" y="480"/>
                      </a:lnTo>
                      <a:lnTo>
                        <a:pt x="174" y="492"/>
                      </a:lnTo>
                      <a:lnTo>
                        <a:pt x="198" y="504"/>
                      </a:lnTo>
                      <a:lnTo>
                        <a:pt x="204" y="510"/>
                      </a:lnTo>
                      <a:lnTo>
                        <a:pt x="210" y="510"/>
                      </a:lnTo>
                      <a:lnTo>
                        <a:pt x="210" y="552"/>
                      </a:lnTo>
                      <a:lnTo>
                        <a:pt x="234" y="552"/>
                      </a:lnTo>
                      <a:lnTo>
                        <a:pt x="240" y="558"/>
                      </a:lnTo>
                      <a:lnTo>
                        <a:pt x="252" y="564"/>
                      </a:lnTo>
                      <a:lnTo>
                        <a:pt x="270" y="582"/>
                      </a:lnTo>
                      <a:lnTo>
                        <a:pt x="288" y="582"/>
                      </a:lnTo>
                      <a:lnTo>
                        <a:pt x="294" y="588"/>
                      </a:lnTo>
                      <a:lnTo>
                        <a:pt x="300" y="600"/>
                      </a:lnTo>
                      <a:lnTo>
                        <a:pt x="330" y="636"/>
                      </a:lnTo>
                      <a:lnTo>
                        <a:pt x="330" y="648"/>
                      </a:lnTo>
                      <a:lnTo>
                        <a:pt x="324" y="660"/>
                      </a:lnTo>
                      <a:lnTo>
                        <a:pt x="324" y="696"/>
                      </a:lnTo>
                      <a:lnTo>
                        <a:pt x="330" y="702"/>
                      </a:lnTo>
                      <a:lnTo>
                        <a:pt x="342" y="708"/>
                      </a:lnTo>
                      <a:lnTo>
                        <a:pt x="348" y="714"/>
                      </a:lnTo>
                      <a:lnTo>
                        <a:pt x="354" y="714"/>
                      </a:lnTo>
                      <a:lnTo>
                        <a:pt x="360" y="744"/>
                      </a:lnTo>
                      <a:lnTo>
                        <a:pt x="372" y="750"/>
                      </a:lnTo>
                      <a:lnTo>
                        <a:pt x="384" y="762"/>
                      </a:lnTo>
                      <a:lnTo>
                        <a:pt x="384" y="768"/>
                      </a:lnTo>
                      <a:lnTo>
                        <a:pt x="390" y="774"/>
                      </a:lnTo>
                      <a:lnTo>
                        <a:pt x="402" y="780"/>
                      </a:lnTo>
                      <a:lnTo>
                        <a:pt x="408" y="786"/>
                      </a:lnTo>
                      <a:lnTo>
                        <a:pt x="420" y="792"/>
                      </a:lnTo>
                      <a:lnTo>
                        <a:pt x="426" y="786"/>
                      </a:lnTo>
                      <a:lnTo>
                        <a:pt x="426" y="774"/>
                      </a:lnTo>
                      <a:lnTo>
                        <a:pt x="420" y="768"/>
                      </a:lnTo>
                      <a:lnTo>
                        <a:pt x="420" y="762"/>
                      </a:lnTo>
                      <a:lnTo>
                        <a:pt x="426" y="756"/>
                      </a:lnTo>
                      <a:lnTo>
                        <a:pt x="438" y="750"/>
                      </a:lnTo>
                      <a:lnTo>
                        <a:pt x="444" y="756"/>
                      </a:lnTo>
                      <a:lnTo>
                        <a:pt x="450" y="756"/>
                      </a:lnTo>
                      <a:lnTo>
                        <a:pt x="450" y="768"/>
                      </a:lnTo>
                      <a:lnTo>
                        <a:pt x="456" y="780"/>
                      </a:lnTo>
                      <a:lnTo>
                        <a:pt x="474" y="780"/>
                      </a:lnTo>
                      <a:lnTo>
                        <a:pt x="474" y="786"/>
                      </a:lnTo>
                      <a:lnTo>
                        <a:pt x="474" y="780"/>
                      </a:lnTo>
                      <a:lnTo>
                        <a:pt x="480" y="780"/>
                      </a:lnTo>
                      <a:lnTo>
                        <a:pt x="480" y="768"/>
                      </a:lnTo>
                      <a:lnTo>
                        <a:pt x="504" y="768"/>
                      </a:lnTo>
                      <a:lnTo>
                        <a:pt x="504" y="804"/>
                      </a:lnTo>
                      <a:lnTo>
                        <a:pt x="510" y="810"/>
                      </a:lnTo>
                      <a:lnTo>
                        <a:pt x="516" y="810"/>
                      </a:lnTo>
                      <a:lnTo>
                        <a:pt x="528" y="816"/>
                      </a:lnTo>
                      <a:lnTo>
                        <a:pt x="540" y="828"/>
                      </a:lnTo>
                      <a:lnTo>
                        <a:pt x="540" y="846"/>
                      </a:lnTo>
                      <a:lnTo>
                        <a:pt x="552" y="858"/>
                      </a:lnTo>
                      <a:lnTo>
                        <a:pt x="558" y="870"/>
                      </a:lnTo>
                      <a:lnTo>
                        <a:pt x="564" y="876"/>
                      </a:lnTo>
                      <a:lnTo>
                        <a:pt x="570" y="876"/>
                      </a:lnTo>
                      <a:lnTo>
                        <a:pt x="582" y="894"/>
                      </a:lnTo>
                      <a:lnTo>
                        <a:pt x="582" y="906"/>
                      </a:lnTo>
                      <a:lnTo>
                        <a:pt x="594" y="930"/>
                      </a:lnTo>
                      <a:lnTo>
                        <a:pt x="600" y="936"/>
                      </a:lnTo>
                      <a:lnTo>
                        <a:pt x="606" y="936"/>
                      </a:lnTo>
                      <a:lnTo>
                        <a:pt x="612" y="942"/>
                      </a:lnTo>
                      <a:lnTo>
                        <a:pt x="618" y="954"/>
                      </a:lnTo>
                      <a:lnTo>
                        <a:pt x="618" y="960"/>
                      </a:lnTo>
                      <a:lnTo>
                        <a:pt x="648" y="960"/>
                      </a:lnTo>
                      <a:lnTo>
                        <a:pt x="666" y="984"/>
                      </a:lnTo>
                      <a:lnTo>
                        <a:pt x="684" y="978"/>
                      </a:lnTo>
                      <a:lnTo>
                        <a:pt x="702" y="978"/>
                      </a:lnTo>
                      <a:lnTo>
                        <a:pt x="720" y="996"/>
                      </a:lnTo>
                      <a:lnTo>
                        <a:pt x="738" y="1008"/>
                      </a:lnTo>
                      <a:lnTo>
                        <a:pt x="756" y="1026"/>
                      </a:lnTo>
                      <a:lnTo>
                        <a:pt x="792" y="1050"/>
                      </a:lnTo>
                      <a:lnTo>
                        <a:pt x="810" y="1050"/>
                      </a:lnTo>
                      <a:lnTo>
                        <a:pt x="822" y="1056"/>
                      </a:lnTo>
                      <a:lnTo>
                        <a:pt x="834" y="1068"/>
                      </a:lnTo>
                      <a:lnTo>
                        <a:pt x="852" y="1068"/>
                      </a:lnTo>
                      <a:lnTo>
                        <a:pt x="876" y="1056"/>
                      </a:lnTo>
                      <a:lnTo>
                        <a:pt x="876" y="1050"/>
                      </a:lnTo>
                      <a:lnTo>
                        <a:pt x="900" y="1056"/>
                      </a:lnTo>
                      <a:lnTo>
                        <a:pt x="912" y="1032"/>
                      </a:lnTo>
                      <a:lnTo>
                        <a:pt x="930" y="1032"/>
                      </a:lnTo>
                      <a:lnTo>
                        <a:pt x="954" y="1008"/>
                      </a:lnTo>
                      <a:lnTo>
                        <a:pt x="966" y="1020"/>
                      </a:lnTo>
                      <a:lnTo>
                        <a:pt x="972" y="1014"/>
                      </a:lnTo>
                      <a:lnTo>
                        <a:pt x="984" y="1014"/>
                      </a:lnTo>
                      <a:lnTo>
                        <a:pt x="1002" y="1032"/>
                      </a:lnTo>
                      <a:lnTo>
                        <a:pt x="1014" y="1050"/>
                      </a:lnTo>
                      <a:lnTo>
                        <a:pt x="1020" y="1068"/>
                      </a:lnTo>
                      <a:lnTo>
                        <a:pt x="1032" y="1080"/>
                      </a:lnTo>
                      <a:lnTo>
                        <a:pt x="1032" y="1098"/>
                      </a:lnTo>
                      <a:lnTo>
                        <a:pt x="1038" y="1110"/>
                      </a:lnTo>
                      <a:lnTo>
                        <a:pt x="1044" y="1116"/>
                      </a:lnTo>
                      <a:lnTo>
                        <a:pt x="1056" y="1122"/>
                      </a:lnTo>
                      <a:lnTo>
                        <a:pt x="1080" y="1122"/>
                      </a:lnTo>
                      <a:lnTo>
                        <a:pt x="1080" y="1128"/>
                      </a:lnTo>
                      <a:lnTo>
                        <a:pt x="1086" y="1134"/>
                      </a:lnTo>
                      <a:lnTo>
                        <a:pt x="1098" y="1140"/>
                      </a:lnTo>
                      <a:lnTo>
                        <a:pt x="1164" y="1140"/>
                      </a:lnTo>
                      <a:lnTo>
                        <a:pt x="1176" y="1146"/>
                      </a:lnTo>
                      <a:lnTo>
                        <a:pt x="1200" y="1170"/>
                      </a:lnTo>
                      <a:lnTo>
                        <a:pt x="1212" y="1170"/>
                      </a:lnTo>
                      <a:lnTo>
                        <a:pt x="1224" y="1164"/>
                      </a:lnTo>
                      <a:lnTo>
                        <a:pt x="1230" y="1164"/>
                      </a:lnTo>
                      <a:lnTo>
                        <a:pt x="1242" y="1158"/>
                      </a:lnTo>
                      <a:lnTo>
                        <a:pt x="1248" y="1158"/>
                      </a:lnTo>
                      <a:lnTo>
                        <a:pt x="1254" y="1164"/>
                      </a:lnTo>
                      <a:lnTo>
                        <a:pt x="1278" y="1176"/>
                      </a:lnTo>
                      <a:lnTo>
                        <a:pt x="1296" y="1182"/>
                      </a:lnTo>
                      <a:lnTo>
                        <a:pt x="1326" y="1182"/>
                      </a:lnTo>
                      <a:lnTo>
                        <a:pt x="1338" y="1176"/>
                      </a:lnTo>
                      <a:close/>
                    </a:path>
                  </a:pathLst>
                </a:custGeom>
                <a:solidFill>
                  <a:srgbClr val="9C968E"/>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75" name="Indonesia" descr="© INSCALE GmbH, 05.05.2010&#10;http://www.presentationload.com/">
                  <a:extLst>
                    <a:ext uri="{FF2B5EF4-FFF2-40B4-BE49-F238E27FC236}">
                      <a16:creationId xmlns:a16="http://schemas.microsoft.com/office/drawing/2014/main" id="{3080ECEA-0D34-4F75-B7A0-CC7D37C3939F}"/>
                    </a:ext>
                  </a:extLst>
                </p:cNvPr>
                <p:cNvSpPr>
                  <a:spLocks noEditPoints="1"/>
                </p:cNvSpPr>
                <p:nvPr/>
              </p:nvSpPr>
              <p:spPr bwMode="gray">
                <a:xfrm>
                  <a:off x="8667384" y="3671403"/>
                  <a:ext cx="1474989" cy="588231"/>
                </a:xfrm>
                <a:custGeom>
                  <a:avLst/>
                  <a:gdLst>
                    <a:gd name="T0" fmla="*/ 2147483647 w 3264"/>
                    <a:gd name="T1" fmla="*/ 2147483647 h 1302"/>
                    <a:gd name="T2" fmla="*/ 2147483647 w 3264"/>
                    <a:gd name="T3" fmla="*/ 2147483647 h 1302"/>
                    <a:gd name="T4" fmla="*/ 2147483647 w 3264"/>
                    <a:gd name="T5" fmla="*/ 2147483647 h 1302"/>
                    <a:gd name="T6" fmla="*/ 2147483647 w 3264"/>
                    <a:gd name="T7" fmla="*/ 2147483647 h 1302"/>
                    <a:gd name="T8" fmla="*/ 2147483647 w 3264"/>
                    <a:gd name="T9" fmla="*/ 2147483647 h 1302"/>
                    <a:gd name="T10" fmla="*/ 2147483647 w 3264"/>
                    <a:gd name="T11" fmla="*/ 2147483647 h 1302"/>
                    <a:gd name="T12" fmla="*/ 2147483647 w 3264"/>
                    <a:gd name="T13" fmla="*/ 2147483647 h 1302"/>
                    <a:gd name="T14" fmla="*/ 2147483647 w 3264"/>
                    <a:gd name="T15" fmla="*/ 2147483647 h 1302"/>
                    <a:gd name="T16" fmla="*/ 2147483647 w 3264"/>
                    <a:gd name="T17" fmla="*/ 2147483647 h 1302"/>
                    <a:gd name="T18" fmla="*/ 2147483647 w 3264"/>
                    <a:gd name="T19" fmla="*/ 2147483647 h 1302"/>
                    <a:gd name="T20" fmla="*/ 2147483647 w 3264"/>
                    <a:gd name="T21" fmla="*/ 2147483647 h 1302"/>
                    <a:gd name="T22" fmla="*/ 2147483647 w 3264"/>
                    <a:gd name="T23" fmla="*/ 2147483647 h 1302"/>
                    <a:gd name="T24" fmla="*/ 2147483647 w 3264"/>
                    <a:gd name="T25" fmla="*/ 2147483647 h 1302"/>
                    <a:gd name="T26" fmla="*/ 2147483647 w 3264"/>
                    <a:gd name="T27" fmla="*/ 2147483647 h 1302"/>
                    <a:gd name="T28" fmla="*/ 2147483647 w 3264"/>
                    <a:gd name="T29" fmla="*/ 2147483647 h 1302"/>
                    <a:gd name="T30" fmla="*/ 2147483647 w 3264"/>
                    <a:gd name="T31" fmla="*/ 2147483647 h 1302"/>
                    <a:gd name="T32" fmla="*/ 2147483647 w 3264"/>
                    <a:gd name="T33" fmla="*/ 2147483647 h 1302"/>
                    <a:gd name="T34" fmla="*/ 2147483647 w 3264"/>
                    <a:gd name="T35" fmla="*/ 2147483647 h 1302"/>
                    <a:gd name="T36" fmla="*/ 2147483647 w 3264"/>
                    <a:gd name="T37" fmla="*/ 2147483647 h 1302"/>
                    <a:gd name="T38" fmla="*/ 2147483647 w 3264"/>
                    <a:gd name="T39" fmla="*/ 2147483647 h 1302"/>
                    <a:gd name="T40" fmla="*/ 2147483647 w 3264"/>
                    <a:gd name="T41" fmla="*/ 2147483647 h 1302"/>
                    <a:gd name="T42" fmla="*/ 2147483647 w 3264"/>
                    <a:gd name="T43" fmla="*/ 2147483647 h 1302"/>
                    <a:gd name="T44" fmla="*/ 2147483647 w 3264"/>
                    <a:gd name="T45" fmla="*/ 2147483647 h 1302"/>
                    <a:gd name="T46" fmla="*/ 2147483647 w 3264"/>
                    <a:gd name="T47" fmla="*/ 2147483647 h 1302"/>
                    <a:gd name="T48" fmla="*/ 2147483647 w 3264"/>
                    <a:gd name="T49" fmla="*/ 2147483647 h 1302"/>
                    <a:gd name="T50" fmla="*/ 2147483647 w 3264"/>
                    <a:gd name="T51" fmla="*/ 2147483647 h 1302"/>
                    <a:gd name="T52" fmla="*/ 2147483647 w 3264"/>
                    <a:gd name="T53" fmla="*/ 2147483647 h 1302"/>
                    <a:gd name="T54" fmla="*/ 2147483647 w 3264"/>
                    <a:gd name="T55" fmla="*/ 2147483647 h 1302"/>
                    <a:gd name="T56" fmla="*/ 2147483647 w 3264"/>
                    <a:gd name="T57" fmla="*/ 2147483647 h 1302"/>
                    <a:gd name="T58" fmla="*/ 2147483647 w 3264"/>
                    <a:gd name="T59" fmla="*/ 2147483647 h 1302"/>
                    <a:gd name="T60" fmla="*/ 2147483647 w 3264"/>
                    <a:gd name="T61" fmla="*/ 2147483647 h 1302"/>
                    <a:gd name="T62" fmla="*/ 2147483647 w 3264"/>
                    <a:gd name="T63" fmla="*/ 2147483647 h 1302"/>
                    <a:gd name="T64" fmla="*/ 2147483647 w 3264"/>
                    <a:gd name="T65" fmla="*/ 2147483647 h 1302"/>
                    <a:gd name="T66" fmla="*/ 2147483647 w 3264"/>
                    <a:gd name="T67" fmla="*/ 2147483647 h 1302"/>
                    <a:gd name="T68" fmla="*/ 2147483647 w 3264"/>
                    <a:gd name="T69" fmla="*/ 2147483647 h 1302"/>
                    <a:gd name="T70" fmla="*/ 2147483647 w 3264"/>
                    <a:gd name="T71" fmla="*/ 2147483647 h 1302"/>
                    <a:gd name="T72" fmla="*/ 2147483647 w 3264"/>
                    <a:gd name="T73" fmla="*/ 2147483647 h 1302"/>
                    <a:gd name="T74" fmla="*/ 2147483647 w 3264"/>
                    <a:gd name="T75" fmla="*/ 2147483647 h 1302"/>
                    <a:gd name="T76" fmla="*/ 2147483647 w 3264"/>
                    <a:gd name="T77" fmla="*/ 2147483647 h 1302"/>
                    <a:gd name="T78" fmla="*/ 2147483647 w 3264"/>
                    <a:gd name="T79" fmla="*/ 2147483647 h 1302"/>
                    <a:gd name="T80" fmla="*/ 2147483647 w 3264"/>
                    <a:gd name="T81" fmla="*/ 2147483647 h 1302"/>
                    <a:gd name="T82" fmla="*/ 2147483647 w 3264"/>
                    <a:gd name="T83" fmla="*/ 2147483647 h 1302"/>
                    <a:gd name="T84" fmla="*/ 2147483647 w 3264"/>
                    <a:gd name="T85" fmla="*/ 2147483647 h 1302"/>
                    <a:gd name="T86" fmla="*/ 2147483647 w 3264"/>
                    <a:gd name="T87" fmla="*/ 2147483647 h 1302"/>
                    <a:gd name="T88" fmla="*/ 2147483647 w 3264"/>
                    <a:gd name="T89" fmla="*/ 2147483647 h 1302"/>
                    <a:gd name="T90" fmla="*/ 2147483647 w 3264"/>
                    <a:gd name="T91" fmla="*/ 2147483647 h 1302"/>
                    <a:gd name="T92" fmla="*/ 2147483647 w 3264"/>
                    <a:gd name="T93" fmla="*/ 2147483647 h 1302"/>
                    <a:gd name="T94" fmla="*/ 2147483647 w 3264"/>
                    <a:gd name="T95" fmla="*/ 2147483647 h 1302"/>
                    <a:gd name="T96" fmla="*/ 2147483647 w 3264"/>
                    <a:gd name="T97" fmla="*/ 2147483647 h 1302"/>
                    <a:gd name="T98" fmla="*/ 2147483647 w 3264"/>
                    <a:gd name="T99" fmla="*/ 2147483647 h 1302"/>
                    <a:gd name="T100" fmla="*/ 2147483647 w 3264"/>
                    <a:gd name="T101" fmla="*/ 2147483647 h 1302"/>
                    <a:gd name="T102" fmla="*/ 2147483647 w 3264"/>
                    <a:gd name="T103" fmla="*/ 2147483647 h 1302"/>
                    <a:gd name="T104" fmla="*/ 2147483647 w 3264"/>
                    <a:gd name="T105" fmla="*/ 2147483647 h 1302"/>
                    <a:gd name="T106" fmla="*/ 2147483647 w 3264"/>
                    <a:gd name="T107" fmla="*/ 2147483647 h 1302"/>
                    <a:gd name="T108" fmla="*/ 2147483647 w 3264"/>
                    <a:gd name="T109" fmla="*/ 2147483647 h 1302"/>
                    <a:gd name="T110" fmla="*/ 2147483647 w 3264"/>
                    <a:gd name="T111" fmla="*/ 2147483647 h 1302"/>
                    <a:gd name="T112" fmla="*/ 2147483647 w 3264"/>
                    <a:gd name="T113" fmla="*/ 2147483647 h 1302"/>
                    <a:gd name="T114" fmla="*/ 2147483647 w 3264"/>
                    <a:gd name="T115" fmla="*/ 2147483647 h 1302"/>
                    <a:gd name="T116" fmla="*/ 2147483647 w 3264"/>
                    <a:gd name="T117" fmla="*/ 2147483647 h 1302"/>
                    <a:gd name="T118" fmla="*/ 2147483647 w 3264"/>
                    <a:gd name="T119" fmla="*/ 2147483647 h 1302"/>
                    <a:gd name="T120" fmla="*/ 2147483647 w 3264"/>
                    <a:gd name="T121" fmla="*/ 2147483647 h 1302"/>
                    <a:gd name="T122" fmla="*/ 2147483647 w 3264"/>
                    <a:gd name="T123" fmla="*/ 2147483647 h 1302"/>
                    <a:gd name="T124" fmla="*/ 2147483647 w 3264"/>
                    <a:gd name="T125" fmla="*/ 2147483647 h 1302"/>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3264"/>
                    <a:gd name="T190" fmla="*/ 0 h 1302"/>
                    <a:gd name="T191" fmla="*/ 3264 w 3264"/>
                    <a:gd name="T192" fmla="*/ 1302 h 1302"/>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3264" h="1302">
                      <a:moveTo>
                        <a:pt x="1788" y="984"/>
                      </a:moveTo>
                      <a:lnTo>
                        <a:pt x="1806" y="978"/>
                      </a:lnTo>
                      <a:lnTo>
                        <a:pt x="1818" y="954"/>
                      </a:lnTo>
                      <a:lnTo>
                        <a:pt x="1812" y="930"/>
                      </a:lnTo>
                      <a:lnTo>
                        <a:pt x="1788" y="984"/>
                      </a:lnTo>
                      <a:close/>
                      <a:moveTo>
                        <a:pt x="672" y="462"/>
                      </a:moveTo>
                      <a:lnTo>
                        <a:pt x="702" y="480"/>
                      </a:lnTo>
                      <a:lnTo>
                        <a:pt x="702" y="450"/>
                      </a:lnTo>
                      <a:lnTo>
                        <a:pt x="672" y="426"/>
                      </a:lnTo>
                      <a:lnTo>
                        <a:pt x="672" y="462"/>
                      </a:lnTo>
                      <a:close/>
                      <a:moveTo>
                        <a:pt x="678" y="492"/>
                      </a:moveTo>
                      <a:lnTo>
                        <a:pt x="654" y="516"/>
                      </a:lnTo>
                      <a:lnTo>
                        <a:pt x="678" y="546"/>
                      </a:lnTo>
                      <a:lnTo>
                        <a:pt x="678" y="492"/>
                      </a:lnTo>
                      <a:close/>
                      <a:moveTo>
                        <a:pt x="906" y="714"/>
                      </a:moveTo>
                      <a:lnTo>
                        <a:pt x="930" y="732"/>
                      </a:lnTo>
                      <a:lnTo>
                        <a:pt x="936" y="708"/>
                      </a:lnTo>
                      <a:lnTo>
                        <a:pt x="936" y="702"/>
                      </a:lnTo>
                      <a:lnTo>
                        <a:pt x="930" y="696"/>
                      </a:lnTo>
                      <a:lnTo>
                        <a:pt x="930" y="690"/>
                      </a:lnTo>
                      <a:lnTo>
                        <a:pt x="912" y="672"/>
                      </a:lnTo>
                      <a:lnTo>
                        <a:pt x="900" y="666"/>
                      </a:lnTo>
                      <a:lnTo>
                        <a:pt x="888" y="666"/>
                      </a:lnTo>
                      <a:lnTo>
                        <a:pt x="882" y="672"/>
                      </a:lnTo>
                      <a:lnTo>
                        <a:pt x="876" y="684"/>
                      </a:lnTo>
                      <a:lnTo>
                        <a:pt x="882" y="696"/>
                      </a:lnTo>
                      <a:lnTo>
                        <a:pt x="882" y="708"/>
                      </a:lnTo>
                      <a:lnTo>
                        <a:pt x="888" y="720"/>
                      </a:lnTo>
                      <a:lnTo>
                        <a:pt x="906" y="714"/>
                      </a:lnTo>
                      <a:close/>
                      <a:moveTo>
                        <a:pt x="684" y="372"/>
                      </a:moveTo>
                      <a:lnTo>
                        <a:pt x="672" y="360"/>
                      </a:lnTo>
                      <a:lnTo>
                        <a:pt x="660" y="372"/>
                      </a:lnTo>
                      <a:lnTo>
                        <a:pt x="672" y="396"/>
                      </a:lnTo>
                      <a:lnTo>
                        <a:pt x="684" y="396"/>
                      </a:lnTo>
                      <a:lnTo>
                        <a:pt x="684" y="372"/>
                      </a:lnTo>
                      <a:close/>
                      <a:moveTo>
                        <a:pt x="750" y="624"/>
                      </a:moveTo>
                      <a:lnTo>
                        <a:pt x="750" y="630"/>
                      </a:lnTo>
                      <a:lnTo>
                        <a:pt x="756" y="636"/>
                      </a:lnTo>
                      <a:lnTo>
                        <a:pt x="756" y="648"/>
                      </a:lnTo>
                      <a:lnTo>
                        <a:pt x="774" y="684"/>
                      </a:lnTo>
                      <a:lnTo>
                        <a:pt x="786" y="690"/>
                      </a:lnTo>
                      <a:lnTo>
                        <a:pt x="804" y="696"/>
                      </a:lnTo>
                      <a:lnTo>
                        <a:pt x="816" y="702"/>
                      </a:lnTo>
                      <a:lnTo>
                        <a:pt x="834" y="702"/>
                      </a:lnTo>
                      <a:lnTo>
                        <a:pt x="828" y="660"/>
                      </a:lnTo>
                      <a:lnTo>
                        <a:pt x="810" y="648"/>
                      </a:lnTo>
                      <a:lnTo>
                        <a:pt x="810" y="618"/>
                      </a:lnTo>
                      <a:lnTo>
                        <a:pt x="804" y="606"/>
                      </a:lnTo>
                      <a:lnTo>
                        <a:pt x="792" y="600"/>
                      </a:lnTo>
                      <a:lnTo>
                        <a:pt x="786" y="588"/>
                      </a:lnTo>
                      <a:lnTo>
                        <a:pt x="768" y="582"/>
                      </a:lnTo>
                      <a:lnTo>
                        <a:pt x="756" y="576"/>
                      </a:lnTo>
                      <a:lnTo>
                        <a:pt x="732" y="576"/>
                      </a:lnTo>
                      <a:lnTo>
                        <a:pt x="732" y="582"/>
                      </a:lnTo>
                      <a:lnTo>
                        <a:pt x="726" y="588"/>
                      </a:lnTo>
                      <a:lnTo>
                        <a:pt x="726" y="600"/>
                      </a:lnTo>
                      <a:lnTo>
                        <a:pt x="714" y="600"/>
                      </a:lnTo>
                      <a:lnTo>
                        <a:pt x="714" y="606"/>
                      </a:lnTo>
                      <a:lnTo>
                        <a:pt x="708" y="612"/>
                      </a:lnTo>
                      <a:lnTo>
                        <a:pt x="714" y="624"/>
                      </a:lnTo>
                      <a:lnTo>
                        <a:pt x="750" y="624"/>
                      </a:lnTo>
                      <a:close/>
                      <a:moveTo>
                        <a:pt x="246" y="438"/>
                      </a:moveTo>
                      <a:lnTo>
                        <a:pt x="222" y="462"/>
                      </a:lnTo>
                      <a:lnTo>
                        <a:pt x="234" y="492"/>
                      </a:lnTo>
                      <a:lnTo>
                        <a:pt x="234" y="498"/>
                      </a:lnTo>
                      <a:lnTo>
                        <a:pt x="228" y="504"/>
                      </a:lnTo>
                      <a:lnTo>
                        <a:pt x="228" y="510"/>
                      </a:lnTo>
                      <a:lnTo>
                        <a:pt x="240" y="510"/>
                      </a:lnTo>
                      <a:lnTo>
                        <a:pt x="246" y="504"/>
                      </a:lnTo>
                      <a:lnTo>
                        <a:pt x="246" y="468"/>
                      </a:lnTo>
                      <a:lnTo>
                        <a:pt x="252" y="456"/>
                      </a:lnTo>
                      <a:lnTo>
                        <a:pt x="246" y="438"/>
                      </a:lnTo>
                      <a:close/>
                      <a:moveTo>
                        <a:pt x="264" y="534"/>
                      </a:moveTo>
                      <a:lnTo>
                        <a:pt x="258" y="546"/>
                      </a:lnTo>
                      <a:lnTo>
                        <a:pt x="258" y="588"/>
                      </a:lnTo>
                      <a:lnTo>
                        <a:pt x="264" y="600"/>
                      </a:lnTo>
                      <a:lnTo>
                        <a:pt x="276" y="612"/>
                      </a:lnTo>
                      <a:lnTo>
                        <a:pt x="288" y="612"/>
                      </a:lnTo>
                      <a:lnTo>
                        <a:pt x="294" y="606"/>
                      </a:lnTo>
                      <a:lnTo>
                        <a:pt x="294" y="588"/>
                      </a:lnTo>
                      <a:lnTo>
                        <a:pt x="288" y="576"/>
                      </a:lnTo>
                      <a:lnTo>
                        <a:pt x="282" y="558"/>
                      </a:lnTo>
                      <a:lnTo>
                        <a:pt x="282" y="546"/>
                      </a:lnTo>
                      <a:lnTo>
                        <a:pt x="276" y="534"/>
                      </a:lnTo>
                      <a:lnTo>
                        <a:pt x="264" y="534"/>
                      </a:lnTo>
                      <a:close/>
                      <a:moveTo>
                        <a:pt x="48" y="222"/>
                      </a:moveTo>
                      <a:lnTo>
                        <a:pt x="42" y="228"/>
                      </a:lnTo>
                      <a:lnTo>
                        <a:pt x="42" y="246"/>
                      </a:lnTo>
                      <a:lnTo>
                        <a:pt x="48" y="258"/>
                      </a:lnTo>
                      <a:lnTo>
                        <a:pt x="66" y="258"/>
                      </a:lnTo>
                      <a:lnTo>
                        <a:pt x="84" y="276"/>
                      </a:lnTo>
                      <a:lnTo>
                        <a:pt x="90" y="270"/>
                      </a:lnTo>
                      <a:lnTo>
                        <a:pt x="90" y="252"/>
                      </a:lnTo>
                      <a:lnTo>
                        <a:pt x="78" y="246"/>
                      </a:lnTo>
                      <a:lnTo>
                        <a:pt x="72" y="234"/>
                      </a:lnTo>
                      <a:lnTo>
                        <a:pt x="60" y="228"/>
                      </a:lnTo>
                      <a:lnTo>
                        <a:pt x="54" y="222"/>
                      </a:lnTo>
                      <a:lnTo>
                        <a:pt x="48" y="222"/>
                      </a:lnTo>
                      <a:close/>
                      <a:moveTo>
                        <a:pt x="162" y="330"/>
                      </a:moveTo>
                      <a:lnTo>
                        <a:pt x="156" y="330"/>
                      </a:lnTo>
                      <a:lnTo>
                        <a:pt x="144" y="342"/>
                      </a:lnTo>
                      <a:lnTo>
                        <a:pt x="144" y="354"/>
                      </a:lnTo>
                      <a:lnTo>
                        <a:pt x="156" y="366"/>
                      </a:lnTo>
                      <a:lnTo>
                        <a:pt x="162" y="378"/>
                      </a:lnTo>
                      <a:lnTo>
                        <a:pt x="174" y="390"/>
                      </a:lnTo>
                      <a:lnTo>
                        <a:pt x="180" y="402"/>
                      </a:lnTo>
                      <a:lnTo>
                        <a:pt x="192" y="414"/>
                      </a:lnTo>
                      <a:lnTo>
                        <a:pt x="198" y="408"/>
                      </a:lnTo>
                      <a:lnTo>
                        <a:pt x="198" y="402"/>
                      </a:lnTo>
                      <a:lnTo>
                        <a:pt x="204" y="390"/>
                      </a:lnTo>
                      <a:lnTo>
                        <a:pt x="204" y="384"/>
                      </a:lnTo>
                      <a:lnTo>
                        <a:pt x="198" y="372"/>
                      </a:lnTo>
                      <a:lnTo>
                        <a:pt x="198" y="366"/>
                      </a:lnTo>
                      <a:lnTo>
                        <a:pt x="192" y="360"/>
                      </a:lnTo>
                      <a:lnTo>
                        <a:pt x="186" y="348"/>
                      </a:lnTo>
                      <a:lnTo>
                        <a:pt x="180" y="342"/>
                      </a:lnTo>
                      <a:lnTo>
                        <a:pt x="168" y="336"/>
                      </a:lnTo>
                      <a:lnTo>
                        <a:pt x="162" y="330"/>
                      </a:lnTo>
                      <a:close/>
                      <a:moveTo>
                        <a:pt x="2574" y="486"/>
                      </a:moveTo>
                      <a:lnTo>
                        <a:pt x="2574" y="474"/>
                      </a:lnTo>
                      <a:lnTo>
                        <a:pt x="2568" y="474"/>
                      </a:lnTo>
                      <a:lnTo>
                        <a:pt x="2556" y="468"/>
                      </a:lnTo>
                      <a:lnTo>
                        <a:pt x="2520" y="468"/>
                      </a:lnTo>
                      <a:lnTo>
                        <a:pt x="2514" y="474"/>
                      </a:lnTo>
                      <a:lnTo>
                        <a:pt x="2520" y="498"/>
                      </a:lnTo>
                      <a:lnTo>
                        <a:pt x="2526" y="498"/>
                      </a:lnTo>
                      <a:lnTo>
                        <a:pt x="2538" y="492"/>
                      </a:lnTo>
                      <a:lnTo>
                        <a:pt x="2562" y="492"/>
                      </a:lnTo>
                      <a:lnTo>
                        <a:pt x="2568" y="486"/>
                      </a:lnTo>
                      <a:lnTo>
                        <a:pt x="2574" y="486"/>
                      </a:lnTo>
                      <a:close/>
                      <a:moveTo>
                        <a:pt x="336" y="648"/>
                      </a:moveTo>
                      <a:lnTo>
                        <a:pt x="342" y="648"/>
                      </a:lnTo>
                      <a:lnTo>
                        <a:pt x="342" y="636"/>
                      </a:lnTo>
                      <a:lnTo>
                        <a:pt x="330" y="624"/>
                      </a:lnTo>
                      <a:lnTo>
                        <a:pt x="318" y="624"/>
                      </a:lnTo>
                      <a:lnTo>
                        <a:pt x="318" y="636"/>
                      </a:lnTo>
                      <a:lnTo>
                        <a:pt x="330" y="648"/>
                      </a:lnTo>
                      <a:lnTo>
                        <a:pt x="336" y="648"/>
                      </a:lnTo>
                      <a:close/>
                      <a:moveTo>
                        <a:pt x="2472" y="654"/>
                      </a:moveTo>
                      <a:lnTo>
                        <a:pt x="2484" y="648"/>
                      </a:lnTo>
                      <a:lnTo>
                        <a:pt x="2502" y="630"/>
                      </a:lnTo>
                      <a:lnTo>
                        <a:pt x="2502" y="618"/>
                      </a:lnTo>
                      <a:lnTo>
                        <a:pt x="2430" y="612"/>
                      </a:lnTo>
                      <a:lnTo>
                        <a:pt x="2430" y="624"/>
                      </a:lnTo>
                      <a:lnTo>
                        <a:pt x="2436" y="630"/>
                      </a:lnTo>
                      <a:lnTo>
                        <a:pt x="2442" y="642"/>
                      </a:lnTo>
                      <a:lnTo>
                        <a:pt x="2448" y="648"/>
                      </a:lnTo>
                      <a:lnTo>
                        <a:pt x="2460" y="654"/>
                      </a:lnTo>
                      <a:lnTo>
                        <a:pt x="2472" y="654"/>
                      </a:lnTo>
                      <a:close/>
                      <a:moveTo>
                        <a:pt x="2406" y="288"/>
                      </a:moveTo>
                      <a:lnTo>
                        <a:pt x="2418" y="276"/>
                      </a:lnTo>
                      <a:lnTo>
                        <a:pt x="2418" y="264"/>
                      </a:lnTo>
                      <a:lnTo>
                        <a:pt x="2412" y="258"/>
                      </a:lnTo>
                      <a:lnTo>
                        <a:pt x="2400" y="252"/>
                      </a:lnTo>
                      <a:lnTo>
                        <a:pt x="2376" y="252"/>
                      </a:lnTo>
                      <a:lnTo>
                        <a:pt x="2370" y="258"/>
                      </a:lnTo>
                      <a:lnTo>
                        <a:pt x="2370" y="264"/>
                      </a:lnTo>
                      <a:lnTo>
                        <a:pt x="2394" y="288"/>
                      </a:lnTo>
                      <a:lnTo>
                        <a:pt x="2406" y="288"/>
                      </a:lnTo>
                      <a:close/>
                      <a:moveTo>
                        <a:pt x="2868" y="528"/>
                      </a:moveTo>
                      <a:lnTo>
                        <a:pt x="2886" y="534"/>
                      </a:lnTo>
                      <a:lnTo>
                        <a:pt x="2892" y="534"/>
                      </a:lnTo>
                      <a:lnTo>
                        <a:pt x="2898" y="528"/>
                      </a:lnTo>
                      <a:lnTo>
                        <a:pt x="2898" y="522"/>
                      </a:lnTo>
                      <a:lnTo>
                        <a:pt x="2874" y="510"/>
                      </a:lnTo>
                      <a:lnTo>
                        <a:pt x="2868" y="516"/>
                      </a:lnTo>
                      <a:lnTo>
                        <a:pt x="2862" y="516"/>
                      </a:lnTo>
                      <a:lnTo>
                        <a:pt x="2862" y="522"/>
                      </a:lnTo>
                      <a:lnTo>
                        <a:pt x="2868" y="528"/>
                      </a:lnTo>
                      <a:close/>
                      <a:moveTo>
                        <a:pt x="2916" y="618"/>
                      </a:moveTo>
                      <a:lnTo>
                        <a:pt x="2928" y="618"/>
                      </a:lnTo>
                      <a:lnTo>
                        <a:pt x="2940" y="612"/>
                      </a:lnTo>
                      <a:lnTo>
                        <a:pt x="2958" y="612"/>
                      </a:lnTo>
                      <a:lnTo>
                        <a:pt x="2964" y="606"/>
                      </a:lnTo>
                      <a:lnTo>
                        <a:pt x="2970" y="606"/>
                      </a:lnTo>
                      <a:lnTo>
                        <a:pt x="2964" y="606"/>
                      </a:lnTo>
                      <a:lnTo>
                        <a:pt x="2958" y="600"/>
                      </a:lnTo>
                      <a:lnTo>
                        <a:pt x="2946" y="594"/>
                      </a:lnTo>
                      <a:lnTo>
                        <a:pt x="2934" y="594"/>
                      </a:lnTo>
                      <a:lnTo>
                        <a:pt x="2928" y="588"/>
                      </a:lnTo>
                      <a:lnTo>
                        <a:pt x="2922" y="588"/>
                      </a:lnTo>
                      <a:lnTo>
                        <a:pt x="2910" y="594"/>
                      </a:lnTo>
                      <a:lnTo>
                        <a:pt x="2892" y="594"/>
                      </a:lnTo>
                      <a:lnTo>
                        <a:pt x="2886" y="600"/>
                      </a:lnTo>
                      <a:lnTo>
                        <a:pt x="2880" y="600"/>
                      </a:lnTo>
                      <a:lnTo>
                        <a:pt x="2892" y="606"/>
                      </a:lnTo>
                      <a:lnTo>
                        <a:pt x="2898" y="612"/>
                      </a:lnTo>
                      <a:lnTo>
                        <a:pt x="2910" y="618"/>
                      </a:lnTo>
                      <a:lnTo>
                        <a:pt x="2916" y="618"/>
                      </a:lnTo>
                      <a:close/>
                      <a:moveTo>
                        <a:pt x="1710" y="552"/>
                      </a:moveTo>
                      <a:lnTo>
                        <a:pt x="1710" y="564"/>
                      </a:lnTo>
                      <a:lnTo>
                        <a:pt x="1716" y="570"/>
                      </a:lnTo>
                      <a:lnTo>
                        <a:pt x="1716" y="582"/>
                      </a:lnTo>
                      <a:lnTo>
                        <a:pt x="1722" y="594"/>
                      </a:lnTo>
                      <a:lnTo>
                        <a:pt x="1722" y="612"/>
                      </a:lnTo>
                      <a:lnTo>
                        <a:pt x="1716" y="618"/>
                      </a:lnTo>
                      <a:lnTo>
                        <a:pt x="1692" y="630"/>
                      </a:lnTo>
                      <a:lnTo>
                        <a:pt x="1686" y="636"/>
                      </a:lnTo>
                      <a:lnTo>
                        <a:pt x="1674" y="642"/>
                      </a:lnTo>
                      <a:lnTo>
                        <a:pt x="1674" y="678"/>
                      </a:lnTo>
                      <a:lnTo>
                        <a:pt x="1680" y="684"/>
                      </a:lnTo>
                      <a:lnTo>
                        <a:pt x="1686" y="696"/>
                      </a:lnTo>
                      <a:lnTo>
                        <a:pt x="1674" y="708"/>
                      </a:lnTo>
                      <a:lnTo>
                        <a:pt x="1674" y="720"/>
                      </a:lnTo>
                      <a:lnTo>
                        <a:pt x="1680" y="726"/>
                      </a:lnTo>
                      <a:lnTo>
                        <a:pt x="1692" y="732"/>
                      </a:lnTo>
                      <a:lnTo>
                        <a:pt x="1698" y="726"/>
                      </a:lnTo>
                      <a:lnTo>
                        <a:pt x="1722" y="726"/>
                      </a:lnTo>
                      <a:lnTo>
                        <a:pt x="1728" y="732"/>
                      </a:lnTo>
                      <a:lnTo>
                        <a:pt x="1728" y="756"/>
                      </a:lnTo>
                      <a:lnTo>
                        <a:pt x="1722" y="762"/>
                      </a:lnTo>
                      <a:lnTo>
                        <a:pt x="1740" y="780"/>
                      </a:lnTo>
                      <a:lnTo>
                        <a:pt x="1728" y="846"/>
                      </a:lnTo>
                      <a:lnTo>
                        <a:pt x="1710" y="864"/>
                      </a:lnTo>
                      <a:lnTo>
                        <a:pt x="1704" y="876"/>
                      </a:lnTo>
                      <a:lnTo>
                        <a:pt x="1704" y="888"/>
                      </a:lnTo>
                      <a:lnTo>
                        <a:pt x="1710" y="906"/>
                      </a:lnTo>
                      <a:lnTo>
                        <a:pt x="1722" y="924"/>
                      </a:lnTo>
                      <a:lnTo>
                        <a:pt x="1746" y="936"/>
                      </a:lnTo>
                      <a:lnTo>
                        <a:pt x="1764" y="930"/>
                      </a:lnTo>
                      <a:lnTo>
                        <a:pt x="1788" y="906"/>
                      </a:lnTo>
                      <a:lnTo>
                        <a:pt x="1788" y="864"/>
                      </a:lnTo>
                      <a:lnTo>
                        <a:pt x="1782" y="858"/>
                      </a:lnTo>
                      <a:lnTo>
                        <a:pt x="1776" y="846"/>
                      </a:lnTo>
                      <a:lnTo>
                        <a:pt x="1800" y="822"/>
                      </a:lnTo>
                      <a:lnTo>
                        <a:pt x="1806" y="804"/>
                      </a:lnTo>
                      <a:lnTo>
                        <a:pt x="1806" y="774"/>
                      </a:lnTo>
                      <a:lnTo>
                        <a:pt x="1812" y="756"/>
                      </a:lnTo>
                      <a:lnTo>
                        <a:pt x="1812" y="726"/>
                      </a:lnTo>
                      <a:lnTo>
                        <a:pt x="1806" y="714"/>
                      </a:lnTo>
                      <a:lnTo>
                        <a:pt x="1800" y="696"/>
                      </a:lnTo>
                      <a:lnTo>
                        <a:pt x="1794" y="684"/>
                      </a:lnTo>
                      <a:lnTo>
                        <a:pt x="1794" y="636"/>
                      </a:lnTo>
                      <a:lnTo>
                        <a:pt x="1800" y="630"/>
                      </a:lnTo>
                      <a:lnTo>
                        <a:pt x="1800" y="624"/>
                      </a:lnTo>
                      <a:lnTo>
                        <a:pt x="1806" y="618"/>
                      </a:lnTo>
                      <a:lnTo>
                        <a:pt x="1812" y="618"/>
                      </a:lnTo>
                      <a:lnTo>
                        <a:pt x="1818" y="624"/>
                      </a:lnTo>
                      <a:lnTo>
                        <a:pt x="1824" y="642"/>
                      </a:lnTo>
                      <a:lnTo>
                        <a:pt x="1830" y="666"/>
                      </a:lnTo>
                      <a:lnTo>
                        <a:pt x="1836" y="684"/>
                      </a:lnTo>
                      <a:lnTo>
                        <a:pt x="1836" y="702"/>
                      </a:lnTo>
                      <a:lnTo>
                        <a:pt x="1866" y="738"/>
                      </a:lnTo>
                      <a:lnTo>
                        <a:pt x="1866" y="792"/>
                      </a:lnTo>
                      <a:lnTo>
                        <a:pt x="1890" y="822"/>
                      </a:lnTo>
                      <a:lnTo>
                        <a:pt x="1890" y="858"/>
                      </a:lnTo>
                      <a:lnTo>
                        <a:pt x="1902" y="930"/>
                      </a:lnTo>
                      <a:lnTo>
                        <a:pt x="1920" y="918"/>
                      </a:lnTo>
                      <a:lnTo>
                        <a:pt x="1962" y="930"/>
                      </a:lnTo>
                      <a:lnTo>
                        <a:pt x="1962" y="870"/>
                      </a:lnTo>
                      <a:lnTo>
                        <a:pt x="1968" y="864"/>
                      </a:lnTo>
                      <a:lnTo>
                        <a:pt x="1974" y="852"/>
                      </a:lnTo>
                      <a:lnTo>
                        <a:pt x="1980" y="876"/>
                      </a:lnTo>
                      <a:lnTo>
                        <a:pt x="1998" y="876"/>
                      </a:lnTo>
                      <a:lnTo>
                        <a:pt x="2004" y="870"/>
                      </a:lnTo>
                      <a:lnTo>
                        <a:pt x="2010" y="858"/>
                      </a:lnTo>
                      <a:lnTo>
                        <a:pt x="2010" y="828"/>
                      </a:lnTo>
                      <a:lnTo>
                        <a:pt x="2004" y="822"/>
                      </a:lnTo>
                      <a:lnTo>
                        <a:pt x="2004" y="816"/>
                      </a:lnTo>
                      <a:lnTo>
                        <a:pt x="1992" y="810"/>
                      </a:lnTo>
                      <a:lnTo>
                        <a:pt x="1986" y="798"/>
                      </a:lnTo>
                      <a:lnTo>
                        <a:pt x="1974" y="792"/>
                      </a:lnTo>
                      <a:lnTo>
                        <a:pt x="1962" y="780"/>
                      </a:lnTo>
                      <a:lnTo>
                        <a:pt x="1956" y="768"/>
                      </a:lnTo>
                      <a:lnTo>
                        <a:pt x="1944" y="756"/>
                      </a:lnTo>
                      <a:lnTo>
                        <a:pt x="1944" y="750"/>
                      </a:lnTo>
                      <a:lnTo>
                        <a:pt x="1956" y="726"/>
                      </a:lnTo>
                      <a:lnTo>
                        <a:pt x="1968" y="720"/>
                      </a:lnTo>
                      <a:lnTo>
                        <a:pt x="1968" y="708"/>
                      </a:lnTo>
                      <a:lnTo>
                        <a:pt x="1962" y="696"/>
                      </a:lnTo>
                      <a:lnTo>
                        <a:pt x="1938" y="684"/>
                      </a:lnTo>
                      <a:lnTo>
                        <a:pt x="1932" y="672"/>
                      </a:lnTo>
                      <a:lnTo>
                        <a:pt x="1932" y="642"/>
                      </a:lnTo>
                      <a:lnTo>
                        <a:pt x="1938" y="636"/>
                      </a:lnTo>
                      <a:lnTo>
                        <a:pt x="1938" y="630"/>
                      </a:lnTo>
                      <a:lnTo>
                        <a:pt x="1926" y="618"/>
                      </a:lnTo>
                      <a:lnTo>
                        <a:pt x="1914" y="612"/>
                      </a:lnTo>
                      <a:lnTo>
                        <a:pt x="1896" y="594"/>
                      </a:lnTo>
                      <a:lnTo>
                        <a:pt x="1884" y="588"/>
                      </a:lnTo>
                      <a:lnTo>
                        <a:pt x="1878" y="582"/>
                      </a:lnTo>
                      <a:lnTo>
                        <a:pt x="1914" y="582"/>
                      </a:lnTo>
                      <a:lnTo>
                        <a:pt x="1926" y="576"/>
                      </a:lnTo>
                      <a:lnTo>
                        <a:pt x="1932" y="570"/>
                      </a:lnTo>
                      <a:lnTo>
                        <a:pt x="1944" y="546"/>
                      </a:lnTo>
                      <a:lnTo>
                        <a:pt x="1950" y="540"/>
                      </a:lnTo>
                      <a:lnTo>
                        <a:pt x="1956" y="528"/>
                      </a:lnTo>
                      <a:lnTo>
                        <a:pt x="1992" y="528"/>
                      </a:lnTo>
                      <a:lnTo>
                        <a:pt x="2004" y="522"/>
                      </a:lnTo>
                      <a:lnTo>
                        <a:pt x="2010" y="522"/>
                      </a:lnTo>
                      <a:lnTo>
                        <a:pt x="2016" y="516"/>
                      </a:lnTo>
                      <a:lnTo>
                        <a:pt x="2016" y="504"/>
                      </a:lnTo>
                      <a:lnTo>
                        <a:pt x="1998" y="486"/>
                      </a:lnTo>
                      <a:lnTo>
                        <a:pt x="1986" y="480"/>
                      </a:lnTo>
                      <a:lnTo>
                        <a:pt x="1974" y="486"/>
                      </a:lnTo>
                      <a:lnTo>
                        <a:pt x="1956" y="504"/>
                      </a:lnTo>
                      <a:lnTo>
                        <a:pt x="1956" y="510"/>
                      </a:lnTo>
                      <a:lnTo>
                        <a:pt x="1944" y="510"/>
                      </a:lnTo>
                      <a:lnTo>
                        <a:pt x="1932" y="504"/>
                      </a:lnTo>
                      <a:lnTo>
                        <a:pt x="1896" y="504"/>
                      </a:lnTo>
                      <a:lnTo>
                        <a:pt x="1890" y="510"/>
                      </a:lnTo>
                      <a:lnTo>
                        <a:pt x="1884" y="522"/>
                      </a:lnTo>
                      <a:lnTo>
                        <a:pt x="1854" y="552"/>
                      </a:lnTo>
                      <a:lnTo>
                        <a:pt x="1848" y="546"/>
                      </a:lnTo>
                      <a:lnTo>
                        <a:pt x="1836" y="540"/>
                      </a:lnTo>
                      <a:lnTo>
                        <a:pt x="1824" y="516"/>
                      </a:lnTo>
                      <a:lnTo>
                        <a:pt x="1788" y="498"/>
                      </a:lnTo>
                      <a:lnTo>
                        <a:pt x="1776" y="498"/>
                      </a:lnTo>
                      <a:lnTo>
                        <a:pt x="1776" y="486"/>
                      </a:lnTo>
                      <a:lnTo>
                        <a:pt x="1782" y="468"/>
                      </a:lnTo>
                      <a:lnTo>
                        <a:pt x="1782" y="456"/>
                      </a:lnTo>
                      <a:lnTo>
                        <a:pt x="1794" y="420"/>
                      </a:lnTo>
                      <a:lnTo>
                        <a:pt x="1806" y="408"/>
                      </a:lnTo>
                      <a:lnTo>
                        <a:pt x="1824" y="408"/>
                      </a:lnTo>
                      <a:lnTo>
                        <a:pt x="1842" y="414"/>
                      </a:lnTo>
                      <a:lnTo>
                        <a:pt x="1896" y="414"/>
                      </a:lnTo>
                      <a:lnTo>
                        <a:pt x="1902" y="408"/>
                      </a:lnTo>
                      <a:lnTo>
                        <a:pt x="1908" y="408"/>
                      </a:lnTo>
                      <a:lnTo>
                        <a:pt x="1908" y="402"/>
                      </a:lnTo>
                      <a:lnTo>
                        <a:pt x="1914" y="396"/>
                      </a:lnTo>
                      <a:lnTo>
                        <a:pt x="1920" y="396"/>
                      </a:lnTo>
                      <a:lnTo>
                        <a:pt x="1944" y="402"/>
                      </a:lnTo>
                      <a:lnTo>
                        <a:pt x="1980" y="420"/>
                      </a:lnTo>
                      <a:lnTo>
                        <a:pt x="2010" y="432"/>
                      </a:lnTo>
                      <a:lnTo>
                        <a:pt x="2034" y="438"/>
                      </a:lnTo>
                      <a:lnTo>
                        <a:pt x="2040" y="438"/>
                      </a:lnTo>
                      <a:lnTo>
                        <a:pt x="2052" y="432"/>
                      </a:lnTo>
                      <a:lnTo>
                        <a:pt x="2064" y="420"/>
                      </a:lnTo>
                      <a:lnTo>
                        <a:pt x="2082" y="420"/>
                      </a:lnTo>
                      <a:lnTo>
                        <a:pt x="2094" y="414"/>
                      </a:lnTo>
                      <a:lnTo>
                        <a:pt x="2106" y="414"/>
                      </a:lnTo>
                      <a:lnTo>
                        <a:pt x="2112" y="408"/>
                      </a:lnTo>
                      <a:lnTo>
                        <a:pt x="2112" y="402"/>
                      </a:lnTo>
                      <a:lnTo>
                        <a:pt x="2106" y="396"/>
                      </a:lnTo>
                      <a:lnTo>
                        <a:pt x="2106" y="390"/>
                      </a:lnTo>
                      <a:lnTo>
                        <a:pt x="2118" y="378"/>
                      </a:lnTo>
                      <a:lnTo>
                        <a:pt x="2142" y="366"/>
                      </a:lnTo>
                      <a:lnTo>
                        <a:pt x="2148" y="360"/>
                      </a:lnTo>
                      <a:lnTo>
                        <a:pt x="2160" y="354"/>
                      </a:lnTo>
                      <a:lnTo>
                        <a:pt x="2148" y="324"/>
                      </a:lnTo>
                      <a:lnTo>
                        <a:pt x="2070" y="360"/>
                      </a:lnTo>
                      <a:lnTo>
                        <a:pt x="2076" y="366"/>
                      </a:lnTo>
                      <a:lnTo>
                        <a:pt x="2076" y="372"/>
                      </a:lnTo>
                      <a:lnTo>
                        <a:pt x="2070" y="378"/>
                      </a:lnTo>
                      <a:lnTo>
                        <a:pt x="2046" y="378"/>
                      </a:lnTo>
                      <a:lnTo>
                        <a:pt x="2022" y="366"/>
                      </a:lnTo>
                      <a:lnTo>
                        <a:pt x="2004" y="366"/>
                      </a:lnTo>
                      <a:lnTo>
                        <a:pt x="1968" y="384"/>
                      </a:lnTo>
                      <a:lnTo>
                        <a:pt x="1950" y="384"/>
                      </a:lnTo>
                      <a:lnTo>
                        <a:pt x="1938" y="378"/>
                      </a:lnTo>
                      <a:lnTo>
                        <a:pt x="1926" y="378"/>
                      </a:lnTo>
                      <a:lnTo>
                        <a:pt x="1902" y="366"/>
                      </a:lnTo>
                      <a:lnTo>
                        <a:pt x="1860" y="366"/>
                      </a:lnTo>
                      <a:lnTo>
                        <a:pt x="1872" y="348"/>
                      </a:lnTo>
                      <a:lnTo>
                        <a:pt x="1860" y="348"/>
                      </a:lnTo>
                      <a:lnTo>
                        <a:pt x="1848" y="342"/>
                      </a:lnTo>
                      <a:lnTo>
                        <a:pt x="1824" y="342"/>
                      </a:lnTo>
                      <a:lnTo>
                        <a:pt x="1824" y="366"/>
                      </a:lnTo>
                      <a:lnTo>
                        <a:pt x="1812" y="378"/>
                      </a:lnTo>
                      <a:lnTo>
                        <a:pt x="1788" y="390"/>
                      </a:lnTo>
                      <a:lnTo>
                        <a:pt x="1764" y="390"/>
                      </a:lnTo>
                      <a:lnTo>
                        <a:pt x="1758" y="396"/>
                      </a:lnTo>
                      <a:lnTo>
                        <a:pt x="1758" y="426"/>
                      </a:lnTo>
                      <a:lnTo>
                        <a:pt x="1740" y="432"/>
                      </a:lnTo>
                      <a:lnTo>
                        <a:pt x="1752" y="498"/>
                      </a:lnTo>
                      <a:lnTo>
                        <a:pt x="1740" y="498"/>
                      </a:lnTo>
                      <a:lnTo>
                        <a:pt x="1734" y="510"/>
                      </a:lnTo>
                      <a:lnTo>
                        <a:pt x="1728" y="516"/>
                      </a:lnTo>
                      <a:lnTo>
                        <a:pt x="1710" y="552"/>
                      </a:lnTo>
                      <a:close/>
                      <a:moveTo>
                        <a:pt x="1986" y="576"/>
                      </a:moveTo>
                      <a:lnTo>
                        <a:pt x="1986" y="594"/>
                      </a:lnTo>
                      <a:lnTo>
                        <a:pt x="1992" y="600"/>
                      </a:lnTo>
                      <a:lnTo>
                        <a:pt x="2004" y="600"/>
                      </a:lnTo>
                      <a:lnTo>
                        <a:pt x="2016" y="588"/>
                      </a:lnTo>
                      <a:lnTo>
                        <a:pt x="2016" y="576"/>
                      </a:lnTo>
                      <a:lnTo>
                        <a:pt x="1986" y="576"/>
                      </a:lnTo>
                      <a:close/>
                      <a:moveTo>
                        <a:pt x="1686" y="1110"/>
                      </a:moveTo>
                      <a:lnTo>
                        <a:pt x="1674" y="1110"/>
                      </a:lnTo>
                      <a:lnTo>
                        <a:pt x="1668" y="1116"/>
                      </a:lnTo>
                      <a:lnTo>
                        <a:pt x="1662" y="1116"/>
                      </a:lnTo>
                      <a:lnTo>
                        <a:pt x="1614" y="1104"/>
                      </a:lnTo>
                      <a:lnTo>
                        <a:pt x="1644" y="1146"/>
                      </a:lnTo>
                      <a:lnTo>
                        <a:pt x="1650" y="1152"/>
                      </a:lnTo>
                      <a:lnTo>
                        <a:pt x="1662" y="1158"/>
                      </a:lnTo>
                      <a:lnTo>
                        <a:pt x="1668" y="1164"/>
                      </a:lnTo>
                      <a:lnTo>
                        <a:pt x="1680" y="1170"/>
                      </a:lnTo>
                      <a:lnTo>
                        <a:pt x="1692" y="1158"/>
                      </a:lnTo>
                      <a:lnTo>
                        <a:pt x="1698" y="1140"/>
                      </a:lnTo>
                      <a:lnTo>
                        <a:pt x="1698" y="1128"/>
                      </a:lnTo>
                      <a:lnTo>
                        <a:pt x="1692" y="1116"/>
                      </a:lnTo>
                      <a:lnTo>
                        <a:pt x="1686" y="1110"/>
                      </a:lnTo>
                      <a:close/>
                      <a:moveTo>
                        <a:pt x="2094" y="1104"/>
                      </a:moveTo>
                      <a:lnTo>
                        <a:pt x="2064" y="1128"/>
                      </a:lnTo>
                      <a:lnTo>
                        <a:pt x="2094" y="1134"/>
                      </a:lnTo>
                      <a:lnTo>
                        <a:pt x="2094" y="1104"/>
                      </a:lnTo>
                      <a:close/>
                      <a:moveTo>
                        <a:pt x="486" y="294"/>
                      </a:moveTo>
                      <a:lnTo>
                        <a:pt x="474" y="288"/>
                      </a:lnTo>
                      <a:lnTo>
                        <a:pt x="468" y="288"/>
                      </a:lnTo>
                      <a:lnTo>
                        <a:pt x="456" y="294"/>
                      </a:lnTo>
                      <a:lnTo>
                        <a:pt x="456" y="312"/>
                      </a:lnTo>
                      <a:lnTo>
                        <a:pt x="468" y="324"/>
                      </a:lnTo>
                      <a:lnTo>
                        <a:pt x="474" y="318"/>
                      </a:lnTo>
                      <a:lnTo>
                        <a:pt x="486" y="318"/>
                      </a:lnTo>
                      <a:lnTo>
                        <a:pt x="486" y="312"/>
                      </a:lnTo>
                      <a:lnTo>
                        <a:pt x="492" y="300"/>
                      </a:lnTo>
                      <a:lnTo>
                        <a:pt x="486" y="294"/>
                      </a:lnTo>
                      <a:close/>
                      <a:moveTo>
                        <a:pt x="2346" y="588"/>
                      </a:moveTo>
                      <a:lnTo>
                        <a:pt x="2340" y="576"/>
                      </a:lnTo>
                      <a:lnTo>
                        <a:pt x="2328" y="570"/>
                      </a:lnTo>
                      <a:lnTo>
                        <a:pt x="2310" y="552"/>
                      </a:lnTo>
                      <a:lnTo>
                        <a:pt x="2304" y="552"/>
                      </a:lnTo>
                      <a:lnTo>
                        <a:pt x="2304" y="600"/>
                      </a:lnTo>
                      <a:lnTo>
                        <a:pt x="2316" y="600"/>
                      </a:lnTo>
                      <a:lnTo>
                        <a:pt x="2328" y="606"/>
                      </a:lnTo>
                      <a:lnTo>
                        <a:pt x="2334" y="606"/>
                      </a:lnTo>
                      <a:lnTo>
                        <a:pt x="2346" y="600"/>
                      </a:lnTo>
                      <a:lnTo>
                        <a:pt x="2346" y="588"/>
                      </a:lnTo>
                      <a:close/>
                      <a:moveTo>
                        <a:pt x="2310" y="474"/>
                      </a:moveTo>
                      <a:lnTo>
                        <a:pt x="2340" y="504"/>
                      </a:lnTo>
                      <a:lnTo>
                        <a:pt x="2358" y="516"/>
                      </a:lnTo>
                      <a:lnTo>
                        <a:pt x="2382" y="528"/>
                      </a:lnTo>
                      <a:lnTo>
                        <a:pt x="2400" y="528"/>
                      </a:lnTo>
                      <a:lnTo>
                        <a:pt x="2400" y="522"/>
                      </a:lnTo>
                      <a:lnTo>
                        <a:pt x="2358" y="480"/>
                      </a:lnTo>
                      <a:lnTo>
                        <a:pt x="2358" y="468"/>
                      </a:lnTo>
                      <a:lnTo>
                        <a:pt x="2364" y="456"/>
                      </a:lnTo>
                      <a:lnTo>
                        <a:pt x="2376" y="450"/>
                      </a:lnTo>
                      <a:lnTo>
                        <a:pt x="2394" y="450"/>
                      </a:lnTo>
                      <a:lnTo>
                        <a:pt x="2406" y="456"/>
                      </a:lnTo>
                      <a:lnTo>
                        <a:pt x="2424" y="444"/>
                      </a:lnTo>
                      <a:lnTo>
                        <a:pt x="2400" y="432"/>
                      </a:lnTo>
                      <a:lnTo>
                        <a:pt x="2412" y="426"/>
                      </a:lnTo>
                      <a:lnTo>
                        <a:pt x="2424" y="402"/>
                      </a:lnTo>
                      <a:lnTo>
                        <a:pt x="2412" y="378"/>
                      </a:lnTo>
                      <a:lnTo>
                        <a:pt x="2400" y="372"/>
                      </a:lnTo>
                      <a:lnTo>
                        <a:pt x="2382" y="372"/>
                      </a:lnTo>
                      <a:lnTo>
                        <a:pt x="2358" y="396"/>
                      </a:lnTo>
                      <a:lnTo>
                        <a:pt x="2346" y="402"/>
                      </a:lnTo>
                      <a:lnTo>
                        <a:pt x="2340" y="408"/>
                      </a:lnTo>
                      <a:lnTo>
                        <a:pt x="2334" y="408"/>
                      </a:lnTo>
                      <a:lnTo>
                        <a:pt x="2328" y="402"/>
                      </a:lnTo>
                      <a:lnTo>
                        <a:pt x="2328" y="366"/>
                      </a:lnTo>
                      <a:lnTo>
                        <a:pt x="2334" y="360"/>
                      </a:lnTo>
                      <a:lnTo>
                        <a:pt x="2346" y="336"/>
                      </a:lnTo>
                      <a:lnTo>
                        <a:pt x="2346" y="318"/>
                      </a:lnTo>
                      <a:lnTo>
                        <a:pt x="2340" y="312"/>
                      </a:lnTo>
                      <a:lnTo>
                        <a:pt x="2358" y="276"/>
                      </a:lnTo>
                      <a:lnTo>
                        <a:pt x="2316" y="312"/>
                      </a:lnTo>
                      <a:lnTo>
                        <a:pt x="2316" y="342"/>
                      </a:lnTo>
                      <a:lnTo>
                        <a:pt x="2304" y="348"/>
                      </a:lnTo>
                      <a:lnTo>
                        <a:pt x="2298" y="354"/>
                      </a:lnTo>
                      <a:lnTo>
                        <a:pt x="2286" y="378"/>
                      </a:lnTo>
                      <a:lnTo>
                        <a:pt x="2286" y="408"/>
                      </a:lnTo>
                      <a:lnTo>
                        <a:pt x="2298" y="420"/>
                      </a:lnTo>
                      <a:lnTo>
                        <a:pt x="2304" y="432"/>
                      </a:lnTo>
                      <a:lnTo>
                        <a:pt x="2310" y="438"/>
                      </a:lnTo>
                      <a:lnTo>
                        <a:pt x="2310" y="444"/>
                      </a:lnTo>
                      <a:lnTo>
                        <a:pt x="2304" y="450"/>
                      </a:lnTo>
                      <a:lnTo>
                        <a:pt x="2304" y="468"/>
                      </a:lnTo>
                      <a:lnTo>
                        <a:pt x="2310" y="474"/>
                      </a:lnTo>
                      <a:close/>
                      <a:moveTo>
                        <a:pt x="2250" y="708"/>
                      </a:moveTo>
                      <a:lnTo>
                        <a:pt x="2238" y="696"/>
                      </a:lnTo>
                      <a:lnTo>
                        <a:pt x="2214" y="708"/>
                      </a:lnTo>
                      <a:lnTo>
                        <a:pt x="2214" y="732"/>
                      </a:lnTo>
                      <a:lnTo>
                        <a:pt x="2220" y="744"/>
                      </a:lnTo>
                      <a:lnTo>
                        <a:pt x="2226" y="750"/>
                      </a:lnTo>
                      <a:lnTo>
                        <a:pt x="2250" y="762"/>
                      </a:lnTo>
                      <a:lnTo>
                        <a:pt x="2274" y="762"/>
                      </a:lnTo>
                      <a:lnTo>
                        <a:pt x="2280" y="750"/>
                      </a:lnTo>
                      <a:lnTo>
                        <a:pt x="2280" y="738"/>
                      </a:lnTo>
                      <a:lnTo>
                        <a:pt x="2274" y="726"/>
                      </a:lnTo>
                      <a:lnTo>
                        <a:pt x="2274" y="714"/>
                      </a:lnTo>
                      <a:lnTo>
                        <a:pt x="2268" y="708"/>
                      </a:lnTo>
                      <a:lnTo>
                        <a:pt x="2268" y="702"/>
                      </a:lnTo>
                      <a:lnTo>
                        <a:pt x="2250" y="708"/>
                      </a:lnTo>
                      <a:close/>
                      <a:moveTo>
                        <a:pt x="2148" y="1104"/>
                      </a:moveTo>
                      <a:lnTo>
                        <a:pt x="2226" y="1092"/>
                      </a:lnTo>
                      <a:lnTo>
                        <a:pt x="2166" y="1074"/>
                      </a:lnTo>
                      <a:lnTo>
                        <a:pt x="2148" y="1104"/>
                      </a:lnTo>
                      <a:close/>
                      <a:moveTo>
                        <a:pt x="2544" y="750"/>
                      </a:moveTo>
                      <a:lnTo>
                        <a:pt x="2520" y="732"/>
                      </a:lnTo>
                      <a:lnTo>
                        <a:pt x="2526" y="714"/>
                      </a:lnTo>
                      <a:lnTo>
                        <a:pt x="2514" y="702"/>
                      </a:lnTo>
                      <a:lnTo>
                        <a:pt x="2508" y="690"/>
                      </a:lnTo>
                      <a:lnTo>
                        <a:pt x="2490" y="684"/>
                      </a:lnTo>
                      <a:lnTo>
                        <a:pt x="2472" y="672"/>
                      </a:lnTo>
                      <a:lnTo>
                        <a:pt x="2442" y="666"/>
                      </a:lnTo>
                      <a:lnTo>
                        <a:pt x="2424" y="666"/>
                      </a:lnTo>
                      <a:lnTo>
                        <a:pt x="2388" y="684"/>
                      </a:lnTo>
                      <a:lnTo>
                        <a:pt x="2358" y="684"/>
                      </a:lnTo>
                      <a:lnTo>
                        <a:pt x="2346" y="696"/>
                      </a:lnTo>
                      <a:lnTo>
                        <a:pt x="2340" y="708"/>
                      </a:lnTo>
                      <a:lnTo>
                        <a:pt x="2340" y="726"/>
                      </a:lnTo>
                      <a:lnTo>
                        <a:pt x="2346" y="732"/>
                      </a:lnTo>
                      <a:lnTo>
                        <a:pt x="2364" y="714"/>
                      </a:lnTo>
                      <a:lnTo>
                        <a:pt x="2364" y="726"/>
                      </a:lnTo>
                      <a:lnTo>
                        <a:pt x="2370" y="738"/>
                      </a:lnTo>
                      <a:lnTo>
                        <a:pt x="2376" y="744"/>
                      </a:lnTo>
                      <a:lnTo>
                        <a:pt x="2388" y="738"/>
                      </a:lnTo>
                      <a:lnTo>
                        <a:pt x="2394" y="732"/>
                      </a:lnTo>
                      <a:lnTo>
                        <a:pt x="2394" y="726"/>
                      </a:lnTo>
                      <a:lnTo>
                        <a:pt x="2400" y="720"/>
                      </a:lnTo>
                      <a:lnTo>
                        <a:pt x="2400" y="714"/>
                      </a:lnTo>
                      <a:lnTo>
                        <a:pt x="2406" y="726"/>
                      </a:lnTo>
                      <a:lnTo>
                        <a:pt x="2418" y="732"/>
                      </a:lnTo>
                      <a:lnTo>
                        <a:pt x="2430" y="732"/>
                      </a:lnTo>
                      <a:lnTo>
                        <a:pt x="2442" y="720"/>
                      </a:lnTo>
                      <a:lnTo>
                        <a:pt x="2454" y="714"/>
                      </a:lnTo>
                      <a:lnTo>
                        <a:pt x="2460" y="708"/>
                      </a:lnTo>
                      <a:lnTo>
                        <a:pt x="2472" y="762"/>
                      </a:lnTo>
                      <a:lnTo>
                        <a:pt x="2502" y="738"/>
                      </a:lnTo>
                      <a:lnTo>
                        <a:pt x="2538" y="774"/>
                      </a:lnTo>
                      <a:lnTo>
                        <a:pt x="2544" y="750"/>
                      </a:lnTo>
                      <a:close/>
                      <a:moveTo>
                        <a:pt x="3264" y="678"/>
                      </a:moveTo>
                      <a:lnTo>
                        <a:pt x="3222" y="648"/>
                      </a:lnTo>
                      <a:lnTo>
                        <a:pt x="3210" y="648"/>
                      </a:lnTo>
                      <a:lnTo>
                        <a:pt x="3198" y="654"/>
                      </a:lnTo>
                      <a:lnTo>
                        <a:pt x="3180" y="654"/>
                      </a:lnTo>
                      <a:lnTo>
                        <a:pt x="3162" y="648"/>
                      </a:lnTo>
                      <a:lnTo>
                        <a:pt x="3126" y="630"/>
                      </a:lnTo>
                      <a:lnTo>
                        <a:pt x="3096" y="612"/>
                      </a:lnTo>
                      <a:lnTo>
                        <a:pt x="3060" y="594"/>
                      </a:lnTo>
                      <a:lnTo>
                        <a:pt x="3042" y="582"/>
                      </a:lnTo>
                      <a:lnTo>
                        <a:pt x="3030" y="582"/>
                      </a:lnTo>
                      <a:lnTo>
                        <a:pt x="3006" y="594"/>
                      </a:lnTo>
                      <a:lnTo>
                        <a:pt x="3000" y="600"/>
                      </a:lnTo>
                      <a:lnTo>
                        <a:pt x="2988" y="606"/>
                      </a:lnTo>
                      <a:lnTo>
                        <a:pt x="3006" y="630"/>
                      </a:lnTo>
                      <a:lnTo>
                        <a:pt x="2928" y="642"/>
                      </a:lnTo>
                      <a:lnTo>
                        <a:pt x="2934" y="666"/>
                      </a:lnTo>
                      <a:lnTo>
                        <a:pt x="2928" y="678"/>
                      </a:lnTo>
                      <a:lnTo>
                        <a:pt x="2922" y="684"/>
                      </a:lnTo>
                      <a:lnTo>
                        <a:pt x="2916" y="696"/>
                      </a:lnTo>
                      <a:lnTo>
                        <a:pt x="2880" y="720"/>
                      </a:lnTo>
                      <a:lnTo>
                        <a:pt x="2862" y="726"/>
                      </a:lnTo>
                      <a:lnTo>
                        <a:pt x="2844" y="726"/>
                      </a:lnTo>
                      <a:lnTo>
                        <a:pt x="2832" y="720"/>
                      </a:lnTo>
                      <a:lnTo>
                        <a:pt x="2826" y="714"/>
                      </a:lnTo>
                      <a:lnTo>
                        <a:pt x="2820" y="702"/>
                      </a:lnTo>
                      <a:lnTo>
                        <a:pt x="2820" y="678"/>
                      </a:lnTo>
                      <a:lnTo>
                        <a:pt x="2814" y="672"/>
                      </a:lnTo>
                      <a:lnTo>
                        <a:pt x="2814" y="660"/>
                      </a:lnTo>
                      <a:lnTo>
                        <a:pt x="2808" y="666"/>
                      </a:lnTo>
                      <a:lnTo>
                        <a:pt x="2808" y="672"/>
                      </a:lnTo>
                      <a:lnTo>
                        <a:pt x="2802" y="684"/>
                      </a:lnTo>
                      <a:lnTo>
                        <a:pt x="2796" y="690"/>
                      </a:lnTo>
                      <a:lnTo>
                        <a:pt x="2796" y="696"/>
                      </a:lnTo>
                      <a:lnTo>
                        <a:pt x="2796" y="690"/>
                      </a:lnTo>
                      <a:lnTo>
                        <a:pt x="2790" y="684"/>
                      </a:lnTo>
                      <a:lnTo>
                        <a:pt x="2790" y="672"/>
                      </a:lnTo>
                      <a:lnTo>
                        <a:pt x="2784" y="660"/>
                      </a:lnTo>
                      <a:lnTo>
                        <a:pt x="2784" y="576"/>
                      </a:lnTo>
                      <a:lnTo>
                        <a:pt x="2778" y="558"/>
                      </a:lnTo>
                      <a:lnTo>
                        <a:pt x="2760" y="522"/>
                      </a:lnTo>
                      <a:lnTo>
                        <a:pt x="2724" y="522"/>
                      </a:lnTo>
                      <a:lnTo>
                        <a:pt x="2718" y="510"/>
                      </a:lnTo>
                      <a:lnTo>
                        <a:pt x="2694" y="498"/>
                      </a:lnTo>
                      <a:lnTo>
                        <a:pt x="2676" y="486"/>
                      </a:lnTo>
                      <a:lnTo>
                        <a:pt x="2652" y="486"/>
                      </a:lnTo>
                      <a:lnTo>
                        <a:pt x="2634" y="498"/>
                      </a:lnTo>
                      <a:lnTo>
                        <a:pt x="2628" y="504"/>
                      </a:lnTo>
                      <a:lnTo>
                        <a:pt x="2616" y="510"/>
                      </a:lnTo>
                      <a:lnTo>
                        <a:pt x="2610" y="522"/>
                      </a:lnTo>
                      <a:lnTo>
                        <a:pt x="2586" y="528"/>
                      </a:lnTo>
                      <a:lnTo>
                        <a:pt x="2580" y="546"/>
                      </a:lnTo>
                      <a:lnTo>
                        <a:pt x="2562" y="558"/>
                      </a:lnTo>
                      <a:lnTo>
                        <a:pt x="2562" y="540"/>
                      </a:lnTo>
                      <a:lnTo>
                        <a:pt x="2556" y="534"/>
                      </a:lnTo>
                      <a:lnTo>
                        <a:pt x="2532" y="534"/>
                      </a:lnTo>
                      <a:lnTo>
                        <a:pt x="2532" y="546"/>
                      </a:lnTo>
                      <a:lnTo>
                        <a:pt x="2544" y="570"/>
                      </a:lnTo>
                      <a:lnTo>
                        <a:pt x="2568" y="582"/>
                      </a:lnTo>
                      <a:lnTo>
                        <a:pt x="2604" y="582"/>
                      </a:lnTo>
                      <a:lnTo>
                        <a:pt x="2616" y="588"/>
                      </a:lnTo>
                      <a:lnTo>
                        <a:pt x="2622" y="594"/>
                      </a:lnTo>
                      <a:lnTo>
                        <a:pt x="2628" y="594"/>
                      </a:lnTo>
                      <a:lnTo>
                        <a:pt x="2628" y="618"/>
                      </a:lnTo>
                      <a:lnTo>
                        <a:pt x="2634" y="630"/>
                      </a:lnTo>
                      <a:lnTo>
                        <a:pt x="2640" y="636"/>
                      </a:lnTo>
                      <a:lnTo>
                        <a:pt x="2652" y="642"/>
                      </a:lnTo>
                      <a:lnTo>
                        <a:pt x="2694" y="642"/>
                      </a:lnTo>
                      <a:lnTo>
                        <a:pt x="2712" y="636"/>
                      </a:lnTo>
                      <a:lnTo>
                        <a:pt x="2754" y="636"/>
                      </a:lnTo>
                      <a:lnTo>
                        <a:pt x="2760" y="642"/>
                      </a:lnTo>
                      <a:lnTo>
                        <a:pt x="2760" y="660"/>
                      </a:lnTo>
                      <a:lnTo>
                        <a:pt x="2700" y="660"/>
                      </a:lnTo>
                      <a:lnTo>
                        <a:pt x="2688" y="666"/>
                      </a:lnTo>
                      <a:lnTo>
                        <a:pt x="2676" y="678"/>
                      </a:lnTo>
                      <a:lnTo>
                        <a:pt x="2640" y="678"/>
                      </a:lnTo>
                      <a:lnTo>
                        <a:pt x="2616" y="690"/>
                      </a:lnTo>
                      <a:lnTo>
                        <a:pt x="2616" y="696"/>
                      </a:lnTo>
                      <a:lnTo>
                        <a:pt x="2622" y="696"/>
                      </a:lnTo>
                      <a:lnTo>
                        <a:pt x="2646" y="708"/>
                      </a:lnTo>
                      <a:lnTo>
                        <a:pt x="2658" y="708"/>
                      </a:lnTo>
                      <a:lnTo>
                        <a:pt x="2676" y="726"/>
                      </a:lnTo>
                      <a:lnTo>
                        <a:pt x="2682" y="738"/>
                      </a:lnTo>
                      <a:lnTo>
                        <a:pt x="2688" y="744"/>
                      </a:lnTo>
                      <a:lnTo>
                        <a:pt x="2682" y="750"/>
                      </a:lnTo>
                      <a:lnTo>
                        <a:pt x="2676" y="762"/>
                      </a:lnTo>
                      <a:lnTo>
                        <a:pt x="2676" y="774"/>
                      </a:lnTo>
                      <a:lnTo>
                        <a:pt x="2670" y="780"/>
                      </a:lnTo>
                      <a:lnTo>
                        <a:pt x="2676" y="792"/>
                      </a:lnTo>
                      <a:lnTo>
                        <a:pt x="2682" y="798"/>
                      </a:lnTo>
                      <a:lnTo>
                        <a:pt x="2694" y="792"/>
                      </a:lnTo>
                      <a:lnTo>
                        <a:pt x="2706" y="780"/>
                      </a:lnTo>
                      <a:lnTo>
                        <a:pt x="2712" y="768"/>
                      </a:lnTo>
                      <a:lnTo>
                        <a:pt x="2718" y="762"/>
                      </a:lnTo>
                      <a:lnTo>
                        <a:pt x="2718" y="750"/>
                      </a:lnTo>
                      <a:lnTo>
                        <a:pt x="2724" y="744"/>
                      </a:lnTo>
                      <a:lnTo>
                        <a:pt x="2736" y="720"/>
                      </a:lnTo>
                      <a:lnTo>
                        <a:pt x="2742" y="714"/>
                      </a:lnTo>
                      <a:lnTo>
                        <a:pt x="2748" y="702"/>
                      </a:lnTo>
                      <a:lnTo>
                        <a:pt x="2748" y="744"/>
                      </a:lnTo>
                      <a:lnTo>
                        <a:pt x="2754" y="750"/>
                      </a:lnTo>
                      <a:lnTo>
                        <a:pt x="2766" y="756"/>
                      </a:lnTo>
                      <a:lnTo>
                        <a:pt x="2772" y="768"/>
                      </a:lnTo>
                      <a:lnTo>
                        <a:pt x="2784" y="774"/>
                      </a:lnTo>
                      <a:lnTo>
                        <a:pt x="2790" y="780"/>
                      </a:lnTo>
                      <a:lnTo>
                        <a:pt x="2814" y="780"/>
                      </a:lnTo>
                      <a:lnTo>
                        <a:pt x="2820" y="774"/>
                      </a:lnTo>
                      <a:lnTo>
                        <a:pt x="2826" y="774"/>
                      </a:lnTo>
                      <a:lnTo>
                        <a:pt x="2814" y="792"/>
                      </a:lnTo>
                      <a:lnTo>
                        <a:pt x="2844" y="822"/>
                      </a:lnTo>
                      <a:lnTo>
                        <a:pt x="2904" y="822"/>
                      </a:lnTo>
                      <a:lnTo>
                        <a:pt x="2940" y="846"/>
                      </a:lnTo>
                      <a:lnTo>
                        <a:pt x="2976" y="864"/>
                      </a:lnTo>
                      <a:lnTo>
                        <a:pt x="3006" y="876"/>
                      </a:lnTo>
                      <a:lnTo>
                        <a:pt x="3036" y="894"/>
                      </a:lnTo>
                      <a:lnTo>
                        <a:pt x="3066" y="924"/>
                      </a:lnTo>
                      <a:lnTo>
                        <a:pt x="3066" y="972"/>
                      </a:lnTo>
                      <a:lnTo>
                        <a:pt x="3090" y="996"/>
                      </a:lnTo>
                      <a:lnTo>
                        <a:pt x="3102" y="1002"/>
                      </a:lnTo>
                      <a:lnTo>
                        <a:pt x="3096" y="1002"/>
                      </a:lnTo>
                      <a:lnTo>
                        <a:pt x="3084" y="1008"/>
                      </a:lnTo>
                      <a:lnTo>
                        <a:pt x="3078" y="1014"/>
                      </a:lnTo>
                      <a:lnTo>
                        <a:pt x="3078" y="1020"/>
                      </a:lnTo>
                      <a:lnTo>
                        <a:pt x="3090" y="1032"/>
                      </a:lnTo>
                      <a:lnTo>
                        <a:pt x="3114" y="1032"/>
                      </a:lnTo>
                      <a:lnTo>
                        <a:pt x="3090" y="1044"/>
                      </a:lnTo>
                      <a:lnTo>
                        <a:pt x="3090" y="1056"/>
                      </a:lnTo>
                      <a:lnTo>
                        <a:pt x="3102" y="1062"/>
                      </a:lnTo>
                      <a:lnTo>
                        <a:pt x="3108" y="1092"/>
                      </a:lnTo>
                      <a:lnTo>
                        <a:pt x="3096" y="1122"/>
                      </a:lnTo>
                      <a:lnTo>
                        <a:pt x="3120" y="1122"/>
                      </a:lnTo>
                      <a:lnTo>
                        <a:pt x="3126" y="1116"/>
                      </a:lnTo>
                      <a:lnTo>
                        <a:pt x="3138" y="1116"/>
                      </a:lnTo>
                      <a:lnTo>
                        <a:pt x="3150" y="1110"/>
                      </a:lnTo>
                      <a:lnTo>
                        <a:pt x="3162" y="1110"/>
                      </a:lnTo>
                      <a:lnTo>
                        <a:pt x="3168" y="1104"/>
                      </a:lnTo>
                      <a:lnTo>
                        <a:pt x="3174" y="1104"/>
                      </a:lnTo>
                      <a:lnTo>
                        <a:pt x="3174" y="1134"/>
                      </a:lnTo>
                      <a:lnTo>
                        <a:pt x="3234" y="1194"/>
                      </a:lnTo>
                      <a:lnTo>
                        <a:pt x="3240" y="1194"/>
                      </a:lnTo>
                      <a:lnTo>
                        <a:pt x="3240" y="1146"/>
                      </a:lnTo>
                      <a:lnTo>
                        <a:pt x="3234" y="1122"/>
                      </a:lnTo>
                      <a:lnTo>
                        <a:pt x="3234" y="1116"/>
                      </a:lnTo>
                      <a:lnTo>
                        <a:pt x="3240" y="1110"/>
                      </a:lnTo>
                      <a:lnTo>
                        <a:pt x="3240" y="1098"/>
                      </a:lnTo>
                      <a:lnTo>
                        <a:pt x="3246" y="1086"/>
                      </a:lnTo>
                      <a:lnTo>
                        <a:pt x="3246" y="1062"/>
                      </a:lnTo>
                      <a:lnTo>
                        <a:pt x="3252" y="1050"/>
                      </a:lnTo>
                      <a:lnTo>
                        <a:pt x="3252" y="1020"/>
                      </a:lnTo>
                      <a:lnTo>
                        <a:pt x="3240" y="1020"/>
                      </a:lnTo>
                      <a:lnTo>
                        <a:pt x="3228" y="1014"/>
                      </a:lnTo>
                      <a:lnTo>
                        <a:pt x="3222" y="1008"/>
                      </a:lnTo>
                      <a:lnTo>
                        <a:pt x="3222" y="1002"/>
                      </a:lnTo>
                      <a:lnTo>
                        <a:pt x="3234" y="990"/>
                      </a:lnTo>
                      <a:lnTo>
                        <a:pt x="3246" y="984"/>
                      </a:lnTo>
                      <a:lnTo>
                        <a:pt x="3252" y="978"/>
                      </a:lnTo>
                      <a:lnTo>
                        <a:pt x="3252" y="864"/>
                      </a:lnTo>
                      <a:lnTo>
                        <a:pt x="3258" y="846"/>
                      </a:lnTo>
                      <a:lnTo>
                        <a:pt x="3258" y="708"/>
                      </a:lnTo>
                      <a:lnTo>
                        <a:pt x="3264" y="678"/>
                      </a:lnTo>
                      <a:close/>
                      <a:moveTo>
                        <a:pt x="336" y="666"/>
                      </a:moveTo>
                      <a:lnTo>
                        <a:pt x="330" y="672"/>
                      </a:lnTo>
                      <a:lnTo>
                        <a:pt x="354" y="696"/>
                      </a:lnTo>
                      <a:lnTo>
                        <a:pt x="360" y="708"/>
                      </a:lnTo>
                      <a:lnTo>
                        <a:pt x="366" y="714"/>
                      </a:lnTo>
                      <a:lnTo>
                        <a:pt x="378" y="714"/>
                      </a:lnTo>
                      <a:lnTo>
                        <a:pt x="378" y="696"/>
                      </a:lnTo>
                      <a:lnTo>
                        <a:pt x="366" y="690"/>
                      </a:lnTo>
                      <a:lnTo>
                        <a:pt x="360" y="678"/>
                      </a:lnTo>
                      <a:lnTo>
                        <a:pt x="348" y="672"/>
                      </a:lnTo>
                      <a:lnTo>
                        <a:pt x="342" y="666"/>
                      </a:lnTo>
                      <a:lnTo>
                        <a:pt x="336" y="666"/>
                      </a:lnTo>
                      <a:close/>
                      <a:moveTo>
                        <a:pt x="2526" y="1104"/>
                      </a:moveTo>
                      <a:lnTo>
                        <a:pt x="2544" y="1116"/>
                      </a:lnTo>
                      <a:lnTo>
                        <a:pt x="2574" y="1092"/>
                      </a:lnTo>
                      <a:lnTo>
                        <a:pt x="2592" y="1092"/>
                      </a:lnTo>
                      <a:lnTo>
                        <a:pt x="2604" y="1080"/>
                      </a:lnTo>
                      <a:lnTo>
                        <a:pt x="2604" y="1062"/>
                      </a:lnTo>
                      <a:lnTo>
                        <a:pt x="2592" y="1056"/>
                      </a:lnTo>
                      <a:lnTo>
                        <a:pt x="2586" y="1056"/>
                      </a:lnTo>
                      <a:lnTo>
                        <a:pt x="2574" y="1062"/>
                      </a:lnTo>
                      <a:lnTo>
                        <a:pt x="2556" y="1068"/>
                      </a:lnTo>
                      <a:lnTo>
                        <a:pt x="2526" y="1098"/>
                      </a:lnTo>
                      <a:lnTo>
                        <a:pt x="2526" y="1104"/>
                      </a:lnTo>
                      <a:close/>
                      <a:moveTo>
                        <a:pt x="3096" y="1068"/>
                      </a:moveTo>
                      <a:lnTo>
                        <a:pt x="3090" y="1068"/>
                      </a:lnTo>
                      <a:lnTo>
                        <a:pt x="3090" y="1062"/>
                      </a:lnTo>
                      <a:lnTo>
                        <a:pt x="3084" y="1062"/>
                      </a:lnTo>
                      <a:lnTo>
                        <a:pt x="3078" y="1056"/>
                      </a:lnTo>
                      <a:lnTo>
                        <a:pt x="3066" y="1056"/>
                      </a:lnTo>
                      <a:lnTo>
                        <a:pt x="3048" y="1062"/>
                      </a:lnTo>
                      <a:lnTo>
                        <a:pt x="3024" y="1086"/>
                      </a:lnTo>
                      <a:lnTo>
                        <a:pt x="3012" y="1122"/>
                      </a:lnTo>
                      <a:lnTo>
                        <a:pt x="3012" y="1134"/>
                      </a:lnTo>
                      <a:lnTo>
                        <a:pt x="3072" y="1128"/>
                      </a:lnTo>
                      <a:lnTo>
                        <a:pt x="3084" y="1128"/>
                      </a:lnTo>
                      <a:lnTo>
                        <a:pt x="3090" y="1122"/>
                      </a:lnTo>
                      <a:lnTo>
                        <a:pt x="3102" y="1092"/>
                      </a:lnTo>
                      <a:lnTo>
                        <a:pt x="3096" y="1068"/>
                      </a:lnTo>
                      <a:close/>
                      <a:moveTo>
                        <a:pt x="2778" y="942"/>
                      </a:moveTo>
                      <a:lnTo>
                        <a:pt x="2766" y="960"/>
                      </a:lnTo>
                      <a:lnTo>
                        <a:pt x="2766" y="1014"/>
                      </a:lnTo>
                      <a:lnTo>
                        <a:pt x="2784" y="1014"/>
                      </a:lnTo>
                      <a:lnTo>
                        <a:pt x="2778" y="996"/>
                      </a:lnTo>
                      <a:lnTo>
                        <a:pt x="2790" y="990"/>
                      </a:lnTo>
                      <a:lnTo>
                        <a:pt x="2790" y="972"/>
                      </a:lnTo>
                      <a:lnTo>
                        <a:pt x="2778" y="972"/>
                      </a:lnTo>
                      <a:lnTo>
                        <a:pt x="2796" y="936"/>
                      </a:lnTo>
                      <a:lnTo>
                        <a:pt x="2814" y="906"/>
                      </a:lnTo>
                      <a:lnTo>
                        <a:pt x="2784" y="912"/>
                      </a:lnTo>
                      <a:lnTo>
                        <a:pt x="2778" y="942"/>
                      </a:lnTo>
                      <a:close/>
                      <a:moveTo>
                        <a:pt x="2136" y="600"/>
                      </a:moveTo>
                      <a:lnTo>
                        <a:pt x="2124" y="594"/>
                      </a:lnTo>
                      <a:lnTo>
                        <a:pt x="2118" y="594"/>
                      </a:lnTo>
                      <a:lnTo>
                        <a:pt x="2106" y="588"/>
                      </a:lnTo>
                      <a:lnTo>
                        <a:pt x="2088" y="588"/>
                      </a:lnTo>
                      <a:lnTo>
                        <a:pt x="2082" y="594"/>
                      </a:lnTo>
                      <a:lnTo>
                        <a:pt x="2082" y="600"/>
                      </a:lnTo>
                      <a:lnTo>
                        <a:pt x="2076" y="606"/>
                      </a:lnTo>
                      <a:lnTo>
                        <a:pt x="2082" y="612"/>
                      </a:lnTo>
                      <a:lnTo>
                        <a:pt x="2094" y="618"/>
                      </a:lnTo>
                      <a:lnTo>
                        <a:pt x="2136" y="618"/>
                      </a:lnTo>
                      <a:lnTo>
                        <a:pt x="2214" y="606"/>
                      </a:lnTo>
                      <a:lnTo>
                        <a:pt x="2136" y="600"/>
                      </a:lnTo>
                      <a:close/>
                      <a:moveTo>
                        <a:pt x="1308" y="1038"/>
                      </a:moveTo>
                      <a:lnTo>
                        <a:pt x="1368" y="1002"/>
                      </a:lnTo>
                      <a:lnTo>
                        <a:pt x="1362" y="990"/>
                      </a:lnTo>
                      <a:lnTo>
                        <a:pt x="1350" y="990"/>
                      </a:lnTo>
                      <a:lnTo>
                        <a:pt x="1332" y="996"/>
                      </a:lnTo>
                      <a:lnTo>
                        <a:pt x="1320" y="996"/>
                      </a:lnTo>
                      <a:lnTo>
                        <a:pt x="1302" y="1002"/>
                      </a:lnTo>
                      <a:lnTo>
                        <a:pt x="1290" y="1008"/>
                      </a:lnTo>
                      <a:lnTo>
                        <a:pt x="1284" y="1014"/>
                      </a:lnTo>
                      <a:lnTo>
                        <a:pt x="1284" y="1032"/>
                      </a:lnTo>
                      <a:lnTo>
                        <a:pt x="1290" y="1038"/>
                      </a:lnTo>
                      <a:lnTo>
                        <a:pt x="1308" y="1038"/>
                      </a:lnTo>
                      <a:close/>
                      <a:moveTo>
                        <a:pt x="1428" y="1116"/>
                      </a:moveTo>
                      <a:lnTo>
                        <a:pt x="1392" y="1116"/>
                      </a:lnTo>
                      <a:lnTo>
                        <a:pt x="1386" y="1146"/>
                      </a:lnTo>
                      <a:lnTo>
                        <a:pt x="1386" y="1152"/>
                      </a:lnTo>
                      <a:lnTo>
                        <a:pt x="1404" y="1170"/>
                      </a:lnTo>
                      <a:lnTo>
                        <a:pt x="1416" y="1176"/>
                      </a:lnTo>
                      <a:lnTo>
                        <a:pt x="1428" y="1164"/>
                      </a:lnTo>
                      <a:lnTo>
                        <a:pt x="1440" y="1140"/>
                      </a:lnTo>
                      <a:lnTo>
                        <a:pt x="1440" y="1128"/>
                      </a:lnTo>
                      <a:lnTo>
                        <a:pt x="1428" y="1116"/>
                      </a:lnTo>
                      <a:close/>
                      <a:moveTo>
                        <a:pt x="708" y="930"/>
                      </a:moveTo>
                      <a:lnTo>
                        <a:pt x="714" y="924"/>
                      </a:lnTo>
                      <a:lnTo>
                        <a:pt x="714" y="900"/>
                      </a:lnTo>
                      <a:lnTo>
                        <a:pt x="744" y="924"/>
                      </a:lnTo>
                      <a:lnTo>
                        <a:pt x="744" y="918"/>
                      </a:lnTo>
                      <a:lnTo>
                        <a:pt x="750" y="912"/>
                      </a:lnTo>
                      <a:lnTo>
                        <a:pt x="750" y="900"/>
                      </a:lnTo>
                      <a:lnTo>
                        <a:pt x="756" y="882"/>
                      </a:lnTo>
                      <a:lnTo>
                        <a:pt x="756" y="840"/>
                      </a:lnTo>
                      <a:lnTo>
                        <a:pt x="762" y="822"/>
                      </a:lnTo>
                      <a:lnTo>
                        <a:pt x="762" y="810"/>
                      </a:lnTo>
                      <a:lnTo>
                        <a:pt x="768" y="792"/>
                      </a:lnTo>
                      <a:lnTo>
                        <a:pt x="768" y="780"/>
                      </a:lnTo>
                      <a:lnTo>
                        <a:pt x="762" y="774"/>
                      </a:lnTo>
                      <a:lnTo>
                        <a:pt x="756" y="762"/>
                      </a:lnTo>
                      <a:lnTo>
                        <a:pt x="756" y="750"/>
                      </a:lnTo>
                      <a:lnTo>
                        <a:pt x="768" y="726"/>
                      </a:lnTo>
                      <a:lnTo>
                        <a:pt x="774" y="720"/>
                      </a:lnTo>
                      <a:lnTo>
                        <a:pt x="774" y="714"/>
                      </a:lnTo>
                      <a:lnTo>
                        <a:pt x="756" y="696"/>
                      </a:lnTo>
                      <a:lnTo>
                        <a:pt x="744" y="654"/>
                      </a:lnTo>
                      <a:lnTo>
                        <a:pt x="702" y="654"/>
                      </a:lnTo>
                      <a:lnTo>
                        <a:pt x="702" y="618"/>
                      </a:lnTo>
                      <a:lnTo>
                        <a:pt x="666" y="618"/>
                      </a:lnTo>
                      <a:lnTo>
                        <a:pt x="660" y="546"/>
                      </a:lnTo>
                      <a:lnTo>
                        <a:pt x="606" y="546"/>
                      </a:lnTo>
                      <a:lnTo>
                        <a:pt x="594" y="534"/>
                      </a:lnTo>
                      <a:lnTo>
                        <a:pt x="594" y="504"/>
                      </a:lnTo>
                      <a:lnTo>
                        <a:pt x="600" y="498"/>
                      </a:lnTo>
                      <a:lnTo>
                        <a:pt x="606" y="486"/>
                      </a:lnTo>
                      <a:lnTo>
                        <a:pt x="582" y="486"/>
                      </a:lnTo>
                      <a:lnTo>
                        <a:pt x="600" y="468"/>
                      </a:lnTo>
                      <a:lnTo>
                        <a:pt x="606" y="456"/>
                      </a:lnTo>
                      <a:lnTo>
                        <a:pt x="612" y="450"/>
                      </a:lnTo>
                      <a:lnTo>
                        <a:pt x="612" y="438"/>
                      </a:lnTo>
                      <a:lnTo>
                        <a:pt x="600" y="426"/>
                      </a:lnTo>
                      <a:lnTo>
                        <a:pt x="588" y="432"/>
                      </a:lnTo>
                      <a:lnTo>
                        <a:pt x="570" y="432"/>
                      </a:lnTo>
                      <a:lnTo>
                        <a:pt x="552" y="438"/>
                      </a:lnTo>
                      <a:lnTo>
                        <a:pt x="540" y="438"/>
                      </a:lnTo>
                      <a:lnTo>
                        <a:pt x="534" y="444"/>
                      </a:lnTo>
                      <a:lnTo>
                        <a:pt x="528" y="444"/>
                      </a:lnTo>
                      <a:lnTo>
                        <a:pt x="534" y="438"/>
                      </a:lnTo>
                      <a:lnTo>
                        <a:pt x="546" y="432"/>
                      </a:lnTo>
                      <a:lnTo>
                        <a:pt x="552" y="420"/>
                      </a:lnTo>
                      <a:lnTo>
                        <a:pt x="558" y="414"/>
                      </a:lnTo>
                      <a:lnTo>
                        <a:pt x="558" y="402"/>
                      </a:lnTo>
                      <a:lnTo>
                        <a:pt x="546" y="396"/>
                      </a:lnTo>
                      <a:lnTo>
                        <a:pt x="534" y="396"/>
                      </a:lnTo>
                      <a:lnTo>
                        <a:pt x="522" y="390"/>
                      </a:lnTo>
                      <a:lnTo>
                        <a:pt x="510" y="390"/>
                      </a:lnTo>
                      <a:lnTo>
                        <a:pt x="516" y="384"/>
                      </a:lnTo>
                      <a:lnTo>
                        <a:pt x="516" y="378"/>
                      </a:lnTo>
                      <a:lnTo>
                        <a:pt x="504" y="354"/>
                      </a:lnTo>
                      <a:lnTo>
                        <a:pt x="492" y="342"/>
                      </a:lnTo>
                      <a:lnTo>
                        <a:pt x="480" y="336"/>
                      </a:lnTo>
                      <a:lnTo>
                        <a:pt x="462" y="330"/>
                      </a:lnTo>
                      <a:lnTo>
                        <a:pt x="456" y="324"/>
                      </a:lnTo>
                      <a:lnTo>
                        <a:pt x="450" y="324"/>
                      </a:lnTo>
                      <a:lnTo>
                        <a:pt x="450" y="318"/>
                      </a:lnTo>
                      <a:lnTo>
                        <a:pt x="444" y="312"/>
                      </a:lnTo>
                      <a:lnTo>
                        <a:pt x="438" y="300"/>
                      </a:lnTo>
                      <a:lnTo>
                        <a:pt x="438" y="288"/>
                      </a:lnTo>
                      <a:lnTo>
                        <a:pt x="426" y="276"/>
                      </a:lnTo>
                      <a:lnTo>
                        <a:pt x="414" y="276"/>
                      </a:lnTo>
                      <a:lnTo>
                        <a:pt x="408" y="282"/>
                      </a:lnTo>
                      <a:lnTo>
                        <a:pt x="414" y="306"/>
                      </a:lnTo>
                      <a:lnTo>
                        <a:pt x="408" y="300"/>
                      </a:lnTo>
                      <a:lnTo>
                        <a:pt x="396" y="294"/>
                      </a:lnTo>
                      <a:lnTo>
                        <a:pt x="360" y="258"/>
                      </a:lnTo>
                      <a:lnTo>
                        <a:pt x="360" y="246"/>
                      </a:lnTo>
                      <a:lnTo>
                        <a:pt x="354" y="240"/>
                      </a:lnTo>
                      <a:lnTo>
                        <a:pt x="348" y="228"/>
                      </a:lnTo>
                      <a:lnTo>
                        <a:pt x="342" y="222"/>
                      </a:lnTo>
                      <a:lnTo>
                        <a:pt x="342" y="216"/>
                      </a:lnTo>
                      <a:lnTo>
                        <a:pt x="330" y="210"/>
                      </a:lnTo>
                      <a:lnTo>
                        <a:pt x="312" y="192"/>
                      </a:lnTo>
                      <a:lnTo>
                        <a:pt x="294" y="186"/>
                      </a:lnTo>
                      <a:lnTo>
                        <a:pt x="288" y="174"/>
                      </a:lnTo>
                      <a:lnTo>
                        <a:pt x="276" y="168"/>
                      </a:lnTo>
                      <a:lnTo>
                        <a:pt x="264" y="156"/>
                      </a:lnTo>
                      <a:lnTo>
                        <a:pt x="252" y="150"/>
                      </a:lnTo>
                      <a:lnTo>
                        <a:pt x="240" y="138"/>
                      </a:lnTo>
                      <a:lnTo>
                        <a:pt x="234" y="126"/>
                      </a:lnTo>
                      <a:lnTo>
                        <a:pt x="222" y="120"/>
                      </a:lnTo>
                      <a:lnTo>
                        <a:pt x="222" y="102"/>
                      </a:lnTo>
                      <a:lnTo>
                        <a:pt x="204" y="84"/>
                      </a:lnTo>
                      <a:lnTo>
                        <a:pt x="198" y="72"/>
                      </a:lnTo>
                      <a:lnTo>
                        <a:pt x="168" y="42"/>
                      </a:lnTo>
                      <a:lnTo>
                        <a:pt x="150" y="42"/>
                      </a:lnTo>
                      <a:lnTo>
                        <a:pt x="66" y="36"/>
                      </a:lnTo>
                      <a:lnTo>
                        <a:pt x="42" y="12"/>
                      </a:lnTo>
                      <a:lnTo>
                        <a:pt x="30" y="6"/>
                      </a:lnTo>
                      <a:lnTo>
                        <a:pt x="24" y="0"/>
                      </a:lnTo>
                      <a:lnTo>
                        <a:pt x="18" y="0"/>
                      </a:lnTo>
                      <a:lnTo>
                        <a:pt x="6" y="6"/>
                      </a:lnTo>
                      <a:lnTo>
                        <a:pt x="0" y="18"/>
                      </a:lnTo>
                      <a:lnTo>
                        <a:pt x="0" y="48"/>
                      </a:lnTo>
                      <a:lnTo>
                        <a:pt x="6" y="60"/>
                      </a:lnTo>
                      <a:lnTo>
                        <a:pt x="18" y="78"/>
                      </a:lnTo>
                      <a:lnTo>
                        <a:pt x="66" y="126"/>
                      </a:lnTo>
                      <a:lnTo>
                        <a:pt x="96" y="150"/>
                      </a:lnTo>
                      <a:lnTo>
                        <a:pt x="126" y="180"/>
                      </a:lnTo>
                      <a:lnTo>
                        <a:pt x="162" y="234"/>
                      </a:lnTo>
                      <a:lnTo>
                        <a:pt x="174" y="228"/>
                      </a:lnTo>
                      <a:lnTo>
                        <a:pt x="174" y="252"/>
                      </a:lnTo>
                      <a:lnTo>
                        <a:pt x="180" y="264"/>
                      </a:lnTo>
                      <a:lnTo>
                        <a:pt x="186" y="270"/>
                      </a:lnTo>
                      <a:lnTo>
                        <a:pt x="198" y="276"/>
                      </a:lnTo>
                      <a:lnTo>
                        <a:pt x="216" y="288"/>
                      </a:lnTo>
                      <a:lnTo>
                        <a:pt x="228" y="300"/>
                      </a:lnTo>
                      <a:lnTo>
                        <a:pt x="246" y="312"/>
                      </a:lnTo>
                      <a:lnTo>
                        <a:pt x="258" y="324"/>
                      </a:lnTo>
                      <a:lnTo>
                        <a:pt x="264" y="336"/>
                      </a:lnTo>
                      <a:lnTo>
                        <a:pt x="276" y="372"/>
                      </a:lnTo>
                      <a:lnTo>
                        <a:pt x="276" y="384"/>
                      </a:lnTo>
                      <a:lnTo>
                        <a:pt x="282" y="390"/>
                      </a:lnTo>
                      <a:lnTo>
                        <a:pt x="282" y="426"/>
                      </a:lnTo>
                      <a:lnTo>
                        <a:pt x="288" y="438"/>
                      </a:lnTo>
                      <a:lnTo>
                        <a:pt x="288" y="444"/>
                      </a:lnTo>
                      <a:lnTo>
                        <a:pt x="294" y="450"/>
                      </a:lnTo>
                      <a:lnTo>
                        <a:pt x="300" y="450"/>
                      </a:lnTo>
                      <a:lnTo>
                        <a:pt x="312" y="444"/>
                      </a:lnTo>
                      <a:lnTo>
                        <a:pt x="324" y="444"/>
                      </a:lnTo>
                      <a:lnTo>
                        <a:pt x="324" y="450"/>
                      </a:lnTo>
                      <a:lnTo>
                        <a:pt x="330" y="462"/>
                      </a:lnTo>
                      <a:lnTo>
                        <a:pt x="330" y="474"/>
                      </a:lnTo>
                      <a:lnTo>
                        <a:pt x="336" y="480"/>
                      </a:lnTo>
                      <a:lnTo>
                        <a:pt x="336" y="486"/>
                      </a:lnTo>
                      <a:lnTo>
                        <a:pt x="378" y="522"/>
                      </a:lnTo>
                      <a:lnTo>
                        <a:pt x="372" y="546"/>
                      </a:lnTo>
                      <a:lnTo>
                        <a:pt x="408" y="606"/>
                      </a:lnTo>
                      <a:lnTo>
                        <a:pt x="402" y="618"/>
                      </a:lnTo>
                      <a:lnTo>
                        <a:pt x="402" y="636"/>
                      </a:lnTo>
                      <a:lnTo>
                        <a:pt x="408" y="648"/>
                      </a:lnTo>
                      <a:lnTo>
                        <a:pt x="438" y="678"/>
                      </a:lnTo>
                      <a:lnTo>
                        <a:pt x="438" y="684"/>
                      </a:lnTo>
                      <a:lnTo>
                        <a:pt x="444" y="690"/>
                      </a:lnTo>
                      <a:lnTo>
                        <a:pt x="462" y="726"/>
                      </a:lnTo>
                      <a:lnTo>
                        <a:pt x="498" y="744"/>
                      </a:lnTo>
                      <a:lnTo>
                        <a:pt x="504" y="750"/>
                      </a:lnTo>
                      <a:lnTo>
                        <a:pt x="510" y="750"/>
                      </a:lnTo>
                      <a:lnTo>
                        <a:pt x="510" y="786"/>
                      </a:lnTo>
                      <a:lnTo>
                        <a:pt x="522" y="792"/>
                      </a:lnTo>
                      <a:lnTo>
                        <a:pt x="528" y="804"/>
                      </a:lnTo>
                      <a:lnTo>
                        <a:pt x="540" y="810"/>
                      </a:lnTo>
                      <a:lnTo>
                        <a:pt x="564" y="834"/>
                      </a:lnTo>
                      <a:lnTo>
                        <a:pt x="576" y="840"/>
                      </a:lnTo>
                      <a:lnTo>
                        <a:pt x="594" y="858"/>
                      </a:lnTo>
                      <a:lnTo>
                        <a:pt x="600" y="858"/>
                      </a:lnTo>
                      <a:lnTo>
                        <a:pt x="606" y="864"/>
                      </a:lnTo>
                      <a:lnTo>
                        <a:pt x="612" y="864"/>
                      </a:lnTo>
                      <a:lnTo>
                        <a:pt x="612" y="870"/>
                      </a:lnTo>
                      <a:lnTo>
                        <a:pt x="618" y="876"/>
                      </a:lnTo>
                      <a:lnTo>
                        <a:pt x="630" y="900"/>
                      </a:lnTo>
                      <a:lnTo>
                        <a:pt x="642" y="912"/>
                      </a:lnTo>
                      <a:lnTo>
                        <a:pt x="654" y="936"/>
                      </a:lnTo>
                      <a:lnTo>
                        <a:pt x="660" y="942"/>
                      </a:lnTo>
                      <a:lnTo>
                        <a:pt x="660" y="906"/>
                      </a:lnTo>
                      <a:lnTo>
                        <a:pt x="672" y="906"/>
                      </a:lnTo>
                      <a:lnTo>
                        <a:pt x="684" y="918"/>
                      </a:lnTo>
                      <a:lnTo>
                        <a:pt x="696" y="924"/>
                      </a:lnTo>
                      <a:lnTo>
                        <a:pt x="702" y="930"/>
                      </a:lnTo>
                      <a:lnTo>
                        <a:pt x="708" y="930"/>
                      </a:lnTo>
                      <a:close/>
                      <a:moveTo>
                        <a:pt x="2118" y="1194"/>
                      </a:moveTo>
                      <a:lnTo>
                        <a:pt x="2106" y="1176"/>
                      </a:lnTo>
                      <a:lnTo>
                        <a:pt x="2088" y="1176"/>
                      </a:lnTo>
                      <a:lnTo>
                        <a:pt x="2064" y="1200"/>
                      </a:lnTo>
                      <a:lnTo>
                        <a:pt x="2064" y="1212"/>
                      </a:lnTo>
                      <a:lnTo>
                        <a:pt x="2052" y="1212"/>
                      </a:lnTo>
                      <a:lnTo>
                        <a:pt x="2040" y="1218"/>
                      </a:lnTo>
                      <a:lnTo>
                        <a:pt x="2010" y="1248"/>
                      </a:lnTo>
                      <a:lnTo>
                        <a:pt x="1998" y="1272"/>
                      </a:lnTo>
                      <a:lnTo>
                        <a:pt x="1992" y="1278"/>
                      </a:lnTo>
                      <a:lnTo>
                        <a:pt x="1992" y="1290"/>
                      </a:lnTo>
                      <a:lnTo>
                        <a:pt x="2004" y="1302"/>
                      </a:lnTo>
                      <a:lnTo>
                        <a:pt x="2022" y="1302"/>
                      </a:lnTo>
                      <a:lnTo>
                        <a:pt x="2052" y="1284"/>
                      </a:lnTo>
                      <a:lnTo>
                        <a:pt x="2082" y="1260"/>
                      </a:lnTo>
                      <a:lnTo>
                        <a:pt x="2106" y="1242"/>
                      </a:lnTo>
                      <a:lnTo>
                        <a:pt x="2100" y="1236"/>
                      </a:lnTo>
                      <a:lnTo>
                        <a:pt x="2100" y="1224"/>
                      </a:lnTo>
                      <a:lnTo>
                        <a:pt x="2112" y="1200"/>
                      </a:lnTo>
                      <a:lnTo>
                        <a:pt x="2118" y="1194"/>
                      </a:lnTo>
                      <a:close/>
                      <a:moveTo>
                        <a:pt x="1374" y="1128"/>
                      </a:moveTo>
                      <a:lnTo>
                        <a:pt x="1374" y="1116"/>
                      </a:lnTo>
                      <a:lnTo>
                        <a:pt x="1368" y="1110"/>
                      </a:lnTo>
                      <a:lnTo>
                        <a:pt x="1344" y="1098"/>
                      </a:lnTo>
                      <a:lnTo>
                        <a:pt x="1332" y="1098"/>
                      </a:lnTo>
                      <a:lnTo>
                        <a:pt x="1320" y="1092"/>
                      </a:lnTo>
                      <a:lnTo>
                        <a:pt x="1314" y="1092"/>
                      </a:lnTo>
                      <a:lnTo>
                        <a:pt x="1302" y="1098"/>
                      </a:lnTo>
                      <a:lnTo>
                        <a:pt x="1296" y="1104"/>
                      </a:lnTo>
                      <a:lnTo>
                        <a:pt x="1296" y="1116"/>
                      </a:lnTo>
                      <a:lnTo>
                        <a:pt x="1290" y="1122"/>
                      </a:lnTo>
                      <a:lnTo>
                        <a:pt x="1290" y="1134"/>
                      </a:lnTo>
                      <a:lnTo>
                        <a:pt x="1254" y="1104"/>
                      </a:lnTo>
                      <a:lnTo>
                        <a:pt x="1260" y="1092"/>
                      </a:lnTo>
                      <a:lnTo>
                        <a:pt x="1260" y="1080"/>
                      </a:lnTo>
                      <a:lnTo>
                        <a:pt x="1266" y="1068"/>
                      </a:lnTo>
                      <a:lnTo>
                        <a:pt x="1266" y="1050"/>
                      </a:lnTo>
                      <a:lnTo>
                        <a:pt x="1260" y="1038"/>
                      </a:lnTo>
                      <a:lnTo>
                        <a:pt x="1254" y="1032"/>
                      </a:lnTo>
                      <a:lnTo>
                        <a:pt x="1242" y="1026"/>
                      </a:lnTo>
                      <a:lnTo>
                        <a:pt x="1188" y="1026"/>
                      </a:lnTo>
                      <a:lnTo>
                        <a:pt x="1158" y="1008"/>
                      </a:lnTo>
                      <a:lnTo>
                        <a:pt x="1158" y="984"/>
                      </a:lnTo>
                      <a:lnTo>
                        <a:pt x="1116" y="984"/>
                      </a:lnTo>
                      <a:lnTo>
                        <a:pt x="1116" y="996"/>
                      </a:lnTo>
                      <a:lnTo>
                        <a:pt x="1110" y="1008"/>
                      </a:lnTo>
                      <a:lnTo>
                        <a:pt x="1110" y="1026"/>
                      </a:lnTo>
                      <a:lnTo>
                        <a:pt x="1086" y="1026"/>
                      </a:lnTo>
                      <a:lnTo>
                        <a:pt x="1074" y="1020"/>
                      </a:lnTo>
                      <a:lnTo>
                        <a:pt x="1056" y="1014"/>
                      </a:lnTo>
                      <a:lnTo>
                        <a:pt x="1044" y="1014"/>
                      </a:lnTo>
                      <a:lnTo>
                        <a:pt x="1032" y="1008"/>
                      </a:lnTo>
                      <a:lnTo>
                        <a:pt x="966" y="1008"/>
                      </a:lnTo>
                      <a:lnTo>
                        <a:pt x="960" y="996"/>
                      </a:lnTo>
                      <a:lnTo>
                        <a:pt x="948" y="990"/>
                      </a:lnTo>
                      <a:lnTo>
                        <a:pt x="942" y="978"/>
                      </a:lnTo>
                      <a:lnTo>
                        <a:pt x="918" y="954"/>
                      </a:lnTo>
                      <a:lnTo>
                        <a:pt x="900" y="954"/>
                      </a:lnTo>
                      <a:lnTo>
                        <a:pt x="888" y="960"/>
                      </a:lnTo>
                      <a:lnTo>
                        <a:pt x="876" y="954"/>
                      </a:lnTo>
                      <a:lnTo>
                        <a:pt x="870" y="948"/>
                      </a:lnTo>
                      <a:lnTo>
                        <a:pt x="858" y="942"/>
                      </a:lnTo>
                      <a:lnTo>
                        <a:pt x="846" y="942"/>
                      </a:lnTo>
                      <a:lnTo>
                        <a:pt x="840" y="936"/>
                      </a:lnTo>
                      <a:lnTo>
                        <a:pt x="822" y="936"/>
                      </a:lnTo>
                      <a:lnTo>
                        <a:pt x="810" y="930"/>
                      </a:lnTo>
                      <a:lnTo>
                        <a:pt x="792" y="930"/>
                      </a:lnTo>
                      <a:lnTo>
                        <a:pt x="786" y="924"/>
                      </a:lnTo>
                      <a:lnTo>
                        <a:pt x="762" y="924"/>
                      </a:lnTo>
                      <a:lnTo>
                        <a:pt x="750" y="930"/>
                      </a:lnTo>
                      <a:lnTo>
                        <a:pt x="738" y="954"/>
                      </a:lnTo>
                      <a:lnTo>
                        <a:pt x="738" y="966"/>
                      </a:lnTo>
                      <a:lnTo>
                        <a:pt x="732" y="978"/>
                      </a:lnTo>
                      <a:lnTo>
                        <a:pt x="720" y="990"/>
                      </a:lnTo>
                      <a:lnTo>
                        <a:pt x="714" y="990"/>
                      </a:lnTo>
                      <a:lnTo>
                        <a:pt x="702" y="1002"/>
                      </a:lnTo>
                      <a:lnTo>
                        <a:pt x="702" y="1014"/>
                      </a:lnTo>
                      <a:lnTo>
                        <a:pt x="738" y="1008"/>
                      </a:lnTo>
                      <a:lnTo>
                        <a:pt x="786" y="1008"/>
                      </a:lnTo>
                      <a:lnTo>
                        <a:pt x="780" y="1014"/>
                      </a:lnTo>
                      <a:lnTo>
                        <a:pt x="768" y="1020"/>
                      </a:lnTo>
                      <a:lnTo>
                        <a:pt x="762" y="1032"/>
                      </a:lnTo>
                      <a:lnTo>
                        <a:pt x="762" y="1044"/>
                      </a:lnTo>
                      <a:lnTo>
                        <a:pt x="774" y="1050"/>
                      </a:lnTo>
                      <a:lnTo>
                        <a:pt x="780" y="1050"/>
                      </a:lnTo>
                      <a:lnTo>
                        <a:pt x="798" y="1044"/>
                      </a:lnTo>
                      <a:lnTo>
                        <a:pt x="810" y="1044"/>
                      </a:lnTo>
                      <a:lnTo>
                        <a:pt x="816" y="1038"/>
                      </a:lnTo>
                      <a:lnTo>
                        <a:pt x="828" y="1032"/>
                      </a:lnTo>
                      <a:lnTo>
                        <a:pt x="840" y="1038"/>
                      </a:lnTo>
                      <a:lnTo>
                        <a:pt x="870" y="1056"/>
                      </a:lnTo>
                      <a:lnTo>
                        <a:pt x="900" y="1068"/>
                      </a:lnTo>
                      <a:lnTo>
                        <a:pt x="924" y="1080"/>
                      </a:lnTo>
                      <a:lnTo>
                        <a:pt x="960" y="1086"/>
                      </a:lnTo>
                      <a:lnTo>
                        <a:pt x="1014" y="1092"/>
                      </a:lnTo>
                      <a:lnTo>
                        <a:pt x="1062" y="1092"/>
                      </a:lnTo>
                      <a:lnTo>
                        <a:pt x="1080" y="1110"/>
                      </a:lnTo>
                      <a:lnTo>
                        <a:pt x="1086" y="1122"/>
                      </a:lnTo>
                      <a:lnTo>
                        <a:pt x="1098" y="1128"/>
                      </a:lnTo>
                      <a:lnTo>
                        <a:pt x="1110" y="1140"/>
                      </a:lnTo>
                      <a:lnTo>
                        <a:pt x="1128" y="1146"/>
                      </a:lnTo>
                      <a:lnTo>
                        <a:pt x="1152" y="1152"/>
                      </a:lnTo>
                      <a:lnTo>
                        <a:pt x="1170" y="1152"/>
                      </a:lnTo>
                      <a:lnTo>
                        <a:pt x="1182" y="1158"/>
                      </a:lnTo>
                      <a:lnTo>
                        <a:pt x="1248" y="1158"/>
                      </a:lnTo>
                      <a:lnTo>
                        <a:pt x="1260" y="1164"/>
                      </a:lnTo>
                      <a:lnTo>
                        <a:pt x="1278" y="1170"/>
                      </a:lnTo>
                      <a:lnTo>
                        <a:pt x="1290" y="1182"/>
                      </a:lnTo>
                      <a:lnTo>
                        <a:pt x="1302" y="1188"/>
                      </a:lnTo>
                      <a:lnTo>
                        <a:pt x="1320" y="1206"/>
                      </a:lnTo>
                      <a:lnTo>
                        <a:pt x="1338" y="1206"/>
                      </a:lnTo>
                      <a:lnTo>
                        <a:pt x="1350" y="1200"/>
                      </a:lnTo>
                      <a:lnTo>
                        <a:pt x="1356" y="1206"/>
                      </a:lnTo>
                      <a:lnTo>
                        <a:pt x="1374" y="1206"/>
                      </a:lnTo>
                      <a:lnTo>
                        <a:pt x="1374" y="1194"/>
                      </a:lnTo>
                      <a:lnTo>
                        <a:pt x="1368" y="1182"/>
                      </a:lnTo>
                      <a:lnTo>
                        <a:pt x="1362" y="1176"/>
                      </a:lnTo>
                      <a:lnTo>
                        <a:pt x="1356" y="1164"/>
                      </a:lnTo>
                      <a:lnTo>
                        <a:pt x="1374" y="1146"/>
                      </a:lnTo>
                      <a:lnTo>
                        <a:pt x="1374" y="1128"/>
                      </a:lnTo>
                      <a:close/>
                      <a:moveTo>
                        <a:pt x="1500" y="726"/>
                      </a:moveTo>
                      <a:lnTo>
                        <a:pt x="1542" y="684"/>
                      </a:lnTo>
                      <a:lnTo>
                        <a:pt x="1548" y="672"/>
                      </a:lnTo>
                      <a:lnTo>
                        <a:pt x="1554" y="654"/>
                      </a:lnTo>
                      <a:lnTo>
                        <a:pt x="1560" y="642"/>
                      </a:lnTo>
                      <a:lnTo>
                        <a:pt x="1566" y="624"/>
                      </a:lnTo>
                      <a:lnTo>
                        <a:pt x="1566" y="612"/>
                      </a:lnTo>
                      <a:lnTo>
                        <a:pt x="1572" y="606"/>
                      </a:lnTo>
                      <a:lnTo>
                        <a:pt x="1572" y="600"/>
                      </a:lnTo>
                      <a:lnTo>
                        <a:pt x="1566" y="600"/>
                      </a:lnTo>
                      <a:lnTo>
                        <a:pt x="1554" y="594"/>
                      </a:lnTo>
                      <a:lnTo>
                        <a:pt x="1542" y="582"/>
                      </a:lnTo>
                      <a:lnTo>
                        <a:pt x="1542" y="564"/>
                      </a:lnTo>
                      <a:lnTo>
                        <a:pt x="1554" y="516"/>
                      </a:lnTo>
                      <a:lnTo>
                        <a:pt x="1590" y="498"/>
                      </a:lnTo>
                      <a:lnTo>
                        <a:pt x="1626" y="498"/>
                      </a:lnTo>
                      <a:lnTo>
                        <a:pt x="1632" y="486"/>
                      </a:lnTo>
                      <a:lnTo>
                        <a:pt x="1638" y="480"/>
                      </a:lnTo>
                      <a:lnTo>
                        <a:pt x="1644" y="468"/>
                      </a:lnTo>
                      <a:lnTo>
                        <a:pt x="1644" y="444"/>
                      </a:lnTo>
                      <a:lnTo>
                        <a:pt x="1626" y="444"/>
                      </a:lnTo>
                      <a:lnTo>
                        <a:pt x="1620" y="450"/>
                      </a:lnTo>
                      <a:lnTo>
                        <a:pt x="1608" y="450"/>
                      </a:lnTo>
                      <a:lnTo>
                        <a:pt x="1608" y="438"/>
                      </a:lnTo>
                      <a:lnTo>
                        <a:pt x="1614" y="420"/>
                      </a:lnTo>
                      <a:lnTo>
                        <a:pt x="1626" y="408"/>
                      </a:lnTo>
                      <a:lnTo>
                        <a:pt x="1650" y="396"/>
                      </a:lnTo>
                      <a:lnTo>
                        <a:pt x="1662" y="396"/>
                      </a:lnTo>
                      <a:lnTo>
                        <a:pt x="1680" y="402"/>
                      </a:lnTo>
                      <a:lnTo>
                        <a:pt x="1704" y="402"/>
                      </a:lnTo>
                      <a:lnTo>
                        <a:pt x="1716" y="390"/>
                      </a:lnTo>
                      <a:lnTo>
                        <a:pt x="1716" y="384"/>
                      </a:lnTo>
                      <a:lnTo>
                        <a:pt x="1680" y="348"/>
                      </a:lnTo>
                      <a:lnTo>
                        <a:pt x="1680" y="312"/>
                      </a:lnTo>
                      <a:lnTo>
                        <a:pt x="1668" y="312"/>
                      </a:lnTo>
                      <a:lnTo>
                        <a:pt x="1650" y="294"/>
                      </a:lnTo>
                      <a:lnTo>
                        <a:pt x="1650" y="282"/>
                      </a:lnTo>
                      <a:lnTo>
                        <a:pt x="1662" y="270"/>
                      </a:lnTo>
                      <a:lnTo>
                        <a:pt x="1668" y="258"/>
                      </a:lnTo>
                      <a:lnTo>
                        <a:pt x="1668" y="246"/>
                      </a:lnTo>
                      <a:lnTo>
                        <a:pt x="1662" y="240"/>
                      </a:lnTo>
                      <a:lnTo>
                        <a:pt x="1638" y="228"/>
                      </a:lnTo>
                      <a:lnTo>
                        <a:pt x="1614" y="228"/>
                      </a:lnTo>
                      <a:lnTo>
                        <a:pt x="1632" y="198"/>
                      </a:lnTo>
                      <a:lnTo>
                        <a:pt x="1614" y="192"/>
                      </a:lnTo>
                      <a:lnTo>
                        <a:pt x="1620" y="162"/>
                      </a:lnTo>
                      <a:lnTo>
                        <a:pt x="1608" y="144"/>
                      </a:lnTo>
                      <a:lnTo>
                        <a:pt x="1602" y="138"/>
                      </a:lnTo>
                      <a:lnTo>
                        <a:pt x="1590" y="132"/>
                      </a:lnTo>
                      <a:lnTo>
                        <a:pt x="1566" y="108"/>
                      </a:lnTo>
                      <a:lnTo>
                        <a:pt x="1470" y="108"/>
                      </a:lnTo>
                      <a:lnTo>
                        <a:pt x="1464" y="114"/>
                      </a:lnTo>
                      <a:lnTo>
                        <a:pt x="1458" y="126"/>
                      </a:lnTo>
                      <a:lnTo>
                        <a:pt x="1458" y="180"/>
                      </a:lnTo>
                      <a:lnTo>
                        <a:pt x="1452" y="198"/>
                      </a:lnTo>
                      <a:lnTo>
                        <a:pt x="1452" y="204"/>
                      </a:lnTo>
                      <a:lnTo>
                        <a:pt x="1446" y="216"/>
                      </a:lnTo>
                      <a:lnTo>
                        <a:pt x="1428" y="216"/>
                      </a:lnTo>
                      <a:lnTo>
                        <a:pt x="1422" y="222"/>
                      </a:lnTo>
                      <a:lnTo>
                        <a:pt x="1422" y="246"/>
                      </a:lnTo>
                      <a:lnTo>
                        <a:pt x="1428" y="252"/>
                      </a:lnTo>
                      <a:lnTo>
                        <a:pt x="1434" y="264"/>
                      </a:lnTo>
                      <a:lnTo>
                        <a:pt x="1398" y="294"/>
                      </a:lnTo>
                      <a:lnTo>
                        <a:pt x="1404" y="306"/>
                      </a:lnTo>
                      <a:lnTo>
                        <a:pt x="1374" y="342"/>
                      </a:lnTo>
                      <a:lnTo>
                        <a:pt x="1350" y="342"/>
                      </a:lnTo>
                      <a:lnTo>
                        <a:pt x="1344" y="348"/>
                      </a:lnTo>
                      <a:lnTo>
                        <a:pt x="1332" y="354"/>
                      </a:lnTo>
                      <a:lnTo>
                        <a:pt x="1320" y="366"/>
                      </a:lnTo>
                      <a:lnTo>
                        <a:pt x="1314" y="366"/>
                      </a:lnTo>
                      <a:lnTo>
                        <a:pt x="1308" y="360"/>
                      </a:lnTo>
                      <a:lnTo>
                        <a:pt x="1284" y="348"/>
                      </a:lnTo>
                      <a:lnTo>
                        <a:pt x="1272" y="336"/>
                      </a:lnTo>
                      <a:lnTo>
                        <a:pt x="1230" y="336"/>
                      </a:lnTo>
                      <a:lnTo>
                        <a:pt x="1224" y="348"/>
                      </a:lnTo>
                      <a:lnTo>
                        <a:pt x="1194" y="378"/>
                      </a:lnTo>
                      <a:lnTo>
                        <a:pt x="1170" y="378"/>
                      </a:lnTo>
                      <a:lnTo>
                        <a:pt x="1152" y="372"/>
                      </a:lnTo>
                      <a:lnTo>
                        <a:pt x="1128" y="372"/>
                      </a:lnTo>
                      <a:lnTo>
                        <a:pt x="1110" y="390"/>
                      </a:lnTo>
                      <a:lnTo>
                        <a:pt x="1104" y="390"/>
                      </a:lnTo>
                      <a:lnTo>
                        <a:pt x="1080" y="378"/>
                      </a:lnTo>
                      <a:lnTo>
                        <a:pt x="1074" y="372"/>
                      </a:lnTo>
                      <a:lnTo>
                        <a:pt x="1062" y="366"/>
                      </a:lnTo>
                      <a:lnTo>
                        <a:pt x="1050" y="354"/>
                      </a:lnTo>
                      <a:lnTo>
                        <a:pt x="1050" y="342"/>
                      </a:lnTo>
                      <a:lnTo>
                        <a:pt x="1044" y="336"/>
                      </a:lnTo>
                      <a:lnTo>
                        <a:pt x="1032" y="330"/>
                      </a:lnTo>
                      <a:lnTo>
                        <a:pt x="1008" y="330"/>
                      </a:lnTo>
                      <a:lnTo>
                        <a:pt x="996" y="336"/>
                      </a:lnTo>
                      <a:lnTo>
                        <a:pt x="990" y="348"/>
                      </a:lnTo>
                      <a:lnTo>
                        <a:pt x="978" y="366"/>
                      </a:lnTo>
                      <a:lnTo>
                        <a:pt x="972" y="384"/>
                      </a:lnTo>
                      <a:lnTo>
                        <a:pt x="972" y="402"/>
                      </a:lnTo>
                      <a:lnTo>
                        <a:pt x="966" y="408"/>
                      </a:lnTo>
                      <a:lnTo>
                        <a:pt x="966" y="414"/>
                      </a:lnTo>
                      <a:lnTo>
                        <a:pt x="990" y="444"/>
                      </a:lnTo>
                      <a:lnTo>
                        <a:pt x="1002" y="498"/>
                      </a:lnTo>
                      <a:lnTo>
                        <a:pt x="1050" y="528"/>
                      </a:lnTo>
                      <a:lnTo>
                        <a:pt x="1038" y="564"/>
                      </a:lnTo>
                      <a:lnTo>
                        <a:pt x="1068" y="582"/>
                      </a:lnTo>
                      <a:lnTo>
                        <a:pt x="1050" y="606"/>
                      </a:lnTo>
                      <a:lnTo>
                        <a:pt x="1068" y="636"/>
                      </a:lnTo>
                      <a:lnTo>
                        <a:pt x="1056" y="648"/>
                      </a:lnTo>
                      <a:lnTo>
                        <a:pt x="1068" y="702"/>
                      </a:lnTo>
                      <a:lnTo>
                        <a:pt x="1110" y="696"/>
                      </a:lnTo>
                      <a:lnTo>
                        <a:pt x="1140" y="708"/>
                      </a:lnTo>
                      <a:lnTo>
                        <a:pt x="1146" y="696"/>
                      </a:lnTo>
                      <a:lnTo>
                        <a:pt x="1170" y="672"/>
                      </a:lnTo>
                      <a:lnTo>
                        <a:pt x="1182" y="672"/>
                      </a:lnTo>
                      <a:lnTo>
                        <a:pt x="1182" y="690"/>
                      </a:lnTo>
                      <a:lnTo>
                        <a:pt x="1188" y="702"/>
                      </a:lnTo>
                      <a:lnTo>
                        <a:pt x="1188" y="726"/>
                      </a:lnTo>
                      <a:lnTo>
                        <a:pt x="1194" y="738"/>
                      </a:lnTo>
                      <a:lnTo>
                        <a:pt x="1212" y="738"/>
                      </a:lnTo>
                      <a:lnTo>
                        <a:pt x="1218" y="726"/>
                      </a:lnTo>
                      <a:lnTo>
                        <a:pt x="1218" y="720"/>
                      </a:lnTo>
                      <a:lnTo>
                        <a:pt x="1224" y="714"/>
                      </a:lnTo>
                      <a:lnTo>
                        <a:pt x="1224" y="708"/>
                      </a:lnTo>
                      <a:lnTo>
                        <a:pt x="1254" y="726"/>
                      </a:lnTo>
                      <a:lnTo>
                        <a:pt x="1266" y="720"/>
                      </a:lnTo>
                      <a:lnTo>
                        <a:pt x="1272" y="708"/>
                      </a:lnTo>
                      <a:lnTo>
                        <a:pt x="1284" y="702"/>
                      </a:lnTo>
                      <a:lnTo>
                        <a:pt x="1296" y="702"/>
                      </a:lnTo>
                      <a:lnTo>
                        <a:pt x="1296" y="714"/>
                      </a:lnTo>
                      <a:lnTo>
                        <a:pt x="1302" y="720"/>
                      </a:lnTo>
                      <a:lnTo>
                        <a:pt x="1302" y="738"/>
                      </a:lnTo>
                      <a:lnTo>
                        <a:pt x="1308" y="744"/>
                      </a:lnTo>
                      <a:lnTo>
                        <a:pt x="1332" y="744"/>
                      </a:lnTo>
                      <a:lnTo>
                        <a:pt x="1350" y="738"/>
                      </a:lnTo>
                      <a:lnTo>
                        <a:pt x="1362" y="732"/>
                      </a:lnTo>
                      <a:lnTo>
                        <a:pt x="1392" y="732"/>
                      </a:lnTo>
                      <a:lnTo>
                        <a:pt x="1404" y="744"/>
                      </a:lnTo>
                      <a:lnTo>
                        <a:pt x="1404" y="786"/>
                      </a:lnTo>
                      <a:lnTo>
                        <a:pt x="1398" y="798"/>
                      </a:lnTo>
                      <a:lnTo>
                        <a:pt x="1398" y="810"/>
                      </a:lnTo>
                      <a:lnTo>
                        <a:pt x="1404" y="810"/>
                      </a:lnTo>
                      <a:lnTo>
                        <a:pt x="1410" y="804"/>
                      </a:lnTo>
                      <a:lnTo>
                        <a:pt x="1422" y="798"/>
                      </a:lnTo>
                      <a:lnTo>
                        <a:pt x="1440" y="792"/>
                      </a:lnTo>
                      <a:lnTo>
                        <a:pt x="1452" y="786"/>
                      </a:lnTo>
                      <a:lnTo>
                        <a:pt x="1476" y="762"/>
                      </a:lnTo>
                      <a:lnTo>
                        <a:pt x="1482" y="750"/>
                      </a:lnTo>
                      <a:lnTo>
                        <a:pt x="1500" y="732"/>
                      </a:lnTo>
                      <a:lnTo>
                        <a:pt x="1500" y="726"/>
                      </a:lnTo>
                      <a:close/>
                      <a:moveTo>
                        <a:pt x="1476" y="1116"/>
                      </a:moveTo>
                      <a:lnTo>
                        <a:pt x="1470" y="1116"/>
                      </a:lnTo>
                      <a:lnTo>
                        <a:pt x="1458" y="1122"/>
                      </a:lnTo>
                      <a:lnTo>
                        <a:pt x="1452" y="1128"/>
                      </a:lnTo>
                      <a:lnTo>
                        <a:pt x="1458" y="1134"/>
                      </a:lnTo>
                      <a:lnTo>
                        <a:pt x="1470" y="1140"/>
                      </a:lnTo>
                      <a:lnTo>
                        <a:pt x="1476" y="1140"/>
                      </a:lnTo>
                      <a:lnTo>
                        <a:pt x="1488" y="1146"/>
                      </a:lnTo>
                      <a:lnTo>
                        <a:pt x="1500" y="1134"/>
                      </a:lnTo>
                      <a:lnTo>
                        <a:pt x="1500" y="1128"/>
                      </a:lnTo>
                      <a:lnTo>
                        <a:pt x="1488" y="1116"/>
                      </a:lnTo>
                      <a:lnTo>
                        <a:pt x="1476" y="1116"/>
                      </a:lnTo>
                      <a:close/>
                      <a:moveTo>
                        <a:pt x="1716" y="1230"/>
                      </a:moveTo>
                      <a:lnTo>
                        <a:pt x="1680" y="1218"/>
                      </a:lnTo>
                      <a:lnTo>
                        <a:pt x="1674" y="1224"/>
                      </a:lnTo>
                      <a:lnTo>
                        <a:pt x="1674" y="1230"/>
                      </a:lnTo>
                      <a:lnTo>
                        <a:pt x="1686" y="1254"/>
                      </a:lnTo>
                      <a:lnTo>
                        <a:pt x="1692" y="1260"/>
                      </a:lnTo>
                      <a:lnTo>
                        <a:pt x="1704" y="1266"/>
                      </a:lnTo>
                      <a:lnTo>
                        <a:pt x="1716" y="1266"/>
                      </a:lnTo>
                      <a:lnTo>
                        <a:pt x="1722" y="1260"/>
                      </a:lnTo>
                      <a:lnTo>
                        <a:pt x="1740" y="1260"/>
                      </a:lnTo>
                      <a:lnTo>
                        <a:pt x="1746" y="1266"/>
                      </a:lnTo>
                      <a:lnTo>
                        <a:pt x="1746" y="1278"/>
                      </a:lnTo>
                      <a:lnTo>
                        <a:pt x="1752" y="1290"/>
                      </a:lnTo>
                      <a:lnTo>
                        <a:pt x="1764" y="1296"/>
                      </a:lnTo>
                      <a:lnTo>
                        <a:pt x="1788" y="1296"/>
                      </a:lnTo>
                      <a:lnTo>
                        <a:pt x="1794" y="1290"/>
                      </a:lnTo>
                      <a:lnTo>
                        <a:pt x="1800" y="1290"/>
                      </a:lnTo>
                      <a:lnTo>
                        <a:pt x="1800" y="1284"/>
                      </a:lnTo>
                      <a:lnTo>
                        <a:pt x="1794" y="1272"/>
                      </a:lnTo>
                      <a:lnTo>
                        <a:pt x="1782" y="1260"/>
                      </a:lnTo>
                      <a:lnTo>
                        <a:pt x="1770" y="1236"/>
                      </a:lnTo>
                      <a:lnTo>
                        <a:pt x="1746" y="1224"/>
                      </a:lnTo>
                      <a:lnTo>
                        <a:pt x="1728" y="1224"/>
                      </a:lnTo>
                      <a:lnTo>
                        <a:pt x="1716" y="1230"/>
                      </a:lnTo>
                      <a:close/>
                      <a:moveTo>
                        <a:pt x="1962" y="1122"/>
                      </a:moveTo>
                      <a:lnTo>
                        <a:pt x="1932" y="1146"/>
                      </a:lnTo>
                      <a:lnTo>
                        <a:pt x="1920" y="1134"/>
                      </a:lnTo>
                      <a:lnTo>
                        <a:pt x="1890" y="1134"/>
                      </a:lnTo>
                      <a:lnTo>
                        <a:pt x="1884" y="1140"/>
                      </a:lnTo>
                      <a:lnTo>
                        <a:pt x="1872" y="1146"/>
                      </a:lnTo>
                      <a:lnTo>
                        <a:pt x="1866" y="1152"/>
                      </a:lnTo>
                      <a:lnTo>
                        <a:pt x="1860" y="1140"/>
                      </a:lnTo>
                      <a:lnTo>
                        <a:pt x="1836" y="1116"/>
                      </a:lnTo>
                      <a:lnTo>
                        <a:pt x="1824" y="1116"/>
                      </a:lnTo>
                      <a:lnTo>
                        <a:pt x="1800" y="1128"/>
                      </a:lnTo>
                      <a:lnTo>
                        <a:pt x="1764" y="1164"/>
                      </a:lnTo>
                      <a:lnTo>
                        <a:pt x="1728" y="1158"/>
                      </a:lnTo>
                      <a:lnTo>
                        <a:pt x="1716" y="1176"/>
                      </a:lnTo>
                      <a:lnTo>
                        <a:pt x="1746" y="1176"/>
                      </a:lnTo>
                      <a:lnTo>
                        <a:pt x="1752" y="1182"/>
                      </a:lnTo>
                      <a:lnTo>
                        <a:pt x="1764" y="1182"/>
                      </a:lnTo>
                      <a:lnTo>
                        <a:pt x="1776" y="1188"/>
                      </a:lnTo>
                      <a:lnTo>
                        <a:pt x="1788" y="1188"/>
                      </a:lnTo>
                      <a:lnTo>
                        <a:pt x="1794" y="1182"/>
                      </a:lnTo>
                      <a:lnTo>
                        <a:pt x="1806" y="1176"/>
                      </a:lnTo>
                      <a:lnTo>
                        <a:pt x="1812" y="1170"/>
                      </a:lnTo>
                      <a:lnTo>
                        <a:pt x="1908" y="1164"/>
                      </a:lnTo>
                      <a:lnTo>
                        <a:pt x="1956" y="1158"/>
                      </a:lnTo>
                      <a:lnTo>
                        <a:pt x="1992" y="1128"/>
                      </a:lnTo>
                      <a:lnTo>
                        <a:pt x="1992" y="1110"/>
                      </a:lnTo>
                      <a:lnTo>
                        <a:pt x="1962" y="1122"/>
                      </a:lnTo>
                      <a:close/>
                      <a:moveTo>
                        <a:pt x="1578" y="1158"/>
                      </a:moveTo>
                      <a:lnTo>
                        <a:pt x="1566" y="1152"/>
                      </a:lnTo>
                      <a:lnTo>
                        <a:pt x="1560" y="1146"/>
                      </a:lnTo>
                      <a:lnTo>
                        <a:pt x="1548" y="1140"/>
                      </a:lnTo>
                      <a:lnTo>
                        <a:pt x="1536" y="1140"/>
                      </a:lnTo>
                      <a:lnTo>
                        <a:pt x="1512" y="1164"/>
                      </a:lnTo>
                      <a:lnTo>
                        <a:pt x="1506" y="1176"/>
                      </a:lnTo>
                      <a:lnTo>
                        <a:pt x="1500" y="1182"/>
                      </a:lnTo>
                      <a:lnTo>
                        <a:pt x="1554" y="1188"/>
                      </a:lnTo>
                      <a:lnTo>
                        <a:pt x="1554" y="1212"/>
                      </a:lnTo>
                      <a:lnTo>
                        <a:pt x="1578" y="1206"/>
                      </a:lnTo>
                      <a:lnTo>
                        <a:pt x="1590" y="1188"/>
                      </a:lnTo>
                      <a:lnTo>
                        <a:pt x="1614" y="1206"/>
                      </a:lnTo>
                      <a:lnTo>
                        <a:pt x="1644" y="1170"/>
                      </a:lnTo>
                      <a:lnTo>
                        <a:pt x="1596" y="1152"/>
                      </a:lnTo>
                      <a:lnTo>
                        <a:pt x="1578" y="1158"/>
                      </a:lnTo>
                      <a:close/>
                    </a:path>
                  </a:pathLst>
                </a:custGeom>
                <a:solidFill>
                  <a:srgbClr val="572772"/>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76" name="India" descr="© INSCALE GmbH, 05.05.2010&#10;http://www.presentationload.com/">
                  <a:extLst>
                    <a:ext uri="{FF2B5EF4-FFF2-40B4-BE49-F238E27FC236}">
                      <a16:creationId xmlns:a16="http://schemas.microsoft.com/office/drawing/2014/main" id="{286ED2BA-2F83-452E-AF34-E4545A1EAD99}"/>
                    </a:ext>
                  </a:extLst>
                </p:cNvPr>
                <p:cNvSpPr>
                  <a:spLocks noEditPoints="1"/>
                </p:cNvSpPr>
                <p:nvPr/>
              </p:nvSpPr>
              <p:spPr bwMode="gray">
                <a:xfrm>
                  <a:off x="7762960" y="2567367"/>
                  <a:ext cx="883226" cy="1065174"/>
                </a:xfrm>
                <a:custGeom>
                  <a:avLst/>
                  <a:gdLst>
                    <a:gd name="T0" fmla="*/ 2147483647 w 1956"/>
                    <a:gd name="T1" fmla="*/ 2147483647 h 2358"/>
                    <a:gd name="T2" fmla="*/ 2147483647 w 1956"/>
                    <a:gd name="T3" fmla="*/ 2147483647 h 2358"/>
                    <a:gd name="T4" fmla="*/ 2147483647 w 1956"/>
                    <a:gd name="T5" fmla="*/ 2147483647 h 2358"/>
                    <a:gd name="T6" fmla="*/ 2147483647 w 1956"/>
                    <a:gd name="T7" fmla="*/ 2147483647 h 2358"/>
                    <a:gd name="T8" fmla="*/ 2147483647 w 1956"/>
                    <a:gd name="T9" fmla="*/ 2147483647 h 2358"/>
                    <a:gd name="T10" fmla="*/ 2147483647 w 1956"/>
                    <a:gd name="T11" fmla="*/ 2147483647 h 2358"/>
                    <a:gd name="T12" fmla="*/ 2147483647 w 1956"/>
                    <a:gd name="T13" fmla="*/ 2147483647 h 2358"/>
                    <a:gd name="T14" fmla="*/ 2147483647 w 1956"/>
                    <a:gd name="T15" fmla="*/ 2147483647 h 2358"/>
                    <a:gd name="T16" fmla="*/ 2147483647 w 1956"/>
                    <a:gd name="T17" fmla="*/ 2147483647 h 2358"/>
                    <a:gd name="T18" fmla="*/ 2147483647 w 1956"/>
                    <a:gd name="T19" fmla="*/ 2147483647 h 2358"/>
                    <a:gd name="T20" fmla="*/ 2147483647 w 1956"/>
                    <a:gd name="T21" fmla="*/ 2147483647 h 2358"/>
                    <a:gd name="T22" fmla="*/ 2147483647 w 1956"/>
                    <a:gd name="T23" fmla="*/ 2147483647 h 2358"/>
                    <a:gd name="T24" fmla="*/ 2147483647 w 1956"/>
                    <a:gd name="T25" fmla="*/ 2147483647 h 2358"/>
                    <a:gd name="T26" fmla="*/ 2147483647 w 1956"/>
                    <a:gd name="T27" fmla="*/ 2147483647 h 2358"/>
                    <a:gd name="T28" fmla="*/ 2147483647 w 1956"/>
                    <a:gd name="T29" fmla="*/ 2147483647 h 2358"/>
                    <a:gd name="T30" fmla="*/ 2147483647 w 1956"/>
                    <a:gd name="T31" fmla="*/ 2147483647 h 2358"/>
                    <a:gd name="T32" fmla="*/ 2147483647 w 1956"/>
                    <a:gd name="T33" fmla="*/ 2147483647 h 2358"/>
                    <a:gd name="T34" fmla="*/ 2147483647 w 1956"/>
                    <a:gd name="T35" fmla="*/ 2147483647 h 2358"/>
                    <a:gd name="T36" fmla="*/ 2147483647 w 1956"/>
                    <a:gd name="T37" fmla="*/ 2147483647 h 2358"/>
                    <a:gd name="T38" fmla="*/ 2147483647 w 1956"/>
                    <a:gd name="T39" fmla="*/ 2147483647 h 2358"/>
                    <a:gd name="T40" fmla="*/ 2147483647 w 1956"/>
                    <a:gd name="T41" fmla="*/ 2147483647 h 2358"/>
                    <a:gd name="T42" fmla="*/ 2147483647 w 1956"/>
                    <a:gd name="T43" fmla="*/ 2147483647 h 2358"/>
                    <a:gd name="T44" fmla="*/ 2147483647 w 1956"/>
                    <a:gd name="T45" fmla="*/ 2147483647 h 2358"/>
                    <a:gd name="T46" fmla="*/ 2147483647 w 1956"/>
                    <a:gd name="T47" fmla="*/ 2147483647 h 2358"/>
                    <a:gd name="T48" fmla="*/ 2147483647 w 1956"/>
                    <a:gd name="T49" fmla="*/ 2147483647 h 2358"/>
                    <a:gd name="T50" fmla="*/ 2147483647 w 1956"/>
                    <a:gd name="T51" fmla="*/ 2147483647 h 2358"/>
                    <a:gd name="T52" fmla="*/ 2147483647 w 1956"/>
                    <a:gd name="T53" fmla="*/ 2147483647 h 2358"/>
                    <a:gd name="T54" fmla="*/ 2147483647 w 1956"/>
                    <a:gd name="T55" fmla="*/ 2147483647 h 2358"/>
                    <a:gd name="T56" fmla="*/ 2147483647 w 1956"/>
                    <a:gd name="T57" fmla="*/ 2147483647 h 2358"/>
                    <a:gd name="T58" fmla="*/ 2147483647 w 1956"/>
                    <a:gd name="T59" fmla="*/ 2147483647 h 2358"/>
                    <a:gd name="T60" fmla="*/ 2147483647 w 1956"/>
                    <a:gd name="T61" fmla="*/ 2147483647 h 2358"/>
                    <a:gd name="T62" fmla="*/ 2147483647 w 1956"/>
                    <a:gd name="T63" fmla="*/ 2147483647 h 2358"/>
                    <a:gd name="T64" fmla="*/ 2147483647 w 1956"/>
                    <a:gd name="T65" fmla="*/ 2147483647 h 2358"/>
                    <a:gd name="T66" fmla="*/ 2147483647 w 1956"/>
                    <a:gd name="T67" fmla="*/ 2147483647 h 2358"/>
                    <a:gd name="T68" fmla="*/ 2147483647 w 1956"/>
                    <a:gd name="T69" fmla="*/ 2147483647 h 2358"/>
                    <a:gd name="T70" fmla="*/ 2147483647 w 1956"/>
                    <a:gd name="T71" fmla="*/ 2147483647 h 2358"/>
                    <a:gd name="T72" fmla="*/ 2147483647 w 1956"/>
                    <a:gd name="T73" fmla="*/ 2147483647 h 2358"/>
                    <a:gd name="T74" fmla="*/ 2147483647 w 1956"/>
                    <a:gd name="T75" fmla="*/ 2147483647 h 2358"/>
                    <a:gd name="T76" fmla="*/ 2147483647 w 1956"/>
                    <a:gd name="T77" fmla="*/ 2147483647 h 2358"/>
                    <a:gd name="T78" fmla="*/ 2147483647 w 1956"/>
                    <a:gd name="T79" fmla="*/ 2147483647 h 2358"/>
                    <a:gd name="T80" fmla="*/ 2147483647 w 1956"/>
                    <a:gd name="T81" fmla="*/ 2147483647 h 2358"/>
                    <a:gd name="T82" fmla="*/ 2147483647 w 1956"/>
                    <a:gd name="T83" fmla="*/ 2147483647 h 2358"/>
                    <a:gd name="T84" fmla="*/ 2147483647 w 1956"/>
                    <a:gd name="T85" fmla="*/ 2147483647 h 2358"/>
                    <a:gd name="T86" fmla="*/ 2147483647 w 1956"/>
                    <a:gd name="T87" fmla="*/ 2147483647 h 2358"/>
                    <a:gd name="T88" fmla="*/ 2147483647 w 1956"/>
                    <a:gd name="T89" fmla="*/ 2147483647 h 2358"/>
                    <a:gd name="T90" fmla="*/ 2147483647 w 1956"/>
                    <a:gd name="T91" fmla="*/ 2147483647 h 2358"/>
                    <a:gd name="T92" fmla="*/ 2147483647 w 1956"/>
                    <a:gd name="T93" fmla="*/ 2147483647 h 2358"/>
                    <a:gd name="T94" fmla="*/ 2147483647 w 1956"/>
                    <a:gd name="T95" fmla="*/ 2147483647 h 2358"/>
                    <a:gd name="T96" fmla="*/ 2147483647 w 1956"/>
                    <a:gd name="T97" fmla="*/ 2147483647 h 2358"/>
                    <a:gd name="T98" fmla="*/ 2147483647 w 1956"/>
                    <a:gd name="T99" fmla="*/ 2147483647 h 2358"/>
                    <a:gd name="T100" fmla="*/ 2147483647 w 1956"/>
                    <a:gd name="T101" fmla="*/ 2147483647 h 2358"/>
                    <a:gd name="T102" fmla="*/ 2147483647 w 1956"/>
                    <a:gd name="T103" fmla="*/ 2147483647 h 2358"/>
                    <a:gd name="T104" fmla="*/ 2147483647 w 1956"/>
                    <a:gd name="T105" fmla="*/ 2147483647 h 2358"/>
                    <a:gd name="T106" fmla="*/ 2147483647 w 1956"/>
                    <a:gd name="T107" fmla="*/ 2147483647 h 2358"/>
                    <a:gd name="T108" fmla="*/ 2147483647 w 1956"/>
                    <a:gd name="T109" fmla="*/ 2147483647 h 2358"/>
                    <a:gd name="T110" fmla="*/ 2147483647 w 1956"/>
                    <a:gd name="T111" fmla="*/ 2147483647 h 2358"/>
                    <a:gd name="T112" fmla="*/ 2147483647 w 1956"/>
                    <a:gd name="T113" fmla="*/ 2147483647 h 2358"/>
                    <a:gd name="T114" fmla="*/ 2147483647 w 1956"/>
                    <a:gd name="T115" fmla="*/ 2147483647 h 2358"/>
                    <a:gd name="T116" fmla="*/ 2147483647 w 1956"/>
                    <a:gd name="T117" fmla="*/ 2147483647 h 2358"/>
                    <a:gd name="T118" fmla="*/ 2147483647 w 1956"/>
                    <a:gd name="T119" fmla="*/ 2147483647 h 2358"/>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1956"/>
                    <a:gd name="T181" fmla="*/ 0 h 2358"/>
                    <a:gd name="T182" fmla="*/ 1956 w 1956"/>
                    <a:gd name="T183" fmla="*/ 2358 h 2358"/>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1956" h="2358">
                      <a:moveTo>
                        <a:pt x="1806" y="1788"/>
                      </a:moveTo>
                      <a:lnTo>
                        <a:pt x="1794" y="1800"/>
                      </a:lnTo>
                      <a:lnTo>
                        <a:pt x="1782" y="1824"/>
                      </a:lnTo>
                      <a:lnTo>
                        <a:pt x="1782" y="1884"/>
                      </a:lnTo>
                      <a:lnTo>
                        <a:pt x="1788" y="1980"/>
                      </a:lnTo>
                      <a:lnTo>
                        <a:pt x="1800" y="1950"/>
                      </a:lnTo>
                      <a:lnTo>
                        <a:pt x="1800" y="1848"/>
                      </a:lnTo>
                      <a:lnTo>
                        <a:pt x="1806" y="1836"/>
                      </a:lnTo>
                      <a:lnTo>
                        <a:pt x="1806" y="1830"/>
                      </a:lnTo>
                      <a:lnTo>
                        <a:pt x="1812" y="1818"/>
                      </a:lnTo>
                      <a:lnTo>
                        <a:pt x="1812" y="1806"/>
                      </a:lnTo>
                      <a:lnTo>
                        <a:pt x="1818" y="1800"/>
                      </a:lnTo>
                      <a:lnTo>
                        <a:pt x="1812" y="1788"/>
                      </a:lnTo>
                      <a:lnTo>
                        <a:pt x="1806" y="1788"/>
                      </a:lnTo>
                      <a:close/>
                      <a:moveTo>
                        <a:pt x="1794" y="2028"/>
                      </a:moveTo>
                      <a:lnTo>
                        <a:pt x="1788" y="2028"/>
                      </a:lnTo>
                      <a:lnTo>
                        <a:pt x="1782" y="2040"/>
                      </a:lnTo>
                      <a:lnTo>
                        <a:pt x="1782" y="2046"/>
                      </a:lnTo>
                      <a:lnTo>
                        <a:pt x="1788" y="2058"/>
                      </a:lnTo>
                      <a:lnTo>
                        <a:pt x="1788" y="2064"/>
                      </a:lnTo>
                      <a:lnTo>
                        <a:pt x="1794" y="2076"/>
                      </a:lnTo>
                      <a:lnTo>
                        <a:pt x="1800" y="2064"/>
                      </a:lnTo>
                      <a:lnTo>
                        <a:pt x="1800" y="2028"/>
                      </a:lnTo>
                      <a:lnTo>
                        <a:pt x="1794" y="2028"/>
                      </a:lnTo>
                      <a:close/>
                      <a:moveTo>
                        <a:pt x="1890" y="2310"/>
                      </a:moveTo>
                      <a:lnTo>
                        <a:pt x="1884" y="2316"/>
                      </a:lnTo>
                      <a:lnTo>
                        <a:pt x="1884" y="2334"/>
                      </a:lnTo>
                      <a:lnTo>
                        <a:pt x="1890" y="2346"/>
                      </a:lnTo>
                      <a:lnTo>
                        <a:pt x="1896" y="2352"/>
                      </a:lnTo>
                      <a:lnTo>
                        <a:pt x="1908" y="2358"/>
                      </a:lnTo>
                      <a:lnTo>
                        <a:pt x="1908" y="2346"/>
                      </a:lnTo>
                      <a:lnTo>
                        <a:pt x="1902" y="2334"/>
                      </a:lnTo>
                      <a:lnTo>
                        <a:pt x="1902" y="2322"/>
                      </a:lnTo>
                      <a:lnTo>
                        <a:pt x="1896" y="2310"/>
                      </a:lnTo>
                      <a:lnTo>
                        <a:pt x="1890" y="2310"/>
                      </a:lnTo>
                      <a:close/>
                      <a:moveTo>
                        <a:pt x="1920" y="672"/>
                      </a:moveTo>
                      <a:lnTo>
                        <a:pt x="1932" y="660"/>
                      </a:lnTo>
                      <a:lnTo>
                        <a:pt x="1944" y="654"/>
                      </a:lnTo>
                      <a:lnTo>
                        <a:pt x="1950" y="648"/>
                      </a:lnTo>
                      <a:lnTo>
                        <a:pt x="1956" y="648"/>
                      </a:lnTo>
                      <a:lnTo>
                        <a:pt x="1956" y="618"/>
                      </a:lnTo>
                      <a:lnTo>
                        <a:pt x="1950" y="618"/>
                      </a:lnTo>
                      <a:lnTo>
                        <a:pt x="1944" y="612"/>
                      </a:lnTo>
                      <a:lnTo>
                        <a:pt x="1878" y="612"/>
                      </a:lnTo>
                      <a:lnTo>
                        <a:pt x="1878" y="606"/>
                      </a:lnTo>
                      <a:lnTo>
                        <a:pt x="1890" y="594"/>
                      </a:lnTo>
                      <a:lnTo>
                        <a:pt x="1896" y="594"/>
                      </a:lnTo>
                      <a:lnTo>
                        <a:pt x="1878" y="564"/>
                      </a:lnTo>
                      <a:lnTo>
                        <a:pt x="1848" y="564"/>
                      </a:lnTo>
                      <a:lnTo>
                        <a:pt x="1842" y="558"/>
                      </a:lnTo>
                      <a:lnTo>
                        <a:pt x="1848" y="558"/>
                      </a:lnTo>
                      <a:lnTo>
                        <a:pt x="1860" y="546"/>
                      </a:lnTo>
                      <a:lnTo>
                        <a:pt x="1854" y="540"/>
                      </a:lnTo>
                      <a:lnTo>
                        <a:pt x="1818" y="522"/>
                      </a:lnTo>
                      <a:lnTo>
                        <a:pt x="1806" y="534"/>
                      </a:lnTo>
                      <a:lnTo>
                        <a:pt x="1806" y="558"/>
                      </a:lnTo>
                      <a:lnTo>
                        <a:pt x="1788" y="558"/>
                      </a:lnTo>
                      <a:lnTo>
                        <a:pt x="1770" y="546"/>
                      </a:lnTo>
                      <a:lnTo>
                        <a:pt x="1758" y="540"/>
                      </a:lnTo>
                      <a:lnTo>
                        <a:pt x="1740" y="540"/>
                      </a:lnTo>
                      <a:lnTo>
                        <a:pt x="1728" y="552"/>
                      </a:lnTo>
                      <a:lnTo>
                        <a:pt x="1716" y="558"/>
                      </a:lnTo>
                      <a:lnTo>
                        <a:pt x="1692" y="582"/>
                      </a:lnTo>
                      <a:lnTo>
                        <a:pt x="1656" y="582"/>
                      </a:lnTo>
                      <a:lnTo>
                        <a:pt x="1656" y="588"/>
                      </a:lnTo>
                      <a:lnTo>
                        <a:pt x="1662" y="594"/>
                      </a:lnTo>
                      <a:lnTo>
                        <a:pt x="1662" y="618"/>
                      </a:lnTo>
                      <a:lnTo>
                        <a:pt x="1656" y="624"/>
                      </a:lnTo>
                      <a:lnTo>
                        <a:pt x="1626" y="624"/>
                      </a:lnTo>
                      <a:lnTo>
                        <a:pt x="1632" y="636"/>
                      </a:lnTo>
                      <a:lnTo>
                        <a:pt x="1632" y="654"/>
                      </a:lnTo>
                      <a:lnTo>
                        <a:pt x="1620" y="666"/>
                      </a:lnTo>
                      <a:lnTo>
                        <a:pt x="1566" y="666"/>
                      </a:lnTo>
                      <a:lnTo>
                        <a:pt x="1566" y="684"/>
                      </a:lnTo>
                      <a:lnTo>
                        <a:pt x="1572" y="690"/>
                      </a:lnTo>
                      <a:lnTo>
                        <a:pt x="1596" y="690"/>
                      </a:lnTo>
                      <a:lnTo>
                        <a:pt x="1596" y="714"/>
                      </a:lnTo>
                      <a:lnTo>
                        <a:pt x="1608" y="726"/>
                      </a:lnTo>
                      <a:lnTo>
                        <a:pt x="1608" y="732"/>
                      </a:lnTo>
                      <a:lnTo>
                        <a:pt x="1584" y="744"/>
                      </a:lnTo>
                      <a:lnTo>
                        <a:pt x="1572" y="744"/>
                      </a:lnTo>
                      <a:lnTo>
                        <a:pt x="1566" y="738"/>
                      </a:lnTo>
                      <a:lnTo>
                        <a:pt x="1554" y="738"/>
                      </a:lnTo>
                      <a:lnTo>
                        <a:pt x="1542" y="744"/>
                      </a:lnTo>
                      <a:lnTo>
                        <a:pt x="1512" y="744"/>
                      </a:lnTo>
                      <a:lnTo>
                        <a:pt x="1500" y="738"/>
                      </a:lnTo>
                      <a:lnTo>
                        <a:pt x="1482" y="738"/>
                      </a:lnTo>
                      <a:lnTo>
                        <a:pt x="1476" y="744"/>
                      </a:lnTo>
                      <a:lnTo>
                        <a:pt x="1464" y="750"/>
                      </a:lnTo>
                      <a:lnTo>
                        <a:pt x="1440" y="750"/>
                      </a:lnTo>
                      <a:lnTo>
                        <a:pt x="1428" y="738"/>
                      </a:lnTo>
                      <a:lnTo>
                        <a:pt x="1428" y="732"/>
                      </a:lnTo>
                      <a:lnTo>
                        <a:pt x="1428" y="738"/>
                      </a:lnTo>
                      <a:lnTo>
                        <a:pt x="1416" y="738"/>
                      </a:lnTo>
                      <a:lnTo>
                        <a:pt x="1392" y="726"/>
                      </a:lnTo>
                      <a:lnTo>
                        <a:pt x="1374" y="708"/>
                      </a:lnTo>
                      <a:lnTo>
                        <a:pt x="1374" y="696"/>
                      </a:lnTo>
                      <a:lnTo>
                        <a:pt x="1380" y="696"/>
                      </a:lnTo>
                      <a:lnTo>
                        <a:pt x="1374" y="696"/>
                      </a:lnTo>
                      <a:lnTo>
                        <a:pt x="1368" y="690"/>
                      </a:lnTo>
                      <a:lnTo>
                        <a:pt x="1368" y="642"/>
                      </a:lnTo>
                      <a:lnTo>
                        <a:pt x="1362" y="636"/>
                      </a:lnTo>
                      <a:lnTo>
                        <a:pt x="1350" y="630"/>
                      </a:lnTo>
                      <a:lnTo>
                        <a:pt x="1338" y="630"/>
                      </a:lnTo>
                      <a:lnTo>
                        <a:pt x="1326" y="642"/>
                      </a:lnTo>
                      <a:lnTo>
                        <a:pt x="1314" y="648"/>
                      </a:lnTo>
                      <a:lnTo>
                        <a:pt x="1326" y="666"/>
                      </a:lnTo>
                      <a:lnTo>
                        <a:pt x="1326" y="714"/>
                      </a:lnTo>
                      <a:lnTo>
                        <a:pt x="1338" y="738"/>
                      </a:lnTo>
                      <a:lnTo>
                        <a:pt x="1338" y="774"/>
                      </a:lnTo>
                      <a:lnTo>
                        <a:pt x="1272" y="774"/>
                      </a:lnTo>
                      <a:lnTo>
                        <a:pt x="1272" y="762"/>
                      </a:lnTo>
                      <a:lnTo>
                        <a:pt x="1266" y="756"/>
                      </a:lnTo>
                      <a:lnTo>
                        <a:pt x="1260" y="756"/>
                      </a:lnTo>
                      <a:lnTo>
                        <a:pt x="1248" y="762"/>
                      </a:lnTo>
                      <a:lnTo>
                        <a:pt x="1242" y="774"/>
                      </a:lnTo>
                      <a:lnTo>
                        <a:pt x="1236" y="762"/>
                      </a:lnTo>
                      <a:lnTo>
                        <a:pt x="1224" y="756"/>
                      </a:lnTo>
                      <a:lnTo>
                        <a:pt x="1206" y="750"/>
                      </a:lnTo>
                      <a:lnTo>
                        <a:pt x="1188" y="750"/>
                      </a:lnTo>
                      <a:lnTo>
                        <a:pt x="1182" y="756"/>
                      </a:lnTo>
                      <a:lnTo>
                        <a:pt x="1152" y="738"/>
                      </a:lnTo>
                      <a:lnTo>
                        <a:pt x="1134" y="750"/>
                      </a:lnTo>
                      <a:lnTo>
                        <a:pt x="1080" y="696"/>
                      </a:lnTo>
                      <a:lnTo>
                        <a:pt x="1056" y="696"/>
                      </a:lnTo>
                      <a:lnTo>
                        <a:pt x="1056" y="690"/>
                      </a:lnTo>
                      <a:lnTo>
                        <a:pt x="1044" y="678"/>
                      </a:lnTo>
                      <a:lnTo>
                        <a:pt x="1038" y="678"/>
                      </a:lnTo>
                      <a:lnTo>
                        <a:pt x="1032" y="684"/>
                      </a:lnTo>
                      <a:lnTo>
                        <a:pt x="1032" y="702"/>
                      </a:lnTo>
                      <a:lnTo>
                        <a:pt x="1032" y="696"/>
                      </a:lnTo>
                      <a:lnTo>
                        <a:pt x="1026" y="690"/>
                      </a:lnTo>
                      <a:lnTo>
                        <a:pt x="1008" y="690"/>
                      </a:lnTo>
                      <a:lnTo>
                        <a:pt x="996" y="702"/>
                      </a:lnTo>
                      <a:lnTo>
                        <a:pt x="990" y="690"/>
                      </a:lnTo>
                      <a:lnTo>
                        <a:pt x="984" y="684"/>
                      </a:lnTo>
                      <a:lnTo>
                        <a:pt x="960" y="684"/>
                      </a:lnTo>
                      <a:lnTo>
                        <a:pt x="954" y="678"/>
                      </a:lnTo>
                      <a:lnTo>
                        <a:pt x="954" y="666"/>
                      </a:lnTo>
                      <a:lnTo>
                        <a:pt x="942" y="666"/>
                      </a:lnTo>
                      <a:lnTo>
                        <a:pt x="936" y="672"/>
                      </a:lnTo>
                      <a:lnTo>
                        <a:pt x="918" y="672"/>
                      </a:lnTo>
                      <a:lnTo>
                        <a:pt x="912" y="666"/>
                      </a:lnTo>
                      <a:lnTo>
                        <a:pt x="906" y="654"/>
                      </a:lnTo>
                      <a:lnTo>
                        <a:pt x="900" y="648"/>
                      </a:lnTo>
                      <a:lnTo>
                        <a:pt x="888" y="648"/>
                      </a:lnTo>
                      <a:lnTo>
                        <a:pt x="846" y="630"/>
                      </a:lnTo>
                      <a:lnTo>
                        <a:pt x="834" y="612"/>
                      </a:lnTo>
                      <a:lnTo>
                        <a:pt x="810" y="612"/>
                      </a:lnTo>
                      <a:lnTo>
                        <a:pt x="792" y="588"/>
                      </a:lnTo>
                      <a:lnTo>
                        <a:pt x="780" y="594"/>
                      </a:lnTo>
                      <a:lnTo>
                        <a:pt x="750" y="564"/>
                      </a:lnTo>
                      <a:lnTo>
                        <a:pt x="750" y="552"/>
                      </a:lnTo>
                      <a:lnTo>
                        <a:pt x="762" y="540"/>
                      </a:lnTo>
                      <a:lnTo>
                        <a:pt x="768" y="540"/>
                      </a:lnTo>
                      <a:lnTo>
                        <a:pt x="756" y="528"/>
                      </a:lnTo>
                      <a:lnTo>
                        <a:pt x="756" y="522"/>
                      </a:lnTo>
                      <a:lnTo>
                        <a:pt x="762" y="516"/>
                      </a:lnTo>
                      <a:lnTo>
                        <a:pt x="756" y="504"/>
                      </a:lnTo>
                      <a:lnTo>
                        <a:pt x="780" y="480"/>
                      </a:lnTo>
                      <a:lnTo>
                        <a:pt x="786" y="456"/>
                      </a:lnTo>
                      <a:lnTo>
                        <a:pt x="762" y="438"/>
                      </a:lnTo>
                      <a:lnTo>
                        <a:pt x="750" y="438"/>
                      </a:lnTo>
                      <a:lnTo>
                        <a:pt x="738" y="432"/>
                      </a:lnTo>
                      <a:lnTo>
                        <a:pt x="738" y="414"/>
                      </a:lnTo>
                      <a:lnTo>
                        <a:pt x="720" y="420"/>
                      </a:lnTo>
                      <a:lnTo>
                        <a:pt x="702" y="402"/>
                      </a:lnTo>
                      <a:lnTo>
                        <a:pt x="696" y="402"/>
                      </a:lnTo>
                      <a:lnTo>
                        <a:pt x="690" y="396"/>
                      </a:lnTo>
                      <a:lnTo>
                        <a:pt x="678" y="396"/>
                      </a:lnTo>
                      <a:lnTo>
                        <a:pt x="666" y="390"/>
                      </a:lnTo>
                      <a:lnTo>
                        <a:pt x="654" y="378"/>
                      </a:lnTo>
                      <a:lnTo>
                        <a:pt x="648" y="366"/>
                      </a:lnTo>
                      <a:lnTo>
                        <a:pt x="618" y="366"/>
                      </a:lnTo>
                      <a:lnTo>
                        <a:pt x="612" y="360"/>
                      </a:lnTo>
                      <a:lnTo>
                        <a:pt x="612" y="342"/>
                      </a:lnTo>
                      <a:lnTo>
                        <a:pt x="618" y="336"/>
                      </a:lnTo>
                      <a:lnTo>
                        <a:pt x="618" y="324"/>
                      </a:lnTo>
                      <a:lnTo>
                        <a:pt x="612" y="324"/>
                      </a:lnTo>
                      <a:lnTo>
                        <a:pt x="600" y="312"/>
                      </a:lnTo>
                      <a:lnTo>
                        <a:pt x="594" y="300"/>
                      </a:lnTo>
                      <a:lnTo>
                        <a:pt x="588" y="294"/>
                      </a:lnTo>
                      <a:lnTo>
                        <a:pt x="588" y="276"/>
                      </a:lnTo>
                      <a:lnTo>
                        <a:pt x="594" y="276"/>
                      </a:lnTo>
                      <a:lnTo>
                        <a:pt x="600" y="270"/>
                      </a:lnTo>
                      <a:lnTo>
                        <a:pt x="612" y="270"/>
                      </a:lnTo>
                      <a:lnTo>
                        <a:pt x="612" y="288"/>
                      </a:lnTo>
                      <a:lnTo>
                        <a:pt x="624" y="300"/>
                      </a:lnTo>
                      <a:lnTo>
                        <a:pt x="636" y="282"/>
                      </a:lnTo>
                      <a:lnTo>
                        <a:pt x="642" y="282"/>
                      </a:lnTo>
                      <a:lnTo>
                        <a:pt x="648" y="276"/>
                      </a:lnTo>
                      <a:lnTo>
                        <a:pt x="660" y="270"/>
                      </a:lnTo>
                      <a:lnTo>
                        <a:pt x="660" y="258"/>
                      </a:lnTo>
                      <a:lnTo>
                        <a:pt x="642" y="240"/>
                      </a:lnTo>
                      <a:lnTo>
                        <a:pt x="636" y="228"/>
                      </a:lnTo>
                      <a:lnTo>
                        <a:pt x="630" y="222"/>
                      </a:lnTo>
                      <a:lnTo>
                        <a:pt x="618" y="222"/>
                      </a:lnTo>
                      <a:lnTo>
                        <a:pt x="594" y="210"/>
                      </a:lnTo>
                      <a:lnTo>
                        <a:pt x="594" y="186"/>
                      </a:lnTo>
                      <a:lnTo>
                        <a:pt x="612" y="180"/>
                      </a:lnTo>
                      <a:lnTo>
                        <a:pt x="594" y="156"/>
                      </a:lnTo>
                      <a:lnTo>
                        <a:pt x="624" y="156"/>
                      </a:lnTo>
                      <a:lnTo>
                        <a:pt x="636" y="150"/>
                      </a:lnTo>
                      <a:lnTo>
                        <a:pt x="642" y="138"/>
                      </a:lnTo>
                      <a:lnTo>
                        <a:pt x="642" y="114"/>
                      </a:lnTo>
                      <a:lnTo>
                        <a:pt x="636" y="108"/>
                      </a:lnTo>
                      <a:lnTo>
                        <a:pt x="636" y="102"/>
                      </a:lnTo>
                      <a:lnTo>
                        <a:pt x="654" y="102"/>
                      </a:lnTo>
                      <a:lnTo>
                        <a:pt x="660" y="96"/>
                      </a:lnTo>
                      <a:lnTo>
                        <a:pt x="660" y="36"/>
                      </a:lnTo>
                      <a:lnTo>
                        <a:pt x="618" y="36"/>
                      </a:lnTo>
                      <a:lnTo>
                        <a:pt x="594" y="12"/>
                      </a:lnTo>
                      <a:lnTo>
                        <a:pt x="576" y="0"/>
                      </a:lnTo>
                      <a:lnTo>
                        <a:pt x="564" y="0"/>
                      </a:lnTo>
                      <a:lnTo>
                        <a:pt x="540" y="12"/>
                      </a:lnTo>
                      <a:lnTo>
                        <a:pt x="522" y="18"/>
                      </a:lnTo>
                      <a:lnTo>
                        <a:pt x="516" y="30"/>
                      </a:lnTo>
                      <a:lnTo>
                        <a:pt x="504" y="36"/>
                      </a:lnTo>
                      <a:lnTo>
                        <a:pt x="480" y="36"/>
                      </a:lnTo>
                      <a:lnTo>
                        <a:pt x="456" y="72"/>
                      </a:lnTo>
                      <a:lnTo>
                        <a:pt x="432" y="78"/>
                      </a:lnTo>
                      <a:lnTo>
                        <a:pt x="432" y="96"/>
                      </a:lnTo>
                      <a:lnTo>
                        <a:pt x="408" y="96"/>
                      </a:lnTo>
                      <a:lnTo>
                        <a:pt x="402" y="102"/>
                      </a:lnTo>
                      <a:lnTo>
                        <a:pt x="396" y="96"/>
                      </a:lnTo>
                      <a:lnTo>
                        <a:pt x="390" y="102"/>
                      </a:lnTo>
                      <a:lnTo>
                        <a:pt x="378" y="108"/>
                      </a:lnTo>
                      <a:lnTo>
                        <a:pt x="372" y="114"/>
                      </a:lnTo>
                      <a:lnTo>
                        <a:pt x="360" y="120"/>
                      </a:lnTo>
                      <a:lnTo>
                        <a:pt x="348" y="120"/>
                      </a:lnTo>
                      <a:lnTo>
                        <a:pt x="348" y="108"/>
                      </a:lnTo>
                      <a:lnTo>
                        <a:pt x="342" y="102"/>
                      </a:lnTo>
                      <a:lnTo>
                        <a:pt x="324" y="102"/>
                      </a:lnTo>
                      <a:lnTo>
                        <a:pt x="306" y="96"/>
                      </a:lnTo>
                      <a:lnTo>
                        <a:pt x="264" y="96"/>
                      </a:lnTo>
                      <a:lnTo>
                        <a:pt x="240" y="108"/>
                      </a:lnTo>
                      <a:lnTo>
                        <a:pt x="234" y="120"/>
                      </a:lnTo>
                      <a:lnTo>
                        <a:pt x="234" y="126"/>
                      </a:lnTo>
                      <a:lnTo>
                        <a:pt x="258" y="144"/>
                      </a:lnTo>
                      <a:lnTo>
                        <a:pt x="252" y="156"/>
                      </a:lnTo>
                      <a:lnTo>
                        <a:pt x="282" y="162"/>
                      </a:lnTo>
                      <a:lnTo>
                        <a:pt x="276" y="168"/>
                      </a:lnTo>
                      <a:lnTo>
                        <a:pt x="270" y="180"/>
                      </a:lnTo>
                      <a:lnTo>
                        <a:pt x="264" y="186"/>
                      </a:lnTo>
                      <a:lnTo>
                        <a:pt x="264" y="192"/>
                      </a:lnTo>
                      <a:lnTo>
                        <a:pt x="276" y="204"/>
                      </a:lnTo>
                      <a:lnTo>
                        <a:pt x="282" y="204"/>
                      </a:lnTo>
                      <a:lnTo>
                        <a:pt x="282" y="210"/>
                      </a:lnTo>
                      <a:lnTo>
                        <a:pt x="276" y="222"/>
                      </a:lnTo>
                      <a:lnTo>
                        <a:pt x="276" y="234"/>
                      </a:lnTo>
                      <a:lnTo>
                        <a:pt x="294" y="234"/>
                      </a:lnTo>
                      <a:lnTo>
                        <a:pt x="306" y="252"/>
                      </a:lnTo>
                      <a:lnTo>
                        <a:pt x="324" y="252"/>
                      </a:lnTo>
                      <a:lnTo>
                        <a:pt x="330" y="288"/>
                      </a:lnTo>
                      <a:lnTo>
                        <a:pt x="366" y="288"/>
                      </a:lnTo>
                      <a:lnTo>
                        <a:pt x="378" y="294"/>
                      </a:lnTo>
                      <a:lnTo>
                        <a:pt x="384" y="300"/>
                      </a:lnTo>
                      <a:lnTo>
                        <a:pt x="384" y="306"/>
                      </a:lnTo>
                      <a:lnTo>
                        <a:pt x="378" y="312"/>
                      </a:lnTo>
                      <a:lnTo>
                        <a:pt x="354" y="324"/>
                      </a:lnTo>
                      <a:lnTo>
                        <a:pt x="342" y="324"/>
                      </a:lnTo>
                      <a:lnTo>
                        <a:pt x="336" y="330"/>
                      </a:lnTo>
                      <a:lnTo>
                        <a:pt x="336" y="366"/>
                      </a:lnTo>
                      <a:lnTo>
                        <a:pt x="342" y="378"/>
                      </a:lnTo>
                      <a:lnTo>
                        <a:pt x="354" y="390"/>
                      </a:lnTo>
                      <a:lnTo>
                        <a:pt x="354" y="396"/>
                      </a:lnTo>
                      <a:lnTo>
                        <a:pt x="324" y="414"/>
                      </a:lnTo>
                      <a:lnTo>
                        <a:pt x="300" y="450"/>
                      </a:lnTo>
                      <a:lnTo>
                        <a:pt x="318" y="474"/>
                      </a:lnTo>
                      <a:lnTo>
                        <a:pt x="306" y="474"/>
                      </a:lnTo>
                      <a:lnTo>
                        <a:pt x="300" y="480"/>
                      </a:lnTo>
                      <a:lnTo>
                        <a:pt x="288" y="486"/>
                      </a:lnTo>
                      <a:lnTo>
                        <a:pt x="282" y="492"/>
                      </a:lnTo>
                      <a:lnTo>
                        <a:pt x="282" y="504"/>
                      </a:lnTo>
                      <a:lnTo>
                        <a:pt x="276" y="522"/>
                      </a:lnTo>
                      <a:lnTo>
                        <a:pt x="276" y="534"/>
                      </a:lnTo>
                      <a:lnTo>
                        <a:pt x="270" y="552"/>
                      </a:lnTo>
                      <a:lnTo>
                        <a:pt x="258" y="564"/>
                      </a:lnTo>
                      <a:lnTo>
                        <a:pt x="234" y="576"/>
                      </a:lnTo>
                      <a:lnTo>
                        <a:pt x="228" y="582"/>
                      </a:lnTo>
                      <a:lnTo>
                        <a:pt x="228" y="588"/>
                      </a:lnTo>
                      <a:lnTo>
                        <a:pt x="222" y="594"/>
                      </a:lnTo>
                      <a:lnTo>
                        <a:pt x="222" y="612"/>
                      </a:lnTo>
                      <a:lnTo>
                        <a:pt x="204" y="624"/>
                      </a:lnTo>
                      <a:lnTo>
                        <a:pt x="204" y="630"/>
                      </a:lnTo>
                      <a:lnTo>
                        <a:pt x="198" y="636"/>
                      </a:lnTo>
                      <a:lnTo>
                        <a:pt x="192" y="648"/>
                      </a:lnTo>
                      <a:lnTo>
                        <a:pt x="186" y="654"/>
                      </a:lnTo>
                      <a:lnTo>
                        <a:pt x="168" y="654"/>
                      </a:lnTo>
                      <a:lnTo>
                        <a:pt x="162" y="648"/>
                      </a:lnTo>
                      <a:lnTo>
                        <a:pt x="156" y="654"/>
                      </a:lnTo>
                      <a:lnTo>
                        <a:pt x="132" y="666"/>
                      </a:lnTo>
                      <a:lnTo>
                        <a:pt x="126" y="666"/>
                      </a:lnTo>
                      <a:lnTo>
                        <a:pt x="120" y="660"/>
                      </a:lnTo>
                      <a:lnTo>
                        <a:pt x="120" y="648"/>
                      </a:lnTo>
                      <a:lnTo>
                        <a:pt x="114" y="642"/>
                      </a:lnTo>
                      <a:lnTo>
                        <a:pt x="108" y="642"/>
                      </a:lnTo>
                      <a:lnTo>
                        <a:pt x="96" y="648"/>
                      </a:lnTo>
                      <a:lnTo>
                        <a:pt x="84" y="660"/>
                      </a:lnTo>
                      <a:lnTo>
                        <a:pt x="84" y="666"/>
                      </a:lnTo>
                      <a:lnTo>
                        <a:pt x="78" y="678"/>
                      </a:lnTo>
                      <a:lnTo>
                        <a:pt x="72" y="684"/>
                      </a:lnTo>
                      <a:lnTo>
                        <a:pt x="66" y="696"/>
                      </a:lnTo>
                      <a:lnTo>
                        <a:pt x="54" y="708"/>
                      </a:lnTo>
                      <a:lnTo>
                        <a:pt x="48" y="720"/>
                      </a:lnTo>
                      <a:lnTo>
                        <a:pt x="48" y="744"/>
                      </a:lnTo>
                      <a:lnTo>
                        <a:pt x="54" y="750"/>
                      </a:lnTo>
                      <a:lnTo>
                        <a:pt x="66" y="756"/>
                      </a:lnTo>
                      <a:lnTo>
                        <a:pt x="72" y="756"/>
                      </a:lnTo>
                      <a:lnTo>
                        <a:pt x="102" y="750"/>
                      </a:lnTo>
                      <a:lnTo>
                        <a:pt x="102" y="768"/>
                      </a:lnTo>
                      <a:lnTo>
                        <a:pt x="96" y="798"/>
                      </a:lnTo>
                      <a:lnTo>
                        <a:pt x="102" y="804"/>
                      </a:lnTo>
                      <a:lnTo>
                        <a:pt x="108" y="816"/>
                      </a:lnTo>
                      <a:lnTo>
                        <a:pt x="120" y="828"/>
                      </a:lnTo>
                      <a:lnTo>
                        <a:pt x="144" y="828"/>
                      </a:lnTo>
                      <a:lnTo>
                        <a:pt x="144" y="852"/>
                      </a:lnTo>
                      <a:lnTo>
                        <a:pt x="168" y="894"/>
                      </a:lnTo>
                      <a:lnTo>
                        <a:pt x="174" y="906"/>
                      </a:lnTo>
                      <a:lnTo>
                        <a:pt x="180" y="912"/>
                      </a:lnTo>
                      <a:lnTo>
                        <a:pt x="180" y="936"/>
                      </a:lnTo>
                      <a:lnTo>
                        <a:pt x="168" y="942"/>
                      </a:lnTo>
                      <a:lnTo>
                        <a:pt x="162" y="948"/>
                      </a:lnTo>
                      <a:lnTo>
                        <a:pt x="144" y="948"/>
                      </a:lnTo>
                      <a:lnTo>
                        <a:pt x="138" y="942"/>
                      </a:lnTo>
                      <a:lnTo>
                        <a:pt x="138" y="930"/>
                      </a:lnTo>
                      <a:lnTo>
                        <a:pt x="132" y="930"/>
                      </a:lnTo>
                      <a:lnTo>
                        <a:pt x="120" y="936"/>
                      </a:lnTo>
                      <a:lnTo>
                        <a:pt x="108" y="948"/>
                      </a:lnTo>
                      <a:lnTo>
                        <a:pt x="84" y="948"/>
                      </a:lnTo>
                      <a:lnTo>
                        <a:pt x="78" y="942"/>
                      </a:lnTo>
                      <a:lnTo>
                        <a:pt x="78" y="936"/>
                      </a:lnTo>
                      <a:lnTo>
                        <a:pt x="54" y="948"/>
                      </a:lnTo>
                      <a:lnTo>
                        <a:pt x="48" y="942"/>
                      </a:lnTo>
                      <a:lnTo>
                        <a:pt x="36" y="936"/>
                      </a:lnTo>
                      <a:lnTo>
                        <a:pt x="24" y="936"/>
                      </a:lnTo>
                      <a:lnTo>
                        <a:pt x="12" y="948"/>
                      </a:lnTo>
                      <a:lnTo>
                        <a:pt x="12" y="960"/>
                      </a:lnTo>
                      <a:lnTo>
                        <a:pt x="18" y="966"/>
                      </a:lnTo>
                      <a:lnTo>
                        <a:pt x="0" y="972"/>
                      </a:lnTo>
                      <a:lnTo>
                        <a:pt x="36" y="972"/>
                      </a:lnTo>
                      <a:lnTo>
                        <a:pt x="30" y="984"/>
                      </a:lnTo>
                      <a:lnTo>
                        <a:pt x="30" y="1014"/>
                      </a:lnTo>
                      <a:lnTo>
                        <a:pt x="36" y="1026"/>
                      </a:lnTo>
                      <a:lnTo>
                        <a:pt x="48" y="1032"/>
                      </a:lnTo>
                      <a:lnTo>
                        <a:pt x="66" y="1038"/>
                      </a:lnTo>
                      <a:lnTo>
                        <a:pt x="120" y="1038"/>
                      </a:lnTo>
                      <a:lnTo>
                        <a:pt x="132" y="1032"/>
                      </a:lnTo>
                      <a:lnTo>
                        <a:pt x="150" y="1014"/>
                      </a:lnTo>
                      <a:lnTo>
                        <a:pt x="162" y="1008"/>
                      </a:lnTo>
                      <a:lnTo>
                        <a:pt x="168" y="1020"/>
                      </a:lnTo>
                      <a:lnTo>
                        <a:pt x="168" y="1026"/>
                      </a:lnTo>
                      <a:lnTo>
                        <a:pt x="162" y="1038"/>
                      </a:lnTo>
                      <a:lnTo>
                        <a:pt x="144" y="1056"/>
                      </a:lnTo>
                      <a:lnTo>
                        <a:pt x="120" y="1068"/>
                      </a:lnTo>
                      <a:lnTo>
                        <a:pt x="114" y="1074"/>
                      </a:lnTo>
                      <a:lnTo>
                        <a:pt x="90" y="1074"/>
                      </a:lnTo>
                      <a:lnTo>
                        <a:pt x="78" y="1080"/>
                      </a:lnTo>
                      <a:lnTo>
                        <a:pt x="60" y="1086"/>
                      </a:lnTo>
                      <a:lnTo>
                        <a:pt x="48" y="1092"/>
                      </a:lnTo>
                      <a:lnTo>
                        <a:pt x="42" y="1098"/>
                      </a:lnTo>
                      <a:lnTo>
                        <a:pt x="54" y="1122"/>
                      </a:lnTo>
                      <a:lnTo>
                        <a:pt x="66" y="1128"/>
                      </a:lnTo>
                      <a:lnTo>
                        <a:pt x="78" y="1140"/>
                      </a:lnTo>
                      <a:lnTo>
                        <a:pt x="96" y="1152"/>
                      </a:lnTo>
                      <a:lnTo>
                        <a:pt x="108" y="1164"/>
                      </a:lnTo>
                      <a:lnTo>
                        <a:pt x="132" y="1182"/>
                      </a:lnTo>
                      <a:lnTo>
                        <a:pt x="162" y="1206"/>
                      </a:lnTo>
                      <a:lnTo>
                        <a:pt x="204" y="1224"/>
                      </a:lnTo>
                      <a:lnTo>
                        <a:pt x="240" y="1218"/>
                      </a:lnTo>
                      <a:lnTo>
                        <a:pt x="270" y="1200"/>
                      </a:lnTo>
                      <a:lnTo>
                        <a:pt x="294" y="1176"/>
                      </a:lnTo>
                      <a:lnTo>
                        <a:pt x="300" y="1158"/>
                      </a:lnTo>
                      <a:lnTo>
                        <a:pt x="300" y="1128"/>
                      </a:lnTo>
                      <a:lnTo>
                        <a:pt x="306" y="1116"/>
                      </a:lnTo>
                      <a:lnTo>
                        <a:pt x="318" y="1104"/>
                      </a:lnTo>
                      <a:lnTo>
                        <a:pt x="324" y="1092"/>
                      </a:lnTo>
                      <a:lnTo>
                        <a:pt x="330" y="1086"/>
                      </a:lnTo>
                      <a:lnTo>
                        <a:pt x="342" y="1086"/>
                      </a:lnTo>
                      <a:lnTo>
                        <a:pt x="348" y="1080"/>
                      </a:lnTo>
                      <a:lnTo>
                        <a:pt x="354" y="1080"/>
                      </a:lnTo>
                      <a:lnTo>
                        <a:pt x="360" y="1086"/>
                      </a:lnTo>
                      <a:lnTo>
                        <a:pt x="360" y="1098"/>
                      </a:lnTo>
                      <a:lnTo>
                        <a:pt x="348" y="1110"/>
                      </a:lnTo>
                      <a:lnTo>
                        <a:pt x="336" y="1128"/>
                      </a:lnTo>
                      <a:lnTo>
                        <a:pt x="324" y="1140"/>
                      </a:lnTo>
                      <a:lnTo>
                        <a:pt x="318" y="1152"/>
                      </a:lnTo>
                      <a:lnTo>
                        <a:pt x="318" y="1164"/>
                      </a:lnTo>
                      <a:lnTo>
                        <a:pt x="324" y="1176"/>
                      </a:lnTo>
                      <a:lnTo>
                        <a:pt x="336" y="1182"/>
                      </a:lnTo>
                      <a:lnTo>
                        <a:pt x="342" y="1182"/>
                      </a:lnTo>
                      <a:lnTo>
                        <a:pt x="354" y="1194"/>
                      </a:lnTo>
                      <a:lnTo>
                        <a:pt x="354" y="1206"/>
                      </a:lnTo>
                      <a:lnTo>
                        <a:pt x="348" y="1242"/>
                      </a:lnTo>
                      <a:lnTo>
                        <a:pt x="342" y="1284"/>
                      </a:lnTo>
                      <a:lnTo>
                        <a:pt x="336" y="1338"/>
                      </a:lnTo>
                      <a:lnTo>
                        <a:pt x="342" y="1398"/>
                      </a:lnTo>
                      <a:lnTo>
                        <a:pt x="354" y="1446"/>
                      </a:lnTo>
                      <a:lnTo>
                        <a:pt x="384" y="1536"/>
                      </a:lnTo>
                      <a:lnTo>
                        <a:pt x="402" y="1554"/>
                      </a:lnTo>
                      <a:lnTo>
                        <a:pt x="402" y="1596"/>
                      </a:lnTo>
                      <a:lnTo>
                        <a:pt x="414" y="1620"/>
                      </a:lnTo>
                      <a:lnTo>
                        <a:pt x="426" y="1626"/>
                      </a:lnTo>
                      <a:lnTo>
                        <a:pt x="438" y="1626"/>
                      </a:lnTo>
                      <a:lnTo>
                        <a:pt x="444" y="1632"/>
                      </a:lnTo>
                      <a:lnTo>
                        <a:pt x="450" y="1632"/>
                      </a:lnTo>
                      <a:lnTo>
                        <a:pt x="450" y="1644"/>
                      </a:lnTo>
                      <a:lnTo>
                        <a:pt x="456" y="1656"/>
                      </a:lnTo>
                      <a:lnTo>
                        <a:pt x="456" y="1674"/>
                      </a:lnTo>
                      <a:lnTo>
                        <a:pt x="474" y="1710"/>
                      </a:lnTo>
                      <a:lnTo>
                        <a:pt x="498" y="1722"/>
                      </a:lnTo>
                      <a:lnTo>
                        <a:pt x="504" y="1728"/>
                      </a:lnTo>
                      <a:lnTo>
                        <a:pt x="510" y="1728"/>
                      </a:lnTo>
                      <a:lnTo>
                        <a:pt x="510" y="1746"/>
                      </a:lnTo>
                      <a:lnTo>
                        <a:pt x="516" y="1782"/>
                      </a:lnTo>
                      <a:lnTo>
                        <a:pt x="522" y="1830"/>
                      </a:lnTo>
                      <a:lnTo>
                        <a:pt x="534" y="1872"/>
                      </a:lnTo>
                      <a:lnTo>
                        <a:pt x="552" y="1908"/>
                      </a:lnTo>
                      <a:lnTo>
                        <a:pt x="576" y="1944"/>
                      </a:lnTo>
                      <a:lnTo>
                        <a:pt x="600" y="1974"/>
                      </a:lnTo>
                      <a:lnTo>
                        <a:pt x="612" y="1998"/>
                      </a:lnTo>
                      <a:lnTo>
                        <a:pt x="618" y="2016"/>
                      </a:lnTo>
                      <a:lnTo>
                        <a:pt x="618" y="2070"/>
                      </a:lnTo>
                      <a:lnTo>
                        <a:pt x="624" y="2094"/>
                      </a:lnTo>
                      <a:lnTo>
                        <a:pt x="642" y="2124"/>
                      </a:lnTo>
                      <a:lnTo>
                        <a:pt x="672" y="2166"/>
                      </a:lnTo>
                      <a:lnTo>
                        <a:pt x="696" y="2202"/>
                      </a:lnTo>
                      <a:lnTo>
                        <a:pt x="714" y="2232"/>
                      </a:lnTo>
                      <a:lnTo>
                        <a:pt x="720" y="2244"/>
                      </a:lnTo>
                      <a:lnTo>
                        <a:pt x="726" y="2244"/>
                      </a:lnTo>
                      <a:lnTo>
                        <a:pt x="732" y="2238"/>
                      </a:lnTo>
                      <a:lnTo>
                        <a:pt x="744" y="2238"/>
                      </a:lnTo>
                      <a:lnTo>
                        <a:pt x="768" y="2226"/>
                      </a:lnTo>
                      <a:lnTo>
                        <a:pt x="774" y="2220"/>
                      </a:lnTo>
                      <a:lnTo>
                        <a:pt x="780" y="2208"/>
                      </a:lnTo>
                      <a:lnTo>
                        <a:pt x="780" y="2172"/>
                      </a:lnTo>
                      <a:lnTo>
                        <a:pt x="786" y="2160"/>
                      </a:lnTo>
                      <a:lnTo>
                        <a:pt x="798" y="2154"/>
                      </a:lnTo>
                      <a:lnTo>
                        <a:pt x="804" y="2154"/>
                      </a:lnTo>
                      <a:lnTo>
                        <a:pt x="810" y="2160"/>
                      </a:lnTo>
                      <a:lnTo>
                        <a:pt x="828" y="2160"/>
                      </a:lnTo>
                      <a:lnTo>
                        <a:pt x="834" y="2154"/>
                      </a:lnTo>
                      <a:lnTo>
                        <a:pt x="846" y="2148"/>
                      </a:lnTo>
                      <a:lnTo>
                        <a:pt x="852" y="2142"/>
                      </a:lnTo>
                      <a:lnTo>
                        <a:pt x="864" y="2136"/>
                      </a:lnTo>
                      <a:lnTo>
                        <a:pt x="852" y="2136"/>
                      </a:lnTo>
                      <a:lnTo>
                        <a:pt x="846" y="2130"/>
                      </a:lnTo>
                      <a:lnTo>
                        <a:pt x="846" y="2118"/>
                      </a:lnTo>
                      <a:lnTo>
                        <a:pt x="852" y="2100"/>
                      </a:lnTo>
                      <a:lnTo>
                        <a:pt x="858" y="2088"/>
                      </a:lnTo>
                      <a:lnTo>
                        <a:pt x="906" y="2064"/>
                      </a:lnTo>
                      <a:lnTo>
                        <a:pt x="918" y="2052"/>
                      </a:lnTo>
                      <a:lnTo>
                        <a:pt x="918" y="2040"/>
                      </a:lnTo>
                      <a:lnTo>
                        <a:pt x="912" y="2028"/>
                      </a:lnTo>
                      <a:lnTo>
                        <a:pt x="912" y="2010"/>
                      </a:lnTo>
                      <a:lnTo>
                        <a:pt x="900" y="1974"/>
                      </a:lnTo>
                      <a:lnTo>
                        <a:pt x="900" y="1908"/>
                      </a:lnTo>
                      <a:lnTo>
                        <a:pt x="906" y="1890"/>
                      </a:lnTo>
                      <a:lnTo>
                        <a:pt x="906" y="1884"/>
                      </a:lnTo>
                      <a:lnTo>
                        <a:pt x="912" y="1878"/>
                      </a:lnTo>
                      <a:lnTo>
                        <a:pt x="912" y="1860"/>
                      </a:lnTo>
                      <a:lnTo>
                        <a:pt x="918" y="1842"/>
                      </a:lnTo>
                      <a:lnTo>
                        <a:pt x="918" y="1800"/>
                      </a:lnTo>
                      <a:lnTo>
                        <a:pt x="906" y="1776"/>
                      </a:lnTo>
                      <a:lnTo>
                        <a:pt x="888" y="1758"/>
                      </a:lnTo>
                      <a:lnTo>
                        <a:pt x="888" y="1728"/>
                      </a:lnTo>
                      <a:lnTo>
                        <a:pt x="894" y="1722"/>
                      </a:lnTo>
                      <a:lnTo>
                        <a:pt x="900" y="1710"/>
                      </a:lnTo>
                      <a:lnTo>
                        <a:pt x="900" y="1698"/>
                      </a:lnTo>
                      <a:lnTo>
                        <a:pt x="894" y="1686"/>
                      </a:lnTo>
                      <a:lnTo>
                        <a:pt x="894" y="1644"/>
                      </a:lnTo>
                      <a:lnTo>
                        <a:pt x="918" y="1632"/>
                      </a:lnTo>
                      <a:lnTo>
                        <a:pt x="924" y="1632"/>
                      </a:lnTo>
                      <a:lnTo>
                        <a:pt x="948" y="1620"/>
                      </a:lnTo>
                      <a:lnTo>
                        <a:pt x="948" y="1596"/>
                      </a:lnTo>
                      <a:lnTo>
                        <a:pt x="954" y="1584"/>
                      </a:lnTo>
                      <a:lnTo>
                        <a:pt x="960" y="1578"/>
                      </a:lnTo>
                      <a:lnTo>
                        <a:pt x="972" y="1572"/>
                      </a:lnTo>
                      <a:lnTo>
                        <a:pt x="990" y="1572"/>
                      </a:lnTo>
                      <a:lnTo>
                        <a:pt x="996" y="1560"/>
                      </a:lnTo>
                      <a:lnTo>
                        <a:pt x="1002" y="1566"/>
                      </a:lnTo>
                      <a:lnTo>
                        <a:pt x="1032" y="1566"/>
                      </a:lnTo>
                      <a:lnTo>
                        <a:pt x="1032" y="1548"/>
                      </a:lnTo>
                      <a:lnTo>
                        <a:pt x="1038" y="1530"/>
                      </a:lnTo>
                      <a:lnTo>
                        <a:pt x="1050" y="1518"/>
                      </a:lnTo>
                      <a:lnTo>
                        <a:pt x="1056" y="1500"/>
                      </a:lnTo>
                      <a:lnTo>
                        <a:pt x="1068" y="1488"/>
                      </a:lnTo>
                      <a:lnTo>
                        <a:pt x="1074" y="1476"/>
                      </a:lnTo>
                      <a:lnTo>
                        <a:pt x="1086" y="1470"/>
                      </a:lnTo>
                      <a:lnTo>
                        <a:pt x="1092" y="1464"/>
                      </a:lnTo>
                      <a:lnTo>
                        <a:pt x="1110" y="1458"/>
                      </a:lnTo>
                      <a:lnTo>
                        <a:pt x="1116" y="1452"/>
                      </a:lnTo>
                      <a:lnTo>
                        <a:pt x="1128" y="1446"/>
                      </a:lnTo>
                      <a:lnTo>
                        <a:pt x="1134" y="1428"/>
                      </a:lnTo>
                      <a:lnTo>
                        <a:pt x="1158" y="1380"/>
                      </a:lnTo>
                      <a:lnTo>
                        <a:pt x="1176" y="1362"/>
                      </a:lnTo>
                      <a:lnTo>
                        <a:pt x="1188" y="1356"/>
                      </a:lnTo>
                      <a:lnTo>
                        <a:pt x="1206" y="1344"/>
                      </a:lnTo>
                      <a:lnTo>
                        <a:pt x="1218" y="1338"/>
                      </a:lnTo>
                      <a:lnTo>
                        <a:pt x="1236" y="1320"/>
                      </a:lnTo>
                      <a:lnTo>
                        <a:pt x="1242" y="1320"/>
                      </a:lnTo>
                      <a:lnTo>
                        <a:pt x="1230" y="1290"/>
                      </a:lnTo>
                      <a:lnTo>
                        <a:pt x="1236" y="1284"/>
                      </a:lnTo>
                      <a:lnTo>
                        <a:pt x="1260" y="1314"/>
                      </a:lnTo>
                      <a:lnTo>
                        <a:pt x="1320" y="1254"/>
                      </a:lnTo>
                      <a:lnTo>
                        <a:pt x="1332" y="1230"/>
                      </a:lnTo>
                      <a:lnTo>
                        <a:pt x="1326" y="1224"/>
                      </a:lnTo>
                      <a:lnTo>
                        <a:pt x="1320" y="1212"/>
                      </a:lnTo>
                      <a:lnTo>
                        <a:pt x="1314" y="1206"/>
                      </a:lnTo>
                      <a:lnTo>
                        <a:pt x="1308" y="1194"/>
                      </a:lnTo>
                      <a:lnTo>
                        <a:pt x="1308" y="1182"/>
                      </a:lnTo>
                      <a:lnTo>
                        <a:pt x="1320" y="1176"/>
                      </a:lnTo>
                      <a:lnTo>
                        <a:pt x="1326" y="1170"/>
                      </a:lnTo>
                      <a:lnTo>
                        <a:pt x="1338" y="1170"/>
                      </a:lnTo>
                      <a:lnTo>
                        <a:pt x="1350" y="1164"/>
                      </a:lnTo>
                      <a:lnTo>
                        <a:pt x="1362" y="1152"/>
                      </a:lnTo>
                      <a:lnTo>
                        <a:pt x="1374" y="1134"/>
                      </a:lnTo>
                      <a:lnTo>
                        <a:pt x="1374" y="1110"/>
                      </a:lnTo>
                      <a:lnTo>
                        <a:pt x="1392" y="1116"/>
                      </a:lnTo>
                      <a:lnTo>
                        <a:pt x="1398" y="1146"/>
                      </a:lnTo>
                      <a:lnTo>
                        <a:pt x="1416" y="1110"/>
                      </a:lnTo>
                      <a:lnTo>
                        <a:pt x="1416" y="1128"/>
                      </a:lnTo>
                      <a:lnTo>
                        <a:pt x="1422" y="1140"/>
                      </a:lnTo>
                      <a:lnTo>
                        <a:pt x="1422" y="1158"/>
                      </a:lnTo>
                      <a:lnTo>
                        <a:pt x="1428" y="1170"/>
                      </a:lnTo>
                      <a:lnTo>
                        <a:pt x="1434" y="1176"/>
                      </a:lnTo>
                      <a:lnTo>
                        <a:pt x="1440" y="1176"/>
                      </a:lnTo>
                      <a:lnTo>
                        <a:pt x="1446" y="1170"/>
                      </a:lnTo>
                      <a:lnTo>
                        <a:pt x="1446" y="1158"/>
                      </a:lnTo>
                      <a:lnTo>
                        <a:pt x="1452" y="1152"/>
                      </a:lnTo>
                      <a:lnTo>
                        <a:pt x="1452" y="1140"/>
                      </a:lnTo>
                      <a:lnTo>
                        <a:pt x="1458" y="1110"/>
                      </a:lnTo>
                      <a:lnTo>
                        <a:pt x="1440" y="1068"/>
                      </a:lnTo>
                      <a:lnTo>
                        <a:pt x="1440" y="1038"/>
                      </a:lnTo>
                      <a:lnTo>
                        <a:pt x="1410" y="1014"/>
                      </a:lnTo>
                      <a:lnTo>
                        <a:pt x="1398" y="984"/>
                      </a:lnTo>
                      <a:lnTo>
                        <a:pt x="1404" y="972"/>
                      </a:lnTo>
                      <a:lnTo>
                        <a:pt x="1410" y="966"/>
                      </a:lnTo>
                      <a:lnTo>
                        <a:pt x="1416" y="948"/>
                      </a:lnTo>
                      <a:lnTo>
                        <a:pt x="1416" y="942"/>
                      </a:lnTo>
                      <a:lnTo>
                        <a:pt x="1410" y="936"/>
                      </a:lnTo>
                      <a:lnTo>
                        <a:pt x="1398" y="930"/>
                      </a:lnTo>
                      <a:lnTo>
                        <a:pt x="1380" y="930"/>
                      </a:lnTo>
                      <a:lnTo>
                        <a:pt x="1368" y="924"/>
                      </a:lnTo>
                      <a:lnTo>
                        <a:pt x="1356" y="912"/>
                      </a:lnTo>
                      <a:lnTo>
                        <a:pt x="1368" y="900"/>
                      </a:lnTo>
                      <a:lnTo>
                        <a:pt x="1374" y="900"/>
                      </a:lnTo>
                      <a:lnTo>
                        <a:pt x="1374" y="870"/>
                      </a:lnTo>
                      <a:lnTo>
                        <a:pt x="1410" y="870"/>
                      </a:lnTo>
                      <a:lnTo>
                        <a:pt x="1410" y="858"/>
                      </a:lnTo>
                      <a:lnTo>
                        <a:pt x="1380" y="840"/>
                      </a:lnTo>
                      <a:lnTo>
                        <a:pt x="1374" y="840"/>
                      </a:lnTo>
                      <a:lnTo>
                        <a:pt x="1362" y="828"/>
                      </a:lnTo>
                      <a:lnTo>
                        <a:pt x="1350" y="822"/>
                      </a:lnTo>
                      <a:lnTo>
                        <a:pt x="1344" y="810"/>
                      </a:lnTo>
                      <a:lnTo>
                        <a:pt x="1344" y="804"/>
                      </a:lnTo>
                      <a:lnTo>
                        <a:pt x="1350" y="792"/>
                      </a:lnTo>
                      <a:lnTo>
                        <a:pt x="1362" y="780"/>
                      </a:lnTo>
                      <a:lnTo>
                        <a:pt x="1350" y="762"/>
                      </a:lnTo>
                      <a:lnTo>
                        <a:pt x="1368" y="762"/>
                      </a:lnTo>
                      <a:lnTo>
                        <a:pt x="1392" y="774"/>
                      </a:lnTo>
                      <a:lnTo>
                        <a:pt x="1386" y="768"/>
                      </a:lnTo>
                      <a:lnTo>
                        <a:pt x="1404" y="762"/>
                      </a:lnTo>
                      <a:lnTo>
                        <a:pt x="1410" y="774"/>
                      </a:lnTo>
                      <a:lnTo>
                        <a:pt x="1410" y="780"/>
                      </a:lnTo>
                      <a:lnTo>
                        <a:pt x="1416" y="792"/>
                      </a:lnTo>
                      <a:lnTo>
                        <a:pt x="1422" y="798"/>
                      </a:lnTo>
                      <a:lnTo>
                        <a:pt x="1434" y="798"/>
                      </a:lnTo>
                      <a:lnTo>
                        <a:pt x="1440" y="804"/>
                      </a:lnTo>
                      <a:lnTo>
                        <a:pt x="1446" y="786"/>
                      </a:lnTo>
                      <a:lnTo>
                        <a:pt x="1452" y="792"/>
                      </a:lnTo>
                      <a:lnTo>
                        <a:pt x="1458" y="792"/>
                      </a:lnTo>
                      <a:lnTo>
                        <a:pt x="1464" y="798"/>
                      </a:lnTo>
                      <a:lnTo>
                        <a:pt x="1464" y="828"/>
                      </a:lnTo>
                      <a:lnTo>
                        <a:pt x="1470" y="828"/>
                      </a:lnTo>
                      <a:lnTo>
                        <a:pt x="1470" y="864"/>
                      </a:lnTo>
                      <a:lnTo>
                        <a:pt x="1476" y="864"/>
                      </a:lnTo>
                      <a:lnTo>
                        <a:pt x="1482" y="870"/>
                      </a:lnTo>
                      <a:lnTo>
                        <a:pt x="1542" y="870"/>
                      </a:lnTo>
                      <a:lnTo>
                        <a:pt x="1554" y="876"/>
                      </a:lnTo>
                      <a:lnTo>
                        <a:pt x="1572" y="876"/>
                      </a:lnTo>
                      <a:lnTo>
                        <a:pt x="1620" y="864"/>
                      </a:lnTo>
                      <a:lnTo>
                        <a:pt x="1626" y="864"/>
                      </a:lnTo>
                      <a:lnTo>
                        <a:pt x="1650" y="888"/>
                      </a:lnTo>
                      <a:lnTo>
                        <a:pt x="1650" y="894"/>
                      </a:lnTo>
                      <a:lnTo>
                        <a:pt x="1644" y="900"/>
                      </a:lnTo>
                      <a:lnTo>
                        <a:pt x="1638" y="900"/>
                      </a:lnTo>
                      <a:lnTo>
                        <a:pt x="1638" y="912"/>
                      </a:lnTo>
                      <a:lnTo>
                        <a:pt x="1632" y="930"/>
                      </a:lnTo>
                      <a:lnTo>
                        <a:pt x="1626" y="942"/>
                      </a:lnTo>
                      <a:lnTo>
                        <a:pt x="1620" y="948"/>
                      </a:lnTo>
                      <a:lnTo>
                        <a:pt x="1614" y="948"/>
                      </a:lnTo>
                      <a:lnTo>
                        <a:pt x="1602" y="954"/>
                      </a:lnTo>
                      <a:lnTo>
                        <a:pt x="1596" y="954"/>
                      </a:lnTo>
                      <a:lnTo>
                        <a:pt x="1584" y="966"/>
                      </a:lnTo>
                      <a:lnTo>
                        <a:pt x="1578" y="978"/>
                      </a:lnTo>
                      <a:lnTo>
                        <a:pt x="1578" y="996"/>
                      </a:lnTo>
                      <a:lnTo>
                        <a:pt x="1584" y="1008"/>
                      </a:lnTo>
                      <a:lnTo>
                        <a:pt x="1602" y="1026"/>
                      </a:lnTo>
                      <a:lnTo>
                        <a:pt x="1608" y="1026"/>
                      </a:lnTo>
                      <a:lnTo>
                        <a:pt x="1626" y="1050"/>
                      </a:lnTo>
                      <a:lnTo>
                        <a:pt x="1632" y="1014"/>
                      </a:lnTo>
                      <a:lnTo>
                        <a:pt x="1632" y="990"/>
                      </a:lnTo>
                      <a:lnTo>
                        <a:pt x="1650" y="990"/>
                      </a:lnTo>
                      <a:lnTo>
                        <a:pt x="1662" y="996"/>
                      </a:lnTo>
                      <a:lnTo>
                        <a:pt x="1668" y="1002"/>
                      </a:lnTo>
                      <a:lnTo>
                        <a:pt x="1668" y="1020"/>
                      </a:lnTo>
                      <a:lnTo>
                        <a:pt x="1674" y="1032"/>
                      </a:lnTo>
                      <a:lnTo>
                        <a:pt x="1674" y="1038"/>
                      </a:lnTo>
                      <a:lnTo>
                        <a:pt x="1680" y="1050"/>
                      </a:lnTo>
                      <a:lnTo>
                        <a:pt x="1680" y="1062"/>
                      </a:lnTo>
                      <a:lnTo>
                        <a:pt x="1686" y="1074"/>
                      </a:lnTo>
                      <a:lnTo>
                        <a:pt x="1692" y="1092"/>
                      </a:lnTo>
                      <a:lnTo>
                        <a:pt x="1698" y="1104"/>
                      </a:lnTo>
                      <a:lnTo>
                        <a:pt x="1704" y="1110"/>
                      </a:lnTo>
                      <a:lnTo>
                        <a:pt x="1704" y="1116"/>
                      </a:lnTo>
                      <a:lnTo>
                        <a:pt x="1722" y="1134"/>
                      </a:lnTo>
                      <a:lnTo>
                        <a:pt x="1722" y="1110"/>
                      </a:lnTo>
                      <a:lnTo>
                        <a:pt x="1728" y="1110"/>
                      </a:lnTo>
                      <a:lnTo>
                        <a:pt x="1734" y="1116"/>
                      </a:lnTo>
                      <a:lnTo>
                        <a:pt x="1746" y="1116"/>
                      </a:lnTo>
                      <a:lnTo>
                        <a:pt x="1746" y="1104"/>
                      </a:lnTo>
                      <a:lnTo>
                        <a:pt x="1728" y="1086"/>
                      </a:lnTo>
                      <a:lnTo>
                        <a:pt x="1728" y="1062"/>
                      </a:lnTo>
                      <a:lnTo>
                        <a:pt x="1722" y="1050"/>
                      </a:lnTo>
                      <a:lnTo>
                        <a:pt x="1740" y="1032"/>
                      </a:lnTo>
                      <a:lnTo>
                        <a:pt x="1746" y="1032"/>
                      </a:lnTo>
                      <a:lnTo>
                        <a:pt x="1740" y="984"/>
                      </a:lnTo>
                      <a:lnTo>
                        <a:pt x="1722" y="966"/>
                      </a:lnTo>
                      <a:lnTo>
                        <a:pt x="1716" y="966"/>
                      </a:lnTo>
                      <a:lnTo>
                        <a:pt x="1770" y="966"/>
                      </a:lnTo>
                      <a:lnTo>
                        <a:pt x="1782" y="972"/>
                      </a:lnTo>
                      <a:lnTo>
                        <a:pt x="1794" y="972"/>
                      </a:lnTo>
                      <a:lnTo>
                        <a:pt x="1794" y="936"/>
                      </a:lnTo>
                      <a:lnTo>
                        <a:pt x="1812" y="882"/>
                      </a:lnTo>
                      <a:lnTo>
                        <a:pt x="1806" y="876"/>
                      </a:lnTo>
                      <a:lnTo>
                        <a:pt x="1800" y="864"/>
                      </a:lnTo>
                      <a:lnTo>
                        <a:pt x="1800" y="846"/>
                      </a:lnTo>
                      <a:lnTo>
                        <a:pt x="1812" y="840"/>
                      </a:lnTo>
                      <a:lnTo>
                        <a:pt x="1818" y="834"/>
                      </a:lnTo>
                      <a:lnTo>
                        <a:pt x="1836" y="804"/>
                      </a:lnTo>
                      <a:lnTo>
                        <a:pt x="1836" y="792"/>
                      </a:lnTo>
                      <a:lnTo>
                        <a:pt x="1830" y="786"/>
                      </a:lnTo>
                      <a:lnTo>
                        <a:pt x="1830" y="780"/>
                      </a:lnTo>
                      <a:lnTo>
                        <a:pt x="1824" y="774"/>
                      </a:lnTo>
                      <a:lnTo>
                        <a:pt x="1824" y="750"/>
                      </a:lnTo>
                      <a:lnTo>
                        <a:pt x="1830" y="750"/>
                      </a:lnTo>
                      <a:lnTo>
                        <a:pt x="1836" y="744"/>
                      </a:lnTo>
                      <a:lnTo>
                        <a:pt x="1848" y="744"/>
                      </a:lnTo>
                      <a:lnTo>
                        <a:pt x="1860" y="738"/>
                      </a:lnTo>
                      <a:lnTo>
                        <a:pt x="1872" y="726"/>
                      </a:lnTo>
                      <a:lnTo>
                        <a:pt x="1872" y="708"/>
                      </a:lnTo>
                      <a:lnTo>
                        <a:pt x="1878" y="708"/>
                      </a:lnTo>
                      <a:lnTo>
                        <a:pt x="1890" y="702"/>
                      </a:lnTo>
                      <a:lnTo>
                        <a:pt x="1926" y="702"/>
                      </a:lnTo>
                      <a:lnTo>
                        <a:pt x="1932" y="708"/>
                      </a:lnTo>
                      <a:lnTo>
                        <a:pt x="1950" y="708"/>
                      </a:lnTo>
                      <a:lnTo>
                        <a:pt x="1950" y="702"/>
                      </a:lnTo>
                      <a:lnTo>
                        <a:pt x="1944" y="696"/>
                      </a:lnTo>
                      <a:lnTo>
                        <a:pt x="1932" y="690"/>
                      </a:lnTo>
                      <a:lnTo>
                        <a:pt x="1926" y="684"/>
                      </a:lnTo>
                      <a:lnTo>
                        <a:pt x="1920" y="672"/>
                      </a:lnTo>
                      <a:close/>
                    </a:path>
                  </a:pathLst>
                </a:custGeom>
                <a:solidFill>
                  <a:srgbClr val="D40F8D"/>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77" name="Iceland" descr="© INSCALE GmbH, 05.05.2010&#10;http://www.presentationload.com/">
                  <a:extLst>
                    <a:ext uri="{FF2B5EF4-FFF2-40B4-BE49-F238E27FC236}">
                      <a16:creationId xmlns:a16="http://schemas.microsoft.com/office/drawing/2014/main" id="{E45C0C00-781C-4112-8EA5-7CA2B97800DB}"/>
                    </a:ext>
                  </a:extLst>
                </p:cNvPr>
                <p:cNvSpPr>
                  <a:spLocks/>
                </p:cNvSpPr>
                <p:nvPr/>
              </p:nvSpPr>
              <p:spPr bwMode="gray">
                <a:xfrm>
                  <a:off x="5097384" y="1507492"/>
                  <a:ext cx="257902" cy="100688"/>
                </a:xfrm>
                <a:custGeom>
                  <a:avLst/>
                  <a:gdLst>
                    <a:gd name="T0" fmla="*/ 2147483647 w 570"/>
                    <a:gd name="T1" fmla="*/ 2147483647 h 222"/>
                    <a:gd name="T2" fmla="*/ 2147483647 w 570"/>
                    <a:gd name="T3" fmla="*/ 2147483647 h 222"/>
                    <a:gd name="T4" fmla="*/ 2147483647 w 570"/>
                    <a:gd name="T5" fmla="*/ 2147483647 h 222"/>
                    <a:gd name="T6" fmla="*/ 2147483647 w 570"/>
                    <a:gd name="T7" fmla="*/ 2147483647 h 222"/>
                    <a:gd name="T8" fmla="*/ 2147483647 w 570"/>
                    <a:gd name="T9" fmla="*/ 2147483647 h 222"/>
                    <a:gd name="T10" fmla="*/ 2147483647 w 570"/>
                    <a:gd name="T11" fmla="*/ 2147483647 h 222"/>
                    <a:gd name="T12" fmla="*/ 2147483647 w 570"/>
                    <a:gd name="T13" fmla="*/ 2147483647 h 222"/>
                    <a:gd name="T14" fmla="*/ 2147483647 w 570"/>
                    <a:gd name="T15" fmla="*/ 2147483647 h 222"/>
                    <a:gd name="T16" fmla="*/ 2147483647 w 570"/>
                    <a:gd name="T17" fmla="*/ 2147483647 h 222"/>
                    <a:gd name="T18" fmla="*/ 2147483647 w 570"/>
                    <a:gd name="T19" fmla="*/ 2147483647 h 222"/>
                    <a:gd name="T20" fmla="*/ 2147483647 w 570"/>
                    <a:gd name="T21" fmla="*/ 2147483647 h 222"/>
                    <a:gd name="T22" fmla="*/ 2147483647 w 570"/>
                    <a:gd name="T23" fmla="*/ 2147483647 h 222"/>
                    <a:gd name="T24" fmla="*/ 2147483647 w 570"/>
                    <a:gd name="T25" fmla="*/ 2147483647 h 222"/>
                    <a:gd name="T26" fmla="*/ 2147483647 w 570"/>
                    <a:gd name="T27" fmla="*/ 2147483647 h 222"/>
                    <a:gd name="T28" fmla="*/ 2147483647 w 570"/>
                    <a:gd name="T29" fmla="*/ 2147483647 h 222"/>
                    <a:gd name="T30" fmla="*/ 2147483647 w 570"/>
                    <a:gd name="T31" fmla="*/ 2147483647 h 222"/>
                    <a:gd name="T32" fmla="*/ 2147483647 w 570"/>
                    <a:gd name="T33" fmla="*/ 2147483647 h 222"/>
                    <a:gd name="T34" fmla="*/ 2147483647 w 570"/>
                    <a:gd name="T35" fmla="*/ 2147483647 h 222"/>
                    <a:gd name="T36" fmla="*/ 2147483647 w 570"/>
                    <a:gd name="T37" fmla="*/ 2147483647 h 222"/>
                    <a:gd name="T38" fmla="*/ 2147483647 w 570"/>
                    <a:gd name="T39" fmla="*/ 2147483647 h 222"/>
                    <a:gd name="T40" fmla="*/ 2147483647 w 570"/>
                    <a:gd name="T41" fmla="*/ 2147483647 h 222"/>
                    <a:gd name="T42" fmla="*/ 2147483647 w 570"/>
                    <a:gd name="T43" fmla="*/ 2147483647 h 222"/>
                    <a:gd name="T44" fmla="*/ 2147483647 w 570"/>
                    <a:gd name="T45" fmla="*/ 2147483647 h 222"/>
                    <a:gd name="T46" fmla="*/ 2147483647 w 570"/>
                    <a:gd name="T47" fmla="*/ 2147483647 h 222"/>
                    <a:gd name="T48" fmla="*/ 2147483647 w 570"/>
                    <a:gd name="T49" fmla="*/ 2147483647 h 222"/>
                    <a:gd name="T50" fmla="*/ 2147483647 w 570"/>
                    <a:gd name="T51" fmla="*/ 2147483647 h 222"/>
                    <a:gd name="T52" fmla="*/ 2147483647 w 570"/>
                    <a:gd name="T53" fmla="*/ 2147483647 h 222"/>
                    <a:gd name="T54" fmla="*/ 2147483647 w 570"/>
                    <a:gd name="T55" fmla="*/ 2147483647 h 222"/>
                    <a:gd name="T56" fmla="*/ 2147483647 w 570"/>
                    <a:gd name="T57" fmla="*/ 2147483647 h 222"/>
                    <a:gd name="T58" fmla="*/ 2147483647 w 570"/>
                    <a:gd name="T59" fmla="*/ 2147483647 h 222"/>
                    <a:gd name="T60" fmla="*/ 2147483647 w 570"/>
                    <a:gd name="T61" fmla="*/ 2147483647 h 222"/>
                    <a:gd name="T62" fmla="*/ 2147483647 w 570"/>
                    <a:gd name="T63" fmla="*/ 2147483647 h 222"/>
                    <a:gd name="T64" fmla="*/ 2147483647 w 570"/>
                    <a:gd name="T65" fmla="*/ 2147483647 h 222"/>
                    <a:gd name="T66" fmla="*/ 0 w 570"/>
                    <a:gd name="T67" fmla="*/ 2147483647 h 222"/>
                    <a:gd name="T68" fmla="*/ 2147483647 w 570"/>
                    <a:gd name="T69" fmla="*/ 2147483647 h 222"/>
                    <a:gd name="T70" fmla="*/ 2147483647 w 570"/>
                    <a:gd name="T71" fmla="*/ 2147483647 h 222"/>
                    <a:gd name="T72" fmla="*/ 2147483647 w 570"/>
                    <a:gd name="T73" fmla="*/ 2147483647 h 222"/>
                    <a:gd name="T74" fmla="*/ 2147483647 w 570"/>
                    <a:gd name="T75" fmla="*/ 2147483647 h 222"/>
                    <a:gd name="T76" fmla="*/ 2147483647 w 570"/>
                    <a:gd name="T77" fmla="*/ 2147483647 h 222"/>
                    <a:gd name="T78" fmla="*/ 2147483647 w 570"/>
                    <a:gd name="T79" fmla="*/ 2147483647 h 222"/>
                    <a:gd name="T80" fmla="*/ 2147483647 w 570"/>
                    <a:gd name="T81" fmla="*/ 2147483647 h 222"/>
                    <a:gd name="T82" fmla="*/ 2147483647 w 570"/>
                    <a:gd name="T83" fmla="*/ 2147483647 h 222"/>
                    <a:gd name="T84" fmla="*/ 2147483647 w 570"/>
                    <a:gd name="T85" fmla="*/ 2147483647 h 222"/>
                    <a:gd name="T86" fmla="*/ 2147483647 w 570"/>
                    <a:gd name="T87" fmla="*/ 2147483647 h 222"/>
                    <a:gd name="T88" fmla="*/ 2147483647 w 570"/>
                    <a:gd name="T89" fmla="*/ 2147483647 h 222"/>
                    <a:gd name="T90" fmla="*/ 2147483647 w 570"/>
                    <a:gd name="T91" fmla="*/ 2147483647 h 222"/>
                    <a:gd name="T92" fmla="*/ 2147483647 w 570"/>
                    <a:gd name="T93" fmla="*/ 2147483647 h 222"/>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570"/>
                    <a:gd name="T142" fmla="*/ 0 h 222"/>
                    <a:gd name="T143" fmla="*/ 570 w 570"/>
                    <a:gd name="T144" fmla="*/ 222 h 222"/>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570" h="222">
                      <a:moveTo>
                        <a:pt x="252" y="222"/>
                      </a:moveTo>
                      <a:lnTo>
                        <a:pt x="270" y="216"/>
                      </a:lnTo>
                      <a:lnTo>
                        <a:pt x="306" y="216"/>
                      </a:lnTo>
                      <a:lnTo>
                        <a:pt x="312" y="204"/>
                      </a:lnTo>
                      <a:lnTo>
                        <a:pt x="312" y="192"/>
                      </a:lnTo>
                      <a:lnTo>
                        <a:pt x="324" y="198"/>
                      </a:lnTo>
                      <a:lnTo>
                        <a:pt x="330" y="198"/>
                      </a:lnTo>
                      <a:lnTo>
                        <a:pt x="342" y="204"/>
                      </a:lnTo>
                      <a:lnTo>
                        <a:pt x="348" y="204"/>
                      </a:lnTo>
                      <a:lnTo>
                        <a:pt x="360" y="192"/>
                      </a:lnTo>
                      <a:lnTo>
                        <a:pt x="360" y="186"/>
                      </a:lnTo>
                      <a:lnTo>
                        <a:pt x="372" y="186"/>
                      </a:lnTo>
                      <a:lnTo>
                        <a:pt x="378" y="192"/>
                      </a:lnTo>
                      <a:lnTo>
                        <a:pt x="390" y="192"/>
                      </a:lnTo>
                      <a:lnTo>
                        <a:pt x="414" y="180"/>
                      </a:lnTo>
                      <a:lnTo>
                        <a:pt x="432" y="168"/>
                      </a:lnTo>
                      <a:lnTo>
                        <a:pt x="456" y="156"/>
                      </a:lnTo>
                      <a:lnTo>
                        <a:pt x="474" y="156"/>
                      </a:lnTo>
                      <a:lnTo>
                        <a:pt x="480" y="162"/>
                      </a:lnTo>
                      <a:lnTo>
                        <a:pt x="492" y="162"/>
                      </a:lnTo>
                      <a:lnTo>
                        <a:pt x="504" y="156"/>
                      </a:lnTo>
                      <a:lnTo>
                        <a:pt x="510" y="144"/>
                      </a:lnTo>
                      <a:lnTo>
                        <a:pt x="510" y="138"/>
                      </a:lnTo>
                      <a:lnTo>
                        <a:pt x="516" y="126"/>
                      </a:lnTo>
                      <a:lnTo>
                        <a:pt x="528" y="126"/>
                      </a:lnTo>
                      <a:lnTo>
                        <a:pt x="552" y="114"/>
                      </a:lnTo>
                      <a:lnTo>
                        <a:pt x="564" y="102"/>
                      </a:lnTo>
                      <a:lnTo>
                        <a:pt x="570" y="102"/>
                      </a:lnTo>
                      <a:lnTo>
                        <a:pt x="552" y="102"/>
                      </a:lnTo>
                      <a:lnTo>
                        <a:pt x="570" y="84"/>
                      </a:lnTo>
                      <a:lnTo>
                        <a:pt x="570" y="78"/>
                      </a:lnTo>
                      <a:lnTo>
                        <a:pt x="564" y="72"/>
                      </a:lnTo>
                      <a:lnTo>
                        <a:pt x="552" y="66"/>
                      </a:lnTo>
                      <a:lnTo>
                        <a:pt x="540" y="66"/>
                      </a:lnTo>
                      <a:lnTo>
                        <a:pt x="534" y="72"/>
                      </a:lnTo>
                      <a:lnTo>
                        <a:pt x="528" y="72"/>
                      </a:lnTo>
                      <a:lnTo>
                        <a:pt x="534" y="60"/>
                      </a:lnTo>
                      <a:lnTo>
                        <a:pt x="504" y="60"/>
                      </a:lnTo>
                      <a:lnTo>
                        <a:pt x="522" y="36"/>
                      </a:lnTo>
                      <a:lnTo>
                        <a:pt x="504" y="36"/>
                      </a:lnTo>
                      <a:lnTo>
                        <a:pt x="510" y="18"/>
                      </a:lnTo>
                      <a:lnTo>
                        <a:pt x="480" y="24"/>
                      </a:lnTo>
                      <a:lnTo>
                        <a:pt x="474" y="18"/>
                      </a:lnTo>
                      <a:lnTo>
                        <a:pt x="462" y="12"/>
                      </a:lnTo>
                      <a:lnTo>
                        <a:pt x="456" y="6"/>
                      </a:lnTo>
                      <a:lnTo>
                        <a:pt x="444" y="0"/>
                      </a:lnTo>
                      <a:lnTo>
                        <a:pt x="432" y="0"/>
                      </a:lnTo>
                      <a:lnTo>
                        <a:pt x="432" y="24"/>
                      </a:lnTo>
                      <a:lnTo>
                        <a:pt x="414" y="30"/>
                      </a:lnTo>
                      <a:lnTo>
                        <a:pt x="408" y="30"/>
                      </a:lnTo>
                      <a:lnTo>
                        <a:pt x="402" y="24"/>
                      </a:lnTo>
                      <a:lnTo>
                        <a:pt x="378" y="24"/>
                      </a:lnTo>
                      <a:lnTo>
                        <a:pt x="372" y="30"/>
                      </a:lnTo>
                      <a:lnTo>
                        <a:pt x="366" y="42"/>
                      </a:lnTo>
                      <a:lnTo>
                        <a:pt x="360" y="36"/>
                      </a:lnTo>
                      <a:lnTo>
                        <a:pt x="348" y="30"/>
                      </a:lnTo>
                      <a:lnTo>
                        <a:pt x="342" y="24"/>
                      </a:lnTo>
                      <a:lnTo>
                        <a:pt x="336" y="24"/>
                      </a:lnTo>
                      <a:lnTo>
                        <a:pt x="330" y="30"/>
                      </a:lnTo>
                      <a:lnTo>
                        <a:pt x="330" y="60"/>
                      </a:lnTo>
                      <a:lnTo>
                        <a:pt x="324" y="48"/>
                      </a:lnTo>
                      <a:lnTo>
                        <a:pt x="318" y="42"/>
                      </a:lnTo>
                      <a:lnTo>
                        <a:pt x="306" y="36"/>
                      </a:lnTo>
                      <a:lnTo>
                        <a:pt x="300" y="24"/>
                      </a:lnTo>
                      <a:lnTo>
                        <a:pt x="288" y="24"/>
                      </a:lnTo>
                      <a:lnTo>
                        <a:pt x="288" y="30"/>
                      </a:lnTo>
                      <a:lnTo>
                        <a:pt x="270" y="30"/>
                      </a:lnTo>
                      <a:lnTo>
                        <a:pt x="264" y="36"/>
                      </a:lnTo>
                      <a:lnTo>
                        <a:pt x="264" y="54"/>
                      </a:lnTo>
                      <a:lnTo>
                        <a:pt x="252" y="54"/>
                      </a:lnTo>
                      <a:lnTo>
                        <a:pt x="240" y="42"/>
                      </a:lnTo>
                      <a:lnTo>
                        <a:pt x="228" y="36"/>
                      </a:lnTo>
                      <a:lnTo>
                        <a:pt x="222" y="30"/>
                      </a:lnTo>
                      <a:lnTo>
                        <a:pt x="216" y="30"/>
                      </a:lnTo>
                      <a:lnTo>
                        <a:pt x="216" y="48"/>
                      </a:lnTo>
                      <a:lnTo>
                        <a:pt x="210" y="60"/>
                      </a:lnTo>
                      <a:lnTo>
                        <a:pt x="210" y="72"/>
                      </a:lnTo>
                      <a:lnTo>
                        <a:pt x="204" y="72"/>
                      </a:lnTo>
                      <a:lnTo>
                        <a:pt x="192" y="60"/>
                      </a:lnTo>
                      <a:lnTo>
                        <a:pt x="186" y="60"/>
                      </a:lnTo>
                      <a:lnTo>
                        <a:pt x="162" y="84"/>
                      </a:lnTo>
                      <a:lnTo>
                        <a:pt x="162" y="90"/>
                      </a:lnTo>
                      <a:lnTo>
                        <a:pt x="156" y="84"/>
                      </a:lnTo>
                      <a:lnTo>
                        <a:pt x="144" y="60"/>
                      </a:lnTo>
                      <a:lnTo>
                        <a:pt x="162" y="42"/>
                      </a:lnTo>
                      <a:lnTo>
                        <a:pt x="162" y="36"/>
                      </a:lnTo>
                      <a:lnTo>
                        <a:pt x="156" y="30"/>
                      </a:lnTo>
                      <a:lnTo>
                        <a:pt x="108" y="6"/>
                      </a:lnTo>
                      <a:lnTo>
                        <a:pt x="96" y="6"/>
                      </a:lnTo>
                      <a:lnTo>
                        <a:pt x="96" y="36"/>
                      </a:lnTo>
                      <a:lnTo>
                        <a:pt x="90" y="36"/>
                      </a:lnTo>
                      <a:lnTo>
                        <a:pt x="84" y="30"/>
                      </a:lnTo>
                      <a:lnTo>
                        <a:pt x="78" y="30"/>
                      </a:lnTo>
                      <a:lnTo>
                        <a:pt x="66" y="24"/>
                      </a:lnTo>
                      <a:lnTo>
                        <a:pt x="54" y="24"/>
                      </a:lnTo>
                      <a:lnTo>
                        <a:pt x="42" y="30"/>
                      </a:lnTo>
                      <a:lnTo>
                        <a:pt x="30" y="42"/>
                      </a:lnTo>
                      <a:lnTo>
                        <a:pt x="48" y="54"/>
                      </a:lnTo>
                      <a:lnTo>
                        <a:pt x="30" y="54"/>
                      </a:lnTo>
                      <a:lnTo>
                        <a:pt x="18" y="60"/>
                      </a:lnTo>
                      <a:lnTo>
                        <a:pt x="12" y="66"/>
                      </a:lnTo>
                      <a:lnTo>
                        <a:pt x="0" y="66"/>
                      </a:lnTo>
                      <a:lnTo>
                        <a:pt x="6" y="72"/>
                      </a:lnTo>
                      <a:lnTo>
                        <a:pt x="18" y="78"/>
                      </a:lnTo>
                      <a:lnTo>
                        <a:pt x="30" y="78"/>
                      </a:lnTo>
                      <a:lnTo>
                        <a:pt x="54" y="66"/>
                      </a:lnTo>
                      <a:lnTo>
                        <a:pt x="66" y="66"/>
                      </a:lnTo>
                      <a:lnTo>
                        <a:pt x="72" y="60"/>
                      </a:lnTo>
                      <a:lnTo>
                        <a:pt x="78" y="60"/>
                      </a:lnTo>
                      <a:lnTo>
                        <a:pt x="126" y="72"/>
                      </a:lnTo>
                      <a:lnTo>
                        <a:pt x="90" y="90"/>
                      </a:lnTo>
                      <a:lnTo>
                        <a:pt x="102" y="90"/>
                      </a:lnTo>
                      <a:lnTo>
                        <a:pt x="108" y="96"/>
                      </a:lnTo>
                      <a:lnTo>
                        <a:pt x="114" y="96"/>
                      </a:lnTo>
                      <a:lnTo>
                        <a:pt x="120" y="102"/>
                      </a:lnTo>
                      <a:lnTo>
                        <a:pt x="114" y="102"/>
                      </a:lnTo>
                      <a:lnTo>
                        <a:pt x="108" y="108"/>
                      </a:lnTo>
                      <a:lnTo>
                        <a:pt x="6" y="108"/>
                      </a:lnTo>
                      <a:lnTo>
                        <a:pt x="0" y="114"/>
                      </a:lnTo>
                      <a:lnTo>
                        <a:pt x="12" y="120"/>
                      </a:lnTo>
                      <a:lnTo>
                        <a:pt x="60" y="120"/>
                      </a:lnTo>
                      <a:lnTo>
                        <a:pt x="84" y="132"/>
                      </a:lnTo>
                      <a:lnTo>
                        <a:pt x="90" y="138"/>
                      </a:lnTo>
                      <a:lnTo>
                        <a:pt x="126" y="132"/>
                      </a:lnTo>
                      <a:lnTo>
                        <a:pt x="108" y="150"/>
                      </a:lnTo>
                      <a:lnTo>
                        <a:pt x="120" y="156"/>
                      </a:lnTo>
                      <a:lnTo>
                        <a:pt x="114" y="162"/>
                      </a:lnTo>
                      <a:lnTo>
                        <a:pt x="114" y="168"/>
                      </a:lnTo>
                      <a:lnTo>
                        <a:pt x="108" y="174"/>
                      </a:lnTo>
                      <a:lnTo>
                        <a:pt x="90" y="174"/>
                      </a:lnTo>
                      <a:lnTo>
                        <a:pt x="78" y="180"/>
                      </a:lnTo>
                      <a:lnTo>
                        <a:pt x="54" y="180"/>
                      </a:lnTo>
                      <a:lnTo>
                        <a:pt x="54" y="186"/>
                      </a:lnTo>
                      <a:lnTo>
                        <a:pt x="66" y="192"/>
                      </a:lnTo>
                      <a:lnTo>
                        <a:pt x="120" y="192"/>
                      </a:lnTo>
                      <a:lnTo>
                        <a:pt x="132" y="186"/>
                      </a:lnTo>
                      <a:lnTo>
                        <a:pt x="138" y="180"/>
                      </a:lnTo>
                      <a:lnTo>
                        <a:pt x="168" y="198"/>
                      </a:lnTo>
                      <a:lnTo>
                        <a:pt x="180" y="186"/>
                      </a:lnTo>
                      <a:lnTo>
                        <a:pt x="180" y="198"/>
                      </a:lnTo>
                      <a:lnTo>
                        <a:pt x="228" y="222"/>
                      </a:lnTo>
                      <a:lnTo>
                        <a:pt x="252" y="222"/>
                      </a:lnTo>
                      <a:close/>
                    </a:path>
                  </a:pathLst>
                </a:custGeom>
                <a:solidFill>
                  <a:srgbClr val="D40D8D"/>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78" name="Hungary" descr="© INSCALE GmbH, 05.05.2010&#10;http://www.presentationload.com/">
                  <a:extLst>
                    <a:ext uri="{FF2B5EF4-FFF2-40B4-BE49-F238E27FC236}">
                      <a16:creationId xmlns:a16="http://schemas.microsoft.com/office/drawing/2014/main" id="{CBD95181-7300-4C20-B189-34D4DD123FBD}"/>
                    </a:ext>
                  </a:extLst>
                </p:cNvPr>
                <p:cNvSpPr>
                  <a:spLocks/>
                </p:cNvSpPr>
                <p:nvPr/>
              </p:nvSpPr>
              <p:spPr bwMode="gray">
                <a:xfrm>
                  <a:off x="6106030" y="2115154"/>
                  <a:ext cx="192544" cy="100688"/>
                </a:xfrm>
                <a:custGeom>
                  <a:avLst/>
                  <a:gdLst>
                    <a:gd name="T0" fmla="*/ 2147483647 w 426"/>
                    <a:gd name="T1" fmla="*/ 2147483647 h 222"/>
                    <a:gd name="T2" fmla="*/ 2147483647 w 426"/>
                    <a:gd name="T3" fmla="*/ 2147483647 h 222"/>
                    <a:gd name="T4" fmla="*/ 2147483647 w 426"/>
                    <a:gd name="T5" fmla="*/ 2147483647 h 222"/>
                    <a:gd name="T6" fmla="*/ 0 w 426"/>
                    <a:gd name="T7" fmla="*/ 2147483647 h 222"/>
                    <a:gd name="T8" fmla="*/ 2147483647 w 426"/>
                    <a:gd name="T9" fmla="*/ 2147483647 h 222"/>
                    <a:gd name="T10" fmla="*/ 2147483647 w 426"/>
                    <a:gd name="T11" fmla="*/ 2147483647 h 222"/>
                    <a:gd name="T12" fmla="*/ 2147483647 w 426"/>
                    <a:gd name="T13" fmla="*/ 2147483647 h 222"/>
                    <a:gd name="T14" fmla="*/ 2147483647 w 426"/>
                    <a:gd name="T15" fmla="*/ 2147483647 h 222"/>
                    <a:gd name="T16" fmla="*/ 2147483647 w 426"/>
                    <a:gd name="T17" fmla="*/ 2147483647 h 222"/>
                    <a:gd name="T18" fmla="*/ 2147483647 w 426"/>
                    <a:gd name="T19" fmla="*/ 2147483647 h 222"/>
                    <a:gd name="T20" fmla="*/ 2147483647 w 426"/>
                    <a:gd name="T21" fmla="*/ 2147483647 h 222"/>
                    <a:gd name="T22" fmla="*/ 2147483647 w 426"/>
                    <a:gd name="T23" fmla="*/ 2147483647 h 222"/>
                    <a:gd name="T24" fmla="*/ 2147483647 w 426"/>
                    <a:gd name="T25" fmla="*/ 2147483647 h 222"/>
                    <a:gd name="T26" fmla="*/ 2147483647 w 426"/>
                    <a:gd name="T27" fmla="*/ 2147483647 h 222"/>
                    <a:gd name="T28" fmla="*/ 2147483647 w 426"/>
                    <a:gd name="T29" fmla="*/ 2147483647 h 222"/>
                    <a:gd name="T30" fmla="*/ 2147483647 w 426"/>
                    <a:gd name="T31" fmla="*/ 2147483647 h 222"/>
                    <a:gd name="T32" fmla="*/ 2147483647 w 426"/>
                    <a:gd name="T33" fmla="*/ 2147483647 h 222"/>
                    <a:gd name="T34" fmla="*/ 2147483647 w 426"/>
                    <a:gd name="T35" fmla="*/ 2147483647 h 222"/>
                    <a:gd name="T36" fmla="*/ 2147483647 w 426"/>
                    <a:gd name="T37" fmla="*/ 2147483647 h 222"/>
                    <a:gd name="T38" fmla="*/ 2147483647 w 426"/>
                    <a:gd name="T39" fmla="*/ 2147483647 h 222"/>
                    <a:gd name="T40" fmla="*/ 2147483647 w 426"/>
                    <a:gd name="T41" fmla="*/ 2147483647 h 222"/>
                    <a:gd name="T42" fmla="*/ 2147483647 w 426"/>
                    <a:gd name="T43" fmla="*/ 2147483647 h 222"/>
                    <a:gd name="T44" fmla="*/ 2147483647 w 426"/>
                    <a:gd name="T45" fmla="*/ 2147483647 h 222"/>
                    <a:gd name="T46" fmla="*/ 2147483647 w 426"/>
                    <a:gd name="T47" fmla="*/ 2147483647 h 222"/>
                    <a:gd name="T48" fmla="*/ 2147483647 w 426"/>
                    <a:gd name="T49" fmla="*/ 0 h 222"/>
                    <a:gd name="T50" fmla="*/ 2147483647 w 426"/>
                    <a:gd name="T51" fmla="*/ 2147483647 h 222"/>
                    <a:gd name="T52" fmla="*/ 2147483647 w 426"/>
                    <a:gd name="T53" fmla="*/ 0 h 222"/>
                    <a:gd name="T54" fmla="*/ 2147483647 w 426"/>
                    <a:gd name="T55" fmla="*/ 2147483647 h 222"/>
                    <a:gd name="T56" fmla="*/ 2147483647 w 426"/>
                    <a:gd name="T57" fmla="*/ 2147483647 h 222"/>
                    <a:gd name="T58" fmla="*/ 2147483647 w 426"/>
                    <a:gd name="T59" fmla="*/ 2147483647 h 222"/>
                    <a:gd name="T60" fmla="*/ 2147483647 w 426"/>
                    <a:gd name="T61" fmla="*/ 2147483647 h 222"/>
                    <a:gd name="T62" fmla="*/ 2147483647 w 426"/>
                    <a:gd name="T63" fmla="*/ 2147483647 h 222"/>
                    <a:gd name="T64" fmla="*/ 2147483647 w 426"/>
                    <a:gd name="T65" fmla="*/ 2147483647 h 222"/>
                    <a:gd name="T66" fmla="*/ 2147483647 w 426"/>
                    <a:gd name="T67" fmla="*/ 2147483647 h 222"/>
                    <a:gd name="T68" fmla="*/ 2147483647 w 426"/>
                    <a:gd name="T69" fmla="*/ 2147483647 h 222"/>
                    <a:gd name="T70" fmla="*/ 2147483647 w 426"/>
                    <a:gd name="T71" fmla="*/ 2147483647 h 22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426"/>
                    <a:gd name="T109" fmla="*/ 0 h 222"/>
                    <a:gd name="T110" fmla="*/ 426 w 426"/>
                    <a:gd name="T111" fmla="*/ 222 h 222"/>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426" h="222">
                      <a:moveTo>
                        <a:pt x="42" y="66"/>
                      </a:moveTo>
                      <a:lnTo>
                        <a:pt x="24" y="66"/>
                      </a:lnTo>
                      <a:lnTo>
                        <a:pt x="18" y="78"/>
                      </a:lnTo>
                      <a:lnTo>
                        <a:pt x="30" y="78"/>
                      </a:lnTo>
                      <a:lnTo>
                        <a:pt x="18" y="96"/>
                      </a:lnTo>
                      <a:lnTo>
                        <a:pt x="18" y="120"/>
                      </a:lnTo>
                      <a:lnTo>
                        <a:pt x="0" y="120"/>
                      </a:lnTo>
                      <a:lnTo>
                        <a:pt x="0" y="126"/>
                      </a:lnTo>
                      <a:lnTo>
                        <a:pt x="6" y="132"/>
                      </a:lnTo>
                      <a:lnTo>
                        <a:pt x="12" y="150"/>
                      </a:lnTo>
                      <a:lnTo>
                        <a:pt x="30" y="162"/>
                      </a:lnTo>
                      <a:lnTo>
                        <a:pt x="42" y="168"/>
                      </a:lnTo>
                      <a:lnTo>
                        <a:pt x="48" y="174"/>
                      </a:lnTo>
                      <a:lnTo>
                        <a:pt x="48" y="180"/>
                      </a:lnTo>
                      <a:lnTo>
                        <a:pt x="60" y="192"/>
                      </a:lnTo>
                      <a:lnTo>
                        <a:pt x="72" y="198"/>
                      </a:lnTo>
                      <a:lnTo>
                        <a:pt x="78" y="204"/>
                      </a:lnTo>
                      <a:lnTo>
                        <a:pt x="90" y="210"/>
                      </a:lnTo>
                      <a:lnTo>
                        <a:pt x="108" y="210"/>
                      </a:lnTo>
                      <a:lnTo>
                        <a:pt x="114" y="222"/>
                      </a:lnTo>
                      <a:lnTo>
                        <a:pt x="156" y="216"/>
                      </a:lnTo>
                      <a:lnTo>
                        <a:pt x="168" y="210"/>
                      </a:lnTo>
                      <a:lnTo>
                        <a:pt x="174" y="204"/>
                      </a:lnTo>
                      <a:lnTo>
                        <a:pt x="198" y="204"/>
                      </a:lnTo>
                      <a:lnTo>
                        <a:pt x="216" y="186"/>
                      </a:lnTo>
                      <a:lnTo>
                        <a:pt x="240" y="186"/>
                      </a:lnTo>
                      <a:lnTo>
                        <a:pt x="258" y="198"/>
                      </a:lnTo>
                      <a:lnTo>
                        <a:pt x="288" y="192"/>
                      </a:lnTo>
                      <a:lnTo>
                        <a:pt x="288" y="174"/>
                      </a:lnTo>
                      <a:lnTo>
                        <a:pt x="306" y="180"/>
                      </a:lnTo>
                      <a:lnTo>
                        <a:pt x="312" y="174"/>
                      </a:lnTo>
                      <a:lnTo>
                        <a:pt x="324" y="168"/>
                      </a:lnTo>
                      <a:lnTo>
                        <a:pt x="330" y="162"/>
                      </a:lnTo>
                      <a:lnTo>
                        <a:pt x="330" y="144"/>
                      </a:lnTo>
                      <a:lnTo>
                        <a:pt x="336" y="138"/>
                      </a:lnTo>
                      <a:lnTo>
                        <a:pt x="348" y="132"/>
                      </a:lnTo>
                      <a:lnTo>
                        <a:pt x="366" y="114"/>
                      </a:lnTo>
                      <a:lnTo>
                        <a:pt x="366" y="72"/>
                      </a:lnTo>
                      <a:lnTo>
                        <a:pt x="378" y="60"/>
                      </a:lnTo>
                      <a:lnTo>
                        <a:pt x="408" y="60"/>
                      </a:lnTo>
                      <a:lnTo>
                        <a:pt x="426" y="42"/>
                      </a:lnTo>
                      <a:lnTo>
                        <a:pt x="420" y="36"/>
                      </a:lnTo>
                      <a:lnTo>
                        <a:pt x="408" y="36"/>
                      </a:lnTo>
                      <a:lnTo>
                        <a:pt x="402" y="30"/>
                      </a:lnTo>
                      <a:lnTo>
                        <a:pt x="396" y="30"/>
                      </a:lnTo>
                      <a:lnTo>
                        <a:pt x="372" y="6"/>
                      </a:lnTo>
                      <a:lnTo>
                        <a:pt x="348" y="6"/>
                      </a:lnTo>
                      <a:lnTo>
                        <a:pt x="336" y="12"/>
                      </a:lnTo>
                      <a:lnTo>
                        <a:pt x="324" y="12"/>
                      </a:lnTo>
                      <a:lnTo>
                        <a:pt x="324" y="0"/>
                      </a:lnTo>
                      <a:lnTo>
                        <a:pt x="312" y="0"/>
                      </a:lnTo>
                      <a:lnTo>
                        <a:pt x="312" y="18"/>
                      </a:lnTo>
                      <a:lnTo>
                        <a:pt x="294" y="12"/>
                      </a:lnTo>
                      <a:lnTo>
                        <a:pt x="294" y="0"/>
                      </a:lnTo>
                      <a:lnTo>
                        <a:pt x="270" y="0"/>
                      </a:lnTo>
                      <a:lnTo>
                        <a:pt x="264" y="12"/>
                      </a:lnTo>
                      <a:lnTo>
                        <a:pt x="252" y="24"/>
                      </a:lnTo>
                      <a:lnTo>
                        <a:pt x="246" y="24"/>
                      </a:lnTo>
                      <a:lnTo>
                        <a:pt x="234" y="30"/>
                      </a:lnTo>
                      <a:lnTo>
                        <a:pt x="210" y="30"/>
                      </a:lnTo>
                      <a:lnTo>
                        <a:pt x="204" y="42"/>
                      </a:lnTo>
                      <a:lnTo>
                        <a:pt x="168" y="36"/>
                      </a:lnTo>
                      <a:lnTo>
                        <a:pt x="156" y="60"/>
                      </a:lnTo>
                      <a:lnTo>
                        <a:pt x="144" y="60"/>
                      </a:lnTo>
                      <a:lnTo>
                        <a:pt x="126" y="66"/>
                      </a:lnTo>
                      <a:lnTo>
                        <a:pt x="84" y="66"/>
                      </a:lnTo>
                      <a:lnTo>
                        <a:pt x="78" y="60"/>
                      </a:lnTo>
                      <a:lnTo>
                        <a:pt x="72" y="48"/>
                      </a:lnTo>
                      <a:lnTo>
                        <a:pt x="66" y="42"/>
                      </a:lnTo>
                      <a:lnTo>
                        <a:pt x="54" y="60"/>
                      </a:lnTo>
                      <a:lnTo>
                        <a:pt x="42" y="54"/>
                      </a:lnTo>
                      <a:lnTo>
                        <a:pt x="42" y="66"/>
                      </a:lnTo>
                      <a:close/>
                    </a:path>
                  </a:pathLst>
                </a:custGeom>
                <a:solidFill>
                  <a:srgbClr val="D40D8D"/>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79" name="Honduras" descr="© INSCALE GmbH, 05.05.2010&#10;http://www.presentationload.com/">
                  <a:extLst>
                    <a:ext uri="{FF2B5EF4-FFF2-40B4-BE49-F238E27FC236}">
                      <a16:creationId xmlns:a16="http://schemas.microsoft.com/office/drawing/2014/main" id="{EFE81181-F5CF-4C47-8AD4-463383F7F160}"/>
                    </a:ext>
                  </a:extLst>
                </p:cNvPr>
                <p:cNvSpPr>
                  <a:spLocks/>
                </p:cNvSpPr>
                <p:nvPr/>
              </p:nvSpPr>
              <p:spPr bwMode="gray">
                <a:xfrm>
                  <a:off x="2763902" y="3295147"/>
                  <a:ext cx="201377" cy="111288"/>
                </a:xfrm>
                <a:custGeom>
                  <a:avLst/>
                  <a:gdLst>
                    <a:gd name="T0" fmla="*/ 2147483647 w 444"/>
                    <a:gd name="T1" fmla="*/ 2147483647 h 246"/>
                    <a:gd name="T2" fmla="*/ 2147483647 w 444"/>
                    <a:gd name="T3" fmla="*/ 2147483647 h 246"/>
                    <a:gd name="T4" fmla="*/ 2147483647 w 444"/>
                    <a:gd name="T5" fmla="*/ 2147483647 h 246"/>
                    <a:gd name="T6" fmla="*/ 2147483647 w 444"/>
                    <a:gd name="T7" fmla="*/ 2147483647 h 246"/>
                    <a:gd name="T8" fmla="*/ 2147483647 w 444"/>
                    <a:gd name="T9" fmla="*/ 2147483647 h 246"/>
                    <a:gd name="T10" fmla="*/ 2147483647 w 444"/>
                    <a:gd name="T11" fmla="*/ 2147483647 h 246"/>
                    <a:gd name="T12" fmla="*/ 2147483647 w 444"/>
                    <a:gd name="T13" fmla="*/ 2147483647 h 246"/>
                    <a:gd name="T14" fmla="*/ 2147483647 w 444"/>
                    <a:gd name="T15" fmla="*/ 2147483647 h 246"/>
                    <a:gd name="T16" fmla="*/ 2147483647 w 444"/>
                    <a:gd name="T17" fmla="*/ 2147483647 h 246"/>
                    <a:gd name="T18" fmla="*/ 2147483647 w 444"/>
                    <a:gd name="T19" fmla="*/ 2147483647 h 246"/>
                    <a:gd name="T20" fmla="*/ 2147483647 w 444"/>
                    <a:gd name="T21" fmla="*/ 2147483647 h 246"/>
                    <a:gd name="T22" fmla="*/ 2147483647 w 444"/>
                    <a:gd name="T23" fmla="*/ 2147483647 h 246"/>
                    <a:gd name="T24" fmla="*/ 2147483647 w 444"/>
                    <a:gd name="T25" fmla="*/ 2147483647 h 246"/>
                    <a:gd name="T26" fmla="*/ 2147483647 w 444"/>
                    <a:gd name="T27" fmla="*/ 2147483647 h 246"/>
                    <a:gd name="T28" fmla="*/ 2147483647 w 444"/>
                    <a:gd name="T29" fmla="*/ 2147483647 h 246"/>
                    <a:gd name="T30" fmla="*/ 2147483647 w 444"/>
                    <a:gd name="T31" fmla="*/ 2147483647 h 246"/>
                    <a:gd name="T32" fmla="*/ 2147483647 w 444"/>
                    <a:gd name="T33" fmla="*/ 2147483647 h 246"/>
                    <a:gd name="T34" fmla="*/ 2147483647 w 444"/>
                    <a:gd name="T35" fmla="*/ 2147483647 h 246"/>
                    <a:gd name="T36" fmla="*/ 2147483647 w 444"/>
                    <a:gd name="T37" fmla="*/ 2147483647 h 246"/>
                    <a:gd name="T38" fmla="*/ 2147483647 w 444"/>
                    <a:gd name="T39" fmla="*/ 0 h 246"/>
                    <a:gd name="T40" fmla="*/ 2147483647 w 444"/>
                    <a:gd name="T41" fmla="*/ 2147483647 h 246"/>
                    <a:gd name="T42" fmla="*/ 2147483647 w 444"/>
                    <a:gd name="T43" fmla="*/ 2147483647 h 246"/>
                    <a:gd name="T44" fmla="*/ 2147483647 w 444"/>
                    <a:gd name="T45" fmla="*/ 0 h 246"/>
                    <a:gd name="T46" fmla="*/ 2147483647 w 444"/>
                    <a:gd name="T47" fmla="*/ 2147483647 h 246"/>
                    <a:gd name="T48" fmla="*/ 2147483647 w 444"/>
                    <a:gd name="T49" fmla="*/ 2147483647 h 246"/>
                    <a:gd name="T50" fmla="*/ 2147483647 w 444"/>
                    <a:gd name="T51" fmla="*/ 2147483647 h 246"/>
                    <a:gd name="T52" fmla="*/ 2147483647 w 444"/>
                    <a:gd name="T53" fmla="*/ 2147483647 h 246"/>
                    <a:gd name="T54" fmla="*/ 2147483647 w 444"/>
                    <a:gd name="T55" fmla="*/ 2147483647 h 246"/>
                    <a:gd name="T56" fmla="*/ 2147483647 w 444"/>
                    <a:gd name="T57" fmla="*/ 2147483647 h 246"/>
                    <a:gd name="T58" fmla="*/ 2147483647 w 444"/>
                    <a:gd name="T59" fmla="*/ 2147483647 h 246"/>
                    <a:gd name="T60" fmla="*/ 2147483647 w 444"/>
                    <a:gd name="T61" fmla="*/ 0 h 246"/>
                    <a:gd name="T62" fmla="*/ 2147483647 w 444"/>
                    <a:gd name="T63" fmla="*/ 2147483647 h 246"/>
                    <a:gd name="T64" fmla="*/ 2147483647 w 444"/>
                    <a:gd name="T65" fmla="*/ 2147483647 h 246"/>
                    <a:gd name="T66" fmla="*/ 2147483647 w 444"/>
                    <a:gd name="T67" fmla="*/ 2147483647 h 246"/>
                    <a:gd name="T68" fmla="*/ 2147483647 w 444"/>
                    <a:gd name="T69" fmla="*/ 2147483647 h 246"/>
                    <a:gd name="T70" fmla="*/ 2147483647 w 444"/>
                    <a:gd name="T71" fmla="*/ 2147483647 h 246"/>
                    <a:gd name="T72" fmla="*/ 0 w 444"/>
                    <a:gd name="T73" fmla="*/ 2147483647 h 246"/>
                    <a:gd name="T74" fmla="*/ 2147483647 w 444"/>
                    <a:gd name="T75" fmla="*/ 2147483647 h 246"/>
                    <a:gd name="T76" fmla="*/ 2147483647 w 444"/>
                    <a:gd name="T77" fmla="*/ 2147483647 h 246"/>
                    <a:gd name="T78" fmla="*/ 2147483647 w 444"/>
                    <a:gd name="T79" fmla="*/ 2147483647 h 246"/>
                    <a:gd name="T80" fmla="*/ 2147483647 w 444"/>
                    <a:gd name="T81" fmla="*/ 2147483647 h 246"/>
                    <a:gd name="T82" fmla="*/ 2147483647 w 444"/>
                    <a:gd name="T83" fmla="*/ 2147483647 h 246"/>
                    <a:gd name="T84" fmla="*/ 2147483647 w 444"/>
                    <a:gd name="T85" fmla="*/ 2147483647 h 246"/>
                    <a:gd name="T86" fmla="*/ 2147483647 w 444"/>
                    <a:gd name="T87" fmla="*/ 2147483647 h 24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444"/>
                    <a:gd name="T133" fmla="*/ 0 h 246"/>
                    <a:gd name="T134" fmla="*/ 444 w 444"/>
                    <a:gd name="T135" fmla="*/ 246 h 24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444" h="246">
                      <a:moveTo>
                        <a:pt x="156" y="240"/>
                      </a:moveTo>
                      <a:lnTo>
                        <a:pt x="156" y="222"/>
                      </a:lnTo>
                      <a:lnTo>
                        <a:pt x="174" y="222"/>
                      </a:lnTo>
                      <a:lnTo>
                        <a:pt x="168" y="216"/>
                      </a:lnTo>
                      <a:lnTo>
                        <a:pt x="168" y="204"/>
                      </a:lnTo>
                      <a:lnTo>
                        <a:pt x="162" y="198"/>
                      </a:lnTo>
                      <a:lnTo>
                        <a:pt x="162" y="186"/>
                      </a:lnTo>
                      <a:lnTo>
                        <a:pt x="168" y="180"/>
                      </a:lnTo>
                      <a:lnTo>
                        <a:pt x="204" y="180"/>
                      </a:lnTo>
                      <a:lnTo>
                        <a:pt x="210" y="168"/>
                      </a:lnTo>
                      <a:lnTo>
                        <a:pt x="216" y="162"/>
                      </a:lnTo>
                      <a:lnTo>
                        <a:pt x="228" y="162"/>
                      </a:lnTo>
                      <a:lnTo>
                        <a:pt x="228" y="168"/>
                      </a:lnTo>
                      <a:lnTo>
                        <a:pt x="234" y="174"/>
                      </a:lnTo>
                      <a:lnTo>
                        <a:pt x="252" y="174"/>
                      </a:lnTo>
                      <a:lnTo>
                        <a:pt x="276" y="150"/>
                      </a:lnTo>
                      <a:lnTo>
                        <a:pt x="288" y="126"/>
                      </a:lnTo>
                      <a:lnTo>
                        <a:pt x="306" y="126"/>
                      </a:lnTo>
                      <a:lnTo>
                        <a:pt x="306" y="108"/>
                      </a:lnTo>
                      <a:lnTo>
                        <a:pt x="318" y="96"/>
                      </a:lnTo>
                      <a:lnTo>
                        <a:pt x="330" y="96"/>
                      </a:lnTo>
                      <a:lnTo>
                        <a:pt x="348" y="114"/>
                      </a:lnTo>
                      <a:lnTo>
                        <a:pt x="360" y="114"/>
                      </a:lnTo>
                      <a:lnTo>
                        <a:pt x="372" y="102"/>
                      </a:lnTo>
                      <a:lnTo>
                        <a:pt x="372" y="96"/>
                      </a:lnTo>
                      <a:lnTo>
                        <a:pt x="420" y="96"/>
                      </a:lnTo>
                      <a:lnTo>
                        <a:pt x="426" y="90"/>
                      </a:lnTo>
                      <a:lnTo>
                        <a:pt x="432" y="90"/>
                      </a:lnTo>
                      <a:lnTo>
                        <a:pt x="444" y="84"/>
                      </a:lnTo>
                      <a:lnTo>
                        <a:pt x="444" y="78"/>
                      </a:lnTo>
                      <a:lnTo>
                        <a:pt x="426" y="60"/>
                      </a:lnTo>
                      <a:lnTo>
                        <a:pt x="402" y="48"/>
                      </a:lnTo>
                      <a:lnTo>
                        <a:pt x="396" y="48"/>
                      </a:lnTo>
                      <a:lnTo>
                        <a:pt x="390" y="42"/>
                      </a:lnTo>
                      <a:lnTo>
                        <a:pt x="384" y="30"/>
                      </a:lnTo>
                      <a:lnTo>
                        <a:pt x="372" y="24"/>
                      </a:lnTo>
                      <a:lnTo>
                        <a:pt x="366" y="18"/>
                      </a:lnTo>
                      <a:lnTo>
                        <a:pt x="348" y="18"/>
                      </a:lnTo>
                      <a:lnTo>
                        <a:pt x="342" y="6"/>
                      </a:lnTo>
                      <a:lnTo>
                        <a:pt x="336" y="0"/>
                      </a:lnTo>
                      <a:lnTo>
                        <a:pt x="312" y="0"/>
                      </a:lnTo>
                      <a:lnTo>
                        <a:pt x="300" y="6"/>
                      </a:lnTo>
                      <a:lnTo>
                        <a:pt x="294" y="12"/>
                      </a:lnTo>
                      <a:lnTo>
                        <a:pt x="282" y="12"/>
                      </a:lnTo>
                      <a:lnTo>
                        <a:pt x="270" y="0"/>
                      </a:lnTo>
                      <a:lnTo>
                        <a:pt x="252" y="0"/>
                      </a:lnTo>
                      <a:lnTo>
                        <a:pt x="240" y="6"/>
                      </a:lnTo>
                      <a:lnTo>
                        <a:pt x="234" y="18"/>
                      </a:lnTo>
                      <a:lnTo>
                        <a:pt x="222" y="24"/>
                      </a:lnTo>
                      <a:lnTo>
                        <a:pt x="186" y="24"/>
                      </a:lnTo>
                      <a:lnTo>
                        <a:pt x="174" y="18"/>
                      </a:lnTo>
                      <a:lnTo>
                        <a:pt x="168" y="12"/>
                      </a:lnTo>
                      <a:lnTo>
                        <a:pt x="156" y="12"/>
                      </a:lnTo>
                      <a:lnTo>
                        <a:pt x="150" y="18"/>
                      </a:lnTo>
                      <a:lnTo>
                        <a:pt x="144" y="18"/>
                      </a:lnTo>
                      <a:lnTo>
                        <a:pt x="138" y="24"/>
                      </a:lnTo>
                      <a:lnTo>
                        <a:pt x="132" y="24"/>
                      </a:lnTo>
                      <a:lnTo>
                        <a:pt x="132" y="18"/>
                      </a:lnTo>
                      <a:lnTo>
                        <a:pt x="126" y="12"/>
                      </a:lnTo>
                      <a:lnTo>
                        <a:pt x="126" y="6"/>
                      </a:lnTo>
                      <a:lnTo>
                        <a:pt x="120" y="0"/>
                      </a:lnTo>
                      <a:lnTo>
                        <a:pt x="114" y="0"/>
                      </a:lnTo>
                      <a:lnTo>
                        <a:pt x="96" y="18"/>
                      </a:lnTo>
                      <a:lnTo>
                        <a:pt x="90" y="18"/>
                      </a:lnTo>
                      <a:lnTo>
                        <a:pt x="84" y="30"/>
                      </a:lnTo>
                      <a:lnTo>
                        <a:pt x="72" y="36"/>
                      </a:lnTo>
                      <a:lnTo>
                        <a:pt x="60" y="48"/>
                      </a:lnTo>
                      <a:lnTo>
                        <a:pt x="48" y="54"/>
                      </a:lnTo>
                      <a:lnTo>
                        <a:pt x="36" y="66"/>
                      </a:lnTo>
                      <a:lnTo>
                        <a:pt x="24" y="72"/>
                      </a:lnTo>
                      <a:lnTo>
                        <a:pt x="18" y="84"/>
                      </a:lnTo>
                      <a:lnTo>
                        <a:pt x="18" y="102"/>
                      </a:lnTo>
                      <a:lnTo>
                        <a:pt x="12" y="114"/>
                      </a:lnTo>
                      <a:lnTo>
                        <a:pt x="0" y="126"/>
                      </a:lnTo>
                      <a:lnTo>
                        <a:pt x="6" y="138"/>
                      </a:lnTo>
                      <a:lnTo>
                        <a:pt x="18" y="150"/>
                      </a:lnTo>
                      <a:lnTo>
                        <a:pt x="42" y="150"/>
                      </a:lnTo>
                      <a:lnTo>
                        <a:pt x="42" y="168"/>
                      </a:lnTo>
                      <a:lnTo>
                        <a:pt x="48" y="174"/>
                      </a:lnTo>
                      <a:lnTo>
                        <a:pt x="60" y="174"/>
                      </a:lnTo>
                      <a:lnTo>
                        <a:pt x="66" y="168"/>
                      </a:lnTo>
                      <a:lnTo>
                        <a:pt x="102" y="168"/>
                      </a:lnTo>
                      <a:lnTo>
                        <a:pt x="102" y="210"/>
                      </a:lnTo>
                      <a:lnTo>
                        <a:pt x="126" y="222"/>
                      </a:lnTo>
                      <a:lnTo>
                        <a:pt x="132" y="228"/>
                      </a:lnTo>
                      <a:lnTo>
                        <a:pt x="132" y="246"/>
                      </a:lnTo>
                      <a:lnTo>
                        <a:pt x="144" y="246"/>
                      </a:lnTo>
                      <a:lnTo>
                        <a:pt x="156" y="240"/>
                      </a:lnTo>
                      <a:close/>
                    </a:path>
                  </a:pathLst>
                </a:custGeom>
                <a:solidFill>
                  <a:srgbClr val="572772"/>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80" name="Haiti" descr="© INSCALE GmbH, 05.05.2010&#10;http://www.presentationload.com/">
                  <a:extLst>
                    <a:ext uri="{FF2B5EF4-FFF2-40B4-BE49-F238E27FC236}">
                      <a16:creationId xmlns:a16="http://schemas.microsoft.com/office/drawing/2014/main" id="{2413FA30-6BA7-46FE-B9D1-1FA8518FDC4B}"/>
                    </a:ext>
                  </a:extLst>
                </p:cNvPr>
                <p:cNvSpPr>
                  <a:spLocks/>
                </p:cNvSpPr>
                <p:nvPr/>
              </p:nvSpPr>
              <p:spPr bwMode="gray">
                <a:xfrm>
                  <a:off x="3258511" y="3153831"/>
                  <a:ext cx="88324" cy="70658"/>
                </a:xfrm>
                <a:custGeom>
                  <a:avLst/>
                  <a:gdLst>
                    <a:gd name="T0" fmla="*/ 2147483647 w 198"/>
                    <a:gd name="T1" fmla="*/ 2147483647 h 156"/>
                    <a:gd name="T2" fmla="*/ 2147483647 w 198"/>
                    <a:gd name="T3" fmla="*/ 2147483647 h 156"/>
                    <a:gd name="T4" fmla="*/ 2147483647 w 198"/>
                    <a:gd name="T5" fmla="*/ 2147483647 h 156"/>
                    <a:gd name="T6" fmla="*/ 2147483647 w 198"/>
                    <a:gd name="T7" fmla="*/ 2147483647 h 156"/>
                    <a:gd name="T8" fmla="*/ 2147483647 w 198"/>
                    <a:gd name="T9" fmla="*/ 2147483647 h 156"/>
                    <a:gd name="T10" fmla="*/ 2147483647 w 198"/>
                    <a:gd name="T11" fmla="*/ 2147483647 h 156"/>
                    <a:gd name="T12" fmla="*/ 2147483647 w 198"/>
                    <a:gd name="T13" fmla="*/ 2147483647 h 156"/>
                    <a:gd name="T14" fmla="*/ 2147483647 w 198"/>
                    <a:gd name="T15" fmla="*/ 2147483647 h 156"/>
                    <a:gd name="T16" fmla="*/ 2147483647 w 198"/>
                    <a:gd name="T17" fmla="*/ 2147483647 h 156"/>
                    <a:gd name="T18" fmla="*/ 2147483647 w 198"/>
                    <a:gd name="T19" fmla="*/ 2147483647 h 156"/>
                    <a:gd name="T20" fmla="*/ 2147483647 w 198"/>
                    <a:gd name="T21" fmla="*/ 2147483647 h 156"/>
                    <a:gd name="T22" fmla="*/ 2147483647 w 198"/>
                    <a:gd name="T23" fmla="*/ 2147483647 h 156"/>
                    <a:gd name="T24" fmla="*/ 2147483647 w 198"/>
                    <a:gd name="T25" fmla="*/ 2147483647 h 156"/>
                    <a:gd name="T26" fmla="*/ 2147483647 w 198"/>
                    <a:gd name="T27" fmla="*/ 2147483647 h 156"/>
                    <a:gd name="T28" fmla="*/ 2147483647 w 198"/>
                    <a:gd name="T29" fmla="*/ 2147483647 h 156"/>
                    <a:gd name="T30" fmla="*/ 2147483647 w 198"/>
                    <a:gd name="T31" fmla="*/ 2147483647 h 156"/>
                    <a:gd name="T32" fmla="*/ 2147483647 w 198"/>
                    <a:gd name="T33" fmla="*/ 2147483647 h 156"/>
                    <a:gd name="T34" fmla="*/ 2147483647 w 198"/>
                    <a:gd name="T35" fmla="*/ 0 h 156"/>
                    <a:gd name="T36" fmla="*/ 2147483647 w 198"/>
                    <a:gd name="T37" fmla="*/ 0 h 156"/>
                    <a:gd name="T38" fmla="*/ 2147483647 w 198"/>
                    <a:gd name="T39" fmla="*/ 2147483647 h 156"/>
                    <a:gd name="T40" fmla="*/ 2147483647 w 198"/>
                    <a:gd name="T41" fmla="*/ 2147483647 h 156"/>
                    <a:gd name="T42" fmla="*/ 2147483647 w 198"/>
                    <a:gd name="T43" fmla="*/ 2147483647 h 156"/>
                    <a:gd name="T44" fmla="*/ 2147483647 w 198"/>
                    <a:gd name="T45" fmla="*/ 2147483647 h 156"/>
                    <a:gd name="T46" fmla="*/ 2147483647 w 198"/>
                    <a:gd name="T47" fmla="*/ 2147483647 h 156"/>
                    <a:gd name="T48" fmla="*/ 2147483647 w 198"/>
                    <a:gd name="T49" fmla="*/ 2147483647 h 156"/>
                    <a:gd name="T50" fmla="*/ 2147483647 w 198"/>
                    <a:gd name="T51" fmla="*/ 2147483647 h 156"/>
                    <a:gd name="T52" fmla="*/ 2147483647 w 198"/>
                    <a:gd name="T53" fmla="*/ 2147483647 h 156"/>
                    <a:gd name="T54" fmla="*/ 2147483647 w 198"/>
                    <a:gd name="T55" fmla="*/ 2147483647 h 156"/>
                    <a:gd name="T56" fmla="*/ 2147483647 w 198"/>
                    <a:gd name="T57" fmla="*/ 2147483647 h 156"/>
                    <a:gd name="T58" fmla="*/ 2147483647 w 198"/>
                    <a:gd name="T59" fmla="*/ 2147483647 h 156"/>
                    <a:gd name="T60" fmla="*/ 2147483647 w 198"/>
                    <a:gd name="T61" fmla="*/ 2147483647 h 156"/>
                    <a:gd name="T62" fmla="*/ 2147483647 w 198"/>
                    <a:gd name="T63" fmla="*/ 2147483647 h 156"/>
                    <a:gd name="T64" fmla="*/ 2147483647 w 198"/>
                    <a:gd name="T65" fmla="*/ 2147483647 h 156"/>
                    <a:gd name="T66" fmla="*/ 2147483647 w 198"/>
                    <a:gd name="T67" fmla="*/ 2147483647 h 156"/>
                    <a:gd name="T68" fmla="*/ 2147483647 w 198"/>
                    <a:gd name="T69" fmla="*/ 2147483647 h 156"/>
                    <a:gd name="T70" fmla="*/ 2147483647 w 198"/>
                    <a:gd name="T71" fmla="*/ 2147483647 h 156"/>
                    <a:gd name="T72" fmla="*/ 2147483647 w 198"/>
                    <a:gd name="T73" fmla="*/ 2147483647 h 156"/>
                    <a:gd name="T74" fmla="*/ 2147483647 w 198"/>
                    <a:gd name="T75" fmla="*/ 2147483647 h 156"/>
                    <a:gd name="T76" fmla="*/ 2147483647 w 198"/>
                    <a:gd name="T77" fmla="*/ 2147483647 h 156"/>
                    <a:gd name="T78" fmla="*/ 2147483647 w 198"/>
                    <a:gd name="T79" fmla="*/ 2147483647 h 156"/>
                    <a:gd name="T80" fmla="*/ 2147483647 w 198"/>
                    <a:gd name="T81" fmla="*/ 2147483647 h 156"/>
                    <a:gd name="T82" fmla="*/ 0 w 198"/>
                    <a:gd name="T83" fmla="*/ 2147483647 h 156"/>
                    <a:gd name="T84" fmla="*/ 0 w 198"/>
                    <a:gd name="T85" fmla="*/ 2147483647 h 156"/>
                    <a:gd name="T86" fmla="*/ 2147483647 w 198"/>
                    <a:gd name="T87" fmla="*/ 2147483647 h 156"/>
                    <a:gd name="T88" fmla="*/ 2147483647 w 198"/>
                    <a:gd name="T89" fmla="*/ 2147483647 h 156"/>
                    <a:gd name="T90" fmla="*/ 2147483647 w 198"/>
                    <a:gd name="T91" fmla="*/ 2147483647 h 156"/>
                    <a:gd name="T92" fmla="*/ 2147483647 w 198"/>
                    <a:gd name="T93" fmla="*/ 2147483647 h 156"/>
                    <a:gd name="T94" fmla="*/ 2147483647 w 198"/>
                    <a:gd name="T95" fmla="*/ 2147483647 h 156"/>
                    <a:gd name="T96" fmla="*/ 2147483647 w 198"/>
                    <a:gd name="T97" fmla="*/ 2147483647 h 156"/>
                    <a:gd name="T98" fmla="*/ 2147483647 w 198"/>
                    <a:gd name="T99" fmla="*/ 2147483647 h 156"/>
                    <a:gd name="T100" fmla="*/ 2147483647 w 198"/>
                    <a:gd name="T101" fmla="*/ 2147483647 h 156"/>
                    <a:gd name="T102" fmla="*/ 2147483647 w 198"/>
                    <a:gd name="T103" fmla="*/ 2147483647 h 156"/>
                    <a:gd name="T104" fmla="*/ 2147483647 w 198"/>
                    <a:gd name="T105" fmla="*/ 2147483647 h 156"/>
                    <a:gd name="T106" fmla="*/ 2147483647 w 198"/>
                    <a:gd name="T107" fmla="*/ 2147483647 h 156"/>
                    <a:gd name="T108" fmla="*/ 2147483647 w 198"/>
                    <a:gd name="T109" fmla="*/ 2147483647 h 156"/>
                    <a:gd name="T110" fmla="*/ 2147483647 w 198"/>
                    <a:gd name="T111" fmla="*/ 2147483647 h 156"/>
                    <a:gd name="T112" fmla="*/ 2147483647 w 198"/>
                    <a:gd name="T113" fmla="*/ 2147483647 h 15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98"/>
                    <a:gd name="T172" fmla="*/ 0 h 156"/>
                    <a:gd name="T173" fmla="*/ 198 w 198"/>
                    <a:gd name="T174" fmla="*/ 156 h 15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98" h="156">
                      <a:moveTo>
                        <a:pt x="168" y="114"/>
                      </a:moveTo>
                      <a:lnTo>
                        <a:pt x="168" y="108"/>
                      </a:lnTo>
                      <a:lnTo>
                        <a:pt x="174" y="102"/>
                      </a:lnTo>
                      <a:lnTo>
                        <a:pt x="180" y="90"/>
                      </a:lnTo>
                      <a:lnTo>
                        <a:pt x="180" y="78"/>
                      </a:lnTo>
                      <a:lnTo>
                        <a:pt x="186" y="72"/>
                      </a:lnTo>
                      <a:lnTo>
                        <a:pt x="192" y="60"/>
                      </a:lnTo>
                      <a:lnTo>
                        <a:pt x="198" y="54"/>
                      </a:lnTo>
                      <a:lnTo>
                        <a:pt x="198" y="42"/>
                      </a:lnTo>
                      <a:lnTo>
                        <a:pt x="186" y="6"/>
                      </a:lnTo>
                      <a:lnTo>
                        <a:pt x="180" y="12"/>
                      </a:lnTo>
                      <a:lnTo>
                        <a:pt x="180" y="18"/>
                      </a:lnTo>
                      <a:lnTo>
                        <a:pt x="174" y="18"/>
                      </a:lnTo>
                      <a:lnTo>
                        <a:pt x="168" y="12"/>
                      </a:lnTo>
                      <a:lnTo>
                        <a:pt x="156" y="12"/>
                      </a:lnTo>
                      <a:lnTo>
                        <a:pt x="144" y="6"/>
                      </a:lnTo>
                      <a:lnTo>
                        <a:pt x="126" y="6"/>
                      </a:lnTo>
                      <a:lnTo>
                        <a:pt x="114" y="0"/>
                      </a:lnTo>
                      <a:lnTo>
                        <a:pt x="84" y="0"/>
                      </a:lnTo>
                      <a:lnTo>
                        <a:pt x="72" y="6"/>
                      </a:lnTo>
                      <a:lnTo>
                        <a:pt x="66" y="12"/>
                      </a:lnTo>
                      <a:lnTo>
                        <a:pt x="66" y="18"/>
                      </a:lnTo>
                      <a:lnTo>
                        <a:pt x="72" y="24"/>
                      </a:lnTo>
                      <a:lnTo>
                        <a:pt x="108" y="24"/>
                      </a:lnTo>
                      <a:lnTo>
                        <a:pt x="114" y="30"/>
                      </a:lnTo>
                      <a:lnTo>
                        <a:pt x="120" y="42"/>
                      </a:lnTo>
                      <a:lnTo>
                        <a:pt x="126" y="48"/>
                      </a:lnTo>
                      <a:lnTo>
                        <a:pt x="114" y="54"/>
                      </a:lnTo>
                      <a:lnTo>
                        <a:pt x="108" y="60"/>
                      </a:lnTo>
                      <a:lnTo>
                        <a:pt x="108" y="72"/>
                      </a:lnTo>
                      <a:lnTo>
                        <a:pt x="114" y="84"/>
                      </a:lnTo>
                      <a:lnTo>
                        <a:pt x="114" y="96"/>
                      </a:lnTo>
                      <a:lnTo>
                        <a:pt x="120" y="102"/>
                      </a:lnTo>
                      <a:lnTo>
                        <a:pt x="114" y="108"/>
                      </a:lnTo>
                      <a:lnTo>
                        <a:pt x="96" y="108"/>
                      </a:lnTo>
                      <a:lnTo>
                        <a:pt x="78" y="102"/>
                      </a:lnTo>
                      <a:lnTo>
                        <a:pt x="66" y="102"/>
                      </a:lnTo>
                      <a:lnTo>
                        <a:pt x="54" y="96"/>
                      </a:lnTo>
                      <a:lnTo>
                        <a:pt x="36" y="96"/>
                      </a:lnTo>
                      <a:lnTo>
                        <a:pt x="24" y="102"/>
                      </a:lnTo>
                      <a:lnTo>
                        <a:pt x="6" y="102"/>
                      </a:lnTo>
                      <a:lnTo>
                        <a:pt x="0" y="108"/>
                      </a:lnTo>
                      <a:lnTo>
                        <a:pt x="0" y="114"/>
                      </a:lnTo>
                      <a:lnTo>
                        <a:pt x="6" y="120"/>
                      </a:lnTo>
                      <a:lnTo>
                        <a:pt x="12" y="132"/>
                      </a:lnTo>
                      <a:lnTo>
                        <a:pt x="24" y="138"/>
                      </a:lnTo>
                      <a:lnTo>
                        <a:pt x="30" y="150"/>
                      </a:lnTo>
                      <a:lnTo>
                        <a:pt x="36" y="156"/>
                      </a:lnTo>
                      <a:lnTo>
                        <a:pt x="42" y="156"/>
                      </a:lnTo>
                      <a:lnTo>
                        <a:pt x="48" y="150"/>
                      </a:lnTo>
                      <a:lnTo>
                        <a:pt x="54" y="138"/>
                      </a:lnTo>
                      <a:lnTo>
                        <a:pt x="60" y="132"/>
                      </a:lnTo>
                      <a:lnTo>
                        <a:pt x="138" y="132"/>
                      </a:lnTo>
                      <a:lnTo>
                        <a:pt x="156" y="126"/>
                      </a:lnTo>
                      <a:lnTo>
                        <a:pt x="168" y="126"/>
                      </a:lnTo>
                      <a:lnTo>
                        <a:pt x="180" y="144"/>
                      </a:lnTo>
                      <a:lnTo>
                        <a:pt x="168" y="114"/>
                      </a:lnTo>
                      <a:close/>
                    </a:path>
                  </a:pathLst>
                </a:custGeom>
                <a:solidFill>
                  <a:srgbClr val="A29C97"/>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81" name="Guyane (French Guiana)" descr="© INSCALE GmbH, 05.05.2010&#10;http://www.presentationload.com/">
                  <a:extLst>
                    <a:ext uri="{FF2B5EF4-FFF2-40B4-BE49-F238E27FC236}">
                      <a16:creationId xmlns:a16="http://schemas.microsoft.com/office/drawing/2014/main" id="{D97E5745-1967-425F-AD1A-EB7C4CF1D4D1}"/>
                    </a:ext>
                  </a:extLst>
                </p:cNvPr>
                <p:cNvSpPr>
                  <a:spLocks/>
                </p:cNvSpPr>
                <p:nvPr/>
              </p:nvSpPr>
              <p:spPr bwMode="gray">
                <a:xfrm>
                  <a:off x="3852035" y="3667868"/>
                  <a:ext cx="91854" cy="134249"/>
                </a:xfrm>
                <a:custGeom>
                  <a:avLst/>
                  <a:gdLst>
                    <a:gd name="T0" fmla="*/ 2147483647 w 52"/>
                    <a:gd name="T1" fmla="*/ 2147483647 h 76"/>
                    <a:gd name="T2" fmla="*/ 2147483647 w 52"/>
                    <a:gd name="T3" fmla="*/ 2147483647 h 76"/>
                    <a:gd name="T4" fmla="*/ 2147483647 w 52"/>
                    <a:gd name="T5" fmla="*/ 2147483647 h 76"/>
                    <a:gd name="T6" fmla="*/ 2147483647 w 52"/>
                    <a:gd name="T7" fmla="*/ 2147483647 h 76"/>
                    <a:gd name="T8" fmla="*/ 2147483647 w 52"/>
                    <a:gd name="T9" fmla="*/ 2147483647 h 76"/>
                    <a:gd name="T10" fmla="*/ 2147483647 w 52"/>
                    <a:gd name="T11" fmla="*/ 2147483647 h 76"/>
                    <a:gd name="T12" fmla="*/ 2147483647 w 52"/>
                    <a:gd name="T13" fmla="*/ 2147483647 h 76"/>
                    <a:gd name="T14" fmla="*/ 2147483647 w 52"/>
                    <a:gd name="T15" fmla="*/ 2147483647 h 76"/>
                    <a:gd name="T16" fmla="*/ 2147483647 w 52"/>
                    <a:gd name="T17" fmla="*/ 2147483647 h 76"/>
                    <a:gd name="T18" fmla="*/ 2147483647 w 52"/>
                    <a:gd name="T19" fmla="*/ 2147483647 h 76"/>
                    <a:gd name="T20" fmla="*/ 2147483647 w 52"/>
                    <a:gd name="T21" fmla="*/ 2147483647 h 76"/>
                    <a:gd name="T22" fmla="*/ 2147483647 w 52"/>
                    <a:gd name="T23" fmla="*/ 0 h 76"/>
                    <a:gd name="T24" fmla="*/ 2147483647 w 52"/>
                    <a:gd name="T25" fmla="*/ 2147483647 h 76"/>
                    <a:gd name="T26" fmla="*/ 2147483647 w 52"/>
                    <a:gd name="T27" fmla="*/ 2147483647 h 76"/>
                    <a:gd name="T28" fmla="*/ 2147483647 w 52"/>
                    <a:gd name="T29" fmla="*/ 2147483647 h 76"/>
                    <a:gd name="T30" fmla="*/ 2147483647 w 52"/>
                    <a:gd name="T31" fmla="*/ 2147483647 h 76"/>
                    <a:gd name="T32" fmla="*/ 2147483647 w 52"/>
                    <a:gd name="T33" fmla="*/ 2147483647 h 76"/>
                    <a:gd name="T34" fmla="*/ 2147483647 w 52"/>
                    <a:gd name="T35" fmla="*/ 2147483647 h 76"/>
                    <a:gd name="T36" fmla="*/ 2147483647 w 52"/>
                    <a:gd name="T37" fmla="*/ 2147483647 h 76"/>
                    <a:gd name="T38" fmla="*/ 2147483647 w 52"/>
                    <a:gd name="T39" fmla="*/ 2147483647 h 76"/>
                    <a:gd name="T40" fmla="*/ 2147483647 w 52"/>
                    <a:gd name="T41" fmla="*/ 2147483647 h 76"/>
                    <a:gd name="T42" fmla="*/ 2147483647 w 52"/>
                    <a:gd name="T43" fmla="*/ 2147483647 h 76"/>
                    <a:gd name="T44" fmla="*/ 2147483647 w 52"/>
                    <a:gd name="T45" fmla="*/ 2147483647 h 76"/>
                    <a:gd name="T46" fmla="*/ 2147483647 w 52"/>
                    <a:gd name="T47" fmla="*/ 2147483647 h 76"/>
                    <a:gd name="T48" fmla="*/ 2147483647 w 52"/>
                    <a:gd name="T49" fmla="*/ 2147483647 h 76"/>
                    <a:gd name="T50" fmla="*/ 2147483647 w 52"/>
                    <a:gd name="T51" fmla="*/ 2147483647 h 76"/>
                    <a:gd name="T52" fmla="*/ 2147483647 w 52"/>
                    <a:gd name="T53" fmla="*/ 2147483647 h 76"/>
                    <a:gd name="T54" fmla="*/ 2147483647 w 52"/>
                    <a:gd name="T55" fmla="*/ 2147483647 h 76"/>
                    <a:gd name="T56" fmla="*/ 2147483647 w 52"/>
                    <a:gd name="T57" fmla="*/ 2147483647 h 76"/>
                    <a:gd name="T58" fmla="*/ 2147483647 w 52"/>
                    <a:gd name="T59" fmla="*/ 2147483647 h 76"/>
                    <a:gd name="T60" fmla="*/ 2147483647 w 52"/>
                    <a:gd name="T61" fmla="*/ 2147483647 h 76"/>
                    <a:gd name="T62" fmla="*/ 2147483647 w 52"/>
                    <a:gd name="T63" fmla="*/ 2147483647 h 76"/>
                    <a:gd name="T64" fmla="*/ 0 w 52"/>
                    <a:gd name="T65" fmla="*/ 2147483647 h 76"/>
                    <a:gd name="T66" fmla="*/ 0 w 52"/>
                    <a:gd name="T67" fmla="*/ 2147483647 h 76"/>
                    <a:gd name="T68" fmla="*/ 2147483647 w 52"/>
                    <a:gd name="T69" fmla="*/ 2147483647 h 76"/>
                    <a:gd name="T70" fmla="*/ 2147483647 w 52"/>
                    <a:gd name="T71" fmla="*/ 2147483647 h 76"/>
                    <a:gd name="T72" fmla="*/ 2147483647 w 52"/>
                    <a:gd name="T73" fmla="*/ 2147483647 h 76"/>
                    <a:gd name="T74" fmla="*/ 2147483647 w 52"/>
                    <a:gd name="T75" fmla="*/ 2147483647 h 76"/>
                    <a:gd name="T76" fmla="*/ 2147483647 w 52"/>
                    <a:gd name="T77" fmla="*/ 2147483647 h 76"/>
                    <a:gd name="T78" fmla="*/ 2147483647 w 52"/>
                    <a:gd name="T79" fmla="*/ 2147483647 h 76"/>
                    <a:gd name="T80" fmla="*/ 2147483647 w 52"/>
                    <a:gd name="T81" fmla="*/ 2147483647 h 76"/>
                    <a:gd name="T82" fmla="*/ 2147483647 w 52"/>
                    <a:gd name="T83" fmla="*/ 2147483647 h 76"/>
                    <a:gd name="T84" fmla="*/ 2147483647 w 52"/>
                    <a:gd name="T85" fmla="*/ 2147483647 h 76"/>
                    <a:gd name="T86" fmla="*/ 2147483647 w 52"/>
                    <a:gd name="T87" fmla="*/ 2147483647 h 76"/>
                    <a:gd name="T88" fmla="*/ 2147483647 w 52"/>
                    <a:gd name="T89" fmla="*/ 2147483647 h 76"/>
                    <a:gd name="T90" fmla="*/ 2147483647 w 52"/>
                    <a:gd name="T91" fmla="*/ 2147483647 h 76"/>
                    <a:gd name="T92" fmla="*/ 2147483647 w 52"/>
                    <a:gd name="T93" fmla="*/ 2147483647 h 76"/>
                    <a:gd name="T94" fmla="*/ 2147483647 w 52"/>
                    <a:gd name="T95" fmla="*/ 2147483647 h 76"/>
                    <a:gd name="T96" fmla="*/ 2147483647 w 52"/>
                    <a:gd name="T97" fmla="*/ 2147483647 h 76"/>
                    <a:gd name="T98" fmla="*/ 2147483647 w 52"/>
                    <a:gd name="T99" fmla="*/ 2147483647 h 76"/>
                    <a:gd name="T100" fmla="*/ 2147483647 w 52"/>
                    <a:gd name="T101" fmla="*/ 2147483647 h 76"/>
                    <a:gd name="T102" fmla="*/ 2147483647 w 52"/>
                    <a:gd name="T103" fmla="*/ 2147483647 h 76"/>
                    <a:gd name="T104" fmla="*/ 2147483647 w 52"/>
                    <a:gd name="T105" fmla="*/ 2147483647 h 76"/>
                    <a:gd name="T106" fmla="*/ 2147483647 w 52"/>
                    <a:gd name="T107" fmla="*/ 2147483647 h 76"/>
                    <a:gd name="T108" fmla="*/ 2147483647 w 52"/>
                    <a:gd name="T109" fmla="*/ 2147483647 h 76"/>
                    <a:gd name="T110" fmla="*/ 2147483647 w 52"/>
                    <a:gd name="T111" fmla="*/ 2147483647 h 76"/>
                    <a:gd name="T112" fmla="*/ 2147483647 w 52"/>
                    <a:gd name="T113" fmla="*/ 2147483647 h 76"/>
                    <a:gd name="T114" fmla="*/ 2147483647 w 52"/>
                    <a:gd name="T115" fmla="*/ 2147483647 h 7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52"/>
                    <a:gd name="T175" fmla="*/ 0 h 76"/>
                    <a:gd name="T176" fmla="*/ 52 w 52"/>
                    <a:gd name="T177" fmla="*/ 76 h 7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52" h="76">
                      <a:moveTo>
                        <a:pt x="52" y="32"/>
                      </a:moveTo>
                      <a:lnTo>
                        <a:pt x="50" y="26"/>
                      </a:lnTo>
                      <a:lnTo>
                        <a:pt x="48" y="24"/>
                      </a:lnTo>
                      <a:lnTo>
                        <a:pt x="46" y="22"/>
                      </a:lnTo>
                      <a:lnTo>
                        <a:pt x="46" y="20"/>
                      </a:lnTo>
                      <a:lnTo>
                        <a:pt x="40" y="20"/>
                      </a:lnTo>
                      <a:lnTo>
                        <a:pt x="32" y="6"/>
                      </a:lnTo>
                      <a:lnTo>
                        <a:pt x="24" y="6"/>
                      </a:lnTo>
                      <a:lnTo>
                        <a:pt x="22" y="4"/>
                      </a:lnTo>
                      <a:lnTo>
                        <a:pt x="20" y="4"/>
                      </a:lnTo>
                      <a:lnTo>
                        <a:pt x="16" y="2"/>
                      </a:lnTo>
                      <a:lnTo>
                        <a:pt x="14" y="0"/>
                      </a:lnTo>
                      <a:lnTo>
                        <a:pt x="12" y="4"/>
                      </a:lnTo>
                      <a:lnTo>
                        <a:pt x="12" y="10"/>
                      </a:lnTo>
                      <a:lnTo>
                        <a:pt x="10" y="10"/>
                      </a:lnTo>
                      <a:lnTo>
                        <a:pt x="8" y="12"/>
                      </a:lnTo>
                      <a:lnTo>
                        <a:pt x="6" y="14"/>
                      </a:lnTo>
                      <a:lnTo>
                        <a:pt x="4" y="16"/>
                      </a:lnTo>
                      <a:lnTo>
                        <a:pt x="2" y="20"/>
                      </a:lnTo>
                      <a:lnTo>
                        <a:pt x="2" y="28"/>
                      </a:lnTo>
                      <a:lnTo>
                        <a:pt x="4" y="32"/>
                      </a:lnTo>
                      <a:lnTo>
                        <a:pt x="4" y="36"/>
                      </a:lnTo>
                      <a:lnTo>
                        <a:pt x="6" y="40"/>
                      </a:lnTo>
                      <a:lnTo>
                        <a:pt x="10" y="44"/>
                      </a:lnTo>
                      <a:lnTo>
                        <a:pt x="12" y="46"/>
                      </a:lnTo>
                      <a:lnTo>
                        <a:pt x="12" y="48"/>
                      </a:lnTo>
                      <a:lnTo>
                        <a:pt x="6" y="54"/>
                      </a:lnTo>
                      <a:lnTo>
                        <a:pt x="8" y="62"/>
                      </a:lnTo>
                      <a:lnTo>
                        <a:pt x="6" y="64"/>
                      </a:lnTo>
                      <a:lnTo>
                        <a:pt x="4" y="64"/>
                      </a:lnTo>
                      <a:lnTo>
                        <a:pt x="4" y="66"/>
                      </a:lnTo>
                      <a:lnTo>
                        <a:pt x="2" y="68"/>
                      </a:lnTo>
                      <a:lnTo>
                        <a:pt x="0" y="72"/>
                      </a:lnTo>
                      <a:lnTo>
                        <a:pt x="4" y="76"/>
                      </a:lnTo>
                      <a:lnTo>
                        <a:pt x="10" y="76"/>
                      </a:lnTo>
                      <a:lnTo>
                        <a:pt x="12" y="74"/>
                      </a:lnTo>
                      <a:lnTo>
                        <a:pt x="12" y="72"/>
                      </a:lnTo>
                      <a:lnTo>
                        <a:pt x="14" y="72"/>
                      </a:lnTo>
                      <a:lnTo>
                        <a:pt x="16" y="72"/>
                      </a:lnTo>
                      <a:lnTo>
                        <a:pt x="18" y="72"/>
                      </a:lnTo>
                      <a:lnTo>
                        <a:pt x="20" y="72"/>
                      </a:lnTo>
                      <a:lnTo>
                        <a:pt x="22" y="72"/>
                      </a:lnTo>
                      <a:lnTo>
                        <a:pt x="26" y="74"/>
                      </a:lnTo>
                      <a:lnTo>
                        <a:pt x="30" y="74"/>
                      </a:lnTo>
                      <a:lnTo>
                        <a:pt x="32" y="72"/>
                      </a:lnTo>
                      <a:lnTo>
                        <a:pt x="40" y="64"/>
                      </a:lnTo>
                      <a:lnTo>
                        <a:pt x="40" y="60"/>
                      </a:lnTo>
                      <a:lnTo>
                        <a:pt x="44" y="50"/>
                      </a:lnTo>
                      <a:lnTo>
                        <a:pt x="46" y="46"/>
                      </a:lnTo>
                      <a:lnTo>
                        <a:pt x="48" y="44"/>
                      </a:lnTo>
                      <a:lnTo>
                        <a:pt x="50" y="42"/>
                      </a:lnTo>
                      <a:lnTo>
                        <a:pt x="50" y="40"/>
                      </a:lnTo>
                      <a:lnTo>
                        <a:pt x="52" y="38"/>
                      </a:lnTo>
                      <a:lnTo>
                        <a:pt x="52" y="36"/>
                      </a:lnTo>
                      <a:lnTo>
                        <a:pt x="52" y="34"/>
                      </a:lnTo>
                      <a:lnTo>
                        <a:pt x="52" y="32"/>
                      </a:lnTo>
                      <a:close/>
                    </a:path>
                  </a:pathLst>
                </a:custGeom>
                <a:solidFill>
                  <a:srgbClr val="A29C97"/>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82" name="Guyana" descr="© INSCALE GmbH, 05.05.2010&#10;http://www.presentationload.com/">
                  <a:extLst>
                    <a:ext uri="{FF2B5EF4-FFF2-40B4-BE49-F238E27FC236}">
                      <a16:creationId xmlns:a16="http://schemas.microsoft.com/office/drawing/2014/main" id="{2BDA75F0-3A74-41BA-B1EB-882A45DC7BA5}"/>
                    </a:ext>
                  </a:extLst>
                </p:cNvPr>
                <p:cNvSpPr>
                  <a:spLocks/>
                </p:cNvSpPr>
                <p:nvPr/>
              </p:nvSpPr>
              <p:spPr bwMode="gray">
                <a:xfrm>
                  <a:off x="3636530" y="3570714"/>
                  <a:ext cx="146616" cy="263201"/>
                </a:xfrm>
                <a:custGeom>
                  <a:avLst/>
                  <a:gdLst>
                    <a:gd name="T0" fmla="*/ 2147483647 w 324"/>
                    <a:gd name="T1" fmla="*/ 2147483647 h 582"/>
                    <a:gd name="T2" fmla="*/ 2147483647 w 324"/>
                    <a:gd name="T3" fmla="*/ 2147483647 h 582"/>
                    <a:gd name="T4" fmla="*/ 2147483647 w 324"/>
                    <a:gd name="T5" fmla="*/ 2147483647 h 582"/>
                    <a:gd name="T6" fmla="*/ 2147483647 w 324"/>
                    <a:gd name="T7" fmla="*/ 2147483647 h 582"/>
                    <a:gd name="T8" fmla="*/ 2147483647 w 324"/>
                    <a:gd name="T9" fmla="*/ 2147483647 h 582"/>
                    <a:gd name="T10" fmla="*/ 2147483647 w 324"/>
                    <a:gd name="T11" fmla="*/ 2147483647 h 582"/>
                    <a:gd name="T12" fmla="*/ 2147483647 w 324"/>
                    <a:gd name="T13" fmla="*/ 2147483647 h 582"/>
                    <a:gd name="T14" fmla="*/ 2147483647 w 324"/>
                    <a:gd name="T15" fmla="*/ 2147483647 h 582"/>
                    <a:gd name="T16" fmla="*/ 0 w 324"/>
                    <a:gd name="T17" fmla="*/ 2147483647 h 582"/>
                    <a:gd name="T18" fmla="*/ 2147483647 w 324"/>
                    <a:gd name="T19" fmla="*/ 2147483647 h 582"/>
                    <a:gd name="T20" fmla="*/ 2147483647 w 324"/>
                    <a:gd name="T21" fmla="*/ 2147483647 h 582"/>
                    <a:gd name="T22" fmla="*/ 2147483647 w 324"/>
                    <a:gd name="T23" fmla="*/ 2147483647 h 582"/>
                    <a:gd name="T24" fmla="*/ 2147483647 w 324"/>
                    <a:gd name="T25" fmla="*/ 2147483647 h 582"/>
                    <a:gd name="T26" fmla="*/ 2147483647 w 324"/>
                    <a:gd name="T27" fmla="*/ 2147483647 h 582"/>
                    <a:gd name="T28" fmla="*/ 2147483647 w 324"/>
                    <a:gd name="T29" fmla="*/ 2147483647 h 582"/>
                    <a:gd name="T30" fmla="*/ 2147483647 w 324"/>
                    <a:gd name="T31" fmla="*/ 2147483647 h 582"/>
                    <a:gd name="T32" fmla="*/ 2147483647 w 324"/>
                    <a:gd name="T33" fmla="*/ 2147483647 h 582"/>
                    <a:gd name="T34" fmla="*/ 2147483647 w 324"/>
                    <a:gd name="T35" fmla="*/ 2147483647 h 582"/>
                    <a:gd name="T36" fmla="*/ 2147483647 w 324"/>
                    <a:gd name="T37" fmla="*/ 2147483647 h 582"/>
                    <a:gd name="T38" fmla="*/ 2147483647 w 324"/>
                    <a:gd name="T39" fmla="*/ 2147483647 h 582"/>
                    <a:gd name="T40" fmla="*/ 2147483647 w 324"/>
                    <a:gd name="T41" fmla="*/ 2147483647 h 582"/>
                    <a:gd name="T42" fmla="*/ 2147483647 w 324"/>
                    <a:gd name="T43" fmla="*/ 2147483647 h 582"/>
                    <a:gd name="T44" fmla="*/ 2147483647 w 324"/>
                    <a:gd name="T45" fmla="*/ 2147483647 h 582"/>
                    <a:gd name="T46" fmla="*/ 2147483647 w 324"/>
                    <a:gd name="T47" fmla="*/ 2147483647 h 582"/>
                    <a:gd name="T48" fmla="*/ 2147483647 w 324"/>
                    <a:gd name="T49" fmla="*/ 2147483647 h 582"/>
                    <a:gd name="T50" fmla="*/ 2147483647 w 324"/>
                    <a:gd name="T51" fmla="*/ 2147483647 h 582"/>
                    <a:gd name="T52" fmla="*/ 2147483647 w 324"/>
                    <a:gd name="T53" fmla="*/ 2147483647 h 582"/>
                    <a:gd name="T54" fmla="*/ 2147483647 w 324"/>
                    <a:gd name="T55" fmla="*/ 2147483647 h 582"/>
                    <a:gd name="T56" fmla="*/ 2147483647 w 324"/>
                    <a:gd name="T57" fmla="*/ 2147483647 h 582"/>
                    <a:gd name="T58" fmla="*/ 2147483647 w 324"/>
                    <a:gd name="T59" fmla="*/ 2147483647 h 582"/>
                    <a:gd name="T60" fmla="*/ 2147483647 w 324"/>
                    <a:gd name="T61" fmla="*/ 2147483647 h 582"/>
                    <a:gd name="T62" fmla="*/ 2147483647 w 324"/>
                    <a:gd name="T63" fmla="*/ 2147483647 h 582"/>
                    <a:gd name="T64" fmla="*/ 2147483647 w 324"/>
                    <a:gd name="T65" fmla="*/ 2147483647 h 582"/>
                    <a:gd name="T66" fmla="*/ 2147483647 w 324"/>
                    <a:gd name="T67" fmla="*/ 2147483647 h 582"/>
                    <a:gd name="T68" fmla="*/ 2147483647 w 324"/>
                    <a:gd name="T69" fmla="*/ 2147483647 h 582"/>
                    <a:gd name="T70" fmla="*/ 2147483647 w 324"/>
                    <a:gd name="T71" fmla="*/ 2147483647 h 582"/>
                    <a:gd name="T72" fmla="*/ 2147483647 w 324"/>
                    <a:gd name="T73" fmla="*/ 2147483647 h 582"/>
                    <a:gd name="T74" fmla="*/ 2147483647 w 324"/>
                    <a:gd name="T75" fmla="*/ 2147483647 h 582"/>
                    <a:gd name="T76" fmla="*/ 2147483647 w 324"/>
                    <a:gd name="T77" fmla="*/ 2147483647 h 582"/>
                    <a:gd name="T78" fmla="*/ 2147483647 w 324"/>
                    <a:gd name="T79" fmla="*/ 2147483647 h 582"/>
                    <a:gd name="T80" fmla="*/ 2147483647 w 324"/>
                    <a:gd name="T81" fmla="*/ 2147483647 h 582"/>
                    <a:gd name="T82" fmla="*/ 2147483647 w 324"/>
                    <a:gd name="T83" fmla="*/ 2147483647 h 582"/>
                    <a:gd name="T84" fmla="*/ 2147483647 w 324"/>
                    <a:gd name="T85" fmla="*/ 2147483647 h 582"/>
                    <a:gd name="T86" fmla="*/ 2147483647 w 324"/>
                    <a:gd name="T87" fmla="*/ 2147483647 h 582"/>
                    <a:gd name="T88" fmla="*/ 2147483647 w 324"/>
                    <a:gd name="T89" fmla="*/ 2147483647 h 582"/>
                    <a:gd name="T90" fmla="*/ 2147483647 w 324"/>
                    <a:gd name="T91" fmla="*/ 2147483647 h 582"/>
                    <a:gd name="T92" fmla="*/ 2147483647 w 324"/>
                    <a:gd name="T93" fmla="*/ 2147483647 h 582"/>
                    <a:gd name="T94" fmla="*/ 2147483647 w 324"/>
                    <a:gd name="T95" fmla="*/ 2147483647 h 582"/>
                    <a:gd name="T96" fmla="*/ 2147483647 w 324"/>
                    <a:gd name="T97" fmla="*/ 2147483647 h 582"/>
                    <a:gd name="T98" fmla="*/ 2147483647 w 324"/>
                    <a:gd name="T99" fmla="*/ 2147483647 h 582"/>
                    <a:gd name="T100" fmla="*/ 2147483647 w 324"/>
                    <a:gd name="T101" fmla="*/ 2147483647 h 582"/>
                    <a:gd name="T102" fmla="*/ 2147483647 w 324"/>
                    <a:gd name="T103" fmla="*/ 2147483647 h 582"/>
                    <a:gd name="T104" fmla="*/ 2147483647 w 324"/>
                    <a:gd name="T105" fmla="*/ 2147483647 h 582"/>
                    <a:gd name="T106" fmla="*/ 2147483647 w 324"/>
                    <a:gd name="T107" fmla="*/ 2147483647 h 582"/>
                    <a:gd name="T108" fmla="*/ 2147483647 w 324"/>
                    <a:gd name="T109" fmla="*/ 2147483647 h 582"/>
                    <a:gd name="T110" fmla="*/ 2147483647 w 324"/>
                    <a:gd name="T111" fmla="*/ 2147483647 h 582"/>
                    <a:gd name="T112" fmla="*/ 2147483647 w 324"/>
                    <a:gd name="T113" fmla="*/ 2147483647 h 582"/>
                    <a:gd name="T114" fmla="*/ 2147483647 w 324"/>
                    <a:gd name="T115" fmla="*/ 2147483647 h 582"/>
                    <a:gd name="T116" fmla="*/ 2147483647 w 324"/>
                    <a:gd name="T117" fmla="*/ 2147483647 h 582"/>
                    <a:gd name="T118" fmla="*/ 2147483647 w 324"/>
                    <a:gd name="T119" fmla="*/ 2147483647 h 582"/>
                    <a:gd name="T120" fmla="*/ 2147483647 w 324"/>
                    <a:gd name="T121" fmla="*/ 2147483647 h 582"/>
                    <a:gd name="T122" fmla="*/ 2147483647 w 324"/>
                    <a:gd name="T123" fmla="*/ 0 h 582"/>
                    <a:gd name="T124" fmla="*/ 2147483647 w 324"/>
                    <a:gd name="T125" fmla="*/ 2147483647 h 582"/>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324"/>
                    <a:gd name="T190" fmla="*/ 0 h 582"/>
                    <a:gd name="T191" fmla="*/ 324 w 324"/>
                    <a:gd name="T192" fmla="*/ 582 h 582"/>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324" h="582">
                      <a:moveTo>
                        <a:pt x="90" y="42"/>
                      </a:moveTo>
                      <a:lnTo>
                        <a:pt x="84" y="48"/>
                      </a:lnTo>
                      <a:lnTo>
                        <a:pt x="72" y="48"/>
                      </a:lnTo>
                      <a:lnTo>
                        <a:pt x="60" y="60"/>
                      </a:lnTo>
                      <a:lnTo>
                        <a:pt x="60" y="102"/>
                      </a:lnTo>
                      <a:lnTo>
                        <a:pt x="84" y="102"/>
                      </a:lnTo>
                      <a:lnTo>
                        <a:pt x="84" y="120"/>
                      </a:lnTo>
                      <a:lnTo>
                        <a:pt x="78" y="126"/>
                      </a:lnTo>
                      <a:lnTo>
                        <a:pt x="66" y="132"/>
                      </a:lnTo>
                      <a:lnTo>
                        <a:pt x="54" y="132"/>
                      </a:lnTo>
                      <a:lnTo>
                        <a:pt x="42" y="138"/>
                      </a:lnTo>
                      <a:lnTo>
                        <a:pt x="12" y="138"/>
                      </a:lnTo>
                      <a:lnTo>
                        <a:pt x="12" y="144"/>
                      </a:lnTo>
                      <a:lnTo>
                        <a:pt x="30" y="162"/>
                      </a:lnTo>
                      <a:lnTo>
                        <a:pt x="30" y="180"/>
                      </a:lnTo>
                      <a:lnTo>
                        <a:pt x="18" y="186"/>
                      </a:lnTo>
                      <a:lnTo>
                        <a:pt x="12" y="186"/>
                      </a:lnTo>
                      <a:lnTo>
                        <a:pt x="0" y="192"/>
                      </a:lnTo>
                      <a:lnTo>
                        <a:pt x="0" y="204"/>
                      </a:lnTo>
                      <a:lnTo>
                        <a:pt x="6" y="210"/>
                      </a:lnTo>
                      <a:lnTo>
                        <a:pt x="12" y="222"/>
                      </a:lnTo>
                      <a:lnTo>
                        <a:pt x="48" y="258"/>
                      </a:lnTo>
                      <a:lnTo>
                        <a:pt x="72" y="264"/>
                      </a:lnTo>
                      <a:lnTo>
                        <a:pt x="78" y="252"/>
                      </a:lnTo>
                      <a:lnTo>
                        <a:pt x="90" y="264"/>
                      </a:lnTo>
                      <a:lnTo>
                        <a:pt x="96" y="276"/>
                      </a:lnTo>
                      <a:lnTo>
                        <a:pt x="96" y="294"/>
                      </a:lnTo>
                      <a:lnTo>
                        <a:pt x="90" y="306"/>
                      </a:lnTo>
                      <a:lnTo>
                        <a:pt x="84" y="312"/>
                      </a:lnTo>
                      <a:lnTo>
                        <a:pt x="84" y="318"/>
                      </a:lnTo>
                      <a:lnTo>
                        <a:pt x="90" y="324"/>
                      </a:lnTo>
                      <a:lnTo>
                        <a:pt x="96" y="324"/>
                      </a:lnTo>
                      <a:lnTo>
                        <a:pt x="108" y="318"/>
                      </a:lnTo>
                      <a:lnTo>
                        <a:pt x="114" y="318"/>
                      </a:lnTo>
                      <a:lnTo>
                        <a:pt x="114" y="348"/>
                      </a:lnTo>
                      <a:lnTo>
                        <a:pt x="120" y="354"/>
                      </a:lnTo>
                      <a:lnTo>
                        <a:pt x="126" y="354"/>
                      </a:lnTo>
                      <a:lnTo>
                        <a:pt x="126" y="366"/>
                      </a:lnTo>
                      <a:lnTo>
                        <a:pt x="120" y="378"/>
                      </a:lnTo>
                      <a:lnTo>
                        <a:pt x="108" y="390"/>
                      </a:lnTo>
                      <a:lnTo>
                        <a:pt x="96" y="432"/>
                      </a:lnTo>
                      <a:lnTo>
                        <a:pt x="90" y="444"/>
                      </a:lnTo>
                      <a:lnTo>
                        <a:pt x="90" y="450"/>
                      </a:lnTo>
                      <a:lnTo>
                        <a:pt x="84" y="462"/>
                      </a:lnTo>
                      <a:lnTo>
                        <a:pt x="84" y="468"/>
                      </a:lnTo>
                      <a:lnTo>
                        <a:pt x="90" y="480"/>
                      </a:lnTo>
                      <a:lnTo>
                        <a:pt x="114" y="504"/>
                      </a:lnTo>
                      <a:lnTo>
                        <a:pt x="114" y="534"/>
                      </a:lnTo>
                      <a:lnTo>
                        <a:pt x="144" y="570"/>
                      </a:lnTo>
                      <a:lnTo>
                        <a:pt x="156" y="570"/>
                      </a:lnTo>
                      <a:lnTo>
                        <a:pt x="162" y="582"/>
                      </a:lnTo>
                      <a:lnTo>
                        <a:pt x="198" y="582"/>
                      </a:lnTo>
                      <a:lnTo>
                        <a:pt x="204" y="576"/>
                      </a:lnTo>
                      <a:lnTo>
                        <a:pt x="204" y="564"/>
                      </a:lnTo>
                      <a:lnTo>
                        <a:pt x="216" y="552"/>
                      </a:lnTo>
                      <a:lnTo>
                        <a:pt x="234" y="552"/>
                      </a:lnTo>
                      <a:lnTo>
                        <a:pt x="240" y="540"/>
                      </a:lnTo>
                      <a:lnTo>
                        <a:pt x="270" y="540"/>
                      </a:lnTo>
                      <a:lnTo>
                        <a:pt x="270" y="534"/>
                      </a:lnTo>
                      <a:lnTo>
                        <a:pt x="288" y="516"/>
                      </a:lnTo>
                      <a:lnTo>
                        <a:pt x="300" y="516"/>
                      </a:lnTo>
                      <a:lnTo>
                        <a:pt x="312" y="528"/>
                      </a:lnTo>
                      <a:lnTo>
                        <a:pt x="318" y="528"/>
                      </a:lnTo>
                      <a:lnTo>
                        <a:pt x="324" y="522"/>
                      </a:lnTo>
                      <a:lnTo>
                        <a:pt x="324" y="510"/>
                      </a:lnTo>
                      <a:lnTo>
                        <a:pt x="318" y="504"/>
                      </a:lnTo>
                      <a:lnTo>
                        <a:pt x="312" y="492"/>
                      </a:lnTo>
                      <a:lnTo>
                        <a:pt x="306" y="474"/>
                      </a:lnTo>
                      <a:lnTo>
                        <a:pt x="288" y="456"/>
                      </a:lnTo>
                      <a:lnTo>
                        <a:pt x="282" y="444"/>
                      </a:lnTo>
                      <a:lnTo>
                        <a:pt x="282" y="420"/>
                      </a:lnTo>
                      <a:lnTo>
                        <a:pt x="288" y="414"/>
                      </a:lnTo>
                      <a:lnTo>
                        <a:pt x="288" y="396"/>
                      </a:lnTo>
                      <a:lnTo>
                        <a:pt x="276" y="408"/>
                      </a:lnTo>
                      <a:lnTo>
                        <a:pt x="276" y="414"/>
                      </a:lnTo>
                      <a:lnTo>
                        <a:pt x="264" y="414"/>
                      </a:lnTo>
                      <a:lnTo>
                        <a:pt x="258" y="402"/>
                      </a:lnTo>
                      <a:lnTo>
                        <a:pt x="252" y="396"/>
                      </a:lnTo>
                      <a:lnTo>
                        <a:pt x="246" y="384"/>
                      </a:lnTo>
                      <a:lnTo>
                        <a:pt x="246" y="372"/>
                      </a:lnTo>
                      <a:lnTo>
                        <a:pt x="240" y="372"/>
                      </a:lnTo>
                      <a:lnTo>
                        <a:pt x="240" y="366"/>
                      </a:lnTo>
                      <a:lnTo>
                        <a:pt x="234" y="360"/>
                      </a:lnTo>
                      <a:lnTo>
                        <a:pt x="234" y="348"/>
                      </a:lnTo>
                      <a:lnTo>
                        <a:pt x="240" y="336"/>
                      </a:lnTo>
                      <a:lnTo>
                        <a:pt x="246" y="330"/>
                      </a:lnTo>
                      <a:lnTo>
                        <a:pt x="246" y="288"/>
                      </a:lnTo>
                      <a:lnTo>
                        <a:pt x="252" y="282"/>
                      </a:lnTo>
                      <a:lnTo>
                        <a:pt x="264" y="276"/>
                      </a:lnTo>
                      <a:lnTo>
                        <a:pt x="294" y="276"/>
                      </a:lnTo>
                      <a:lnTo>
                        <a:pt x="300" y="270"/>
                      </a:lnTo>
                      <a:lnTo>
                        <a:pt x="300" y="258"/>
                      </a:lnTo>
                      <a:lnTo>
                        <a:pt x="288" y="246"/>
                      </a:lnTo>
                      <a:lnTo>
                        <a:pt x="288" y="234"/>
                      </a:lnTo>
                      <a:lnTo>
                        <a:pt x="294" y="222"/>
                      </a:lnTo>
                      <a:lnTo>
                        <a:pt x="300" y="216"/>
                      </a:lnTo>
                      <a:lnTo>
                        <a:pt x="306" y="204"/>
                      </a:lnTo>
                      <a:lnTo>
                        <a:pt x="306" y="192"/>
                      </a:lnTo>
                      <a:lnTo>
                        <a:pt x="300" y="180"/>
                      </a:lnTo>
                      <a:lnTo>
                        <a:pt x="294" y="174"/>
                      </a:lnTo>
                      <a:lnTo>
                        <a:pt x="276" y="174"/>
                      </a:lnTo>
                      <a:lnTo>
                        <a:pt x="270" y="180"/>
                      </a:lnTo>
                      <a:lnTo>
                        <a:pt x="270" y="156"/>
                      </a:lnTo>
                      <a:lnTo>
                        <a:pt x="258" y="150"/>
                      </a:lnTo>
                      <a:lnTo>
                        <a:pt x="252" y="138"/>
                      </a:lnTo>
                      <a:lnTo>
                        <a:pt x="234" y="132"/>
                      </a:lnTo>
                      <a:lnTo>
                        <a:pt x="216" y="132"/>
                      </a:lnTo>
                      <a:lnTo>
                        <a:pt x="204" y="138"/>
                      </a:lnTo>
                      <a:lnTo>
                        <a:pt x="198" y="150"/>
                      </a:lnTo>
                      <a:lnTo>
                        <a:pt x="198" y="156"/>
                      </a:lnTo>
                      <a:lnTo>
                        <a:pt x="192" y="162"/>
                      </a:lnTo>
                      <a:lnTo>
                        <a:pt x="192" y="168"/>
                      </a:lnTo>
                      <a:lnTo>
                        <a:pt x="192" y="162"/>
                      </a:lnTo>
                      <a:lnTo>
                        <a:pt x="198" y="156"/>
                      </a:lnTo>
                      <a:lnTo>
                        <a:pt x="198" y="144"/>
                      </a:lnTo>
                      <a:lnTo>
                        <a:pt x="204" y="132"/>
                      </a:lnTo>
                      <a:lnTo>
                        <a:pt x="204" y="114"/>
                      </a:lnTo>
                      <a:lnTo>
                        <a:pt x="210" y="102"/>
                      </a:lnTo>
                      <a:lnTo>
                        <a:pt x="210" y="78"/>
                      </a:lnTo>
                      <a:lnTo>
                        <a:pt x="192" y="42"/>
                      </a:lnTo>
                      <a:lnTo>
                        <a:pt x="180" y="30"/>
                      </a:lnTo>
                      <a:lnTo>
                        <a:pt x="132" y="6"/>
                      </a:lnTo>
                      <a:lnTo>
                        <a:pt x="126" y="0"/>
                      </a:lnTo>
                      <a:lnTo>
                        <a:pt x="120" y="0"/>
                      </a:lnTo>
                      <a:lnTo>
                        <a:pt x="102" y="36"/>
                      </a:lnTo>
                      <a:lnTo>
                        <a:pt x="96" y="42"/>
                      </a:lnTo>
                      <a:lnTo>
                        <a:pt x="90" y="42"/>
                      </a:lnTo>
                      <a:close/>
                    </a:path>
                  </a:pathLst>
                </a:custGeom>
                <a:solidFill>
                  <a:srgbClr val="A29C97"/>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83" name="Guinea-Bissau" descr="© INSCALE GmbH, 05.05.2010&#10;http://www.presentationload.com/">
                  <a:extLst>
                    <a:ext uri="{FF2B5EF4-FFF2-40B4-BE49-F238E27FC236}">
                      <a16:creationId xmlns:a16="http://schemas.microsoft.com/office/drawing/2014/main" id="{439FDF11-E4CF-4517-A131-9BF8F39C6FFA}"/>
                    </a:ext>
                  </a:extLst>
                </p:cNvPr>
                <p:cNvSpPr>
                  <a:spLocks/>
                </p:cNvSpPr>
                <p:nvPr/>
              </p:nvSpPr>
              <p:spPr bwMode="gray">
                <a:xfrm>
                  <a:off x="5090319" y="3413501"/>
                  <a:ext cx="83024" cy="70658"/>
                </a:xfrm>
                <a:custGeom>
                  <a:avLst/>
                  <a:gdLst>
                    <a:gd name="T0" fmla="*/ 2147483647 w 186"/>
                    <a:gd name="T1" fmla="*/ 2147483647 h 156"/>
                    <a:gd name="T2" fmla="*/ 2147483647 w 186"/>
                    <a:gd name="T3" fmla="*/ 2147483647 h 156"/>
                    <a:gd name="T4" fmla="*/ 2147483647 w 186"/>
                    <a:gd name="T5" fmla="*/ 2147483647 h 156"/>
                    <a:gd name="T6" fmla="*/ 2147483647 w 186"/>
                    <a:gd name="T7" fmla="*/ 2147483647 h 156"/>
                    <a:gd name="T8" fmla="*/ 2147483647 w 186"/>
                    <a:gd name="T9" fmla="*/ 2147483647 h 156"/>
                    <a:gd name="T10" fmla="*/ 2147483647 w 186"/>
                    <a:gd name="T11" fmla="*/ 2147483647 h 156"/>
                    <a:gd name="T12" fmla="*/ 2147483647 w 186"/>
                    <a:gd name="T13" fmla="*/ 2147483647 h 156"/>
                    <a:gd name="T14" fmla="*/ 2147483647 w 186"/>
                    <a:gd name="T15" fmla="*/ 2147483647 h 156"/>
                    <a:gd name="T16" fmla="*/ 2147483647 w 186"/>
                    <a:gd name="T17" fmla="*/ 2147483647 h 156"/>
                    <a:gd name="T18" fmla="*/ 2147483647 w 186"/>
                    <a:gd name="T19" fmla="*/ 2147483647 h 156"/>
                    <a:gd name="T20" fmla="*/ 2147483647 w 186"/>
                    <a:gd name="T21" fmla="*/ 2147483647 h 156"/>
                    <a:gd name="T22" fmla="*/ 2147483647 w 186"/>
                    <a:gd name="T23" fmla="*/ 2147483647 h 156"/>
                    <a:gd name="T24" fmla="*/ 2147483647 w 186"/>
                    <a:gd name="T25" fmla="*/ 2147483647 h 156"/>
                    <a:gd name="T26" fmla="*/ 2147483647 w 186"/>
                    <a:gd name="T27" fmla="*/ 2147483647 h 156"/>
                    <a:gd name="T28" fmla="*/ 2147483647 w 186"/>
                    <a:gd name="T29" fmla="*/ 0 h 156"/>
                    <a:gd name="T30" fmla="*/ 2147483647 w 186"/>
                    <a:gd name="T31" fmla="*/ 2147483647 h 156"/>
                    <a:gd name="T32" fmla="*/ 2147483647 w 186"/>
                    <a:gd name="T33" fmla="*/ 2147483647 h 156"/>
                    <a:gd name="T34" fmla="*/ 2147483647 w 186"/>
                    <a:gd name="T35" fmla="*/ 2147483647 h 156"/>
                    <a:gd name="T36" fmla="*/ 0 w 186"/>
                    <a:gd name="T37" fmla="*/ 2147483647 h 156"/>
                    <a:gd name="T38" fmla="*/ 2147483647 w 186"/>
                    <a:gd name="T39" fmla="*/ 2147483647 h 156"/>
                    <a:gd name="T40" fmla="*/ 2147483647 w 186"/>
                    <a:gd name="T41" fmla="*/ 2147483647 h 156"/>
                    <a:gd name="T42" fmla="*/ 2147483647 w 186"/>
                    <a:gd name="T43" fmla="*/ 2147483647 h 156"/>
                    <a:gd name="T44" fmla="*/ 2147483647 w 186"/>
                    <a:gd name="T45" fmla="*/ 2147483647 h 156"/>
                    <a:gd name="T46" fmla="*/ 2147483647 w 186"/>
                    <a:gd name="T47" fmla="*/ 2147483647 h 156"/>
                    <a:gd name="T48" fmla="*/ 2147483647 w 186"/>
                    <a:gd name="T49" fmla="*/ 2147483647 h 156"/>
                    <a:gd name="T50" fmla="*/ 2147483647 w 186"/>
                    <a:gd name="T51" fmla="*/ 2147483647 h 156"/>
                    <a:gd name="T52" fmla="*/ 2147483647 w 186"/>
                    <a:gd name="T53" fmla="*/ 2147483647 h 156"/>
                    <a:gd name="T54" fmla="*/ 2147483647 w 186"/>
                    <a:gd name="T55" fmla="*/ 2147483647 h 156"/>
                    <a:gd name="T56" fmla="*/ 2147483647 w 186"/>
                    <a:gd name="T57" fmla="*/ 2147483647 h 156"/>
                    <a:gd name="T58" fmla="*/ 2147483647 w 186"/>
                    <a:gd name="T59" fmla="*/ 2147483647 h 156"/>
                    <a:gd name="T60" fmla="*/ 2147483647 w 186"/>
                    <a:gd name="T61" fmla="*/ 2147483647 h 156"/>
                    <a:gd name="T62" fmla="*/ 2147483647 w 186"/>
                    <a:gd name="T63" fmla="*/ 2147483647 h 156"/>
                    <a:gd name="T64" fmla="*/ 2147483647 w 186"/>
                    <a:gd name="T65" fmla="*/ 2147483647 h 156"/>
                    <a:gd name="T66" fmla="*/ 2147483647 w 186"/>
                    <a:gd name="T67" fmla="*/ 2147483647 h 156"/>
                    <a:gd name="T68" fmla="*/ 2147483647 w 186"/>
                    <a:gd name="T69" fmla="*/ 2147483647 h 156"/>
                    <a:gd name="T70" fmla="*/ 2147483647 w 186"/>
                    <a:gd name="T71" fmla="*/ 2147483647 h 156"/>
                    <a:gd name="T72" fmla="*/ 2147483647 w 186"/>
                    <a:gd name="T73" fmla="*/ 2147483647 h 15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86"/>
                    <a:gd name="T112" fmla="*/ 0 h 156"/>
                    <a:gd name="T113" fmla="*/ 186 w 186"/>
                    <a:gd name="T114" fmla="*/ 156 h 15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86" h="156">
                      <a:moveTo>
                        <a:pt x="126" y="102"/>
                      </a:moveTo>
                      <a:lnTo>
                        <a:pt x="132" y="96"/>
                      </a:lnTo>
                      <a:lnTo>
                        <a:pt x="144" y="90"/>
                      </a:lnTo>
                      <a:lnTo>
                        <a:pt x="174" y="90"/>
                      </a:lnTo>
                      <a:lnTo>
                        <a:pt x="180" y="84"/>
                      </a:lnTo>
                      <a:lnTo>
                        <a:pt x="186" y="72"/>
                      </a:lnTo>
                      <a:lnTo>
                        <a:pt x="186" y="66"/>
                      </a:lnTo>
                      <a:lnTo>
                        <a:pt x="180" y="60"/>
                      </a:lnTo>
                      <a:lnTo>
                        <a:pt x="168" y="54"/>
                      </a:lnTo>
                      <a:lnTo>
                        <a:pt x="162" y="48"/>
                      </a:lnTo>
                      <a:lnTo>
                        <a:pt x="162" y="36"/>
                      </a:lnTo>
                      <a:lnTo>
                        <a:pt x="168" y="30"/>
                      </a:lnTo>
                      <a:lnTo>
                        <a:pt x="186" y="30"/>
                      </a:lnTo>
                      <a:lnTo>
                        <a:pt x="186" y="6"/>
                      </a:lnTo>
                      <a:lnTo>
                        <a:pt x="84" y="0"/>
                      </a:lnTo>
                      <a:lnTo>
                        <a:pt x="54" y="24"/>
                      </a:lnTo>
                      <a:lnTo>
                        <a:pt x="18" y="24"/>
                      </a:lnTo>
                      <a:lnTo>
                        <a:pt x="6" y="36"/>
                      </a:lnTo>
                      <a:lnTo>
                        <a:pt x="0" y="72"/>
                      </a:lnTo>
                      <a:lnTo>
                        <a:pt x="6" y="78"/>
                      </a:lnTo>
                      <a:lnTo>
                        <a:pt x="18" y="78"/>
                      </a:lnTo>
                      <a:lnTo>
                        <a:pt x="42" y="66"/>
                      </a:lnTo>
                      <a:lnTo>
                        <a:pt x="66" y="66"/>
                      </a:lnTo>
                      <a:lnTo>
                        <a:pt x="90" y="60"/>
                      </a:lnTo>
                      <a:lnTo>
                        <a:pt x="90" y="84"/>
                      </a:lnTo>
                      <a:lnTo>
                        <a:pt x="78" y="78"/>
                      </a:lnTo>
                      <a:lnTo>
                        <a:pt x="72" y="78"/>
                      </a:lnTo>
                      <a:lnTo>
                        <a:pt x="66" y="72"/>
                      </a:lnTo>
                      <a:lnTo>
                        <a:pt x="54" y="72"/>
                      </a:lnTo>
                      <a:lnTo>
                        <a:pt x="54" y="96"/>
                      </a:lnTo>
                      <a:lnTo>
                        <a:pt x="60" y="102"/>
                      </a:lnTo>
                      <a:lnTo>
                        <a:pt x="90" y="96"/>
                      </a:lnTo>
                      <a:lnTo>
                        <a:pt x="54" y="114"/>
                      </a:lnTo>
                      <a:lnTo>
                        <a:pt x="84" y="156"/>
                      </a:lnTo>
                      <a:lnTo>
                        <a:pt x="90" y="132"/>
                      </a:lnTo>
                      <a:lnTo>
                        <a:pt x="108" y="102"/>
                      </a:lnTo>
                      <a:lnTo>
                        <a:pt x="126" y="102"/>
                      </a:lnTo>
                      <a:close/>
                    </a:path>
                  </a:pathLst>
                </a:custGeom>
                <a:solidFill>
                  <a:srgbClr val="A29C97"/>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84" name="Guinea" descr="© INSCALE GmbH, 05.05.2010&#10;http://www.presentationload.com/">
                  <a:extLst>
                    <a:ext uri="{FF2B5EF4-FFF2-40B4-BE49-F238E27FC236}">
                      <a16:creationId xmlns:a16="http://schemas.microsoft.com/office/drawing/2014/main" id="{D350A377-3088-4F95-9178-8922F25A51C5}"/>
                    </a:ext>
                  </a:extLst>
                </p:cNvPr>
                <p:cNvSpPr>
                  <a:spLocks/>
                </p:cNvSpPr>
                <p:nvPr/>
              </p:nvSpPr>
              <p:spPr bwMode="gray">
                <a:xfrm>
                  <a:off x="5130949" y="3417034"/>
                  <a:ext cx="234937" cy="199609"/>
                </a:xfrm>
                <a:custGeom>
                  <a:avLst/>
                  <a:gdLst>
                    <a:gd name="T0" fmla="*/ 2147483647 w 522"/>
                    <a:gd name="T1" fmla="*/ 2147483647 h 444"/>
                    <a:gd name="T2" fmla="*/ 2147483647 w 522"/>
                    <a:gd name="T3" fmla="*/ 2147483647 h 444"/>
                    <a:gd name="T4" fmla="*/ 2147483647 w 522"/>
                    <a:gd name="T5" fmla="*/ 2147483647 h 444"/>
                    <a:gd name="T6" fmla="*/ 2147483647 w 522"/>
                    <a:gd name="T7" fmla="*/ 2147483647 h 444"/>
                    <a:gd name="T8" fmla="*/ 2147483647 w 522"/>
                    <a:gd name="T9" fmla="*/ 2147483647 h 444"/>
                    <a:gd name="T10" fmla="*/ 2147483647 w 522"/>
                    <a:gd name="T11" fmla="*/ 2147483647 h 444"/>
                    <a:gd name="T12" fmla="*/ 2147483647 w 522"/>
                    <a:gd name="T13" fmla="*/ 2147483647 h 444"/>
                    <a:gd name="T14" fmla="*/ 2147483647 w 522"/>
                    <a:gd name="T15" fmla="*/ 2147483647 h 444"/>
                    <a:gd name="T16" fmla="*/ 2147483647 w 522"/>
                    <a:gd name="T17" fmla="*/ 2147483647 h 444"/>
                    <a:gd name="T18" fmla="*/ 2147483647 w 522"/>
                    <a:gd name="T19" fmla="*/ 2147483647 h 444"/>
                    <a:gd name="T20" fmla="*/ 2147483647 w 522"/>
                    <a:gd name="T21" fmla="*/ 2147483647 h 444"/>
                    <a:gd name="T22" fmla="*/ 2147483647 w 522"/>
                    <a:gd name="T23" fmla="*/ 2147483647 h 444"/>
                    <a:gd name="T24" fmla="*/ 2147483647 w 522"/>
                    <a:gd name="T25" fmla="*/ 2147483647 h 444"/>
                    <a:gd name="T26" fmla="*/ 2147483647 w 522"/>
                    <a:gd name="T27" fmla="*/ 2147483647 h 444"/>
                    <a:gd name="T28" fmla="*/ 2147483647 w 522"/>
                    <a:gd name="T29" fmla="*/ 2147483647 h 444"/>
                    <a:gd name="T30" fmla="*/ 2147483647 w 522"/>
                    <a:gd name="T31" fmla="*/ 2147483647 h 444"/>
                    <a:gd name="T32" fmla="*/ 2147483647 w 522"/>
                    <a:gd name="T33" fmla="*/ 2147483647 h 444"/>
                    <a:gd name="T34" fmla="*/ 2147483647 w 522"/>
                    <a:gd name="T35" fmla="*/ 2147483647 h 444"/>
                    <a:gd name="T36" fmla="*/ 2147483647 w 522"/>
                    <a:gd name="T37" fmla="*/ 2147483647 h 444"/>
                    <a:gd name="T38" fmla="*/ 2147483647 w 522"/>
                    <a:gd name="T39" fmla="*/ 2147483647 h 444"/>
                    <a:gd name="T40" fmla="*/ 2147483647 w 522"/>
                    <a:gd name="T41" fmla="*/ 2147483647 h 444"/>
                    <a:gd name="T42" fmla="*/ 2147483647 w 522"/>
                    <a:gd name="T43" fmla="*/ 2147483647 h 444"/>
                    <a:gd name="T44" fmla="*/ 2147483647 w 522"/>
                    <a:gd name="T45" fmla="*/ 2147483647 h 444"/>
                    <a:gd name="T46" fmla="*/ 2147483647 w 522"/>
                    <a:gd name="T47" fmla="*/ 2147483647 h 444"/>
                    <a:gd name="T48" fmla="*/ 2147483647 w 522"/>
                    <a:gd name="T49" fmla="*/ 2147483647 h 444"/>
                    <a:gd name="T50" fmla="*/ 2147483647 w 522"/>
                    <a:gd name="T51" fmla="*/ 2147483647 h 444"/>
                    <a:gd name="T52" fmla="*/ 2147483647 w 522"/>
                    <a:gd name="T53" fmla="*/ 2147483647 h 444"/>
                    <a:gd name="T54" fmla="*/ 2147483647 w 522"/>
                    <a:gd name="T55" fmla="*/ 2147483647 h 444"/>
                    <a:gd name="T56" fmla="*/ 2147483647 w 522"/>
                    <a:gd name="T57" fmla="*/ 2147483647 h 444"/>
                    <a:gd name="T58" fmla="*/ 2147483647 w 522"/>
                    <a:gd name="T59" fmla="*/ 2147483647 h 444"/>
                    <a:gd name="T60" fmla="*/ 2147483647 w 522"/>
                    <a:gd name="T61" fmla="*/ 2147483647 h 444"/>
                    <a:gd name="T62" fmla="*/ 2147483647 w 522"/>
                    <a:gd name="T63" fmla="*/ 2147483647 h 444"/>
                    <a:gd name="T64" fmla="*/ 2147483647 w 522"/>
                    <a:gd name="T65" fmla="*/ 2147483647 h 444"/>
                    <a:gd name="T66" fmla="*/ 2147483647 w 522"/>
                    <a:gd name="T67" fmla="*/ 2147483647 h 444"/>
                    <a:gd name="T68" fmla="*/ 2147483647 w 522"/>
                    <a:gd name="T69" fmla="*/ 2147483647 h 444"/>
                    <a:gd name="T70" fmla="*/ 2147483647 w 522"/>
                    <a:gd name="T71" fmla="*/ 2147483647 h 444"/>
                    <a:gd name="T72" fmla="*/ 2147483647 w 522"/>
                    <a:gd name="T73" fmla="*/ 2147483647 h 444"/>
                    <a:gd name="T74" fmla="*/ 2147483647 w 522"/>
                    <a:gd name="T75" fmla="*/ 2147483647 h 444"/>
                    <a:gd name="T76" fmla="*/ 2147483647 w 522"/>
                    <a:gd name="T77" fmla="*/ 2147483647 h 444"/>
                    <a:gd name="T78" fmla="*/ 2147483647 w 522"/>
                    <a:gd name="T79" fmla="*/ 2147483647 h 444"/>
                    <a:gd name="T80" fmla="*/ 2147483647 w 522"/>
                    <a:gd name="T81" fmla="*/ 2147483647 h 444"/>
                    <a:gd name="T82" fmla="*/ 2147483647 w 522"/>
                    <a:gd name="T83" fmla="*/ 2147483647 h 444"/>
                    <a:gd name="T84" fmla="*/ 2147483647 w 522"/>
                    <a:gd name="T85" fmla="*/ 2147483647 h 444"/>
                    <a:gd name="T86" fmla="*/ 2147483647 w 522"/>
                    <a:gd name="T87" fmla="*/ 2147483647 h 444"/>
                    <a:gd name="T88" fmla="*/ 2147483647 w 522"/>
                    <a:gd name="T89" fmla="*/ 2147483647 h 444"/>
                    <a:gd name="T90" fmla="*/ 2147483647 w 522"/>
                    <a:gd name="T91" fmla="*/ 2147483647 h 444"/>
                    <a:gd name="T92" fmla="*/ 2147483647 w 522"/>
                    <a:gd name="T93" fmla="*/ 2147483647 h 444"/>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522"/>
                    <a:gd name="T142" fmla="*/ 0 h 444"/>
                    <a:gd name="T143" fmla="*/ 522 w 522"/>
                    <a:gd name="T144" fmla="*/ 444 h 444"/>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522" h="444">
                      <a:moveTo>
                        <a:pt x="96" y="0"/>
                      </a:moveTo>
                      <a:lnTo>
                        <a:pt x="96" y="24"/>
                      </a:lnTo>
                      <a:lnTo>
                        <a:pt x="78" y="24"/>
                      </a:lnTo>
                      <a:lnTo>
                        <a:pt x="72" y="30"/>
                      </a:lnTo>
                      <a:lnTo>
                        <a:pt x="72" y="42"/>
                      </a:lnTo>
                      <a:lnTo>
                        <a:pt x="78" y="48"/>
                      </a:lnTo>
                      <a:lnTo>
                        <a:pt x="90" y="54"/>
                      </a:lnTo>
                      <a:lnTo>
                        <a:pt x="96" y="60"/>
                      </a:lnTo>
                      <a:lnTo>
                        <a:pt x="96" y="66"/>
                      </a:lnTo>
                      <a:lnTo>
                        <a:pt x="90" y="78"/>
                      </a:lnTo>
                      <a:lnTo>
                        <a:pt x="84" y="84"/>
                      </a:lnTo>
                      <a:lnTo>
                        <a:pt x="54" y="84"/>
                      </a:lnTo>
                      <a:lnTo>
                        <a:pt x="42" y="90"/>
                      </a:lnTo>
                      <a:lnTo>
                        <a:pt x="36" y="96"/>
                      </a:lnTo>
                      <a:lnTo>
                        <a:pt x="18" y="96"/>
                      </a:lnTo>
                      <a:lnTo>
                        <a:pt x="0" y="126"/>
                      </a:lnTo>
                      <a:lnTo>
                        <a:pt x="0" y="132"/>
                      </a:lnTo>
                      <a:lnTo>
                        <a:pt x="18" y="150"/>
                      </a:lnTo>
                      <a:lnTo>
                        <a:pt x="30" y="150"/>
                      </a:lnTo>
                      <a:lnTo>
                        <a:pt x="30" y="162"/>
                      </a:lnTo>
                      <a:lnTo>
                        <a:pt x="24" y="168"/>
                      </a:lnTo>
                      <a:lnTo>
                        <a:pt x="30" y="180"/>
                      </a:lnTo>
                      <a:lnTo>
                        <a:pt x="30" y="192"/>
                      </a:lnTo>
                      <a:lnTo>
                        <a:pt x="54" y="204"/>
                      </a:lnTo>
                      <a:lnTo>
                        <a:pt x="72" y="204"/>
                      </a:lnTo>
                      <a:lnTo>
                        <a:pt x="72" y="228"/>
                      </a:lnTo>
                      <a:lnTo>
                        <a:pt x="84" y="228"/>
                      </a:lnTo>
                      <a:lnTo>
                        <a:pt x="90" y="222"/>
                      </a:lnTo>
                      <a:lnTo>
                        <a:pt x="90" y="234"/>
                      </a:lnTo>
                      <a:lnTo>
                        <a:pt x="96" y="246"/>
                      </a:lnTo>
                      <a:lnTo>
                        <a:pt x="96" y="258"/>
                      </a:lnTo>
                      <a:lnTo>
                        <a:pt x="114" y="276"/>
                      </a:lnTo>
                      <a:lnTo>
                        <a:pt x="126" y="282"/>
                      </a:lnTo>
                      <a:lnTo>
                        <a:pt x="132" y="288"/>
                      </a:lnTo>
                      <a:lnTo>
                        <a:pt x="138" y="282"/>
                      </a:lnTo>
                      <a:lnTo>
                        <a:pt x="150" y="276"/>
                      </a:lnTo>
                      <a:lnTo>
                        <a:pt x="156" y="264"/>
                      </a:lnTo>
                      <a:lnTo>
                        <a:pt x="168" y="252"/>
                      </a:lnTo>
                      <a:lnTo>
                        <a:pt x="174" y="240"/>
                      </a:lnTo>
                      <a:lnTo>
                        <a:pt x="180" y="234"/>
                      </a:lnTo>
                      <a:lnTo>
                        <a:pt x="180" y="228"/>
                      </a:lnTo>
                      <a:lnTo>
                        <a:pt x="216" y="228"/>
                      </a:lnTo>
                      <a:lnTo>
                        <a:pt x="222" y="210"/>
                      </a:lnTo>
                      <a:lnTo>
                        <a:pt x="258" y="210"/>
                      </a:lnTo>
                      <a:lnTo>
                        <a:pt x="300" y="270"/>
                      </a:lnTo>
                      <a:lnTo>
                        <a:pt x="300" y="288"/>
                      </a:lnTo>
                      <a:lnTo>
                        <a:pt x="312" y="300"/>
                      </a:lnTo>
                      <a:lnTo>
                        <a:pt x="312" y="318"/>
                      </a:lnTo>
                      <a:lnTo>
                        <a:pt x="306" y="330"/>
                      </a:lnTo>
                      <a:lnTo>
                        <a:pt x="300" y="336"/>
                      </a:lnTo>
                      <a:lnTo>
                        <a:pt x="294" y="354"/>
                      </a:lnTo>
                      <a:lnTo>
                        <a:pt x="324" y="342"/>
                      </a:lnTo>
                      <a:lnTo>
                        <a:pt x="348" y="348"/>
                      </a:lnTo>
                      <a:lnTo>
                        <a:pt x="348" y="336"/>
                      </a:lnTo>
                      <a:lnTo>
                        <a:pt x="354" y="330"/>
                      </a:lnTo>
                      <a:lnTo>
                        <a:pt x="360" y="330"/>
                      </a:lnTo>
                      <a:lnTo>
                        <a:pt x="372" y="336"/>
                      </a:lnTo>
                      <a:lnTo>
                        <a:pt x="384" y="348"/>
                      </a:lnTo>
                      <a:lnTo>
                        <a:pt x="390" y="366"/>
                      </a:lnTo>
                      <a:lnTo>
                        <a:pt x="390" y="426"/>
                      </a:lnTo>
                      <a:lnTo>
                        <a:pt x="402" y="426"/>
                      </a:lnTo>
                      <a:lnTo>
                        <a:pt x="402" y="432"/>
                      </a:lnTo>
                      <a:lnTo>
                        <a:pt x="414" y="444"/>
                      </a:lnTo>
                      <a:lnTo>
                        <a:pt x="420" y="444"/>
                      </a:lnTo>
                      <a:lnTo>
                        <a:pt x="432" y="432"/>
                      </a:lnTo>
                      <a:lnTo>
                        <a:pt x="432" y="420"/>
                      </a:lnTo>
                      <a:lnTo>
                        <a:pt x="438" y="408"/>
                      </a:lnTo>
                      <a:lnTo>
                        <a:pt x="444" y="402"/>
                      </a:lnTo>
                      <a:lnTo>
                        <a:pt x="456" y="402"/>
                      </a:lnTo>
                      <a:lnTo>
                        <a:pt x="468" y="408"/>
                      </a:lnTo>
                      <a:lnTo>
                        <a:pt x="474" y="414"/>
                      </a:lnTo>
                      <a:lnTo>
                        <a:pt x="480" y="414"/>
                      </a:lnTo>
                      <a:lnTo>
                        <a:pt x="486" y="408"/>
                      </a:lnTo>
                      <a:lnTo>
                        <a:pt x="486" y="390"/>
                      </a:lnTo>
                      <a:lnTo>
                        <a:pt x="480" y="384"/>
                      </a:lnTo>
                      <a:lnTo>
                        <a:pt x="480" y="378"/>
                      </a:lnTo>
                      <a:lnTo>
                        <a:pt x="498" y="378"/>
                      </a:lnTo>
                      <a:lnTo>
                        <a:pt x="492" y="366"/>
                      </a:lnTo>
                      <a:lnTo>
                        <a:pt x="480" y="360"/>
                      </a:lnTo>
                      <a:lnTo>
                        <a:pt x="474" y="348"/>
                      </a:lnTo>
                      <a:lnTo>
                        <a:pt x="474" y="336"/>
                      </a:lnTo>
                      <a:lnTo>
                        <a:pt x="492" y="336"/>
                      </a:lnTo>
                      <a:lnTo>
                        <a:pt x="498" y="342"/>
                      </a:lnTo>
                      <a:lnTo>
                        <a:pt x="510" y="342"/>
                      </a:lnTo>
                      <a:lnTo>
                        <a:pt x="516" y="348"/>
                      </a:lnTo>
                      <a:lnTo>
                        <a:pt x="516" y="342"/>
                      </a:lnTo>
                      <a:lnTo>
                        <a:pt x="522" y="336"/>
                      </a:lnTo>
                      <a:lnTo>
                        <a:pt x="522" y="324"/>
                      </a:lnTo>
                      <a:lnTo>
                        <a:pt x="516" y="324"/>
                      </a:lnTo>
                      <a:lnTo>
                        <a:pt x="504" y="318"/>
                      </a:lnTo>
                      <a:lnTo>
                        <a:pt x="498" y="318"/>
                      </a:lnTo>
                      <a:lnTo>
                        <a:pt x="498" y="306"/>
                      </a:lnTo>
                      <a:lnTo>
                        <a:pt x="504" y="294"/>
                      </a:lnTo>
                      <a:lnTo>
                        <a:pt x="510" y="288"/>
                      </a:lnTo>
                      <a:lnTo>
                        <a:pt x="492" y="282"/>
                      </a:lnTo>
                      <a:lnTo>
                        <a:pt x="504" y="264"/>
                      </a:lnTo>
                      <a:lnTo>
                        <a:pt x="486" y="258"/>
                      </a:lnTo>
                      <a:lnTo>
                        <a:pt x="480" y="222"/>
                      </a:lnTo>
                      <a:lnTo>
                        <a:pt x="498" y="198"/>
                      </a:lnTo>
                      <a:lnTo>
                        <a:pt x="468" y="168"/>
                      </a:lnTo>
                      <a:lnTo>
                        <a:pt x="468" y="132"/>
                      </a:lnTo>
                      <a:lnTo>
                        <a:pt x="444" y="132"/>
                      </a:lnTo>
                      <a:lnTo>
                        <a:pt x="468" y="96"/>
                      </a:lnTo>
                      <a:lnTo>
                        <a:pt x="432" y="78"/>
                      </a:lnTo>
                      <a:lnTo>
                        <a:pt x="444" y="48"/>
                      </a:lnTo>
                      <a:lnTo>
                        <a:pt x="426" y="36"/>
                      </a:lnTo>
                      <a:lnTo>
                        <a:pt x="426" y="18"/>
                      </a:lnTo>
                      <a:lnTo>
                        <a:pt x="414" y="12"/>
                      </a:lnTo>
                      <a:lnTo>
                        <a:pt x="402" y="12"/>
                      </a:lnTo>
                      <a:lnTo>
                        <a:pt x="396" y="18"/>
                      </a:lnTo>
                      <a:lnTo>
                        <a:pt x="396" y="36"/>
                      </a:lnTo>
                      <a:lnTo>
                        <a:pt x="378" y="54"/>
                      </a:lnTo>
                      <a:lnTo>
                        <a:pt x="366" y="48"/>
                      </a:lnTo>
                      <a:lnTo>
                        <a:pt x="360" y="42"/>
                      </a:lnTo>
                      <a:lnTo>
                        <a:pt x="348" y="36"/>
                      </a:lnTo>
                      <a:lnTo>
                        <a:pt x="342" y="36"/>
                      </a:lnTo>
                      <a:lnTo>
                        <a:pt x="336" y="30"/>
                      </a:lnTo>
                      <a:lnTo>
                        <a:pt x="330" y="30"/>
                      </a:lnTo>
                      <a:lnTo>
                        <a:pt x="324" y="42"/>
                      </a:lnTo>
                      <a:lnTo>
                        <a:pt x="312" y="54"/>
                      </a:lnTo>
                      <a:lnTo>
                        <a:pt x="306" y="66"/>
                      </a:lnTo>
                      <a:lnTo>
                        <a:pt x="306" y="54"/>
                      </a:lnTo>
                      <a:lnTo>
                        <a:pt x="300" y="42"/>
                      </a:lnTo>
                      <a:lnTo>
                        <a:pt x="288" y="30"/>
                      </a:lnTo>
                      <a:lnTo>
                        <a:pt x="276" y="42"/>
                      </a:lnTo>
                      <a:lnTo>
                        <a:pt x="270" y="54"/>
                      </a:lnTo>
                      <a:lnTo>
                        <a:pt x="264" y="60"/>
                      </a:lnTo>
                      <a:lnTo>
                        <a:pt x="258" y="54"/>
                      </a:lnTo>
                      <a:lnTo>
                        <a:pt x="258" y="48"/>
                      </a:lnTo>
                      <a:lnTo>
                        <a:pt x="252" y="36"/>
                      </a:lnTo>
                      <a:lnTo>
                        <a:pt x="252" y="24"/>
                      </a:lnTo>
                      <a:lnTo>
                        <a:pt x="210" y="24"/>
                      </a:lnTo>
                      <a:lnTo>
                        <a:pt x="204" y="30"/>
                      </a:lnTo>
                      <a:lnTo>
                        <a:pt x="192" y="36"/>
                      </a:lnTo>
                      <a:lnTo>
                        <a:pt x="180" y="36"/>
                      </a:lnTo>
                      <a:lnTo>
                        <a:pt x="174" y="30"/>
                      </a:lnTo>
                      <a:lnTo>
                        <a:pt x="168" y="18"/>
                      </a:lnTo>
                      <a:lnTo>
                        <a:pt x="162" y="12"/>
                      </a:lnTo>
                      <a:lnTo>
                        <a:pt x="156" y="18"/>
                      </a:lnTo>
                      <a:lnTo>
                        <a:pt x="138" y="18"/>
                      </a:lnTo>
                      <a:lnTo>
                        <a:pt x="132" y="6"/>
                      </a:lnTo>
                      <a:lnTo>
                        <a:pt x="132" y="0"/>
                      </a:lnTo>
                      <a:lnTo>
                        <a:pt x="96" y="0"/>
                      </a:lnTo>
                      <a:close/>
                    </a:path>
                  </a:pathLst>
                </a:custGeom>
                <a:solidFill>
                  <a:srgbClr val="A29C97"/>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85" name="Guatemala" descr="© INSCALE GmbH, 05.05.2010&#10;http://www.presentationload.com/">
                  <a:extLst>
                    <a:ext uri="{FF2B5EF4-FFF2-40B4-BE49-F238E27FC236}">
                      <a16:creationId xmlns:a16="http://schemas.microsoft.com/office/drawing/2014/main" id="{7AA18FFA-8873-4783-9AB4-31B5A6A01405}"/>
                    </a:ext>
                  </a:extLst>
                </p:cNvPr>
                <p:cNvSpPr>
                  <a:spLocks/>
                </p:cNvSpPr>
                <p:nvPr/>
              </p:nvSpPr>
              <p:spPr bwMode="gray">
                <a:xfrm>
                  <a:off x="2670282" y="3226256"/>
                  <a:ext cx="134250" cy="151915"/>
                </a:xfrm>
                <a:custGeom>
                  <a:avLst/>
                  <a:gdLst>
                    <a:gd name="T0" fmla="*/ 2147483647 w 300"/>
                    <a:gd name="T1" fmla="*/ 2147483647 h 336"/>
                    <a:gd name="T2" fmla="*/ 2147483647 w 300"/>
                    <a:gd name="T3" fmla="*/ 2147483647 h 336"/>
                    <a:gd name="T4" fmla="*/ 2147483647 w 300"/>
                    <a:gd name="T5" fmla="*/ 2147483647 h 336"/>
                    <a:gd name="T6" fmla="*/ 2147483647 w 300"/>
                    <a:gd name="T7" fmla="*/ 2147483647 h 336"/>
                    <a:gd name="T8" fmla="*/ 2147483647 w 300"/>
                    <a:gd name="T9" fmla="*/ 2147483647 h 336"/>
                    <a:gd name="T10" fmla="*/ 2147483647 w 300"/>
                    <a:gd name="T11" fmla="*/ 0 h 336"/>
                    <a:gd name="T12" fmla="*/ 2147483647 w 300"/>
                    <a:gd name="T13" fmla="*/ 2147483647 h 336"/>
                    <a:gd name="T14" fmla="*/ 2147483647 w 300"/>
                    <a:gd name="T15" fmla="*/ 2147483647 h 336"/>
                    <a:gd name="T16" fmla="*/ 2147483647 w 300"/>
                    <a:gd name="T17" fmla="*/ 2147483647 h 336"/>
                    <a:gd name="T18" fmla="*/ 2147483647 w 300"/>
                    <a:gd name="T19" fmla="*/ 2147483647 h 336"/>
                    <a:gd name="T20" fmla="*/ 2147483647 w 300"/>
                    <a:gd name="T21" fmla="*/ 2147483647 h 336"/>
                    <a:gd name="T22" fmla="*/ 2147483647 w 300"/>
                    <a:gd name="T23" fmla="*/ 2147483647 h 336"/>
                    <a:gd name="T24" fmla="*/ 2147483647 w 300"/>
                    <a:gd name="T25" fmla="*/ 2147483647 h 336"/>
                    <a:gd name="T26" fmla="*/ 2147483647 w 300"/>
                    <a:gd name="T27" fmla="*/ 2147483647 h 336"/>
                    <a:gd name="T28" fmla="*/ 2147483647 w 300"/>
                    <a:gd name="T29" fmla="*/ 2147483647 h 336"/>
                    <a:gd name="T30" fmla="*/ 2147483647 w 300"/>
                    <a:gd name="T31" fmla="*/ 2147483647 h 336"/>
                    <a:gd name="T32" fmla="*/ 2147483647 w 300"/>
                    <a:gd name="T33" fmla="*/ 2147483647 h 336"/>
                    <a:gd name="T34" fmla="*/ 2147483647 w 300"/>
                    <a:gd name="T35" fmla="*/ 2147483647 h 336"/>
                    <a:gd name="T36" fmla="*/ 2147483647 w 300"/>
                    <a:gd name="T37" fmla="*/ 2147483647 h 336"/>
                    <a:gd name="T38" fmla="*/ 2147483647 w 300"/>
                    <a:gd name="T39" fmla="*/ 2147483647 h 336"/>
                    <a:gd name="T40" fmla="*/ 2147483647 w 300"/>
                    <a:gd name="T41" fmla="*/ 2147483647 h 336"/>
                    <a:gd name="T42" fmla="*/ 2147483647 w 300"/>
                    <a:gd name="T43" fmla="*/ 2147483647 h 336"/>
                    <a:gd name="T44" fmla="*/ 2147483647 w 300"/>
                    <a:gd name="T45" fmla="*/ 2147483647 h 336"/>
                    <a:gd name="T46" fmla="*/ 2147483647 w 300"/>
                    <a:gd name="T47" fmla="*/ 2147483647 h 336"/>
                    <a:gd name="T48" fmla="*/ 2147483647 w 300"/>
                    <a:gd name="T49" fmla="*/ 2147483647 h 336"/>
                    <a:gd name="T50" fmla="*/ 2147483647 w 300"/>
                    <a:gd name="T51" fmla="*/ 2147483647 h 336"/>
                    <a:gd name="T52" fmla="*/ 2147483647 w 300"/>
                    <a:gd name="T53" fmla="*/ 2147483647 h 336"/>
                    <a:gd name="T54" fmla="*/ 2147483647 w 300"/>
                    <a:gd name="T55" fmla="*/ 2147483647 h 336"/>
                    <a:gd name="T56" fmla="*/ 2147483647 w 300"/>
                    <a:gd name="T57" fmla="*/ 2147483647 h 336"/>
                    <a:gd name="T58" fmla="*/ 0 w 300"/>
                    <a:gd name="T59" fmla="*/ 2147483647 h 336"/>
                    <a:gd name="T60" fmla="*/ 2147483647 w 300"/>
                    <a:gd name="T61" fmla="*/ 2147483647 h 336"/>
                    <a:gd name="T62" fmla="*/ 2147483647 w 300"/>
                    <a:gd name="T63" fmla="*/ 2147483647 h 336"/>
                    <a:gd name="T64" fmla="*/ 2147483647 w 300"/>
                    <a:gd name="T65" fmla="*/ 2147483647 h 336"/>
                    <a:gd name="T66" fmla="*/ 2147483647 w 300"/>
                    <a:gd name="T67" fmla="*/ 2147483647 h 336"/>
                    <a:gd name="T68" fmla="*/ 2147483647 w 300"/>
                    <a:gd name="T69" fmla="*/ 2147483647 h 336"/>
                    <a:gd name="T70" fmla="*/ 2147483647 w 300"/>
                    <a:gd name="T71" fmla="*/ 2147483647 h 336"/>
                    <a:gd name="T72" fmla="*/ 2147483647 w 300"/>
                    <a:gd name="T73" fmla="*/ 2147483647 h 336"/>
                    <a:gd name="T74" fmla="*/ 2147483647 w 300"/>
                    <a:gd name="T75" fmla="*/ 2147483647 h 336"/>
                    <a:gd name="T76" fmla="*/ 2147483647 w 300"/>
                    <a:gd name="T77" fmla="*/ 2147483647 h 336"/>
                    <a:gd name="T78" fmla="*/ 2147483647 w 300"/>
                    <a:gd name="T79" fmla="*/ 2147483647 h 336"/>
                    <a:gd name="T80" fmla="*/ 2147483647 w 300"/>
                    <a:gd name="T81" fmla="*/ 2147483647 h 336"/>
                    <a:gd name="T82" fmla="*/ 2147483647 w 300"/>
                    <a:gd name="T83" fmla="*/ 2147483647 h 336"/>
                    <a:gd name="T84" fmla="*/ 2147483647 w 300"/>
                    <a:gd name="T85" fmla="*/ 2147483647 h 336"/>
                    <a:gd name="T86" fmla="*/ 2147483647 w 300"/>
                    <a:gd name="T87" fmla="*/ 2147483647 h 336"/>
                    <a:gd name="T88" fmla="*/ 2147483647 w 300"/>
                    <a:gd name="T89" fmla="*/ 2147483647 h 336"/>
                    <a:gd name="T90" fmla="*/ 2147483647 w 300"/>
                    <a:gd name="T91" fmla="*/ 2147483647 h 336"/>
                    <a:gd name="T92" fmla="*/ 2147483647 w 300"/>
                    <a:gd name="T93" fmla="*/ 2147483647 h 336"/>
                    <a:gd name="T94" fmla="*/ 2147483647 w 300"/>
                    <a:gd name="T95" fmla="*/ 2147483647 h 336"/>
                    <a:gd name="T96" fmla="*/ 2147483647 w 300"/>
                    <a:gd name="T97" fmla="*/ 2147483647 h 336"/>
                    <a:gd name="T98" fmla="*/ 2147483647 w 300"/>
                    <a:gd name="T99" fmla="*/ 2147483647 h 336"/>
                    <a:gd name="T100" fmla="*/ 2147483647 w 300"/>
                    <a:gd name="T101" fmla="*/ 2147483647 h 336"/>
                    <a:gd name="T102" fmla="*/ 2147483647 w 300"/>
                    <a:gd name="T103" fmla="*/ 2147483647 h 336"/>
                    <a:gd name="T104" fmla="*/ 2147483647 w 300"/>
                    <a:gd name="T105" fmla="*/ 2147483647 h 336"/>
                    <a:gd name="T106" fmla="*/ 2147483647 w 300"/>
                    <a:gd name="T107" fmla="*/ 2147483647 h 336"/>
                    <a:gd name="T108" fmla="*/ 2147483647 w 300"/>
                    <a:gd name="T109" fmla="*/ 2147483647 h 336"/>
                    <a:gd name="T110" fmla="*/ 2147483647 w 300"/>
                    <a:gd name="T111" fmla="*/ 2147483647 h 336"/>
                    <a:gd name="T112" fmla="*/ 2147483647 w 300"/>
                    <a:gd name="T113" fmla="*/ 2147483647 h 336"/>
                    <a:gd name="T114" fmla="*/ 2147483647 w 300"/>
                    <a:gd name="T115" fmla="*/ 2147483647 h 336"/>
                    <a:gd name="T116" fmla="*/ 2147483647 w 300"/>
                    <a:gd name="T117" fmla="*/ 2147483647 h 336"/>
                    <a:gd name="T118" fmla="*/ 2147483647 w 300"/>
                    <a:gd name="T119" fmla="*/ 2147483647 h 336"/>
                    <a:gd name="T120" fmla="*/ 2147483647 w 300"/>
                    <a:gd name="T121" fmla="*/ 2147483647 h 3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300"/>
                    <a:gd name="T184" fmla="*/ 0 h 336"/>
                    <a:gd name="T185" fmla="*/ 300 w 300"/>
                    <a:gd name="T186" fmla="*/ 336 h 3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300" h="336">
                      <a:moveTo>
                        <a:pt x="288" y="156"/>
                      </a:moveTo>
                      <a:lnTo>
                        <a:pt x="270" y="168"/>
                      </a:lnTo>
                      <a:lnTo>
                        <a:pt x="258" y="162"/>
                      </a:lnTo>
                      <a:lnTo>
                        <a:pt x="228" y="162"/>
                      </a:lnTo>
                      <a:lnTo>
                        <a:pt x="252" y="6"/>
                      </a:lnTo>
                      <a:lnTo>
                        <a:pt x="120" y="0"/>
                      </a:lnTo>
                      <a:lnTo>
                        <a:pt x="120" y="12"/>
                      </a:lnTo>
                      <a:lnTo>
                        <a:pt x="126" y="24"/>
                      </a:lnTo>
                      <a:lnTo>
                        <a:pt x="126" y="48"/>
                      </a:lnTo>
                      <a:lnTo>
                        <a:pt x="120" y="48"/>
                      </a:lnTo>
                      <a:lnTo>
                        <a:pt x="108" y="54"/>
                      </a:lnTo>
                      <a:lnTo>
                        <a:pt x="84" y="54"/>
                      </a:lnTo>
                      <a:lnTo>
                        <a:pt x="96" y="60"/>
                      </a:lnTo>
                      <a:lnTo>
                        <a:pt x="96" y="66"/>
                      </a:lnTo>
                      <a:lnTo>
                        <a:pt x="102" y="78"/>
                      </a:lnTo>
                      <a:lnTo>
                        <a:pt x="108" y="84"/>
                      </a:lnTo>
                      <a:lnTo>
                        <a:pt x="114" y="84"/>
                      </a:lnTo>
                      <a:lnTo>
                        <a:pt x="126" y="90"/>
                      </a:lnTo>
                      <a:lnTo>
                        <a:pt x="132" y="90"/>
                      </a:lnTo>
                      <a:lnTo>
                        <a:pt x="138" y="114"/>
                      </a:lnTo>
                      <a:lnTo>
                        <a:pt x="156" y="114"/>
                      </a:lnTo>
                      <a:lnTo>
                        <a:pt x="156" y="126"/>
                      </a:lnTo>
                      <a:lnTo>
                        <a:pt x="150" y="132"/>
                      </a:lnTo>
                      <a:lnTo>
                        <a:pt x="144" y="132"/>
                      </a:lnTo>
                      <a:lnTo>
                        <a:pt x="144" y="150"/>
                      </a:lnTo>
                      <a:lnTo>
                        <a:pt x="54" y="144"/>
                      </a:lnTo>
                      <a:lnTo>
                        <a:pt x="24" y="192"/>
                      </a:lnTo>
                      <a:lnTo>
                        <a:pt x="24" y="264"/>
                      </a:lnTo>
                      <a:lnTo>
                        <a:pt x="18" y="270"/>
                      </a:lnTo>
                      <a:lnTo>
                        <a:pt x="0" y="270"/>
                      </a:lnTo>
                      <a:lnTo>
                        <a:pt x="6" y="282"/>
                      </a:lnTo>
                      <a:lnTo>
                        <a:pt x="12" y="288"/>
                      </a:lnTo>
                      <a:lnTo>
                        <a:pt x="24" y="288"/>
                      </a:lnTo>
                      <a:lnTo>
                        <a:pt x="42" y="300"/>
                      </a:lnTo>
                      <a:lnTo>
                        <a:pt x="60" y="318"/>
                      </a:lnTo>
                      <a:lnTo>
                        <a:pt x="72" y="324"/>
                      </a:lnTo>
                      <a:lnTo>
                        <a:pt x="120" y="324"/>
                      </a:lnTo>
                      <a:lnTo>
                        <a:pt x="126" y="330"/>
                      </a:lnTo>
                      <a:lnTo>
                        <a:pt x="132" y="330"/>
                      </a:lnTo>
                      <a:lnTo>
                        <a:pt x="138" y="336"/>
                      </a:lnTo>
                      <a:lnTo>
                        <a:pt x="150" y="324"/>
                      </a:lnTo>
                      <a:lnTo>
                        <a:pt x="162" y="318"/>
                      </a:lnTo>
                      <a:lnTo>
                        <a:pt x="168" y="312"/>
                      </a:lnTo>
                      <a:lnTo>
                        <a:pt x="174" y="312"/>
                      </a:lnTo>
                      <a:lnTo>
                        <a:pt x="180" y="300"/>
                      </a:lnTo>
                      <a:lnTo>
                        <a:pt x="186" y="294"/>
                      </a:lnTo>
                      <a:lnTo>
                        <a:pt x="186" y="282"/>
                      </a:lnTo>
                      <a:lnTo>
                        <a:pt x="204" y="282"/>
                      </a:lnTo>
                      <a:lnTo>
                        <a:pt x="210" y="276"/>
                      </a:lnTo>
                      <a:lnTo>
                        <a:pt x="222" y="270"/>
                      </a:lnTo>
                      <a:lnTo>
                        <a:pt x="222" y="264"/>
                      </a:lnTo>
                      <a:lnTo>
                        <a:pt x="228" y="252"/>
                      </a:lnTo>
                      <a:lnTo>
                        <a:pt x="228" y="234"/>
                      </a:lnTo>
                      <a:lnTo>
                        <a:pt x="234" y="222"/>
                      </a:lnTo>
                      <a:lnTo>
                        <a:pt x="246" y="216"/>
                      </a:lnTo>
                      <a:lnTo>
                        <a:pt x="258" y="204"/>
                      </a:lnTo>
                      <a:lnTo>
                        <a:pt x="270" y="198"/>
                      </a:lnTo>
                      <a:lnTo>
                        <a:pt x="282" y="186"/>
                      </a:lnTo>
                      <a:lnTo>
                        <a:pt x="294" y="180"/>
                      </a:lnTo>
                      <a:lnTo>
                        <a:pt x="300" y="168"/>
                      </a:lnTo>
                      <a:lnTo>
                        <a:pt x="288" y="156"/>
                      </a:lnTo>
                      <a:close/>
                    </a:path>
                  </a:pathLst>
                </a:custGeom>
                <a:solidFill>
                  <a:srgbClr val="572772"/>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86" name="Greenland" descr="© INSCALE GmbH, 05.05.2010&#10;http://www.presentationload.com/">
                  <a:extLst>
                    <a:ext uri="{FF2B5EF4-FFF2-40B4-BE49-F238E27FC236}">
                      <a16:creationId xmlns:a16="http://schemas.microsoft.com/office/drawing/2014/main" id="{BEF82549-F135-40BE-805C-4717AEE01911}"/>
                    </a:ext>
                  </a:extLst>
                </p:cNvPr>
                <p:cNvSpPr>
                  <a:spLocks noEditPoints="1"/>
                </p:cNvSpPr>
                <p:nvPr/>
              </p:nvSpPr>
              <p:spPr bwMode="gray">
                <a:xfrm>
                  <a:off x="4228291" y="1037613"/>
                  <a:ext cx="1266547" cy="688917"/>
                </a:xfrm>
                <a:custGeom>
                  <a:avLst/>
                  <a:gdLst>
                    <a:gd name="T0" fmla="*/ 2147483647 w 732"/>
                    <a:gd name="T1" fmla="*/ 2147483647 h 398"/>
                    <a:gd name="T2" fmla="*/ 2147483647 w 732"/>
                    <a:gd name="T3" fmla="*/ 2147483647 h 398"/>
                    <a:gd name="T4" fmla="*/ 2147483647 w 732"/>
                    <a:gd name="T5" fmla="*/ 2147483647 h 398"/>
                    <a:gd name="T6" fmla="*/ 2147483647 w 732"/>
                    <a:gd name="T7" fmla="*/ 2147483647 h 398"/>
                    <a:gd name="T8" fmla="*/ 2147483647 w 732"/>
                    <a:gd name="T9" fmla="*/ 2147483647 h 398"/>
                    <a:gd name="T10" fmla="*/ 2147483647 w 732"/>
                    <a:gd name="T11" fmla="*/ 2147483647 h 398"/>
                    <a:gd name="T12" fmla="*/ 2147483647 w 732"/>
                    <a:gd name="T13" fmla="*/ 2147483647 h 398"/>
                    <a:gd name="T14" fmla="*/ 2147483647 w 732"/>
                    <a:gd name="T15" fmla="*/ 2147483647 h 398"/>
                    <a:gd name="T16" fmla="*/ 2147483647 w 732"/>
                    <a:gd name="T17" fmla="*/ 2147483647 h 398"/>
                    <a:gd name="T18" fmla="*/ 2147483647 w 732"/>
                    <a:gd name="T19" fmla="*/ 2147483647 h 398"/>
                    <a:gd name="T20" fmla="*/ 2147483647 w 732"/>
                    <a:gd name="T21" fmla="*/ 2147483647 h 398"/>
                    <a:gd name="T22" fmla="*/ 2147483647 w 732"/>
                    <a:gd name="T23" fmla="*/ 2147483647 h 398"/>
                    <a:gd name="T24" fmla="*/ 2147483647 w 732"/>
                    <a:gd name="T25" fmla="*/ 2147483647 h 398"/>
                    <a:gd name="T26" fmla="*/ 2147483647 w 732"/>
                    <a:gd name="T27" fmla="*/ 2147483647 h 398"/>
                    <a:gd name="T28" fmla="*/ 2147483647 w 732"/>
                    <a:gd name="T29" fmla="*/ 2147483647 h 398"/>
                    <a:gd name="T30" fmla="*/ 2147483647 w 732"/>
                    <a:gd name="T31" fmla="*/ 2147483647 h 398"/>
                    <a:gd name="T32" fmla="*/ 2147483647 w 732"/>
                    <a:gd name="T33" fmla="*/ 2147483647 h 398"/>
                    <a:gd name="T34" fmla="*/ 2147483647 w 732"/>
                    <a:gd name="T35" fmla="*/ 2147483647 h 398"/>
                    <a:gd name="T36" fmla="*/ 2147483647 w 732"/>
                    <a:gd name="T37" fmla="*/ 2147483647 h 398"/>
                    <a:gd name="T38" fmla="*/ 2147483647 w 732"/>
                    <a:gd name="T39" fmla="*/ 2147483647 h 398"/>
                    <a:gd name="T40" fmla="*/ 2147483647 w 732"/>
                    <a:gd name="T41" fmla="*/ 2147483647 h 398"/>
                    <a:gd name="T42" fmla="*/ 2147483647 w 732"/>
                    <a:gd name="T43" fmla="*/ 2147483647 h 398"/>
                    <a:gd name="T44" fmla="*/ 2147483647 w 732"/>
                    <a:gd name="T45" fmla="*/ 2147483647 h 398"/>
                    <a:gd name="T46" fmla="*/ 2147483647 w 732"/>
                    <a:gd name="T47" fmla="*/ 2147483647 h 398"/>
                    <a:gd name="T48" fmla="*/ 2147483647 w 732"/>
                    <a:gd name="T49" fmla="*/ 2147483647 h 398"/>
                    <a:gd name="T50" fmla="*/ 2147483647 w 732"/>
                    <a:gd name="T51" fmla="*/ 2147483647 h 398"/>
                    <a:gd name="T52" fmla="*/ 2147483647 w 732"/>
                    <a:gd name="T53" fmla="*/ 2147483647 h 398"/>
                    <a:gd name="T54" fmla="*/ 2147483647 w 732"/>
                    <a:gd name="T55" fmla="*/ 2147483647 h 398"/>
                    <a:gd name="T56" fmla="*/ 2147483647 w 732"/>
                    <a:gd name="T57" fmla="*/ 2147483647 h 398"/>
                    <a:gd name="T58" fmla="*/ 2147483647 w 732"/>
                    <a:gd name="T59" fmla="*/ 2147483647 h 398"/>
                    <a:gd name="T60" fmla="*/ 2147483647 w 732"/>
                    <a:gd name="T61" fmla="*/ 2147483647 h 398"/>
                    <a:gd name="T62" fmla="*/ 2147483647 w 732"/>
                    <a:gd name="T63" fmla="*/ 2147483647 h 398"/>
                    <a:gd name="T64" fmla="*/ 2147483647 w 732"/>
                    <a:gd name="T65" fmla="*/ 2147483647 h 398"/>
                    <a:gd name="T66" fmla="*/ 2147483647 w 732"/>
                    <a:gd name="T67" fmla="*/ 2147483647 h 398"/>
                    <a:gd name="T68" fmla="*/ 2147483647 w 732"/>
                    <a:gd name="T69" fmla="*/ 2147483647 h 398"/>
                    <a:gd name="T70" fmla="*/ 2147483647 w 732"/>
                    <a:gd name="T71" fmla="*/ 2147483647 h 398"/>
                    <a:gd name="T72" fmla="*/ 2147483647 w 732"/>
                    <a:gd name="T73" fmla="*/ 2147483647 h 398"/>
                    <a:gd name="T74" fmla="*/ 2147483647 w 732"/>
                    <a:gd name="T75" fmla="*/ 2147483647 h 398"/>
                    <a:gd name="T76" fmla="*/ 2147483647 w 732"/>
                    <a:gd name="T77" fmla="*/ 2147483647 h 398"/>
                    <a:gd name="T78" fmla="*/ 2147483647 w 732"/>
                    <a:gd name="T79" fmla="*/ 2147483647 h 398"/>
                    <a:gd name="T80" fmla="*/ 2147483647 w 732"/>
                    <a:gd name="T81" fmla="*/ 2147483647 h 398"/>
                    <a:gd name="T82" fmla="*/ 2147483647 w 732"/>
                    <a:gd name="T83" fmla="*/ 2147483647 h 398"/>
                    <a:gd name="T84" fmla="*/ 2147483647 w 732"/>
                    <a:gd name="T85" fmla="*/ 2147483647 h 398"/>
                    <a:gd name="T86" fmla="*/ 2147483647 w 732"/>
                    <a:gd name="T87" fmla="*/ 2147483647 h 398"/>
                    <a:gd name="T88" fmla="*/ 2147483647 w 732"/>
                    <a:gd name="T89" fmla="*/ 2147483647 h 398"/>
                    <a:gd name="T90" fmla="*/ 2147483647 w 732"/>
                    <a:gd name="T91" fmla="*/ 2147483647 h 398"/>
                    <a:gd name="T92" fmla="*/ 2147483647 w 732"/>
                    <a:gd name="T93" fmla="*/ 2147483647 h 398"/>
                    <a:gd name="T94" fmla="*/ 2147483647 w 732"/>
                    <a:gd name="T95" fmla="*/ 2147483647 h 398"/>
                    <a:gd name="T96" fmla="*/ 2147483647 w 732"/>
                    <a:gd name="T97" fmla="*/ 2147483647 h 398"/>
                    <a:gd name="T98" fmla="*/ 2147483647 w 732"/>
                    <a:gd name="T99" fmla="*/ 2147483647 h 398"/>
                    <a:gd name="T100" fmla="*/ 2147483647 w 732"/>
                    <a:gd name="T101" fmla="*/ 2147483647 h 398"/>
                    <a:gd name="T102" fmla="*/ 2147483647 w 732"/>
                    <a:gd name="T103" fmla="*/ 2147483647 h 398"/>
                    <a:gd name="T104" fmla="*/ 2147483647 w 732"/>
                    <a:gd name="T105" fmla="*/ 2147483647 h 398"/>
                    <a:gd name="T106" fmla="*/ 2147483647 w 732"/>
                    <a:gd name="T107" fmla="*/ 2147483647 h 398"/>
                    <a:gd name="T108" fmla="*/ 2147483647 w 732"/>
                    <a:gd name="T109" fmla="*/ 2147483647 h 398"/>
                    <a:gd name="T110" fmla="*/ 2147483647 w 732"/>
                    <a:gd name="T111" fmla="*/ 2147483647 h 398"/>
                    <a:gd name="T112" fmla="*/ 2147483647 w 732"/>
                    <a:gd name="T113" fmla="*/ 2147483647 h 398"/>
                    <a:gd name="T114" fmla="*/ 2147483647 w 732"/>
                    <a:gd name="T115" fmla="*/ 2147483647 h 398"/>
                    <a:gd name="T116" fmla="*/ 2147483647 w 732"/>
                    <a:gd name="T117" fmla="*/ 2147483647 h 398"/>
                    <a:gd name="T118" fmla="*/ 2147483647 w 732"/>
                    <a:gd name="T119" fmla="*/ 2147483647 h 398"/>
                    <a:gd name="T120" fmla="*/ 2147483647 w 732"/>
                    <a:gd name="T121" fmla="*/ 2147483647 h 398"/>
                    <a:gd name="T122" fmla="*/ 2147483647 w 732"/>
                    <a:gd name="T123" fmla="*/ 2147483647 h 398"/>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732"/>
                    <a:gd name="T187" fmla="*/ 0 h 398"/>
                    <a:gd name="T188" fmla="*/ 732 w 732"/>
                    <a:gd name="T189" fmla="*/ 398 h 398"/>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732" h="398">
                      <a:moveTo>
                        <a:pt x="730" y="24"/>
                      </a:moveTo>
                      <a:lnTo>
                        <a:pt x="728" y="24"/>
                      </a:lnTo>
                      <a:lnTo>
                        <a:pt x="723" y="24"/>
                      </a:lnTo>
                      <a:lnTo>
                        <a:pt x="718" y="22"/>
                      </a:lnTo>
                      <a:lnTo>
                        <a:pt x="678" y="22"/>
                      </a:lnTo>
                      <a:lnTo>
                        <a:pt x="678" y="24"/>
                      </a:lnTo>
                      <a:lnTo>
                        <a:pt x="670" y="26"/>
                      </a:lnTo>
                      <a:lnTo>
                        <a:pt x="659" y="26"/>
                      </a:lnTo>
                      <a:lnTo>
                        <a:pt x="651" y="24"/>
                      </a:lnTo>
                      <a:lnTo>
                        <a:pt x="637" y="24"/>
                      </a:lnTo>
                      <a:lnTo>
                        <a:pt x="623" y="29"/>
                      </a:lnTo>
                      <a:lnTo>
                        <a:pt x="616" y="34"/>
                      </a:lnTo>
                      <a:lnTo>
                        <a:pt x="611" y="34"/>
                      </a:lnTo>
                      <a:lnTo>
                        <a:pt x="606" y="34"/>
                      </a:lnTo>
                      <a:lnTo>
                        <a:pt x="604" y="36"/>
                      </a:lnTo>
                      <a:lnTo>
                        <a:pt x="602" y="36"/>
                      </a:lnTo>
                      <a:lnTo>
                        <a:pt x="597" y="38"/>
                      </a:lnTo>
                      <a:lnTo>
                        <a:pt x="592" y="38"/>
                      </a:lnTo>
                      <a:lnTo>
                        <a:pt x="599" y="34"/>
                      </a:lnTo>
                      <a:lnTo>
                        <a:pt x="609" y="31"/>
                      </a:lnTo>
                      <a:lnTo>
                        <a:pt x="621" y="26"/>
                      </a:lnTo>
                      <a:lnTo>
                        <a:pt x="623" y="24"/>
                      </a:lnTo>
                      <a:lnTo>
                        <a:pt x="618" y="19"/>
                      </a:lnTo>
                      <a:lnTo>
                        <a:pt x="606" y="19"/>
                      </a:lnTo>
                      <a:lnTo>
                        <a:pt x="604" y="22"/>
                      </a:lnTo>
                      <a:lnTo>
                        <a:pt x="602" y="22"/>
                      </a:lnTo>
                      <a:lnTo>
                        <a:pt x="597" y="24"/>
                      </a:lnTo>
                      <a:lnTo>
                        <a:pt x="594" y="24"/>
                      </a:lnTo>
                      <a:lnTo>
                        <a:pt x="566" y="26"/>
                      </a:lnTo>
                      <a:lnTo>
                        <a:pt x="566" y="29"/>
                      </a:lnTo>
                      <a:lnTo>
                        <a:pt x="563" y="29"/>
                      </a:lnTo>
                      <a:lnTo>
                        <a:pt x="566" y="26"/>
                      </a:lnTo>
                      <a:lnTo>
                        <a:pt x="568" y="26"/>
                      </a:lnTo>
                      <a:lnTo>
                        <a:pt x="573" y="26"/>
                      </a:lnTo>
                      <a:lnTo>
                        <a:pt x="578" y="24"/>
                      </a:lnTo>
                      <a:lnTo>
                        <a:pt x="580" y="24"/>
                      </a:lnTo>
                      <a:lnTo>
                        <a:pt x="582" y="24"/>
                      </a:lnTo>
                      <a:lnTo>
                        <a:pt x="585" y="22"/>
                      </a:lnTo>
                      <a:lnTo>
                        <a:pt x="578" y="19"/>
                      </a:lnTo>
                      <a:lnTo>
                        <a:pt x="552" y="19"/>
                      </a:lnTo>
                      <a:lnTo>
                        <a:pt x="542" y="22"/>
                      </a:lnTo>
                      <a:lnTo>
                        <a:pt x="525" y="19"/>
                      </a:lnTo>
                      <a:lnTo>
                        <a:pt x="523" y="19"/>
                      </a:lnTo>
                      <a:lnTo>
                        <a:pt x="523" y="22"/>
                      </a:lnTo>
                      <a:lnTo>
                        <a:pt x="518" y="22"/>
                      </a:lnTo>
                      <a:lnTo>
                        <a:pt x="514" y="24"/>
                      </a:lnTo>
                      <a:lnTo>
                        <a:pt x="511" y="24"/>
                      </a:lnTo>
                      <a:lnTo>
                        <a:pt x="509" y="24"/>
                      </a:lnTo>
                      <a:lnTo>
                        <a:pt x="506" y="24"/>
                      </a:lnTo>
                      <a:lnTo>
                        <a:pt x="509" y="22"/>
                      </a:lnTo>
                      <a:lnTo>
                        <a:pt x="518" y="19"/>
                      </a:lnTo>
                      <a:lnTo>
                        <a:pt x="530" y="19"/>
                      </a:lnTo>
                      <a:lnTo>
                        <a:pt x="563" y="19"/>
                      </a:lnTo>
                      <a:lnTo>
                        <a:pt x="580" y="17"/>
                      </a:lnTo>
                      <a:lnTo>
                        <a:pt x="625" y="17"/>
                      </a:lnTo>
                      <a:lnTo>
                        <a:pt x="632" y="14"/>
                      </a:lnTo>
                      <a:lnTo>
                        <a:pt x="628" y="12"/>
                      </a:lnTo>
                      <a:lnTo>
                        <a:pt x="618" y="10"/>
                      </a:lnTo>
                      <a:lnTo>
                        <a:pt x="592" y="10"/>
                      </a:lnTo>
                      <a:lnTo>
                        <a:pt x="594" y="10"/>
                      </a:lnTo>
                      <a:lnTo>
                        <a:pt x="597" y="7"/>
                      </a:lnTo>
                      <a:lnTo>
                        <a:pt x="594" y="5"/>
                      </a:lnTo>
                      <a:lnTo>
                        <a:pt x="585" y="5"/>
                      </a:lnTo>
                      <a:lnTo>
                        <a:pt x="582" y="7"/>
                      </a:lnTo>
                      <a:lnTo>
                        <a:pt x="568" y="7"/>
                      </a:lnTo>
                      <a:lnTo>
                        <a:pt x="566" y="5"/>
                      </a:lnTo>
                      <a:lnTo>
                        <a:pt x="571" y="5"/>
                      </a:lnTo>
                      <a:lnTo>
                        <a:pt x="573" y="5"/>
                      </a:lnTo>
                      <a:lnTo>
                        <a:pt x="578" y="5"/>
                      </a:lnTo>
                      <a:lnTo>
                        <a:pt x="578" y="2"/>
                      </a:lnTo>
                      <a:lnTo>
                        <a:pt x="575" y="2"/>
                      </a:lnTo>
                      <a:lnTo>
                        <a:pt x="571" y="0"/>
                      </a:lnTo>
                      <a:lnTo>
                        <a:pt x="537" y="0"/>
                      </a:lnTo>
                      <a:lnTo>
                        <a:pt x="528" y="2"/>
                      </a:lnTo>
                      <a:lnTo>
                        <a:pt x="518" y="2"/>
                      </a:lnTo>
                      <a:lnTo>
                        <a:pt x="509" y="0"/>
                      </a:lnTo>
                      <a:lnTo>
                        <a:pt x="483" y="0"/>
                      </a:lnTo>
                      <a:lnTo>
                        <a:pt x="478" y="2"/>
                      </a:lnTo>
                      <a:lnTo>
                        <a:pt x="454" y="2"/>
                      </a:lnTo>
                      <a:lnTo>
                        <a:pt x="452" y="0"/>
                      </a:lnTo>
                      <a:lnTo>
                        <a:pt x="447" y="0"/>
                      </a:lnTo>
                      <a:lnTo>
                        <a:pt x="445" y="2"/>
                      </a:lnTo>
                      <a:lnTo>
                        <a:pt x="442" y="2"/>
                      </a:lnTo>
                      <a:lnTo>
                        <a:pt x="442" y="5"/>
                      </a:lnTo>
                      <a:lnTo>
                        <a:pt x="445" y="5"/>
                      </a:lnTo>
                      <a:lnTo>
                        <a:pt x="447" y="5"/>
                      </a:lnTo>
                      <a:lnTo>
                        <a:pt x="442" y="7"/>
                      </a:lnTo>
                      <a:lnTo>
                        <a:pt x="428" y="7"/>
                      </a:lnTo>
                      <a:lnTo>
                        <a:pt x="409" y="5"/>
                      </a:lnTo>
                      <a:lnTo>
                        <a:pt x="378" y="5"/>
                      </a:lnTo>
                      <a:lnTo>
                        <a:pt x="373" y="5"/>
                      </a:lnTo>
                      <a:lnTo>
                        <a:pt x="371" y="5"/>
                      </a:lnTo>
                      <a:lnTo>
                        <a:pt x="368" y="7"/>
                      </a:lnTo>
                      <a:lnTo>
                        <a:pt x="366" y="7"/>
                      </a:lnTo>
                      <a:lnTo>
                        <a:pt x="366" y="10"/>
                      </a:lnTo>
                      <a:lnTo>
                        <a:pt x="368" y="10"/>
                      </a:lnTo>
                      <a:lnTo>
                        <a:pt x="378" y="10"/>
                      </a:lnTo>
                      <a:lnTo>
                        <a:pt x="387" y="10"/>
                      </a:lnTo>
                      <a:lnTo>
                        <a:pt x="399" y="12"/>
                      </a:lnTo>
                      <a:lnTo>
                        <a:pt x="404" y="12"/>
                      </a:lnTo>
                      <a:lnTo>
                        <a:pt x="426" y="14"/>
                      </a:lnTo>
                      <a:lnTo>
                        <a:pt x="399" y="14"/>
                      </a:lnTo>
                      <a:lnTo>
                        <a:pt x="395" y="14"/>
                      </a:lnTo>
                      <a:lnTo>
                        <a:pt x="392" y="14"/>
                      </a:lnTo>
                      <a:lnTo>
                        <a:pt x="387" y="12"/>
                      </a:lnTo>
                      <a:lnTo>
                        <a:pt x="378" y="12"/>
                      </a:lnTo>
                      <a:lnTo>
                        <a:pt x="380" y="14"/>
                      </a:lnTo>
                      <a:lnTo>
                        <a:pt x="383" y="14"/>
                      </a:lnTo>
                      <a:lnTo>
                        <a:pt x="385" y="14"/>
                      </a:lnTo>
                      <a:lnTo>
                        <a:pt x="376" y="14"/>
                      </a:lnTo>
                      <a:lnTo>
                        <a:pt x="373" y="17"/>
                      </a:lnTo>
                      <a:lnTo>
                        <a:pt x="373" y="19"/>
                      </a:lnTo>
                      <a:lnTo>
                        <a:pt x="371" y="22"/>
                      </a:lnTo>
                      <a:lnTo>
                        <a:pt x="371" y="24"/>
                      </a:lnTo>
                      <a:lnTo>
                        <a:pt x="368" y="24"/>
                      </a:lnTo>
                      <a:lnTo>
                        <a:pt x="366" y="24"/>
                      </a:lnTo>
                      <a:lnTo>
                        <a:pt x="364" y="24"/>
                      </a:lnTo>
                      <a:lnTo>
                        <a:pt x="359" y="24"/>
                      </a:lnTo>
                      <a:lnTo>
                        <a:pt x="357" y="22"/>
                      </a:lnTo>
                      <a:lnTo>
                        <a:pt x="345" y="19"/>
                      </a:lnTo>
                      <a:lnTo>
                        <a:pt x="330" y="14"/>
                      </a:lnTo>
                      <a:lnTo>
                        <a:pt x="309" y="14"/>
                      </a:lnTo>
                      <a:lnTo>
                        <a:pt x="309" y="24"/>
                      </a:lnTo>
                      <a:lnTo>
                        <a:pt x="297" y="24"/>
                      </a:lnTo>
                      <a:lnTo>
                        <a:pt x="292" y="22"/>
                      </a:lnTo>
                      <a:lnTo>
                        <a:pt x="288" y="22"/>
                      </a:lnTo>
                      <a:lnTo>
                        <a:pt x="285" y="19"/>
                      </a:lnTo>
                      <a:lnTo>
                        <a:pt x="278" y="19"/>
                      </a:lnTo>
                      <a:lnTo>
                        <a:pt x="273" y="22"/>
                      </a:lnTo>
                      <a:lnTo>
                        <a:pt x="273" y="24"/>
                      </a:lnTo>
                      <a:lnTo>
                        <a:pt x="269" y="24"/>
                      </a:lnTo>
                      <a:lnTo>
                        <a:pt x="271" y="19"/>
                      </a:lnTo>
                      <a:lnTo>
                        <a:pt x="269" y="17"/>
                      </a:lnTo>
                      <a:lnTo>
                        <a:pt x="238" y="17"/>
                      </a:lnTo>
                      <a:lnTo>
                        <a:pt x="228" y="19"/>
                      </a:lnTo>
                      <a:lnTo>
                        <a:pt x="209" y="19"/>
                      </a:lnTo>
                      <a:lnTo>
                        <a:pt x="214" y="22"/>
                      </a:lnTo>
                      <a:lnTo>
                        <a:pt x="223" y="26"/>
                      </a:lnTo>
                      <a:lnTo>
                        <a:pt x="226" y="29"/>
                      </a:lnTo>
                      <a:lnTo>
                        <a:pt x="223" y="29"/>
                      </a:lnTo>
                      <a:lnTo>
                        <a:pt x="223" y="26"/>
                      </a:lnTo>
                      <a:lnTo>
                        <a:pt x="214" y="24"/>
                      </a:lnTo>
                      <a:lnTo>
                        <a:pt x="207" y="24"/>
                      </a:lnTo>
                      <a:lnTo>
                        <a:pt x="202" y="22"/>
                      </a:lnTo>
                      <a:lnTo>
                        <a:pt x="197" y="22"/>
                      </a:lnTo>
                      <a:lnTo>
                        <a:pt x="192" y="19"/>
                      </a:lnTo>
                      <a:lnTo>
                        <a:pt x="190" y="19"/>
                      </a:lnTo>
                      <a:lnTo>
                        <a:pt x="188" y="22"/>
                      </a:lnTo>
                      <a:lnTo>
                        <a:pt x="185" y="24"/>
                      </a:lnTo>
                      <a:lnTo>
                        <a:pt x="183" y="26"/>
                      </a:lnTo>
                      <a:lnTo>
                        <a:pt x="178" y="29"/>
                      </a:lnTo>
                      <a:lnTo>
                        <a:pt x="176" y="29"/>
                      </a:lnTo>
                      <a:lnTo>
                        <a:pt x="171" y="31"/>
                      </a:lnTo>
                      <a:lnTo>
                        <a:pt x="150" y="31"/>
                      </a:lnTo>
                      <a:lnTo>
                        <a:pt x="143" y="34"/>
                      </a:lnTo>
                      <a:lnTo>
                        <a:pt x="133" y="36"/>
                      </a:lnTo>
                      <a:lnTo>
                        <a:pt x="124" y="38"/>
                      </a:lnTo>
                      <a:lnTo>
                        <a:pt x="119" y="38"/>
                      </a:lnTo>
                      <a:lnTo>
                        <a:pt x="102" y="41"/>
                      </a:lnTo>
                      <a:lnTo>
                        <a:pt x="97" y="43"/>
                      </a:lnTo>
                      <a:lnTo>
                        <a:pt x="100" y="46"/>
                      </a:lnTo>
                      <a:lnTo>
                        <a:pt x="105" y="48"/>
                      </a:lnTo>
                      <a:lnTo>
                        <a:pt x="126" y="48"/>
                      </a:lnTo>
                      <a:lnTo>
                        <a:pt x="116" y="50"/>
                      </a:lnTo>
                      <a:lnTo>
                        <a:pt x="112" y="55"/>
                      </a:lnTo>
                      <a:lnTo>
                        <a:pt x="109" y="55"/>
                      </a:lnTo>
                      <a:lnTo>
                        <a:pt x="93" y="60"/>
                      </a:lnTo>
                      <a:lnTo>
                        <a:pt x="88" y="60"/>
                      </a:lnTo>
                      <a:lnTo>
                        <a:pt x="66" y="60"/>
                      </a:lnTo>
                      <a:lnTo>
                        <a:pt x="57" y="62"/>
                      </a:lnTo>
                      <a:lnTo>
                        <a:pt x="47" y="65"/>
                      </a:lnTo>
                      <a:lnTo>
                        <a:pt x="45" y="67"/>
                      </a:lnTo>
                      <a:lnTo>
                        <a:pt x="40" y="67"/>
                      </a:lnTo>
                      <a:lnTo>
                        <a:pt x="38" y="65"/>
                      </a:lnTo>
                      <a:lnTo>
                        <a:pt x="31" y="70"/>
                      </a:lnTo>
                      <a:lnTo>
                        <a:pt x="9" y="70"/>
                      </a:lnTo>
                      <a:lnTo>
                        <a:pt x="7" y="70"/>
                      </a:lnTo>
                      <a:lnTo>
                        <a:pt x="2" y="70"/>
                      </a:lnTo>
                      <a:lnTo>
                        <a:pt x="0" y="74"/>
                      </a:lnTo>
                      <a:lnTo>
                        <a:pt x="2" y="74"/>
                      </a:lnTo>
                      <a:lnTo>
                        <a:pt x="9" y="79"/>
                      </a:lnTo>
                      <a:lnTo>
                        <a:pt x="12" y="82"/>
                      </a:lnTo>
                      <a:lnTo>
                        <a:pt x="14" y="84"/>
                      </a:lnTo>
                      <a:lnTo>
                        <a:pt x="24" y="79"/>
                      </a:lnTo>
                      <a:lnTo>
                        <a:pt x="24" y="84"/>
                      </a:lnTo>
                      <a:lnTo>
                        <a:pt x="28" y="86"/>
                      </a:lnTo>
                      <a:lnTo>
                        <a:pt x="33" y="86"/>
                      </a:lnTo>
                      <a:lnTo>
                        <a:pt x="36" y="84"/>
                      </a:lnTo>
                      <a:lnTo>
                        <a:pt x="38" y="84"/>
                      </a:lnTo>
                      <a:lnTo>
                        <a:pt x="40" y="82"/>
                      </a:lnTo>
                      <a:lnTo>
                        <a:pt x="40" y="84"/>
                      </a:lnTo>
                      <a:lnTo>
                        <a:pt x="43" y="86"/>
                      </a:lnTo>
                      <a:lnTo>
                        <a:pt x="45" y="86"/>
                      </a:lnTo>
                      <a:lnTo>
                        <a:pt x="47" y="84"/>
                      </a:lnTo>
                      <a:lnTo>
                        <a:pt x="52" y="84"/>
                      </a:lnTo>
                      <a:lnTo>
                        <a:pt x="57" y="84"/>
                      </a:lnTo>
                      <a:lnTo>
                        <a:pt x="59" y="82"/>
                      </a:lnTo>
                      <a:lnTo>
                        <a:pt x="64" y="82"/>
                      </a:lnTo>
                      <a:lnTo>
                        <a:pt x="64" y="84"/>
                      </a:lnTo>
                      <a:lnTo>
                        <a:pt x="64" y="86"/>
                      </a:lnTo>
                      <a:lnTo>
                        <a:pt x="62" y="86"/>
                      </a:lnTo>
                      <a:lnTo>
                        <a:pt x="57" y="91"/>
                      </a:lnTo>
                      <a:lnTo>
                        <a:pt x="55" y="91"/>
                      </a:lnTo>
                      <a:lnTo>
                        <a:pt x="52" y="89"/>
                      </a:lnTo>
                      <a:lnTo>
                        <a:pt x="40" y="89"/>
                      </a:lnTo>
                      <a:lnTo>
                        <a:pt x="36" y="91"/>
                      </a:lnTo>
                      <a:lnTo>
                        <a:pt x="33" y="91"/>
                      </a:lnTo>
                      <a:lnTo>
                        <a:pt x="21" y="89"/>
                      </a:lnTo>
                      <a:lnTo>
                        <a:pt x="19" y="89"/>
                      </a:lnTo>
                      <a:lnTo>
                        <a:pt x="14" y="86"/>
                      </a:lnTo>
                      <a:lnTo>
                        <a:pt x="7" y="86"/>
                      </a:lnTo>
                      <a:lnTo>
                        <a:pt x="2" y="89"/>
                      </a:lnTo>
                      <a:lnTo>
                        <a:pt x="2" y="93"/>
                      </a:lnTo>
                      <a:lnTo>
                        <a:pt x="2" y="96"/>
                      </a:lnTo>
                      <a:lnTo>
                        <a:pt x="7" y="98"/>
                      </a:lnTo>
                      <a:lnTo>
                        <a:pt x="19" y="98"/>
                      </a:lnTo>
                      <a:lnTo>
                        <a:pt x="17" y="101"/>
                      </a:lnTo>
                      <a:lnTo>
                        <a:pt x="14" y="101"/>
                      </a:lnTo>
                      <a:lnTo>
                        <a:pt x="9" y="101"/>
                      </a:lnTo>
                      <a:lnTo>
                        <a:pt x="12" y="103"/>
                      </a:lnTo>
                      <a:lnTo>
                        <a:pt x="19" y="105"/>
                      </a:lnTo>
                      <a:lnTo>
                        <a:pt x="21" y="105"/>
                      </a:lnTo>
                      <a:lnTo>
                        <a:pt x="24" y="108"/>
                      </a:lnTo>
                      <a:lnTo>
                        <a:pt x="33" y="108"/>
                      </a:lnTo>
                      <a:lnTo>
                        <a:pt x="33" y="105"/>
                      </a:lnTo>
                      <a:lnTo>
                        <a:pt x="36" y="105"/>
                      </a:lnTo>
                      <a:lnTo>
                        <a:pt x="38" y="105"/>
                      </a:lnTo>
                      <a:lnTo>
                        <a:pt x="43" y="108"/>
                      </a:lnTo>
                      <a:lnTo>
                        <a:pt x="52" y="105"/>
                      </a:lnTo>
                      <a:lnTo>
                        <a:pt x="52" y="108"/>
                      </a:lnTo>
                      <a:lnTo>
                        <a:pt x="57" y="108"/>
                      </a:lnTo>
                      <a:lnTo>
                        <a:pt x="62" y="105"/>
                      </a:lnTo>
                      <a:lnTo>
                        <a:pt x="64" y="105"/>
                      </a:lnTo>
                      <a:lnTo>
                        <a:pt x="69" y="103"/>
                      </a:lnTo>
                      <a:lnTo>
                        <a:pt x="76" y="105"/>
                      </a:lnTo>
                      <a:lnTo>
                        <a:pt x="81" y="105"/>
                      </a:lnTo>
                      <a:lnTo>
                        <a:pt x="83" y="105"/>
                      </a:lnTo>
                      <a:lnTo>
                        <a:pt x="85" y="103"/>
                      </a:lnTo>
                      <a:lnTo>
                        <a:pt x="88" y="103"/>
                      </a:lnTo>
                      <a:lnTo>
                        <a:pt x="93" y="105"/>
                      </a:lnTo>
                      <a:lnTo>
                        <a:pt x="97" y="105"/>
                      </a:lnTo>
                      <a:lnTo>
                        <a:pt x="112" y="105"/>
                      </a:lnTo>
                      <a:lnTo>
                        <a:pt x="121" y="110"/>
                      </a:lnTo>
                      <a:lnTo>
                        <a:pt x="124" y="110"/>
                      </a:lnTo>
                      <a:lnTo>
                        <a:pt x="128" y="115"/>
                      </a:lnTo>
                      <a:lnTo>
                        <a:pt x="135" y="115"/>
                      </a:lnTo>
                      <a:lnTo>
                        <a:pt x="133" y="117"/>
                      </a:lnTo>
                      <a:lnTo>
                        <a:pt x="133" y="120"/>
                      </a:lnTo>
                      <a:lnTo>
                        <a:pt x="133" y="125"/>
                      </a:lnTo>
                      <a:lnTo>
                        <a:pt x="138" y="125"/>
                      </a:lnTo>
                      <a:lnTo>
                        <a:pt x="140" y="125"/>
                      </a:lnTo>
                      <a:lnTo>
                        <a:pt x="145" y="127"/>
                      </a:lnTo>
                      <a:lnTo>
                        <a:pt x="147" y="129"/>
                      </a:lnTo>
                      <a:lnTo>
                        <a:pt x="143" y="134"/>
                      </a:lnTo>
                      <a:lnTo>
                        <a:pt x="145" y="141"/>
                      </a:lnTo>
                      <a:lnTo>
                        <a:pt x="152" y="144"/>
                      </a:lnTo>
                      <a:lnTo>
                        <a:pt x="145" y="149"/>
                      </a:lnTo>
                      <a:lnTo>
                        <a:pt x="150" y="151"/>
                      </a:lnTo>
                      <a:lnTo>
                        <a:pt x="147" y="151"/>
                      </a:lnTo>
                      <a:lnTo>
                        <a:pt x="145" y="153"/>
                      </a:lnTo>
                      <a:lnTo>
                        <a:pt x="145" y="156"/>
                      </a:lnTo>
                      <a:lnTo>
                        <a:pt x="150" y="161"/>
                      </a:lnTo>
                      <a:lnTo>
                        <a:pt x="152" y="161"/>
                      </a:lnTo>
                      <a:lnTo>
                        <a:pt x="152" y="163"/>
                      </a:lnTo>
                      <a:lnTo>
                        <a:pt x="147" y="165"/>
                      </a:lnTo>
                      <a:lnTo>
                        <a:pt x="145" y="168"/>
                      </a:lnTo>
                      <a:lnTo>
                        <a:pt x="143" y="168"/>
                      </a:lnTo>
                      <a:lnTo>
                        <a:pt x="147" y="170"/>
                      </a:lnTo>
                      <a:lnTo>
                        <a:pt x="143" y="170"/>
                      </a:lnTo>
                      <a:lnTo>
                        <a:pt x="140" y="170"/>
                      </a:lnTo>
                      <a:lnTo>
                        <a:pt x="138" y="170"/>
                      </a:lnTo>
                      <a:lnTo>
                        <a:pt x="133" y="173"/>
                      </a:lnTo>
                      <a:lnTo>
                        <a:pt x="131" y="173"/>
                      </a:lnTo>
                      <a:lnTo>
                        <a:pt x="131" y="175"/>
                      </a:lnTo>
                      <a:lnTo>
                        <a:pt x="143" y="175"/>
                      </a:lnTo>
                      <a:lnTo>
                        <a:pt x="138" y="180"/>
                      </a:lnTo>
                      <a:lnTo>
                        <a:pt x="126" y="180"/>
                      </a:lnTo>
                      <a:lnTo>
                        <a:pt x="124" y="180"/>
                      </a:lnTo>
                      <a:lnTo>
                        <a:pt x="124" y="182"/>
                      </a:lnTo>
                      <a:lnTo>
                        <a:pt x="133" y="189"/>
                      </a:lnTo>
                      <a:lnTo>
                        <a:pt x="138" y="189"/>
                      </a:lnTo>
                      <a:lnTo>
                        <a:pt x="145" y="184"/>
                      </a:lnTo>
                      <a:lnTo>
                        <a:pt x="147" y="184"/>
                      </a:lnTo>
                      <a:lnTo>
                        <a:pt x="152" y="184"/>
                      </a:lnTo>
                      <a:lnTo>
                        <a:pt x="154" y="182"/>
                      </a:lnTo>
                      <a:lnTo>
                        <a:pt x="157" y="182"/>
                      </a:lnTo>
                      <a:lnTo>
                        <a:pt x="157" y="180"/>
                      </a:lnTo>
                      <a:lnTo>
                        <a:pt x="157" y="175"/>
                      </a:lnTo>
                      <a:lnTo>
                        <a:pt x="159" y="173"/>
                      </a:lnTo>
                      <a:lnTo>
                        <a:pt x="159" y="180"/>
                      </a:lnTo>
                      <a:lnTo>
                        <a:pt x="166" y="175"/>
                      </a:lnTo>
                      <a:lnTo>
                        <a:pt x="164" y="177"/>
                      </a:lnTo>
                      <a:lnTo>
                        <a:pt x="164" y="180"/>
                      </a:lnTo>
                      <a:lnTo>
                        <a:pt x="166" y="180"/>
                      </a:lnTo>
                      <a:lnTo>
                        <a:pt x="169" y="182"/>
                      </a:lnTo>
                      <a:lnTo>
                        <a:pt x="176" y="182"/>
                      </a:lnTo>
                      <a:lnTo>
                        <a:pt x="171" y="187"/>
                      </a:lnTo>
                      <a:lnTo>
                        <a:pt x="171" y="189"/>
                      </a:lnTo>
                      <a:lnTo>
                        <a:pt x="173" y="192"/>
                      </a:lnTo>
                      <a:lnTo>
                        <a:pt x="176" y="194"/>
                      </a:lnTo>
                      <a:lnTo>
                        <a:pt x="178" y="196"/>
                      </a:lnTo>
                      <a:lnTo>
                        <a:pt x="181" y="199"/>
                      </a:lnTo>
                      <a:lnTo>
                        <a:pt x="178" y="201"/>
                      </a:lnTo>
                      <a:lnTo>
                        <a:pt x="173" y="201"/>
                      </a:lnTo>
                      <a:lnTo>
                        <a:pt x="173" y="204"/>
                      </a:lnTo>
                      <a:lnTo>
                        <a:pt x="166" y="204"/>
                      </a:lnTo>
                      <a:lnTo>
                        <a:pt x="164" y="201"/>
                      </a:lnTo>
                      <a:lnTo>
                        <a:pt x="162" y="201"/>
                      </a:lnTo>
                      <a:lnTo>
                        <a:pt x="159" y="201"/>
                      </a:lnTo>
                      <a:lnTo>
                        <a:pt x="157" y="199"/>
                      </a:lnTo>
                      <a:lnTo>
                        <a:pt x="143" y="199"/>
                      </a:lnTo>
                      <a:lnTo>
                        <a:pt x="140" y="196"/>
                      </a:lnTo>
                      <a:lnTo>
                        <a:pt x="138" y="194"/>
                      </a:lnTo>
                      <a:lnTo>
                        <a:pt x="131" y="194"/>
                      </a:lnTo>
                      <a:lnTo>
                        <a:pt x="128" y="199"/>
                      </a:lnTo>
                      <a:lnTo>
                        <a:pt x="128" y="201"/>
                      </a:lnTo>
                      <a:lnTo>
                        <a:pt x="133" y="201"/>
                      </a:lnTo>
                      <a:lnTo>
                        <a:pt x="133" y="204"/>
                      </a:lnTo>
                      <a:lnTo>
                        <a:pt x="140" y="204"/>
                      </a:lnTo>
                      <a:lnTo>
                        <a:pt x="143" y="206"/>
                      </a:lnTo>
                      <a:lnTo>
                        <a:pt x="145" y="206"/>
                      </a:lnTo>
                      <a:lnTo>
                        <a:pt x="147" y="206"/>
                      </a:lnTo>
                      <a:lnTo>
                        <a:pt x="152" y="211"/>
                      </a:lnTo>
                      <a:lnTo>
                        <a:pt x="162" y="211"/>
                      </a:lnTo>
                      <a:lnTo>
                        <a:pt x="164" y="211"/>
                      </a:lnTo>
                      <a:lnTo>
                        <a:pt x="166" y="211"/>
                      </a:lnTo>
                      <a:lnTo>
                        <a:pt x="173" y="213"/>
                      </a:lnTo>
                      <a:lnTo>
                        <a:pt x="178" y="208"/>
                      </a:lnTo>
                      <a:lnTo>
                        <a:pt x="178" y="216"/>
                      </a:lnTo>
                      <a:lnTo>
                        <a:pt x="176" y="213"/>
                      </a:lnTo>
                      <a:lnTo>
                        <a:pt x="173" y="213"/>
                      </a:lnTo>
                      <a:lnTo>
                        <a:pt x="171" y="213"/>
                      </a:lnTo>
                      <a:lnTo>
                        <a:pt x="171" y="216"/>
                      </a:lnTo>
                      <a:lnTo>
                        <a:pt x="173" y="220"/>
                      </a:lnTo>
                      <a:lnTo>
                        <a:pt x="169" y="220"/>
                      </a:lnTo>
                      <a:lnTo>
                        <a:pt x="166" y="220"/>
                      </a:lnTo>
                      <a:lnTo>
                        <a:pt x="164" y="220"/>
                      </a:lnTo>
                      <a:lnTo>
                        <a:pt x="164" y="223"/>
                      </a:lnTo>
                      <a:lnTo>
                        <a:pt x="164" y="225"/>
                      </a:lnTo>
                      <a:lnTo>
                        <a:pt x="173" y="225"/>
                      </a:lnTo>
                      <a:lnTo>
                        <a:pt x="171" y="225"/>
                      </a:lnTo>
                      <a:lnTo>
                        <a:pt x="171" y="228"/>
                      </a:lnTo>
                      <a:lnTo>
                        <a:pt x="169" y="230"/>
                      </a:lnTo>
                      <a:lnTo>
                        <a:pt x="162" y="225"/>
                      </a:lnTo>
                      <a:lnTo>
                        <a:pt x="159" y="225"/>
                      </a:lnTo>
                      <a:lnTo>
                        <a:pt x="159" y="228"/>
                      </a:lnTo>
                      <a:lnTo>
                        <a:pt x="159" y="230"/>
                      </a:lnTo>
                      <a:lnTo>
                        <a:pt x="162" y="232"/>
                      </a:lnTo>
                      <a:lnTo>
                        <a:pt x="157" y="232"/>
                      </a:lnTo>
                      <a:lnTo>
                        <a:pt x="157" y="237"/>
                      </a:lnTo>
                      <a:lnTo>
                        <a:pt x="154" y="237"/>
                      </a:lnTo>
                      <a:lnTo>
                        <a:pt x="152" y="240"/>
                      </a:lnTo>
                      <a:lnTo>
                        <a:pt x="152" y="242"/>
                      </a:lnTo>
                      <a:lnTo>
                        <a:pt x="157" y="247"/>
                      </a:lnTo>
                      <a:lnTo>
                        <a:pt x="159" y="247"/>
                      </a:lnTo>
                      <a:lnTo>
                        <a:pt x="159" y="252"/>
                      </a:lnTo>
                      <a:lnTo>
                        <a:pt x="157" y="252"/>
                      </a:lnTo>
                      <a:lnTo>
                        <a:pt x="154" y="252"/>
                      </a:lnTo>
                      <a:lnTo>
                        <a:pt x="152" y="249"/>
                      </a:lnTo>
                      <a:lnTo>
                        <a:pt x="150" y="244"/>
                      </a:lnTo>
                      <a:lnTo>
                        <a:pt x="147" y="242"/>
                      </a:lnTo>
                      <a:lnTo>
                        <a:pt x="147" y="240"/>
                      </a:lnTo>
                      <a:lnTo>
                        <a:pt x="145" y="237"/>
                      </a:lnTo>
                      <a:lnTo>
                        <a:pt x="143" y="235"/>
                      </a:lnTo>
                      <a:lnTo>
                        <a:pt x="140" y="235"/>
                      </a:lnTo>
                      <a:lnTo>
                        <a:pt x="135" y="235"/>
                      </a:lnTo>
                      <a:lnTo>
                        <a:pt x="133" y="235"/>
                      </a:lnTo>
                      <a:lnTo>
                        <a:pt x="128" y="240"/>
                      </a:lnTo>
                      <a:lnTo>
                        <a:pt x="128" y="242"/>
                      </a:lnTo>
                      <a:lnTo>
                        <a:pt x="133" y="244"/>
                      </a:lnTo>
                      <a:lnTo>
                        <a:pt x="138" y="244"/>
                      </a:lnTo>
                      <a:lnTo>
                        <a:pt x="140" y="247"/>
                      </a:lnTo>
                      <a:lnTo>
                        <a:pt x="135" y="249"/>
                      </a:lnTo>
                      <a:lnTo>
                        <a:pt x="131" y="249"/>
                      </a:lnTo>
                      <a:lnTo>
                        <a:pt x="128" y="247"/>
                      </a:lnTo>
                      <a:lnTo>
                        <a:pt x="121" y="247"/>
                      </a:lnTo>
                      <a:lnTo>
                        <a:pt x="119" y="249"/>
                      </a:lnTo>
                      <a:lnTo>
                        <a:pt x="116" y="249"/>
                      </a:lnTo>
                      <a:lnTo>
                        <a:pt x="114" y="249"/>
                      </a:lnTo>
                      <a:lnTo>
                        <a:pt x="112" y="252"/>
                      </a:lnTo>
                      <a:lnTo>
                        <a:pt x="109" y="252"/>
                      </a:lnTo>
                      <a:lnTo>
                        <a:pt x="121" y="252"/>
                      </a:lnTo>
                      <a:lnTo>
                        <a:pt x="126" y="252"/>
                      </a:lnTo>
                      <a:lnTo>
                        <a:pt x="140" y="252"/>
                      </a:lnTo>
                      <a:lnTo>
                        <a:pt x="143" y="252"/>
                      </a:lnTo>
                      <a:lnTo>
                        <a:pt x="131" y="252"/>
                      </a:lnTo>
                      <a:lnTo>
                        <a:pt x="112" y="256"/>
                      </a:lnTo>
                      <a:lnTo>
                        <a:pt x="107" y="256"/>
                      </a:lnTo>
                      <a:lnTo>
                        <a:pt x="105" y="259"/>
                      </a:lnTo>
                      <a:lnTo>
                        <a:pt x="107" y="259"/>
                      </a:lnTo>
                      <a:lnTo>
                        <a:pt x="107" y="261"/>
                      </a:lnTo>
                      <a:lnTo>
                        <a:pt x="114" y="261"/>
                      </a:lnTo>
                      <a:lnTo>
                        <a:pt x="119" y="259"/>
                      </a:lnTo>
                      <a:lnTo>
                        <a:pt x="124" y="259"/>
                      </a:lnTo>
                      <a:lnTo>
                        <a:pt x="128" y="256"/>
                      </a:lnTo>
                      <a:lnTo>
                        <a:pt x="138" y="256"/>
                      </a:lnTo>
                      <a:lnTo>
                        <a:pt x="140" y="259"/>
                      </a:lnTo>
                      <a:lnTo>
                        <a:pt x="138" y="261"/>
                      </a:lnTo>
                      <a:lnTo>
                        <a:pt x="114" y="261"/>
                      </a:lnTo>
                      <a:lnTo>
                        <a:pt x="112" y="261"/>
                      </a:lnTo>
                      <a:lnTo>
                        <a:pt x="102" y="261"/>
                      </a:lnTo>
                      <a:lnTo>
                        <a:pt x="102" y="264"/>
                      </a:lnTo>
                      <a:lnTo>
                        <a:pt x="107" y="264"/>
                      </a:lnTo>
                      <a:lnTo>
                        <a:pt x="107" y="266"/>
                      </a:lnTo>
                      <a:lnTo>
                        <a:pt x="112" y="266"/>
                      </a:lnTo>
                      <a:lnTo>
                        <a:pt x="114" y="266"/>
                      </a:lnTo>
                      <a:lnTo>
                        <a:pt x="109" y="266"/>
                      </a:lnTo>
                      <a:lnTo>
                        <a:pt x="107" y="268"/>
                      </a:lnTo>
                      <a:lnTo>
                        <a:pt x="107" y="271"/>
                      </a:lnTo>
                      <a:lnTo>
                        <a:pt x="105" y="273"/>
                      </a:lnTo>
                      <a:lnTo>
                        <a:pt x="102" y="273"/>
                      </a:lnTo>
                      <a:lnTo>
                        <a:pt x="100" y="275"/>
                      </a:lnTo>
                      <a:lnTo>
                        <a:pt x="97" y="275"/>
                      </a:lnTo>
                      <a:lnTo>
                        <a:pt x="107" y="278"/>
                      </a:lnTo>
                      <a:lnTo>
                        <a:pt x="97" y="280"/>
                      </a:lnTo>
                      <a:lnTo>
                        <a:pt x="97" y="283"/>
                      </a:lnTo>
                      <a:lnTo>
                        <a:pt x="100" y="285"/>
                      </a:lnTo>
                      <a:lnTo>
                        <a:pt x="105" y="285"/>
                      </a:lnTo>
                      <a:lnTo>
                        <a:pt x="107" y="285"/>
                      </a:lnTo>
                      <a:lnTo>
                        <a:pt x="114" y="285"/>
                      </a:lnTo>
                      <a:lnTo>
                        <a:pt x="112" y="285"/>
                      </a:lnTo>
                      <a:lnTo>
                        <a:pt x="109" y="285"/>
                      </a:lnTo>
                      <a:lnTo>
                        <a:pt x="107" y="287"/>
                      </a:lnTo>
                      <a:lnTo>
                        <a:pt x="102" y="290"/>
                      </a:lnTo>
                      <a:lnTo>
                        <a:pt x="102" y="292"/>
                      </a:lnTo>
                      <a:lnTo>
                        <a:pt x="105" y="295"/>
                      </a:lnTo>
                      <a:lnTo>
                        <a:pt x="107" y="295"/>
                      </a:lnTo>
                      <a:lnTo>
                        <a:pt x="109" y="292"/>
                      </a:lnTo>
                      <a:lnTo>
                        <a:pt x="114" y="290"/>
                      </a:lnTo>
                      <a:lnTo>
                        <a:pt x="112" y="295"/>
                      </a:lnTo>
                      <a:lnTo>
                        <a:pt x="109" y="295"/>
                      </a:lnTo>
                      <a:lnTo>
                        <a:pt x="107" y="299"/>
                      </a:lnTo>
                      <a:lnTo>
                        <a:pt x="107" y="304"/>
                      </a:lnTo>
                      <a:lnTo>
                        <a:pt x="109" y="304"/>
                      </a:lnTo>
                      <a:lnTo>
                        <a:pt x="109" y="302"/>
                      </a:lnTo>
                      <a:lnTo>
                        <a:pt x="114" y="302"/>
                      </a:lnTo>
                      <a:lnTo>
                        <a:pt x="109" y="307"/>
                      </a:lnTo>
                      <a:lnTo>
                        <a:pt x="107" y="307"/>
                      </a:lnTo>
                      <a:lnTo>
                        <a:pt x="105" y="309"/>
                      </a:lnTo>
                      <a:lnTo>
                        <a:pt x="102" y="311"/>
                      </a:lnTo>
                      <a:lnTo>
                        <a:pt x="102" y="316"/>
                      </a:lnTo>
                      <a:lnTo>
                        <a:pt x="105" y="316"/>
                      </a:lnTo>
                      <a:lnTo>
                        <a:pt x="107" y="314"/>
                      </a:lnTo>
                      <a:lnTo>
                        <a:pt x="114" y="307"/>
                      </a:lnTo>
                      <a:lnTo>
                        <a:pt x="124" y="307"/>
                      </a:lnTo>
                      <a:lnTo>
                        <a:pt x="126" y="304"/>
                      </a:lnTo>
                      <a:lnTo>
                        <a:pt x="128" y="304"/>
                      </a:lnTo>
                      <a:lnTo>
                        <a:pt x="128" y="307"/>
                      </a:lnTo>
                      <a:lnTo>
                        <a:pt x="133" y="304"/>
                      </a:lnTo>
                      <a:lnTo>
                        <a:pt x="128" y="311"/>
                      </a:lnTo>
                      <a:lnTo>
                        <a:pt x="135" y="311"/>
                      </a:lnTo>
                      <a:lnTo>
                        <a:pt x="128" y="311"/>
                      </a:lnTo>
                      <a:lnTo>
                        <a:pt x="124" y="314"/>
                      </a:lnTo>
                      <a:lnTo>
                        <a:pt x="124" y="316"/>
                      </a:lnTo>
                      <a:lnTo>
                        <a:pt x="119" y="316"/>
                      </a:lnTo>
                      <a:lnTo>
                        <a:pt x="116" y="316"/>
                      </a:lnTo>
                      <a:lnTo>
                        <a:pt x="114" y="319"/>
                      </a:lnTo>
                      <a:lnTo>
                        <a:pt x="114" y="321"/>
                      </a:lnTo>
                      <a:lnTo>
                        <a:pt x="112" y="321"/>
                      </a:lnTo>
                      <a:lnTo>
                        <a:pt x="107" y="323"/>
                      </a:lnTo>
                      <a:lnTo>
                        <a:pt x="105" y="326"/>
                      </a:lnTo>
                      <a:lnTo>
                        <a:pt x="109" y="326"/>
                      </a:lnTo>
                      <a:lnTo>
                        <a:pt x="107" y="326"/>
                      </a:lnTo>
                      <a:lnTo>
                        <a:pt x="107" y="328"/>
                      </a:lnTo>
                      <a:lnTo>
                        <a:pt x="107" y="331"/>
                      </a:lnTo>
                      <a:lnTo>
                        <a:pt x="109" y="331"/>
                      </a:lnTo>
                      <a:lnTo>
                        <a:pt x="107" y="333"/>
                      </a:lnTo>
                      <a:lnTo>
                        <a:pt x="107" y="335"/>
                      </a:lnTo>
                      <a:lnTo>
                        <a:pt x="116" y="335"/>
                      </a:lnTo>
                      <a:lnTo>
                        <a:pt x="112" y="343"/>
                      </a:lnTo>
                      <a:lnTo>
                        <a:pt x="116" y="340"/>
                      </a:lnTo>
                      <a:lnTo>
                        <a:pt x="119" y="340"/>
                      </a:lnTo>
                      <a:lnTo>
                        <a:pt x="116" y="340"/>
                      </a:lnTo>
                      <a:lnTo>
                        <a:pt x="114" y="343"/>
                      </a:lnTo>
                      <a:lnTo>
                        <a:pt x="114" y="345"/>
                      </a:lnTo>
                      <a:lnTo>
                        <a:pt x="112" y="347"/>
                      </a:lnTo>
                      <a:lnTo>
                        <a:pt x="112" y="352"/>
                      </a:lnTo>
                      <a:lnTo>
                        <a:pt x="114" y="352"/>
                      </a:lnTo>
                      <a:lnTo>
                        <a:pt x="121" y="352"/>
                      </a:lnTo>
                      <a:lnTo>
                        <a:pt x="116" y="359"/>
                      </a:lnTo>
                      <a:lnTo>
                        <a:pt x="126" y="357"/>
                      </a:lnTo>
                      <a:lnTo>
                        <a:pt x="121" y="362"/>
                      </a:lnTo>
                      <a:lnTo>
                        <a:pt x="124" y="366"/>
                      </a:lnTo>
                      <a:lnTo>
                        <a:pt x="128" y="366"/>
                      </a:lnTo>
                      <a:lnTo>
                        <a:pt x="126" y="366"/>
                      </a:lnTo>
                      <a:lnTo>
                        <a:pt x="126" y="369"/>
                      </a:lnTo>
                      <a:lnTo>
                        <a:pt x="128" y="371"/>
                      </a:lnTo>
                      <a:lnTo>
                        <a:pt x="133" y="371"/>
                      </a:lnTo>
                      <a:lnTo>
                        <a:pt x="128" y="376"/>
                      </a:lnTo>
                      <a:lnTo>
                        <a:pt x="135" y="376"/>
                      </a:lnTo>
                      <a:lnTo>
                        <a:pt x="133" y="381"/>
                      </a:lnTo>
                      <a:lnTo>
                        <a:pt x="145" y="378"/>
                      </a:lnTo>
                      <a:lnTo>
                        <a:pt x="147" y="381"/>
                      </a:lnTo>
                      <a:lnTo>
                        <a:pt x="150" y="381"/>
                      </a:lnTo>
                      <a:lnTo>
                        <a:pt x="152" y="378"/>
                      </a:lnTo>
                      <a:lnTo>
                        <a:pt x="162" y="374"/>
                      </a:lnTo>
                      <a:lnTo>
                        <a:pt x="164" y="371"/>
                      </a:lnTo>
                      <a:lnTo>
                        <a:pt x="164" y="374"/>
                      </a:lnTo>
                      <a:lnTo>
                        <a:pt x="162" y="376"/>
                      </a:lnTo>
                      <a:lnTo>
                        <a:pt x="169" y="378"/>
                      </a:lnTo>
                      <a:lnTo>
                        <a:pt x="171" y="376"/>
                      </a:lnTo>
                      <a:lnTo>
                        <a:pt x="173" y="376"/>
                      </a:lnTo>
                      <a:lnTo>
                        <a:pt x="169" y="378"/>
                      </a:lnTo>
                      <a:lnTo>
                        <a:pt x="164" y="381"/>
                      </a:lnTo>
                      <a:lnTo>
                        <a:pt x="162" y="383"/>
                      </a:lnTo>
                      <a:lnTo>
                        <a:pt x="162" y="386"/>
                      </a:lnTo>
                      <a:lnTo>
                        <a:pt x="169" y="386"/>
                      </a:lnTo>
                      <a:lnTo>
                        <a:pt x="173" y="386"/>
                      </a:lnTo>
                      <a:lnTo>
                        <a:pt x="176" y="386"/>
                      </a:lnTo>
                      <a:lnTo>
                        <a:pt x="173" y="386"/>
                      </a:lnTo>
                      <a:lnTo>
                        <a:pt x="171" y="388"/>
                      </a:lnTo>
                      <a:lnTo>
                        <a:pt x="169" y="390"/>
                      </a:lnTo>
                      <a:lnTo>
                        <a:pt x="169" y="393"/>
                      </a:lnTo>
                      <a:lnTo>
                        <a:pt x="169" y="395"/>
                      </a:lnTo>
                      <a:lnTo>
                        <a:pt x="176" y="395"/>
                      </a:lnTo>
                      <a:lnTo>
                        <a:pt x="178" y="393"/>
                      </a:lnTo>
                      <a:lnTo>
                        <a:pt x="178" y="395"/>
                      </a:lnTo>
                      <a:lnTo>
                        <a:pt x="183" y="398"/>
                      </a:lnTo>
                      <a:lnTo>
                        <a:pt x="188" y="398"/>
                      </a:lnTo>
                      <a:lnTo>
                        <a:pt x="192" y="395"/>
                      </a:lnTo>
                      <a:lnTo>
                        <a:pt x="195" y="393"/>
                      </a:lnTo>
                      <a:lnTo>
                        <a:pt x="192" y="390"/>
                      </a:lnTo>
                      <a:lnTo>
                        <a:pt x="192" y="388"/>
                      </a:lnTo>
                      <a:lnTo>
                        <a:pt x="197" y="388"/>
                      </a:lnTo>
                      <a:lnTo>
                        <a:pt x="200" y="386"/>
                      </a:lnTo>
                      <a:lnTo>
                        <a:pt x="200" y="378"/>
                      </a:lnTo>
                      <a:lnTo>
                        <a:pt x="202" y="381"/>
                      </a:lnTo>
                      <a:lnTo>
                        <a:pt x="207" y="381"/>
                      </a:lnTo>
                      <a:lnTo>
                        <a:pt x="207" y="376"/>
                      </a:lnTo>
                      <a:lnTo>
                        <a:pt x="207" y="374"/>
                      </a:lnTo>
                      <a:lnTo>
                        <a:pt x="207" y="371"/>
                      </a:lnTo>
                      <a:lnTo>
                        <a:pt x="207" y="374"/>
                      </a:lnTo>
                      <a:lnTo>
                        <a:pt x="209" y="376"/>
                      </a:lnTo>
                      <a:lnTo>
                        <a:pt x="212" y="376"/>
                      </a:lnTo>
                      <a:lnTo>
                        <a:pt x="214" y="374"/>
                      </a:lnTo>
                      <a:lnTo>
                        <a:pt x="214" y="371"/>
                      </a:lnTo>
                      <a:lnTo>
                        <a:pt x="209" y="366"/>
                      </a:lnTo>
                      <a:lnTo>
                        <a:pt x="216" y="366"/>
                      </a:lnTo>
                      <a:lnTo>
                        <a:pt x="216" y="364"/>
                      </a:lnTo>
                      <a:lnTo>
                        <a:pt x="214" y="362"/>
                      </a:lnTo>
                      <a:lnTo>
                        <a:pt x="223" y="362"/>
                      </a:lnTo>
                      <a:lnTo>
                        <a:pt x="219" y="357"/>
                      </a:lnTo>
                      <a:lnTo>
                        <a:pt x="223" y="355"/>
                      </a:lnTo>
                      <a:lnTo>
                        <a:pt x="219" y="352"/>
                      </a:lnTo>
                      <a:lnTo>
                        <a:pt x="216" y="350"/>
                      </a:lnTo>
                      <a:lnTo>
                        <a:pt x="219" y="350"/>
                      </a:lnTo>
                      <a:lnTo>
                        <a:pt x="221" y="350"/>
                      </a:lnTo>
                      <a:lnTo>
                        <a:pt x="216" y="343"/>
                      </a:lnTo>
                      <a:lnTo>
                        <a:pt x="221" y="347"/>
                      </a:lnTo>
                      <a:lnTo>
                        <a:pt x="223" y="347"/>
                      </a:lnTo>
                      <a:lnTo>
                        <a:pt x="228" y="343"/>
                      </a:lnTo>
                      <a:lnTo>
                        <a:pt x="235" y="343"/>
                      </a:lnTo>
                      <a:lnTo>
                        <a:pt x="235" y="340"/>
                      </a:lnTo>
                      <a:lnTo>
                        <a:pt x="233" y="338"/>
                      </a:lnTo>
                      <a:lnTo>
                        <a:pt x="238" y="338"/>
                      </a:lnTo>
                      <a:lnTo>
                        <a:pt x="242" y="331"/>
                      </a:lnTo>
                      <a:lnTo>
                        <a:pt x="245" y="331"/>
                      </a:lnTo>
                      <a:lnTo>
                        <a:pt x="252" y="331"/>
                      </a:lnTo>
                      <a:lnTo>
                        <a:pt x="252" y="326"/>
                      </a:lnTo>
                      <a:lnTo>
                        <a:pt x="257" y="331"/>
                      </a:lnTo>
                      <a:lnTo>
                        <a:pt x="259" y="326"/>
                      </a:lnTo>
                      <a:lnTo>
                        <a:pt x="259" y="319"/>
                      </a:lnTo>
                      <a:lnTo>
                        <a:pt x="252" y="316"/>
                      </a:lnTo>
                      <a:lnTo>
                        <a:pt x="257" y="316"/>
                      </a:lnTo>
                      <a:lnTo>
                        <a:pt x="264" y="311"/>
                      </a:lnTo>
                      <a:lnTo>
                        <a:pt x="266" y="307"/>
                      </a:lnTo>
                      <a:lnTo>
                        <a:pt x="259" y="304"/>
                      </a:lnTo>
                      <a:lnTo>
                        <a:pt x="264" y="299"/>
                      </a:lnTo>
                      <a:lnTo>
                        <a:pt x="278" y="299"/>
                      </a:lnTo>
                      <a:lnTo>
                        <a:pt x="280" y="297"/>
                      </a:lnTo>
                      <a:lnTo>
                        <a:pt x="280" y="292"/>
                      </a:lnTo>
                      <a:lnTo>
                        <a:pt x="288" y="290"/>
                      </a:lnTo>
                      <a:lnTo>
                        <a:pt x="292" y="290"/>
                      </a:lnTo>
                      <a:lnTo>
                        <a:pt x="295" y="292"/>
                      </a:lnTo>
                      <a:lnTo>
                        <a:pt x="302" y="292"/>
                      </a:lnTo>
                      <a:lnTo>
                        <a:pt x="311" y="283"/>
                      </a:lnTo>
                      <a:lnTo>
                        <a:pt x="311" y="280"/>
                      </a:lnTo>
                      <a:lnTo>
                        <a:pt x="314" y="280"/>
                      </a:lnTo>
                      <a:lnTo>
                        <a:pt x="316" y="278"/>
                      </a:lnTo>
                      <a:lnTo>
                        <a:pt x="319" y="278"/>
                      </a:lnTo>
                      <a:lnTo>
                        <a:pt x="319" y="280"/>
                      </a:lnTo>
                      <a:lnTo>
                        <a:pt x="316" y="283"/>
                      </a:lnTo>
                      <a:lnTo>
                        <a:pt x="314" y="285"/>
                      </a:lnTo>
                      <a:lnTo>
                        <a:pt x="311" y="290"/>
                      </a:lnTo>
                      <a:lnTo>
                        <a:pt x="319" y="290"/>
                      </a:lnTo>
                      <a:lnTo>
                        <a:pt x="319" y="285"/>
                      </a:lnTo>
                      <a:lnTo>
                        <a:pt x="323" y="285"/>
                      </a:lnTo>
                      <a:lnTo>
                        <a:pt x="326" y="283"/>
                      </a:lnTo>
                      <a:lnTo>
                        <a:pt x="328" y="283"/>
                      </a:lnTo>
                      <a:lnTo>
                        <a:pt x="328" y="285"/>
                      </a:lnTo>
                      <a:lnTo>
                        <a:pt x="333" y="285"/>
                      </a:lnTo>
                      <a:lnTo>
                        <a:pt x="335" y="285"/>
                      </a:lnTo>
                      <a:lnTo>
                        <a:pt x="342" y="283"/>
                      </a:lnTo>
                      <a:lnTo>
                        <a:pt x="347" y="278"/>
                      </a:lnTo>
                      <a:lnTo>
                        <a:pt x="349" y="275"/>
                      </a:lnTo>
                      <a:lnTo>
                        <a:pt x="359" y="275"/>
                      </a:lnTo>
                      <a:lnTo>
                        <a:pt x="366" y="275"/>
                      </a:lnTo>
                      <a:lnTo>
                        <a:pt x="371" y="271"/>
                      </a:lnTo>
                      <a:lnTo>
                        <a:pt x="373" y="268"/>
                      </a:lnTo>
                      <a:lnTo>
                        <a:pt x="376" y="266"/>
                      </a:lnTo>
                      <a:lnTo>
                        <a:pt x="383" y="259"/>
                      </a:lnTo>
                      <a:lnTo>
                        <a:pt x="385" y="256"/>
                      </a:lnTo>
                      <a:lnTo>
                        <a:pt x="390" y="254"/>
                      </a:lnTo>
                      <a:lnTo>
                        <a:pt x="399" y="252"/>
                      </a:lnTo>
                      <a:lnTo>
                        <a:pt x="402" y="252"/>
                      </a:lnTo>
                      <a:lnTo>
                        <a:pt x="404" y="249"/>
                      </a:lnTo>
                      <a:lnTo>
                        <a:pt x="407" y="249"/>
                      </a:lnTo>
                      <a:lnTo>
                        <a:pt x="407" y="247"/>
                      </a:lnTo>
                      <a:lnTo>
                        <a:pt x="407" y="244"/>
                      </a:lnTo>
                      <a:lnTo>
                        <a:pt x="407" y="240"/>
                      </a:lnTo>
                      <a:lnTo>
                        <a:pt x="407" y="235"/>
                      </a:lnTo>
                      <a:lnTo>
                        <a:pt x="414" y="242"/>
                      </a:lnTo>
                      <a:lnTo>
                        <a:pt x="416" y="244"/>
                      </a:lnTo>
                      <a:lnTo>
                        <a:pt x="418" y="244"/>
                      </a:lnTo>
                      <a:lnTo>
                        <a:pt x="437" y="244"/>
                      </a:lnTo>
                      <a:lnTo>
                        <a:pt x="447" y="242"/>
                      </a:lnTo>
                      <a:lnTo>
                        <a:pt x="454" y="240"/>
                      </a:lnTo>
                      <a:lnTo>
                        <a:pt x="459" y="240"/>
                      </a:lnTo>
                      <a:lnTo>
                        <a:pt x="468" y="237"/>
                      </a:lnTo>
                      <a:lnTo>
                        <a:pt x="480" y="235"/>
                      </a:lnTo>
                      <a:lnTo>
                        <a:pt x="487" y="235"/>
                      </a:lnTo>
                      <a:lnTo>
                        <a:pt x="492" y="230"/>
                      </a:lnTo>
                      <a:lnTo>
                        <a:pt x="499" y="230"/>
                      </a:lnTo>
                      <a:lnTo>
                        <a:pt x="502" y="228"/>
                      </a:lnTo>
                      <a:lnTo>
                        <a:pt x="509" y="228"/>
                      </a:lnTo>
                      <a:lnTo>
                        <a:pt x="516" y="220"/>
                      </a:lnTo>
                      <a:lnTo>
                        <a:pt x="518" y="220"/>
                      </a:lnTo>
                      <a:lnTo>
                        <a:pt x="518" y="218"/>
                      </a:lnTo>
                      <a:lnTo>
                        <a:pt x="523" y="218"/>
                      </a:lnTo>
                      <a:lnTo>
                        <a:pt x="525" y="216"/>
                      </a:lnTo>
                      <a:lnTo>
                        <a:pt x="528" y="216"/>
                      </a:lnTo>
                      <a:lnTo>
                        <a:pt x="542" y="213"/>
                      </a:lnTo>
                      <a:lnTo>
                        <a:pt x="552" y="211"/>
                      </a:lnTo>
                      <a:lnTo>
                        <a:pt x="552" y="206"/>
                      </a:lnTo>
                      <a:lnTo>
                        <a:pt x="549" y="206"/>
                      </a:lnTo>
                      <a:lnTo>
                        <a:pt x="547" y="208"/>
                      </a:lnTo>
                      <a:lnTo>
                        <a:pt x="537" y="208"/>
                      </a:lnTo>
                      <a:lnTo>
                        <a:pt x="530" y="206"/>
                      </a:lnTo>
                      <a:lnTo>
                        <a:pt x="525" y="206"/>
                      </a:lnTo>
                      <a:lnTo>
                        <a:pt x="521" y="204"/>
                      </a:lnTo>
                      <a:lnTo>
                        <a:pt x="509" y="204"/>
                      </a:lnTo>
                      <a:lnTo>
                        <a:pt x="499" y="206"/>
                      </a:lnTo>
                      <a:lnTo>
                        <a:pt x="490" y="206"/>
                      </a:lnTo>
                      <a:lnTo>
                        <a:pt x="487" y="211"/>
                      </a:lnTo>
                      <a:lnTo>
                        <a:pt x="471" y="211"/>
                      </a:lnTo>
                      <a:lnTo>
                        <a:pt x="485" y="206"/>
                      </a:lnTo>
                      <a:lnTo>
                        <a:pt x="494" y="204"/>
                      </a:lnTo>
                      <a:lnTo>
                        <a:pt x="499" y="204"/>
                      </a:lnTo>
                      <a:lnTo>
                        <a:pt x="502" y="201"/>
                      </a:lnTo>
                      <a:lnTo>
                        <a:pt x="506" y="201"/>
                      </a:lnTo>
                      <a:lnTo>
                        <a:pt x="511" y="199"/>
                      </a:lnTo>
                      <a:lnTo>
                        <a:pt x="514" y="199"/>
                      </a:lnTo>
                      <a:lnTo>
                        <a:pt x="516" y="199"/>
                      </a:lnTo>
                      <a:lnTo>
                        <a:pt x="514" y="196"/>
                      </a:lnTo>
                      <a:lnTo>
                        <a:pt x="509" y="194"/>
                      </a:lnTo>
                      <a:lnTo>
                        <a:pt x="506" y="194"/>
                      </a:lnTo>
                      <a:lnTo>
                        <a:pt x="504" y="194"/>
                      </a:lnTo>
                      <a:lnTo>
                        <a:pt x="497" y="196"/>
                      </a:lnTo>
                      <a:lnTo>
                        <a:pt x="483" y="201"/>
                      </a:lnTo>
                      <a:lnTo>
                        <a:pt x="468" y="201"/>
                      </a:lnTo>
                      <a:lnTo>
                        <a:pt x="478" y="196"/>
                      </a:lnTo>
                      <a:lnTo>
                        <a:pt x="485" y="192"/>
                      </a:lnTo>
                      <a:lnTo>
                        <a:pt x="487" y="192"/>
                      </a:lnTo>
                      <a:lnTo>
                        <a:pt x="492" y="194"/>
                      </a:lnTo>
                      <a:lnTo>
                        <a:pt x="497" y="194"/>
                      </a:lnTo>
                      <a:lnTo>
                        <a:pt x="499" y="192"/>
                      </a:lnTo>
                      <a:lnTo>
                        <a:pt x="504" y="192"/>
                      </a:lnTo>
                      <a:lnTo>
                        <a:pt x="506" y="189"/>
                      </a:lnTo>
                      <a:lnTo>
                        <a:pt x="516" y="189"/>
                      </a:lnTo>
                      <a:lnTo>
                        <a:pt x="518" y="189"/>
                      </a:lnTo>
                      <a:lnTo>
                        <a:pt x="516" y="187"/>
                      </a:lnTo>
                      <a:lnTo>
                        <a:pt x="514" y="187"/>
                      </a:lnTo>
                      <a:lnTo>
                        <a:pt x="509" y="184"/>
                      </a:lnTo>
                      <a:lnTo>
                        <a:pt x="485" y="184"/>
                      </a:lnTo>
                      <a:lnTo>
                        <a:pt x="492" y="182"/>
                      </a:lnTo>
                      <a:lnTo>
                        <a:pt x="485" y="180"/>
                      </a:lnTo>
                      <a:lnTo>
                        <a:pt x="485" y="175"/>
                      </a:lnTo>
                      <a:lnTo>
                        <a:pt x="487" y="175"/>
                      </a:lnTo>
                      <a:lnTo>
                        <a:pt x="490" y="177"/>
                      </a:lnTo>
                      <a:lnTo>
                        <a:pt x="492" y="180"/>
                      </a:lnTo>
                      <a:lnTo>
                        <a:pt x="497" y="182"/>
                      </a:lnTo>
                      <a:lnTo>
                        <a:pt x="504" y="182"/>
                      </a:lnTo>
                      <a:lnTo>
                        <a:pt x="506" y="184"/>
                      </a:lnTo>
                      <a:lnTo>
                        <a:pt x="509" y="184"/>
                      </a:lnTo>
                      <a:lnTo>
                        <a:pt x="514" y="184"/>
                      </a:lnTo>
                      <a:lnTo>
                        <a:pt x="518" y="184"/>
                      </a:lnTo>
                      <a:lnTo>
                        <a:pt x="518" y="187"/>
                      </a:lnTo>
                      <a:lnTo>
                        <a:pt x="523" y="187"/>
                      </a:lnTo>
                      <a:lnTo>
                        <a:pt x="523" y="184"/>
                      </a:lnTo>
                      <a:lnTo>
                        <a:pt x="528" y="184"/>
                      </a:lnTo>
                      <a:lnTo>
                        <a:pt x="528" y="187"/>
                      </a:lnTo>
                      <a:lnTo>
                        <a:pt x="528" y="189"/>
                      </a:lnTo>
                      <a:lnTo>
                        <a:pt x="528" y="192"/>
                      </a:lnTo>
                      <a:lnTo>
                        <a:pt x="528" y="196"/>
                      </a:lnTo>
                      <a:lnTo>
                        <a:pt x="528" y="199"/>
                      </a:lnTo>
                      <a:lnTo>
                        <a:pt x="533" y="199"/>
                      </a:lnTo>
                      <a:lnTo>
                        <a:pt x="537" y="201"/>
                      </a:lnTo>
                      <a:lnTo>
                        <a:pt x="542" y="201"/>
                      </a:lnTo>
                      <a:lnTo>
                        <a:pt x="547" y="201"/>
                      </a:lnTo>
                      <a:lnTo>
                        <a:pt x="549" y="201"/>
                      </a:lnTo>
                      <a:lnTo>
                        <a:pt x="552" y="199"/>
                      </a:lnTo>
                      <a:lnTo>
                        <a:pt x="554" y="199"/>
                      </a:lnTo>
                      <a:lnTo>
                        <a:pt x="554" y="204"/>
                      </a:lnTo>
                      <a:lnTo>
                        <a:pt x="559" y="204"/>
                      </a:lnTo>
                      <a:lnTo>
                        <a:pt x="561" y="201"/>
                      </a:lnTo>
                      <a:lnTo>
                        <a:pt x="563" y="201"/>
                      </a:lnTo>
                      <a:lnTo>
                        <a:pt x="563" y="194"/>
                      </a:lnTo>
                      <a:lnTo>
                        <a:pt x="561" y="194"/>
                      </a:lnTo>
                      <a:lnTo>
                        <a:pt x="563" y="189"/>
                      </a:lnTo>
                      <a:lnTo>
                        <a:pt x="563" y="187"/>
                      </a:lnTo>
                      <a:lnTo>
                        <a:pt x="559" y="187"/>
                      </a:lnTo>
                      <a:lnTo>
                        <a:pt x="556" y="182"/>
                      </a:lnTo>
                      <a:lnTo>
                        <a:pt x="552" y="180"/>
                      </a:lnTo>
                      <a:lnTo>
                        <a:pt x="552" y="175"/>
                      </a:lnTo>
                      <a:lnTo>
                        <a:pt x="533" y="170"/>
                      </a:lnTo>
                      <a:lnTo>
                        <a:pt x="523" y="170"/>
                      </a:lnTo>
                      <a:lnTo>
                        <a:pt x="521" y="170"/>
                      </a:lnTo>
                      <a:lnTo>
                        <a:pt x="528" y="168"/>
                      </a:lnTo>
                      <a:lnTo>
                        <a:pt x="530" y="165"/>
                      </a:lnTo>
                      <a:lnTo>
                        <a:pt x="528" y="165"/>
                      </a:lnTo>
                      <a:lnTo>
                        <a:pt x="525" y="163"/>
                      </a:lnTo>
                      <a:lnTo>
                        <a:pt x="514" y="163"/>
                      </a:lnTo>
                      <a:lnTo>
                        <a:pt x="509" y="161"/>
                      </a:lnTo>
                      <a:lnTo>
                        <a:pt x="504" y="161"/>
                      </a:lnTo>
                      <a:lnTo>
                        <a:pt x="509" y="156"/>
                      </a:lnTo>
                      <a:lnTo>
                        <a:pt x="523" y="156"/>
                      </a:lnTo>
                      <a:lnTo>
                        <a:pt x="528" y="153"/>
                      </a:lnTo>
                      <a:lnTo>
                        <a:pt x="533" y="153"/>
                      </a:lnTo>
                      <a:lnTo>
                        <a:pt x="547" y="156"/>
                      </a:lnTo>
                      <a:lnTo>
                        <a:pt x="552" y="156"/>
                      </a:lnTo>
                      <a:lnTo>
                        <a:pt x="554" y="156"/>
                      </a:lnTo>
                      <a:lnTo>
                        <a:pt x="556" y="158"/>
                      </a:lnTo>
                      <a:lnTo>
                        <a:pt x="559" y="161"/>
                      </a:lnTo>
                      <a:lnTo>
                        <a:pt x="563" y="165"/>
                      </a:lnTo>
                      <a:lnTo>
                        <a:pt x="568" y="165"/>
                      </a:lnTo>
                      <a:lnTo>
                        <a:pt x="568" y="163"/>
                      </a:lnTo>
                      <a:lnTo>
                        <a:pt x="568" y="158"/>
                      </a:lnTo>
                      <a:lnTo>
                        <a:pt x="559" y="156"/>
                      </a:lnTo>
                      <a:lnTo>
                        <a:pt x="552" y="153"/>
                      </a:lnTo>
                      <a:lnTo>
                        <a:pt x="540" y="151"/>
                      </a:lnTo>
                      <a:lnTo>
                        <a:pt x="544" y="149"/>
                      </a:lnTo>
                      <a:lnTo>
                        <a:pt x="547" y="149"/>
                      </a:lnTo>
                      <a:lnTo>
                        <a:pt x="552" y="151"/>
                      </a:lnTo>
                      <a:lnTo>
                        <a:pt x="556" y="151"/>
                      </a:lnTo>
                      <a:lnTo>
                        <a:pt x="559" y="153"/>
                      </a:lnTo>
                      <a:lnTo>
                        <a:pt x="578" y="153"/>
                      </a:lnTo>
                      <a:lnTo>
                        <a:pt x="594" y="151"/>
                      </a:lnTo>
                      <a:lnTo>
                        <a:pt x="594" y="144"/>
                      </a:lnTo>
                      <a:lnTo>
                        <a:pt x="582" y="141"/>
                      </a:lnTo>
                      <a:lnTo>
                        <a:pt x="578" y="146"/>
                      </a:lnTo>
                      <a:lnTo>
                        <a:pt x="573" y="141"/>
                      </a:lnTo>
                      <a:lnTo>
                        <a:pt x="573" y="139"/>
                      </a:lnTo>
                      <a:lnTo>
                        <a:pt x="587" y="139"/>
                      </a:lnTo>
                      <a:lnTo>
                        <a:pt x="599" y="137"/>
                      </a:lnTo>
                      <a:lnTo>
                        <a:pt x="602" y="139"/>
                      </a:lnTo>
                      <a:lnTo>
                        <a:pt x="609" y="139"/>
                      </a:lnTo>
                      <a:lnTo>
                        <a:pt x="616" y="134"/>
                      </a:lnTo>
                      <a:lnTo>
                        <a:pt x="618" y="134"/>
                      </a:lnTo>
                      <a:lnTo>
                        <a:pt x="618" y="132"/>
                      </a:lnTo>
                      <a:lnTo>
                        <a:pt x="599" y="132"/>
                      </a:lnTo>
                      <a:lnTo>
                        <a:pt x="599" y="129"/>
                      </a:lnTo>
                      <a:lnTo>
                        <a:pt x="597" y="129"/>
                      </a:lnTo>
                      <a:lnTo>
                        <a:pt x="597" y="127"/>
                      </a:lnTo>
                      <a:lnTo>
                        <a:pt x="592" y="127"/>
                      </a:lnTo>
                      <a:lnTo>
                        <a:pt x="587" y="125"/>
                      </a:lnTo>
                      <a:lnTo>
                        <a:pt x="592" y="125"/>
                      </a:lnTo>
                      <a:lnTo>
                        <a:pt x="594" y="125"/>
                      </a:lnTo>
                      <a:lnTo>
                        <a:pt x="594" y="122"/>
                      </a:lnTo>
                      <a:lnTo>
                        <a:pt x="592" y="120"/>
                      </a:lnTo>
                      <a:lnTo>
                        <a:pt x="590" y="120"/>
                      </a:lnTo>
                      <a:lnTo>
                        <a:pt x="582" y="117"/>
                      </a:lnTo>
                      <a:lnTo>
                        <a:pt x="592" y="117"/>
                      </a:lnTo>
                      <a:lnTo>
                        <a:pt x="594" y="120"/>
                      </a:lnTo>
                      <a:lnTo>
                        <a:pt x="597" y="120"/>
                      </a:lnTo>
                      <a:lnTo>
                        <a:pt x="602" y="120"/>
                      </a:lnTo>
                      <a:lnTo>
                        <a:pt x="606" y="120"/>
                      </a:lnTo>
                      <a:lnTo>
                        <a:pt x="609" y="125"/>
                      </a:lnTo>
                      <a:lnTo>
                        <a:pt x="613" y="125"/>
                      </a:lnTo>
                      <a:lnTo>
                        <a:pt x="618" y="120"/>
                      </a:lnTo>
                      <a:lnTo>
                        <a:pt x="618" y="113"/>
                      </a:lnTo>
                      <a:lnTo>
                        <a:pt x="616" y="110"/>
                      </a:lnTo>
                      <a:lnTo>
                        <a:pt x="613" y="110"/>
                      </a:lnTo>
                      <a:lnTo>
                        <a:pt x="611" y="108"/>
                      </a:lnTo>
                      <a:lnTo>
                        <a:pt x="609" y="105"/>
                      </a:lnTo>
                      <a:lnTo>
                        <a:pt x="592" y="103"/>
                      </a:lnTo>
                      <a:lnTo>
                        <a:pt x="587" y="101"/>
                      </a:lnTo>
                      <a:lnTo>
                        <a:pt x="587" y="98"/>
                      </a:lnTo>
                      <a:lnTo>
                        <a:pt x="590" y="98"/>
                      </a:lnTo>
                      <a:lnTo>
                        <a:pt x="599" y="98"/>
                      </a:lnTo>
                      <a:lnTo>
                        <a:pt x="611" y="96"/>
                      </a:lnTo>
                      <a:lnTo>
                        <a:pt x="618" y="96"/>
                      </a:lnTo>
                      <a:lnTo>
                        <a:pt x="623" y="98"/>
                      </a:lnTo>
                      <a:lnTo>
                        <a:pt x="632" y="98"/>
                      </a:lnTo>
                      <a:lnTo>
                        <a:pt x="637" y="96"/>
                      </a:lnTo>
                      <a:lnTo>
                        <a:pt x="642" y="93"/>
                      </a:lnTo>
                      <a:lnTo>
                        <a:pt x="642" y="91"/>
                      </a:lnTo>
                      <a:lnTo>
                        <a:pt x="642" y="89"/>
                      </a:lnTo>
                      <a:lnTo>
                        <a:pt x="632" y="89"/>
                      </a:lnTo>
                      <a:lnTo>
                        <a:pt x="625" y="86"/>
                      </a:lnTo>
                      <a:lnTo>
                        <a:pt x="616" y="86"/>
                      </a:lnTo>
                      <a:lnTo>
                        <a:pt x="613" y="84"/>
                      </a:lnTo>
                      <a:lnTo>
                        <a:pt x="623" y="84"/>
                      </a:lnTo>
                      <a:lnTo>
                        <a:pt x="621" y="82"/>
                      </a:lnTo>
                      <a:lnTo>
                        <a:pt x="618" y="79"/>
                      </a:lnTo>
                      <a:lnTo>
                        <a:pt x="618" y="77"/>
                      </a:lnTo>
                      <a:lnTo>
                        <a:pt x="613" y="77"/>
                      </a:lnTo>
                      <a:lnTo>
                        <a:pt x="611" y="79"/>
                      </a:lnTo>
                      <a:lnTo>
                        <a:pt x="611" y="84"/>
                      </a:lnTo>
                      <a:lnTo>
                        <a:pt x="606" y="84"/>
                      </a:lnTo>
                      <a:lnTo>
                        <a:pt x="604" y="84"/>
                      </a:lnTo>
                      <a:lnTo>
                        <a:pt x="602" y="82"/>
                      </a:lnTo>
                      <a:lnTo>
                        <a:pt x="599" y="79"/>
                      </a:lnTo>
                      <a:lnTo>
                        <a:pt x="602" y="79"/>
                      </a:lnTo>
                      <a:lnTo>
                        <a:pt x="606" y="77"/>
                      </a:lnTo>
                      <a:lnTo>
                        <a:pt x="609" y="74"/>
                      </a:lnTo>
                      <a:lnTo>
                        <a:pt x="613" y="70"/>
                      </a:lnTo>
                      <a:lnTo>
                        <a:pt x="616" y="67"/>
                      </a:lnTo>
                      <a:lnTo>
                        <a:pt x="618" y="65"/>
                      </a:lnTo>
                      <a:lnTo>
                        <a:pt x="621" y="65"/>
                      </a:lnTo>
                      <a:lnTo>
                        <a:pt x="623" y="65"/>
                      </a:lnTo>
                      <a:lnTo>
                        <a:pt x="628" y="65"/>
                      </a:lnTo>
                      <a:lnTo>
                        <a:pt x="630" y="65"/>
                      </a:lnTo>
                      <a:lnTo>
                        <a:pt x="632" y="62"/>
                      </a:lnTo>
                      <a:lnTo>
                        <a:pt x="637" y="60"/>
                      </a:lnTo>
                      <a:lnTo>
                        <a:pt x="635" y="55"/>
                      </a:lnTo>
                      <a:lnTo>
                        <a:pt x="637" y="53"/>
                      </a:lnTo>
                      <a:lnTo>
                        <a:pt x="640" y="50"/>
                      </a:lnTo>
                      <a:lnTo>
                        <a:pt x="642" y="50"/>
                      </a:lnTo>
                      <a:lnTo>
                        <a:pt x="647" y="50"/>
                      </a:lnTo>
                      <a:lnTo>
                        <a:pt x="649" y="50"/>
                      </a:lnTo>
                      <a:lnTo>
                        <a:pt x="651" y="53"/>
                      </a:lnTo>
                      <a:lnTo>
                        <a:pt x="656" y="53"/>
                      </a:lnTo>
                      <a:lnTo>
                        <a:pt x="659" y="50"/>
                      </a:lnTo>
                      <a:lnTo>
                        <a:pt x="661" y="50"/>
                      </a:lnTo>
                      <a:lnTo>
                        <a:pt x="663" y="48"/>
                      </a:lnTo>
                      <a:lnTo>
                        <a:pt x="644" y="48"/>
                      </a:lnTo>
                      <a:lnTo>
                        <a:pt x="642" y="48"/>
                      </a:lnTo>
                      <a:lnTo>
                        <a:pt x="637" y="48"/>
                      </a:lnTo>
                      <a:lnTo>
                        <a:pt x="635" y="50"/>
                      </a:lnTo>
                      <a:lnTo>
                        <a:pt x="630" y="50"/>
                      </a:lnTo>
                      <a:lnTo>
                        <a:pt x="630" y="48"/>
                      </a:lnTo>
                      <a:lnTo>
                        <a:pt x="640" y="43"/>
                      </a:lnTo>
                      <a:lnTo>
                        <a:pt x="670" y="43"/>
                      </a:lnTo>
                      <a:lnTo>
                        <a:pt x="675" y="43"/>
                      </a:lnTo>
                      <a:lnTo>
                        <a:pt x="678" y="43"/>
                      </a:lnTo>
                      <a:lnTo>
                        <a:pt x="682" y="41"/>
                      </a:lnTo>
                      <a:lnTo>
                        <a:pt x="678" y="41"/>
                      </a:lnTo>
                      <a:lnTo>
                        <a:pt x="673" y="38"/>
                      </a:lnTo>
                      <a:lnTo>
                        <a:pt x="656" y="38"/>
                      </a:lnTo>
                      <a:lnTo>
                        <a:pt x="651" y="41"/>
                      </a:lnTo>
                      <a:lnTo>
                        <a:pt x="635" y="41"/>
                      </a:lnTo>
                      <a:lnTo>
                        <a:pt x="635" y="38"/>
                      </a:lnTo>
                      <a:lnTo>
                        <a:pt x="637" y="38"/>
                      </a:lnTo>
                      <a:lnTo>
                        <a:pt x="642" y="38"/>
                      </a:lnTo>
                      <a:lnTo>
                        <a:pt x="687" y="38"/>
                      </a:lnTo>
                      <a:lnTo>
                        <a:pt x="692" y="36"/>
                      </a:lnTo>
                      <a:lnTo>
                        <a:pt x="699" y="34"/>
                      </a:lnTo>
                      <a:lnTo>
                        <a:pt x="701" y="31"/>
                      </a:lnTo>
                      <a:lnTo>
                        <a:pt x="718" y="31"/>
                      </a:lnTo>
                      <a:lnTo>
                        <a:pt x="723" y="29"/>
                      </a:lnTo>
                      <a:lnTo>
                        <a:pt x="725" y="29"/>
                      </a:lnTo>
                      <a:lnTo>
                        <a:pt x="730" y="29"/>
                      </a:lnTo>
                      <a:lnTo>
                        <a:pt x="732" y="26"/>
                      </a:lnTo>
                      <a:lnTo>
                        <a:pt x="730" y="24"/>
                      </a:lnTo>
                      <a:close/>
                      <a:moveTo>
                        <a:pt x="119" y="268"/>
                      </a:moveTo>
                      <a:lnTo>
                        <a:pt x="116" y="266"/>
                      </a:lnTo>
                      <a:lnTo>
                        <a:pt x="119" y="268"/>
                      </a:lnTo>
                      <a:close/>
                      <a:moveTo>
                        <a:pt x="128" y="223"/>
                      </a:moveTo>
                      <a:lnTo>
                        <a:pt x="135" y="223"/>
                      </a:lnTo>
                      <a:lnTo>
                        <a:pt x="138" y="220"/>
                      </a:lnTo>
                      <a:lnTo>
                        <a:pt x="145" y="220"/>
                      </a:lnTo>
                      <a:lnTo>
                        <a:pt x="147" y="220"/>
                      </a:lnTo>
                      <a:lnTo>
                        <a:pt x="147" y="216"/>
                      </a:lnTo>
                      <a:lnTo>
                        <a:pt x="150" y="216"/>
                      </a:lnTo>
                      <a:lnTo>
                        <a:pt x="147" y="213"/>
                      </a:lnTo>
                      <a:lnTo>
                        <a:pt x="145" y="211"/>
                      </a:lnTo>
                      <a:lnTo>
                        <a:pt x="143" y="211"/>
                      </a:lnTo>
                      <a:lnTo>
                        <a:pt x="138" y="211"/>
                      </a:lnTo>
                      <a:lnTo>
                        <a:pt x="135" y="206"/>
                      </a:lnTo>
                      <a:lnTo>
                        <a:pt x="119" y="206"/>
                      </a:lnTo>
                      <a:lnTo>
                        <a:pt x="119" y="213"/>
                      </a:lnTo>
                      <a:lnTo>
                        <a:pt x="116" y="216"/>
                      </a:lnTo>
                      <a:lnTo>
                        <a:pt x="114" y="216"/>
                      </a:lnTo>
                      <a:lnTo>
                        <a:pt x="114" y="218"/>
                      </a:lnTo>
                      <a:lnTo>
                        <a:pt x="116" y="220"/>
                      </a:lnTo>
                      <a:lnTo>
                        <a:pt x="119" y="220"/>
                      </a:lnTo>
                      <a:lnTo>
                        <a:pt x="119" y="225"/>
                      </a:lnTo>
                      <a:lnTo>
                        <a:pt x="128" y="223"/>
                      </a:lnTo>
                      <a:close/>
                    </a:path>
                  </a:pathLst>
                </a:custGeom>
                <a:solidFill>
                  <a:srgbClr val="A29C97"/>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87" name="Greece" descr="© INSCALE GmbH, 05.05.2010&#10;http://www.presentationload.com/">
                  <a:extLst>
                    <a:ext uri="{FF2B5EF4-FFF2-40B4-BE49-F238E27FC236}">
                      <a16:creationId xmlns:a16="http://schemas.microsoft.com/office/drawing/2014/main" id="{93AD4300-A127-49E0-B204-7AC4698F3D3D}"/>
                    </a:ext>
                  </a:extLst>
                </p:cNvPr>
                <p:cNvSpPr>
                  <a:spLocks noEditPoints="1"/>
                </p:cNvSpPr>
                <p:nvPr/>
              </p:nvSpPr>
              <p:spPr bwMode="gray">
                <a:xfrm>
                  <a:off x="6236745" y="2358925"/>
                  <a:ext cx="240238" cy="249071"/>
                </a:xfrm>
                <a:custGeom>
                  <a:avLst/>
                  <a:gdLst>
                    <a:gd name="T0" fmla="*/ 0 w 534"/>
                    <a:gd name="T1" fmla="*/ 2147483647 h 552"/>
                    <a:gd name="T2" fmla="*/ 2147483647 w 534"/>
                    <a:gd name="T3" fmla="*/ 2147483647 h 552"/>
                    <a:gd name="T4" fmla="*/ 2147483647 w 534"/>
                    <a:gd name="T5" fmla="*/ 2147483647 h 552"/>
                    <a:gd name="T6" fmla="*/ 2147483647 w 534"/>
                    <a:gd name="T7" fmla="*/ 2147483647 h 552"/>
                    <a:gd name="T8" fmla="*/ 2147483647 w 534"/>
                    <a:gd name="T9" fmla="*/ 2147483647 h 552"/>
                    <a:gd name="T10" fmla="*/ 2147483647 w 534"/>
                    <a:gd name="T11" fmla="*/ 2147483647 h 552"/>
                    <a:gd name="T12" fmla="*/ 2147483647 w 534"/>
                    <a:gd name="T13" fmla="*/ 2147483647 h 552"/>
                    <a:gd name="T14" fmla="*/ 2147483647 w 534"/>
                    <a:gd name="T15" fmla="*/ 2147483647 h 552"/>
                    <a:gd name="T16" fmla="*/ 2147483647 w 534"/>
                    <a:gd name="T17" fmla="*/ 2147483647 h 552"/>
                    <a:gd name="T18" fmla="*/ 2147483647 w 534"/>
                    <a:gd name="T19" fmla="*/ 2147483647 h 552"/>
                    <a:gd name="T20" fmla="*/ 2147483647 w 534"/>
                    <a:gd name="T21" fmla="*/ 2147483647 h 552"/>
                    <a:gd name="T22" fmla="*/ 2147483647 w 534"/>
                    <a:gd name="T23" fmla="*/ 2147483647 h 552"/>
                    <a:gd name="T24" fmla="*/ 2147483647 w 534"/>
                    <a:gd name="T25" fmla="*/ 2147483647 h 552"/>
                    <a:gd name="T26" fmla="*/ 2147483647 w 534"/>
                    <a:gd name="T27" fmla="*/ 2147483647 h 552"/>
                    <a:gd name="T28" fmla="*/ 2147483647 w 534"/>
                    <a:gd name="T29" fmla="*/ 2147483647 h 552"/>
                    <a:gd name="T30" fmla="*/ 2147483647 w 534"/>
                    <a:gd name="T31" fmla="*/ 2147483647 h 552"/>
                    <a:gd name="T32" fmla="*/ 2147483647 w 534"/>
                    <a:gd name="T33" fmla="*/ 2147483647 h 552"/>
                    <a:gd name="T34" fmla="*/ 2147483647 w 534"/>
                    <a:gd name="T35" fmla="*/ 2147483647 h 552"/>
                    <a:gd name="T36" fmla="*/ 2147483647 w 534"/>
                    <a:gd name="T37" fmla="*/ 2147483647 h 552"/>
                    <a:gd name="T38" fmla="*/ 2147483647 w 534"/>
                    <a:gd name="T39" fmla="*/ 2147483647 h 552"/>
                    <a:gd name="T40" fmla="*/ 2147483647 w 534"/>
                    <a:gd name="T41" fmla="*/ 2147483647 h 552"/>
                    <a:gd name="T42" fmla="*/ 2147483647 w 534"/>
                    <a:gd name="T43" fmla="*/ 2147483647 h 552"/>
                    <a:gd name="T44" fmla="*/ 2147483647 w 534"/>
                    <a:gd name="T45" fmla="*/ 2147483647 h 552"/>
                    <a:gd name="T46" fmla="*/ 2147483647 w 534"/>
                    <a:gd name="T47" fmla="*/ 2147483647 h 552"/>
                    <a:gd name="T48" fmla="*/ 2147483647 w 534"/>
                    <a:gd name="T49" fmla="*/ 2147483647 h 552"/>
                    <a:gd name="T50" fmla="*/ 2147483647 w 534"/>
                    <a:gd name="T51" fmla="*/ 2147483647 h 552"/>
                    <a:gd name="T52" fmla="*/ 2147483647 w 534"/>
                    <a:gd name="T53" fmla="*/ 2147483647 h 552"/>
                    <a:gd name="T54" fmla="*/ 2147483647 w 534"/>
                    <a:gd name="T55" fmla="*/ 2147483647 h 552"/>
                    <a:gd name="T56" fmla="*/ 2147483647 w 534"/>
                    <a:gd name="T57" fmla="*/ 2147483647 h 552"/>
                    <a:gd name="T58" fmla="*/ 2147483647 w 534"/>
                    <a:gd name="T59" fmla="*/ 2147483647 h 552"/>
                    <a:gd name="T60" fmla="*/ 2147483647 w 534"/>
                    <a:gd name="T61" fmla="*/ 2147483647 h 552"/>
                    <a:gd name="T62" fmla="*/ 2147483647 w 534"/>
                    <a:gd name="T63" fmla="*/ 2147483647 h 552"/>
                    <a:gd name="T64" fmla="*/ 2147483647 w 534"/>
                    <a:gd name="T65" fmla="*/ 2147483647 h 552"/>
                    <a:gd name="T66" fmla="*/ 2147483647 w 534"/>
                    <a:gd name="T67" fmla="*/ 2147483647 h 552"/>
                    <a:gd name="T68" fmla="*/ 2147483647 w 534"/>
                    <a:gd name="T69" fmla="*/ 2147483647 h 552"/>
                    <a:gd name="T70" fmla="*/ 2147483647 w 534"/>
                    <a:gd name="T71" fmla="*/ 2147483647 h 552"/>
                    <a:gd name="T72" fmla="*/ 2147483647 w 534"/>
                    <a:gd name="T73" fmla="*/ 2147483647 h 552"/>
                    <a:gd name="T74" fmla="*/ 2147483647 w 534"/>
                    <a:gd name="T75" fmla="*/ 2147483647 h 552"/>
                    <a:gd name="T76" fmla="*/ 2147483647 w 534"/>
                    <a:gd name="T77" fmla="*/ 2147483647 h 552"/>
                    <a:gd name="T78" fmla="*/ 2147483647 w 534"/>
                    <a:gd name="T79" fmla="*/ 2147483647 h 552"/>
                    <a:gd name="T80" fmla="*/ 2147483647 w 534"/>
                    <a:gd name="T81" fmla="*/ 2147483647 h 552"/>
                    <a:gd name="T82" fmla="*/ 2147483647 w 534"/>
                    <a:gd name="T83" fmla="*/ 2147483647 h 552"/>
                    <a:gd name="T84" fmla="*/ 2147483647 w 534"/>
                    <a:gd name="T85" fmla="*/ 2147483647 h 552"/>
                    <a:gd name="T86" fmla="*/ 2147483647 w 534"/>
                    <a:gd name="T87" fmla="*/ 2147483647 h 552"/>
                    <a:gd name="T88" fmla="*/ 2147483647 w 534"/>
                    <a:gd name="T89" fmla="*/ 2147483647 h 552"/>
                    <a:gd name="T90" fmla="*/ 2147483647 w 534"/>
                    <a:gd name="T91" fmla="*/ 2147483647 h 552"/>
                    <a:gd name="T92" fmla="*/ 2147483647 w 534"/>
                    <a:gd name="T93" fmla="*/ 2147483647 h 552"/>
                    <a:gd name="T94" fmla="*/ 2147483647 w 534"/>
                    <a:gd name="T95" fmla="*/ 2147483647 h 552"/>
                    <a:gd name="T96" fmla="*/ 2147483647 w 534"/>
                    <a:gd name="T97" fmla="*/ 2147483647 h 552"/>
                    <a:gd name="T98" fmla="*/ 2147483647 w 534"/>
                    <a:gd name="T99" fmla="*/ 2147483647 h 552"/>
                    <a:gd name="T100" fmla="*/ 2147483647 w 534"/>
                    <a:gd name="T101" fmla="*/ 2147483647 h 552"/>
                    <a:gd name="T102" fmla="*/ 2147483647 w 534"/>
                    <a:gd name="T103" fmla="*/ 2147483647 h 552"/>
                    <a:gd name="T104" fmla="*/ 2147483647 w 534"/>
                    <a:gd name="T105" fmla="*/ 2147483647 h 552"/>
                    <a:gd name="T106" fmla="*/ 2147483647 w 534"/>
                    <a:gd name="T107" fmla="*/ 2147483647 h 55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534"/>
                    <a:gd name="T163" fmla="*/ 0 h 552"/>
                    <a:gd name="T164" fmla="*/ 534 w 534"/>
                    <a:gd name="T165" fmla="*/ 552 h 552"/>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534" h="552">
                      <a:moveTo>
                        <a:pt x="240" y="108"/>
                      </a:moveTo>
                      <a:lnTo>
                        <a:pt x="270" y="126"/>
                      </a:lnTo>
                      <a:lnTo>
                        <a:pt x="282" y="120"/>
                      </a:lnTo>
                      <a:lnTo>
                        <a:pt x="240" y="108"/>
                      </a:lnTo>
                      <a:close/>
                      <a:moveTo>
                        <a:pt x="24" y="258"/>
                      </a:moveTo>
                      <a:lnTo>
                        <a:pt x="0" y="282"/>
                      </a:lnTo>
                      <a:lnTo>
                        <a:pt x="42" y="294"/>
                      </a:lnTo>
                      <a:lnTo>
                        <a:pt x="24" y="258"/>
                      </a:lnTo>
                      <a:close/>
                      <a:moveTo>
                        <a:pt x="312" y="414"/>
                      </a:moveTo>
                      <a:lnTo>
                        <a:pt x="312" y="420"/>
                      </a:lnTo>
                      <a:lnTo>
                        <a:pt x="324" y="420"/>
                      </a:lnTo>
                      <a:lnTo>
                        <a:pt x="324" y="414"/>
                      </a:lnTo>
                      <a:lnTo>
                        <a:pt x="318" y="408"/>
                      </a:lnTo>
                      <a:lnTo>
                        <a:pt x="312" y="408"/>
                      </a:lnTo>
                      <a:lnTo>
                        <a:pt x="312" y="414"/>
                      </a:lnTo>
                      <a:close/>
                      <a:moveTo>
                        <a:pt x="306" y="390"/>
                      </a:moveTo>
                      <a:lnTo>
                        <a:pt x="300" y="378"/>
                      </a:lnTo>
                      <a:lnTo>
                        <a:pt x="294" y="390"/>
                      </a:lnTo>
                      <a:lnTo>
                        <a:pt x="306" y="390"/>
                      </a:lnTo>
                      <a:close/>
                      <a:moveTo>
                        <a:pt x="294" y="294"/>
                      </a:moveTo>
                      <a:lnTo>
                        <a:pt x="318" y="336"/>
                      </a:lnTo>
                      <a:lnTo>
                        <a:pt x="330" y="318"/>
                      </a:lnTo>
                      <a:lnTo>
                        <a:pt x="294" y="294"/>
                      </a:lnTo>
                      <a:close/>
                      <a:moveTo>
                        <a:pt x="108" y="264"/>
                      </a:moveTo>
                      <a:lnTo>
                        <a:pt x="138" y="264"/>
                      </a:lnTo>
                      <a:lnTo>
                        <a:pt x="144" y="270"/>
                      </a:lnTo>
                      <a:lnTo>
                        <a:pt x="156" y="270"/>
                      </a:lnTo>
                      <a:lnTo>
                        <a:pt x="180" y="282"/>
                      </a:lnTo>
                      <a:lnTo>
                        <a:pt x="192" y="282"/>
                      </a:lnTo>
                      <a:lnTo>
                        <a:pt x="198" y="288"/>
                      </a:lnTo>
                      <a:lnTo>
                        <a:pt x="204" y="288"/>
                      </a:lnTo>
                      <a:lnTo>
                        <a:pt x="216" y="300"/>
                      </a:lnTo>
                      <a:lnTo>
                        <a:pt x="228" y="306"/>
                      </a:lnTo>
                      <a:lnTo>
                        <a:pt x="234" y="312"/>
                      </a:lnTo>
                      <a:lnTo>
                        <a:pt x="246" y="312"/>
                      </a:lnTo>
                      <a:lnTo>
                        <a:pt x="252" y="306"/>
                      </a:lnTo>
                      <a:lnTo>
                        <a:pt x="252" y="288"/>
                      </a:lnTo>
                      <a:lnTo>
                        <a:pt x="228" y="264"/>
                      </a:lnTo>
                      <a:lnTo>
                        <a:pt x="216" y="258"/>
                      </a:lnTo>
                      <a:lnTo>
                        <a:pt x="210" y="252"/>
                      </a:lnTo>
                      <a:lnTo>
                        <a:pt x="204" y="252"/>
                      </a:lnTo>
                      <a:lnTo>
                        <a:pt x="198" y="246"/>
                      </a:lnTo>
                      <a:lnTo>
                        <a:pt x="186" y="246"/>
                      </a:lnTo>
                      <a:lnTo>
                        <a:pt x="174" y="234"/>
                      </a:lnTo>
                      <a:lnTo>
                        <a:pt x="168" y="234"/>
                      </a:lnTo>
                      <a:lnTo>
                        <a:pt x="174" y="228"/>
                      </a:lnTo>
                      <a:lnTo>
                        <a:pt x="192" y="228"/>
                      </a:lnTo>
                      <a:lnTo>
                        <a:pt x="198" y="240"/>
                      </a:lnTo>
                      <a:lnTo>
                        <a:pt x="222" y="252"/>
                      </a:lnTo>
                      <a:lnTo>
                        <a:pt x="234" y="264"/>
                      </a:lnTo>
                      <a:lnTo>
                        <a:pt x="258" y="264"/>
                      </a:lnTo>
                      <a:lnTo>
                        <a:pt x="270" y="252"/>
                      </a:lnTo>
                      <a:lnTo>
                        <a:pt x="258" y="240"/>
                      </a:lnTo>
                      <a:lnTo>
                        <a:pt x="246" y="240"/>
                      </a:lnTo>
                      <a:lnTo>
                        <a:pt x="234" y="234"/>
                      </a:lnTo>
                      <a:lnTo>
                        <a:pt x="222" y="234"/>
                      </a:lnTo>
                      <a:lnTo>
                        <a:pt x="210" y="228"/>
                      </a:lnTo>
                      <a:lnTo>
                        <a:pt x="204" y="216"/>
                      </a:lnTo>
                      <a:lnTo>
                        <a:pt x="198" y="210"/>
                      </a:lnTo>
                      <a:lnTo>
                        <a:pt x="198" y="204"/>
                      </a:lnTo>
                      <a:lnTo>
                        <a:pt x="192" y="192"/>
                      </a:lnTo>
                      <a:lnTo>
                        <a:pt x="186" y="186"/>
                      </a:lnTo>
                      <a:lnTo>
                        <a:pt x="174" y="162"/>
                      </a:lnTo>
                      <a:lnTo>
                        <a:pt x="168" y="156"/>
                      </a:lnTo>
                      <a:lnTo>
                        <a:pt x="162" y="144"/>
                      </a:lnTo>
                      <a:lnTo>
                        <a:pt x="150" y="132"/>
                      </a:lnTo>
                      <a:lnTo>
                        <a:pt x="150" y="120"/>
                      </a:lnTo>
                      <a:lnTo>
                        <a:pt x="144" y="114"/>
                      </a:lnTo>
                      <a:lnTo>
                        <a:pt x="144" y="102"/>
                      </a:lnTo>
                      <a:lnTo>
                        <a:pt x="150" y="96"/>
                      </a:lnTo>
                      <a:lnTo>
                        <a:pt x="156" y="96"/>
                      </a:lnTo>
                      <a:lnTo>
                        <a:pt x="162" y="102"/>
                      </a:lnTo>
                      <a:lnTo>
                        <a:pt x="162" y="108"/>
                      </a:lnTo>
                      <a:lnTo>
                        <a:pt x="168" y="114"/>
                      </a:lnTo>
                      <a:lnTo>
                        <a:pt x="180" y="114"/>
                      </a:lnTo>
                      <a:lnTo>
                        <a:pt x="180" y="120"/>
                      </a:lnTo>
                      <a:lnTo>
                        <a:pt x="186" y="120"/>
                      </a:lnTo>
                      <a:lnTo>
                        <a:pt x="198" y="132"/>
                      </a:lnTo>
                      <a:lnTo>
                        <a:pt x="198" y="144"/>
                      </a:lnTo>
                      <a:lnTo>
                        <a:pt x="204" y="144"/>
                      </a:lnTo>
                      <a:lnTo>
                        <a:pt x="210" y="138"/>
                      </a:lnTo>
                      <a:lnTo>
                        <a:pt x="216" y="138"/>
                      </a:lnTo>
                      <a:lnTo>
                        <a:pt x="204" y="120"/>
                      </a:lnTo>
                      <a:lnTo>
                        <a:pt x="210" y="120"/>
                      </a:lnTo>
                      <a:lnTo>
                        <a:pt x="234" y="132"/>
                      </a:lnTo>
                      <a:lnTo>
                        <a:pt x="222" y="114"/>
                      </a:lnTo>
                      <a:lnTo>
                        <a:pt x="228" y="108"/>
                      </a:lnTo>
                      <a:lnTo>
                        <a:pt x="228" y="84"/>
                      </a:lnTo>
                      <a:lnTo>
                        <a:pt x="240" y="72"/>
                      </a:lnTo>
                      <a:lnTo>
                        <a:pt x="270" y="72"/>
                      </a:lnTo>
                      <a:lnTo>
                        <a:pt x="276" y="78"/>
                      </a:lnTo>
                      <a:lnTo>
                        <a:pt x="276" y="90"/>
                      </a:lnTo>
                      <a:lnTo>
                        <a:pt x="288" y="90"/>
                      </a:lnTo>
                      <a:lnTo>
                        <a:pt x="294" y="84"/>
                      </a:lnTo>
                      <a:lnTo>
                        <a:pt x="300" y="72"/>
                      </a:lnTo>
                      <a:lnTo>
                        <a:pt x="306" y="66"/>
                      </a:lnTo>
                      <a:lnTo>
                        <a:pt x="342" y="66"/>
                      </a:lnTo>
                      <a:lnTo>
                        <a:pt x="360" y="72"/>
                      </a:lnTo>
                      <a:lnTo>
                        <a:pt x="372" y="72"/>
                      </a:lnTo>
                      <a:lnTo>
                        <a:pt x="378" y="78"/>
                      </a:lnTo>
                      <a:lnTo>
                        <a:pt x="384" y="78"/>
                      </a:lnTo>
                      <a:lnTo>
                        <a:pt x="384" y="72"/>
                      </a:lnTo>
                      <a:lnTo>
                        <a:pt x="390" y="60"/>
                      </a:lnTo>
                      <a:lnTo>
                        <a:pt x="390" y="48"/>
                      </a:lnTo>
                      <a:lnTo>
                        <a:pt x="384" y="42"/>
                      </a:lnTo>
                      <a:lnTo>
                        <a:pt x="384" y="36"/>
                      </a:lnTo>
                      <a:lnTo>
                        <a:pt x="390" y="30"/>
                      </a:lnTo>
                      <a:lnTo>
                        <a:pt x="408" y="30"/>
                      </a:lnTo>
                      <a:lnTo>
                        <a:pt x="408" y="18"/>
                      </a:lnTo>
                      <a:lnTo>
                        <a:pt x="402" y="12"/>
                      </a:lnTo>
                      <a:lnTo>
                        <a:pt x="402" y="6"/>
                      </a:lnTo>
                      <a:lnTo>
                        <a:pt x="390" y="6"/>
                      </a:lnTo>
                      <a:lnTo>
                        <a:pt x="384" y="0"/>
                      </a:lnTo>
                      <a:lnTo>
                        <a:pt x="366" y="6"/>
                      </a:lnTo>
                      <a:lnTo>
                        <a:pt x="372" y="12"/>
                      </a:lnTo>
                      <a:lnTo>
                        <a:pt x="372" y="30"/>
                      </a:lnTo>
                      <a:lnTo>
                        <a:pt x="366" y="36"/>
                      </a:lnTo>
                      <a:lnTo>
                        <a:pt x="348" y="36"/>
                      </a:lnTo>
                      <a:lnTo>
                        <a:pt x="336" y="24"/>
                      </a:lnTo>
                      <a:lnTo>
                        <a:pt x="324" y="36"/>
                      </a:lnTo>
                      <a:lnTo>
                        <a:pt x="312" y="36"/>
                      </a:lnTo>
                      <a:lnTo>
                        <a:pt x="300" y="24"/>
                      </a:lnTo>
                      <a:lnTo>
                        <a:pt x="294" y="30"/>
                      </a:lnTo>
                      <a:lnTo>
                        <a:pt x="282" y="30"/>
                      </a:lnTo>
                      <a:lnTo>
                        <a:pt x="264" y="12"/>
                      </a:lnTo>
                      <a:lnTo>
                        <a:pt x="264" y="6"/>
                      </a:lnTo>
                      <a:lnTo>
                        <a:pt x="234" y="12"/>
                      </a:lnTo>
                      <a:lnTo>
                        <a:pt x="228" y="30"/>
                      </a:lnTo>
                      <a:lnTo>
                        <a:pt x="204" y="24"/>
                      </a:lnTo>
                      <a:lnTo>
                        <a:pt x="198" y="30"/>
                      </a:lnTo>
                      <a:lnTo>
                        <a:pt x="186" y="36"/>
                      </a:lnTo>
                      <a:lnTo>
                        <a:pt x="174" y="36"/>
                      </a:lnTo>
                      <a:lnTo>
                        <a:pt x="168" y="30"/>
                      </a:lnTo>
                      <a:lnTo>
                        <a:pt x="162" y="30"/>
                      </a:lnTo>
                      <a:lnTo>
                        <a:pt x="150" y="36"/>
                      </a:lnTo>
                      <a:lnTo>
                        <a:pt x="138" y="48"/>
                      </a:lnTo>
                      <a:lnTo>
                        <a:pt x="126" y="54"/>
                      </a:lnTo>
                      <a:lnTo>
                        <a:pt x="102" y="54"/>
                      </a:lnTo>
                      <a:lnTo>
                        <a:pt x="102" y="60"/>
                      </a:lnTo>
                      <a:lnTo>
                        <a:pt x="96" y="72"/>
                      </a:lnTo>
                      <a:lnTo>
                        <a:pt x="72" y="72"/>
                      </a:lnTo>
                      <a:lnTo>
                        <a:pt x="66" y="66"/>
                      </a:lnTo>
                      <a:lnTo>
                        <a:pt x="60" y="66"/>
                      </a:lnTo>
                      <a:lnTo>
                        <a:pt x="48" y="72"/>
                      </a:lnTo>
                      <a:lnTo>
                        <a:pt x="54" y="84"/>
                      </a:lnTo>
                      <a:lnTo>
                        <a:pt x="54" y="90"/>
                      </a:lnTo>
                      <a:lnTo>
                        <a:pt x="42" y="102"/>
                      </a:lnTo>
                      <a:lnTo>
                        <a:pt x="24" y="102"/>
                      </a:lnTo>
                      <a:lnTo>
                        <a:pt x="24" y="126"/>
                      </a:lnTo>
                      <a:lnTo>
                        <a:pt x="12" y="132"/>
                      </a:lnTo>
                      <a:lnTo>
                        <a:pt x="0" y="132"/>
                      </a:lnTo>
                      <a:lnTo>
                        <a:pt x="0" y="198"/>
                      </a:lnTo>
                      <a:lnTo>
                        <a:pt x="6" y="204"/>
                      </a:lnTo>
                      <a:lnTo>
                        <a:pt x="18" y="210"/>
                      </a:lnTo>
                      <a:lnTo>
                        <a:pt x="24" y="216"/>
                      </a:lnTo>
                      <a:lnTo>
                        <a:pt x="30" y="228"/>
                      </a:lnTo>
                      <a:lnTo>
                        <a:pt x="36" y="234"/>
                      </a:lnTo>
                      <a:lnTo>
                        <a:pt x="42" y="246"/>
                      </a:lnTo>
                      <a:lnTo>
                        <a:pt x="54" y="258"/>
                      </a:lnTo>
                      <a:lnTo>
                        <a:pt x="60" y="270"/>
                      </a:lnTo>
                      <a:lnTo>
                        <a:pt x="84" y="270"/>
                      </a:lnTo>
                      <a:lnTo>
                        <a:pt x="96" y="264"/>
                      </a:lnTo>
                      <a:lnTo>
                        <a:pt x="108" y="264"/>
                      </a:lnTo>
                      <a:close/>
                      <a:moveTo>
                        <a:pt x="396" y="252"/>
                      </a:moveTo>
                      <a:lnTo>
                        <a:pt x="372" y="252"/>
                      </a:lnTo>
                      <a:lnTo>
                        <a:pt x="372" y="270"/>
                      </a:lnTo>
                      <a:lnTo>
                        <a:pt x="384" y="294"/>
                      </a:lnTo>
                      <a:lnTo>
                        <a:pt x="396" y="252"/>
                      </a:lnTo>
                      <a:close/>
                      <a:moveTo>
                        <a:pt x="24" y="312"/>
                      </a:moveTo>
                      <a:lnTo>
                        <a:pt x="18" y="318"/>
                      </a:lnTo>
                      <a:lnTo>
                        <a:pt x="24" y="324"/>
                      </a:lnTo>
                      <a:lnTo>
                        <a:pt x="30" y="324"/>
                      </a:lnTo>
                      <a:lnTo>
                        <a:pt x="36" y="330"/>
                      </a:lnTo>
                      <a:lnTo>
                        <a:pt x="42" y="324"/>
                      </a:lnTo>
                      <a:lnTo>
                        <a:pt x="42" y="318"/>
                      </a:lnTo>
                      <a:lnTo>
                        <a:pt x="30" y="306"/>
                      </a:lnTo>
                      <a:lnTo>
                        <a:pt x="24" y="312"/>
                      </a:lnTo>
                      <a:close/>
                      <a:moveTo>
                        <a:pt x="378" y="390"/>
                      </a:moveTo>
                      <a:lnTo>
                        <a:pt x="378" y="408"/>
                      </a:lnTo>
                      <a:lnTo>
                        <a:pt x="390" y="390"/>
                      </a:lnTo>
                      <a:lnTo>
                        <a:pt x="378" y="390"/>
                      </a:lnTo>
                      <a:close/>
                      <a:moveTo>
                        <a:pt x="408" y="330"/>
                      </a:moveTo>
                      <a:lnTo>
                        <a:pt x="396" y="330"/>
                      </a:lnTo>
                      <a:lnTo>
                        <a:pt x="384" y="336"/>
                      </a:lnTo>
                      <a:lnTo>
                        <a:pt x="384" y="342"/>
                      </a:lnTo>
                      <a:lnTo>
                        <a:pt x="396" y="342"/>
                      </a:lnTo>
                      <a:lnTo>
                        <a:pt x="402" y="336"/>
                      </a:lnTo>
                      <a:lnTo>
                        <a:pt x="408" y="336"/>
                      </a:lnTo>
                      <a:lnTo>
                        <a:pt x="408" y="330"/>
                      </a:lnTo>
                      <a:close/>
                      <a:moveTo>
                        <a:pt x="396" y="192"/>
                      </a:moveTo>
                      <a:lnTo>
                        <a:pt x="372" y="198"/>
                      </a:lnTo>
                      <a:lnTo>
                        <a:pt x="372" y="210"/>
                      </a:lnTo>
                      <a:lnTo>
                        <a:pt x="390" y="210"/>
                      </a:lnTo>
                      <a:lnTo>
                        <a:pt x="396" y="216"/>
                      </a:lnTo>
                      <a:lnTo>
                        <a:pt x="396" y="222"/>
                      </a:lnTo>
                      <a:lnTo>
                        <a:pt x="414" y="222"/>
                      </a:lnTo>
                      <a:lnTo>
                        <a:pt x="414" y="210"/>
                      </a:lnTo>
                      <a:lnTo>
                        <a:pt x="396" y="192"/>
                      </a:lnTo>
                      <a:close/>
                      <a:moveTo>
                        <a:pt x="342" y="372"/>
                      </a:moveTo>
                      <a:lnTo>
                        <a:pt x="342" y="378"/>
                      </a:lnTo>
                      <a:lnTo>
                        <a:pt x="348" y="384"/>
                      </a:lnTo>
                      <a:lnTo>
                        <a:pt x="360" y="384"/>
                      </a:lnTo>
                      <a:lnTo>
                        <a:pt x="366" y="378"/>
                      </a:lnTo>
                      <a:lnTo>
                        <a:pt x="366" y="372"/>
                      </a:lnTo>
                      <a:lnTo>
                        <a:pt x="360" y="366"/>
                      </a:lnTo>
                      <a:lnTo>
                        <a:pt x="342" y="366"/>
                      </a:lnTo>
                      <a:lnTo>
                        <a:pt x="342" y="372"/>
                      </a:lnTo>
                      <a:close/>
                      <a:moveTo>
                        <a:pt x="444" y="312"/>
                      </a:moveTo>
                      <a:lnTo>
                        <a:pt x="432" y="312"/>
                      </a:lnTo>
                      <a:lnTo>
                        <a:pt x="432" y="330"/>
                      </a:lnTo>
                      <a:lnTo>
                        <a:pt x="444" y="336"/>
                      </a:lnTo>
                      <a:lnTo>
                        <a:pt x="450" y="330"/>
                      </a:lnTo>
                      <a:lnTo>
                        <a:pt x="450" y="318"/>
                      </a:lnTo>
                      <a:lnTo>
                        <a:pt x="444" y="312"/>
                      </a:lnTo>
                      <a:close/>
                      <a:moveTo>
                        <a:pt x="444" y="372"/>
                      </a:moveTo>
                      <a:lnTo>
                        <a:pt x="456" y="354"/>
                      </a:lnTo>
                      <a:lnTo>
                        <a:pt x="438" y="354"/>
                      </a:lnTo>
                      <a:lnTo>
                        <a:pt x="444" y="372"/>
                      </a:lnTo>
                      <a:close/>
                      <a:moveTo>
                        <a:pt x="276" y="222"/>
                      </a:moveTo>
                      <a:lnTo>
                        <a:pt x="276" y="240"/>
                      </a:lnTo>
                      <a:lnTo>
                        <a:pt x="288" y="240"/>
                      </a:lnTo>
                      <a:lnTo>
                        <a:pt x="276" y="222"/>
                      </a:lnTo>
                      <a:close/>
                      <a:moveTo>
                        <a:pt x="534" y="420"/>
                      </a:moveTo>
                      <a:lnTo>
                        <a:pt x="522" y="420"/>
                      </a:lnTo>
                      <a:lnTo>
                        <a:pt x="516" y="426"/>
                      </a:lnTo>
                      <a:lnTo>
                        <a:pt x="510" y="438"/>
                      </a:lnTo>
                      <a:lnTo>
                        <a:pt x="510" y="468"/>
                      </a:lnTo>
                      <a:lnTo>
                        <a:pt x="516" y="468"/>
                      </a:lnTo>
                      <a:lnTo>
                        <a:pt x="522" y="456"/>
                      </a:lnTo>
                      <a:lnTo>
                        <a:pt x="528" y="450"/>
                      </a:lnTo>
                      <a:lnTo>
                        <a:pt x="534" y="438"/>
                      </a:lnTo>
                      <a:lnTo>
                        <a:pt x="534" y="420"/>
                      </a:lnTo>
                      <a:close/>
                      <a:moveTo>
                        <a:pt x="462" y="384"/>
                      </a:moveTo>
                      <a:lnTo>
                        <a:pt x="456" y="408"/>
                      </a:lnTo>
                      <a:lnTo>
                        <a:pt x="498" y="378"/>
                      </a:lnTo>
                      <a:lnTo>
                        <a:pt x="486" y="372"/>
                      </a:lnTo>
                      <a:lnTo>
                        <a:pt x="462" y="384"/>
                      </a:lnTo>
                      <a:close/>
                      <a:moveTo>
                        <a:pt x="462" y="510"/>
                      </a:moveTo>
                      <a:lnTo>
                        <a:pt x="480" y="510"/>
                      </a:lnTo>
                      <a:lnTo>
                        <a:pt x="468" y="468"/>
                      </a:lnTo>
                      <a:lnTo>
                        <a:pt x="462" y="510"/>
                      </a:lnTo>
                      <a:close/>
                      <a:moveTo>
                        <a:pt x="276" y="330"/>
                      </a:moveTo>
                      <a:lnTo>
                        <a:pt x="270" y="336"/>
                      </a:lnTo>
                      <a:lnTo>
                        <a:pt x="270" y="348"/>
                      </a:lnTo>
                      <a:lnTo>
                        <a:pt x="276" y="348"/>
                      </a:lnTo>
                      <a:lnTo>
                        <a:pt x="288" y="336"/>
                      </a:lnTo>
                      <a:lnTo>
                        <a:pt x="282" y="330"/>
                      </a:lnTo>
                      <a:lnTo>
                        <a:pt x="276" y="330"/>
                      </a:lnTo>
                      <a:close/>
                      <a:moveTo>
                        <a:pt x="186" y="432"/>
                      </a:moveTo>
                      <a:lnTo>
                        <a:pt x="180" y="438"/>
                      </a:lnTo>
                      <a:lnTo>
                        <a:pt x="180" y="450"/>
                      </a:lnTo>
                      <a:lnTo>
                        <a:pt x="186" y="456"/>
                      </a:lnTo>
                      <a:lnTo>
                        <a:pt x="198" y="444"/>
                      </a:lnTo>
                      <a:lnTo>
                        <a:pt x="198" y="438"/>
                      </a:lnTo>
                      <a:lnTo>
                        <a:pt x="192" y="432"/>
                      </a:lnTo>
                      <a:lnTo>
                        <a:pt x="186" y="432"/>
                      </a:lnTo>
                      <a:close/>
                      <a:moveTo>
                        <a:pt x="384" y="528"/>
                      </a:moveTo>
                      <a:lnTo>
                        <a:pt x="378" y="528"/>
                      </a:lnTo>
                      <a:lnTo>
                        <a:pt x="378" y="516"/>
                      </a:lnTo>
                      <a:lnTo>
                        <a:pt x="372" y="510"/>
                      </a:lnTo>
                      <a:lnTo>
                        <a:pt x="342" y="510"/>
                      </a:lnTo>
                      <a:lnTo>
                        <a:pt x="306" y="504"/>
                      </a:lnTo>
                      <a:lnTo>
                        <a:pt x="276" y="504"/>
                      </a:lnTo>
                      <a:lnTo>
                        <a:pt x="246" y="486"/>
                      </a:lnTo>
                      <a:lnTo>
                        <a:pt x="228" y="504"/>
                      </a:lnTo>
                      <a:lnTo>
                        <a:pt x="234" y="510"/>
                      </a:lnTo>
                      <a:lnTo>
                        <a:pt x="246" y="516"/>
                      </a:lnTo>
                      <a:lnTo>
                        <a:pt x="252" y="522"/>
                      </a:lnTo>
                      <a:lnTo>
                        <a:pt x="258" y="516"/>
                      </a:lnTo>
                      <a:lnTo>
                        <a:pt x="264" y="528"/>
                      </a:lnTo>
                      <a:lnTo>
                        <a:pt x="300" y="528"/>
                      </a:lnTo>
                      <a:lnTo>
                        <a:pt x="312" y="552"/>
                      </a:lnTo>
                      <a:lnTo>
                        <a:pt x="354" y="546"/>
                      </a:lnTo>
                      <a:lnTo>
                        <a:pt x="354" y="540"/>
                      </a:lnTo>
                      <a:lnTo>
                        <a:pt x="402" y="540"/>
                      </a:lnTo>
                      <a:lnTo>
                        <a:pt x="414" y="528"/>
                      </a:lnTo>
                      <a:lnTo>
                        <a:pt x="414" y="522"/>
                      </a:lnTo>
                      <a:lnTo>
                        <a:pt x="408" y="516"/>
                      </a:lnTo>
                      <a:lnTo>
                        <a:pt x="402" y="516"/>
                      </a:lnTo>
                      <a:lnTo>
                        <a:pt x="396" y="522"/>
                      </a:lnTo>
                      <a:lnTo>
                        <a:pt x="390" y="522"/>
                      </a:lnTo>
                      <a:lnTo>
                        <a:pt x="384" y="528"/>
                      </a:lnTo>
                      <a:close/>
                      <a:moveTo>
                        <a:pt x="420" y="408"/>
                      </a:moveTo>
                      <a:lnTo>
                        <a:pt x="408" y="408"/>
                      </a:lnTo>
                      <a:lnTo>
                        <a:pt x="408" y="420"/>
                      </a:lnTo>
                      <a:lnTo>
                        <a:pt x="420" y="420"/>
                      </a:lnTo>
                      <a:lnTo>
                        <a:pt x="426" y="414"/>
                      </a:lnTo>
                      <a:lnTo>
                        <a:pt x="420" y="408"/>
                      </a:lnTo>
                      <a:close/>
                      <a:moveTo>
                        <a:pt x="114" y="276"/>
                      </a:moveTo>
                      <a:lnTo>
                        <a:pt x="90" y="288"/>
                      </a:lnTo>
                      <a:lnTo>
                        <a:pt x="84" y="288"/>
                      </a:lnTo>
                      <a:lnTo>
                        <a:pt x="66" y="312"/>
                      </a:lnTo>
                      <a:lnTo>
                        <a:pt x="96" y="336"/>
                      </a:lnTo>
                      <a:lnTo>
                        <a:pt x="96" y="348"/>
                      </a:lnTo>
                      <a:lnTo>
                        <a:pt x="90" y="366"/>
                      </a:lnTo>
                      <a:lnTo>
                        <a:pt x="90" y="384"/>
                      </a:lnTo>
                      <a:lnTo>
                        <a:pt x="96" y="390"/>
                      </a:lnTo>
                      <a:lnTo>
                        <a:pt x="108" y="396"/>
                      </a:lnTo>
                      <a:lnTo>
                        <a:pt x="114" y="396"/>
                      </a:lnTo>
                      <a:lnTo>
                        <a:pt x="114" y="390"/>
                      </a:lnTo>
                      <a:lnTo>
                        <a:pt x="126" y="378"/>
                      </a:lnTo>
                      <a:lnTo>
                        <a:pt x="132" y="378"/>
                      </a:lnTo>
                      <a:lnTo>
                        <a:pt x="156" y="420"/>
                      </a:lnTo>
                      <a:lnTo>
                        <a:pt x="162" y="390"/>
                      </a:lnTo>
                      <a:lnTo>
                        <a:pt x="180" y="414"/>
                      </a:lnTo>
                      <a:lnTo>
                        <a:pt x="204" y="420"/>
                      </a:lnTo>
                      <a:lnTo>
                        <a:pt x="186" y="402"/>
                      </a:lnTo>
                      <a:lnTo>
                        <a:pt x="192" y="396"/>
                      </a:lnTo>
                      <a:lnTo>
                        <a:pt x="192" y="372"/>
                      </a:lnTo>
                      <a:lnTo>
                        <a:pt x="186" y="366"/>
                      </a:lnTo>
                      <a:lnTo>
                        <a:pt x="180" y="354"/>
                      </a:lnTo>
                      <a:lnTo>
                        <a:pt x="174" y="348"/>
                      </a:lnTo>
                      <a:lnTo>
                        <a:pt x="168" y="336"/>
                      </a:lnTo>
                      <a:lnTo>
                        <a:pt x="168" y="330"/>
                      </a:lnTo>
                      <a:lnTo>
                        <a:pt x="186" y="330"/>
                      </a:lnTo>
                      <a:lnTo>
                        <a:pt x="198" y="336"/>
                      </a:lnTo>
                      <a:lnTo>
                        <a:pt x="210" y="348"/>
                      </a:lnTo>
                      <a:lnTo>
                        <a:pt x="222" y="342"/>
                      </a:lnTo>
                      <a:lnTo>
                        <a:pt x="210" y="336"/>
                      </a:lnTo>
                      <a:lnTo>
                        <a:pt x="204" y="324"/>
                      </a:lnTo>
                      <a:lnTo>
                        <a:pt x="192" y="318"/>
                      </a:lnTo>
                      <a:lnTo>
                        <a:pt x="186" y="312"/>
                      </a:lnTo>
                      <a:lnTo>
                        <a:pt x="174" y="306"/>
                      </a:lnTo>
                      <a:lnTo>
                        <a:pt x="156" y="294"/>
                      </a:lnTo>
                      <a:lnTo>
                        <a:pt x="138" y="288"/>
                      </a:lnTo>
                      <a:lnTo>
                        <a:pt x="126" y="282"/>
                      </a:lnTo>
                      <a:lnTo>
                        <a:pt x="120" y="276"/>
                      </a:lnTo>
                      <a:lnTo>
                        <a:pt x="114" y="276"/>
                      </a:lnTo>
                      <a:close/>
                    </a:path>
                  </a:pathLst>
                </a:custGeom>
                <a:solidFill>
                  <a:srgbClr val="D40D8D"/>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88" name="Ghana" descr="© INSCALE GmbH, 05.05.2010&#10;http://www.presentationload.com/">
                  <a:extLst>
                    <a:ext uri="{FF2B5EF4-FFF2-40B4-BE49-F238E27FC236}">
                      <a16:creationId xmlns:a16="http://schemas.microsoft.com/office/drawing/2014/main" id="{D1D6D546-FD57-4FBB-97AA-D78EC4E817CE}"/>
                    </a:ext>
                  </a:extLst>
                </p:cNvPr>
                <p:cNvSpPr>
                  <a:spLocks/>
                </p:cNvSpPr>
                <p:nvPr/>
              </p:nvSpPr>
              <p:spPr bwMode="gray">
                <a:xfrm>
                  <a:off x="5501902" y="3473559"/>
                  <a:ext cx="146616" cy="233172"/>
                </a:xfrm>
                <a:custGeom>
                  <a:avLst/>
                  <a:gdLst>
                    <a:gd name="T0" fmla="*/ 2147483647 w 324"/>
                    <a:gd name="T1" fmla="*/ 2147483647 h 516"/>
                    <a:gd name="T2" fmla="*/ 2147483647 w 324"/>
                    <a:gd name="T3" fmla="*/ 2147483647 h 516"/>
                    <a:gd name="T4" fmla="*/ 2147483647 w 324"/>
                    <a:gd name="T5" fmla="*/ 2147483647 h 516"/>
                    <a:gd name="T6" fmla="*/ 2147483647 w 324"/>
                    <a:gd name="T7" fmla="*/ 2147483647 h 516"/>
                    <a:gd name="T8" fmla="*/ 2147483647 w 324"/>
                    <a:gd name="T9" fmla="*/ 2147483647 h 516"/>
                    <a:gd name="T10" fmla="*/ 2147483647 w 324"/>
                    <a:gd name="T11" fmla="*/ 2147483647 h 516"/>
                    <a:gd name="T12" fmla="*/ 2147483647 w 324"/>
                    <a:gd name="T13" fmla="*/ 2147483647 h 516"/>
                    <a:gd name="T14" fmla="*/ 2147483647 w 324"/>
                    <a:gd name="T15" fmla="*/ 2147483647 h 516"/>
                    <a:gd name="T16" fmla="*/ 2147483647 w 324"/>
                    <a:gd name="T17" fmla="*/ 2147483647 h 516"/>
                    <a:gd name="T18" fmla="*/ 2147483647 w 324"/>
                    <a:gd name="T19" fmla="*/ 2147483647 h 516"/>
                    <a:gd name="T20" fmla="*/ 2147483647 w 324"/>
                    <a:gd name="T21" fmla="*/ 2147483647 h 516"/>
                    <a:gd name="T22" fmla="*/ 2147483647 w 324"/>
                    <a:gd name="T23" fmla="*/ 2147483647 h 516"/>
                    <a:gd name="T24" fmla="*/ 2147483647 w 324"/>
                    <a:gd name="T25" fmla="*/ 2147483647 h 516"/>
                    <a:gd name="T26" fmla="*/ 2147483647 w 324"/>
                    <a:gd name="T27" fmla="*/ 0 h 516"/>
                    <a:gd name="T28" fmla="*/ 2147483647 w 324"/>
                    <a:gd name="T29" fmla="*/ 2147483647 h 516"/>
                    <a:gd name="T30" fmla="*/ 2147483647 w 324"/>
                    <a:gd name="T31" fmla="*/ 2147483647 h 516"/>
                    <a:gd name="T32" fmla="*/ 2147483647 w 324"/>
                    <a:gd name="T33" fmla="*/ 2147483647 h 516"/>
                    <a:gd name="T34" fmla="*/ 2147483647 w 324"/>
                    <a:gd name="T35" fmla="*/ 2147483647 h 516"/>
                    <a:gd name="T36" fmla="*/ 2147483647 w 324"/>
                    <a:gd name="T37" fmla="*/ 2147483647 h 516"/>
                    <a:gd name="T38" fmla="*/ 2147483647 w 324"/>
                    <a:gd name="T39" fmla="*/ 2147483647 h 516"/>
                    <a:gd name="T40" fmla="*/ 2147483647 w 324"/>
                    <a:gd name="T41" fmla="*/ 2147483647 h 516"/>
                    <a:gd name="T42" fmla="*/ 2147483647 w 324"/>
                    <a:gd name="T43" fmla="*/ 2147483647 h 516"/>
                    <a:gd name="T44" fmla="*/ 2147483647 w 324"/>
                    <a:gd name="T45" fmla="*/ 2147483647 h 516"/>
                    <a:gd name="T46" fmla="*/ 2147483647 w 324"/>
                    <a:gd name="T47" fmla="*/ 2147483647 h 516"/>
                    <a:gd name="T48" fmla="*/ 2147483647 w 324"/>
                    <a:gd name="T49" fmla="*/ 2147483647 h 516"/>
                    <a:gd name="T50" fmla="*/ 2147483647 w 324"/>
                    <a:gd name="T51" fmla="*/ 2147483647 h 516"/>
                    <a:gd name="T52" fmla="*/ 2147483647 w 324"/>
                    <a:gd name="T53" fmla="*/ 2147483647 h 516"/>
                    <a:gd name="T54" fmla="*/ 0 w 324"/>
                    <a:gd name="T55" fmla="*/ 2147483647 h 516"/>
                    <a:gd name="T56" fmla="*/ 2147483647 w 324"/>
                    <a:gd name="T57" fmla="*/ 2147483647 h 516"/>
                    <a:gd name="T58" fmla="*/ 2147483647 w 324"/>
                    <a:gd name="T59" fmla="*/ 2147483647 h 516"/>
                    <a:gd name="T60" fmla="*/ 2147483647 w 324"/>
                    <a:gd name="T61" fmla="*/ 2147483647 h 516"/>
                    <a:gd name="T62" fmla="*/ 2147483647 w 324"/>
                    <a:gd name="T63" fmla="*/ 2147483647 h 516"/>
                    <a:gd name="T64" fmla="*/ 2147483647 w 324"/>
                    <a:gd name="T65" fmla="*/ 2147483647 h 516"/>
                    <a:gd name="T66" fmla="*/ 2147483647 w 324"/>
                    <a:gd name="T67" fmla="*/ 2147483647 h 516"/>
                    <a:gd name="T68" fmla="*/ 2147483647 w 324"/>
                    <a:gd name="T69" fmla="*/ 2147483647 h 516"/>
                    <a:gd name="T70" fmla="*/ 2147483647 w 324"/>
                    <a:gd name="T71" fmla="*/ 2147483647 h 516"/>
                    <a:gd name="T72" fmla="*/ 2147483647 w 324"/>
                    <a:gd name="T73" fmla="*/ 2147483647 h 516"/>
                    <a:gd name="T74" fmla="*/ 2147483647 w 324"/>
                    <a:gd name="T75" fmla="*/ 2147483647 h 516"/>
                    <a:gd name="T76" fmla="*/ 2147483647 w 324"/>
                    <a:gd name="T77" fmla="*/ 2147483647 h 516"/>
                    <a:gd name="T78" fmla="*/ 2147483647 w 324"/>
                    <a:gd name="T79" fmla="*/ 2147483647 h 516"/>
                    <a:gd name="T80" fmla="*/ 2147483647 w 324"/>
                    <a:gd name="T81" fmla="*/ 2147483647 h 516"/>
                    <a:gd name="T82" fmla="*/ 2147483647 w 324"/>
                    <a:gd name="T83" fmla="*/ 2147483647 h 516"/>
                    <a:gd name="T84" fmla="*/ 2147483647 w 324"/>
                    <a:gd name="T85" fmla="*/ 2147483647 h 516"/>
                    <a:gd name="T86" fmla="*/ 2147483647 w 324"/>
                    <a:gd name="T87" fmla="*/ 2147483647 h 51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24"/>
                    <a:gd name="T133" fmla="*/ 0 h 516"/>
                    <a:gd name="T134" fmla="*/ 324 w 324"/>
                    <a:gd name="T135" fmla="*/ 516 h 51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24" h="516">
                      <a:moveTo>
                        <a:pt x="282" y="342"/>
                      </a:moveTo>
                      <a:lnTo>
                        <a:pt x="282" y="330"/>
                      </a:lnTo>
                      <a:lnTo>
                        <a:pt x="288" y="318"/>
                      </a:lnTo>
                      <a:lnTo>
                        <a:pt x="288" y="306"/>
                      </a:lnTo>
                      <a:lnTo>
                        <a:pt x="282" y="300"/>
                      </a:lnTo>
                      <a:lnTo>
                        <a:pt x="276" y="300"/>
                      </a:lnTo>
                      <a:lnTo>
                        <a:pt x="276" y="282"/>
                      </a:lnTo>
                      <a:lnTo>
                        <a:pt x="282" y="276"/>
                      </a:lnTo>
                      <a:lnTo>
                        <a:pt x="282" y="234"/>
                      </a:lnTo>
                      <a:lnTo>
                        <a:pt x="288" y="228"/>
                      </a:lnTo>
                      <a:lnTo>
                        <a:pt x="288" y="216"/>
                      </a:lnTo>
                      <a:lnTo>
                        <a:pt x="282" y="210"/>
                      </a:lnTo>
                      <a:lnTo>
                        <a:pt x="270" y="204"/>
                      </a:lnTo>
                      <a:lnTo>
                        <a:pt x="264" y="198"/>
                      </a:lnTo>
                      <a:lnTo>
                        <a:pt x="276" y="186"/>
                      </a:lnTo>
                      <a:lnTo>
                        <a:pt x="282" y="186"/>
                      </a:lnTo>
                      <a:lnTo>
                        <a:pt x="282" y="180"/>
                      </a:lnTo>
                      <a:lnTo>
                        <a:pt x="270" y="168"/>
                      </a:lnTo>
                      <a:lnTo>
                        <a:pt x="276" y="156"/>
                      </a:lnTo>
                      <a:lnTo>
                        <a:pt x="276" y="132"/>
                      </a:lnTo>
                      <a:lnTo>
                        <a:pt x="270" y="126"/>
                      </a:lnTo>
                      <a:lnTo>
                        <a:pt x="264" y="126"/>
                      </a:lnTo>
                      <a:lnTo>
                        <a:pt x="252" y="138"/>
                      </a:lnTo>
                      <a:lnTo>
                        <a:pt x="264" y="60"/>
                      </a:lnTo>
                      <a:lnTo>
                        <a:pt x="228" y="36"/>
                      </a:lnTo>
                      <a:lnTo>
                        <a:pt x="240" y="24"/>
                      </a:lnTo>
                      <a:lnTo>
                        <a:pt x="240" y="6"/>
                      </a:lnTo>
                      <a:lnTo>
                        <a:pt x="222" y="0"/>
                      </a:lnTo>
                      <a:lnTo>
                        <a:pt x="198" y="12"/>
                      </a:lnTo>
                      <a:lnTo>
                        <a:pt x="42" y="12"/>
                      </a:lnTo>
                      <a:lnTo>
                        <a:pt x="36" y="18"/>
                      </a:lnTo>
                      <a:lnTo>
                        <a:pt x="30" y="30"/>
                      </a:lnTo>
                      <a:lnTo>
                        <a:pt x="30" y="48"/>
                      </a:lnTo>
                      <a:lnTo>
                        <a:pt x="36" y="48"/>
                      </a:lnTo>
                      <a:lnTo>
                        <a:pt x="42" y="78"/>
                      </a:lnTo>
                      <a:lnTo>
                        <a:pt x="42" y="132"/>
                      </a:lnTo>
                      <a:lnTo>
                        <a:pt x="48" y="126"/>
                      </a:lnTo>
                      <a:lnTo>
                        <a:pt x="54" y="156"/>
                      </a:lnTo>
                      <a:lnTo>
                        <a:pt x="42" y="156"/>
                      </a:lnTo>
                      <a:lnTo>
                        <a:pt x="42" y="162"/>
                      </a:lnTo>
                      <a:lnTo>
                        <a:pt x="48" y="168"/>
                      </a:lnTo>
                      <a:lnTo>
                        <a:pt x="48" y="180"/>
                      </a:lnTo>
                      <a:lnTo>
                        <a:pt x="54" y="192"/>
                      </a:lnTo>
                      <a:lnTo>
                        <a:pt x="54" y="204"/>
                      </a:lnTo>
                      <a:lnTo>
                        <a:pt x="60" y="216"/>
                      </a:lnTo>
                      <a:lnTo>
                        <a:pt x="60" y="228"/>
                      </a:lnTo>
                      <a:lnTo>
                        <a:pt x="48" y="252"/>
                      </a:lnTo>
                      <a:lnTo>
                        <a:pt x="42" y="258"/>
                      </a:lnTo>
                      <a:lnTo>
                        <a:pt x="36" y="270"/>
                      </a:lnTo>
                      <a:lnTo>
                        <a:pt x="36" y="288"/>
                      </a:lnTo>
                      <a:lnTo>
                        <a:pt x="30" y="300"/>
                      </a:lnTo>
                      <a:lnTo>
                        <a:pt x="30" y="312"/>
                      </a:lnTo>
                      <a:lnTo>
                        <a:pt x="12" y="330"/>
                      </a:lnTo>
                      <a:lnTo>
                        <a:pt x="6" y="342"/>
                      </a:lnTo>
                      <a:lnTo>
                        <a:pt x="0" y="348"/>
                      </a:lnTo>
                      <a:lnTo>
                        <a:pt x="0" y="372"/>
                      </a:lnTo>
                      <a:lnTo>
                        <a:pt x="6" y="384"/>
                      </a:lnTo>
                      <a:lnTo>
                        <a:pt x="12" y="402"/>
                      </a:lnTo>
                      <a:lnTo>
                        <a:pt x="12" y="414"/>
                      </a:lnTo>
                      <a:lnTo>
                        <a:pt x="18" y="426"/>
                      </a:lnTo>
                      <a:lnTo>
                        <a:pt x="24" y="432"/>
                      </a:lnTo>
                      <a:lnTo>
                        <a:pt x="24" y="438"/>
                      </a:lnTo>
                      <a:lnTo>
                        <a:pt x="48" y="444"/>
                      </a:lnTo>
                      <a:lnTo>
                        <a:pt x="48" y="498"/>
                      </a:lnTo>
                      <a:lnTo>
                        <a:pt x="72" y="498"/>
                      </a:lnTo>
                      <a:lnTo>
                        <a:pt x="78" y="504"/>
                      </a:lnTo>
                      <a:lnTo>
                        <a:pt x="78" y="510"/>
                      </a:lnTo>
                      <a:lnTo>
                        <a:pt x="84" y="516"/>
                      </a:lnTo>
                      <a:lnTo>
                        <a:pt x="96" y="516"/>
                      </a:lnTo>
                      <a:lnTo>
                        <a:pt x="108" y="510"/>
                      </a:lnTo>
                      <a:lnTo>
                        <a:pt x="114" y="504"/>
                      </a:lnTo>
                      <a:lnTo>
                        <a:pt x="132" y="492"/>
                      </a:lnTo>
                      <a:lnTo>
                        <a:pt x="138" y="486"/>
                      </a:lnTo>
                      <a:lnTo>
                        <a:pt x="150" y="480"/>
                      </a:lnTo>
                      <a:lnTo>
                        <a:pt x="180" y="480"/>
                      </a:lnTo>
                      <a:lnTo>
                        <a:pt x="186" y="474"/>
                      </a:lnTo>
                      <a:lnTo>
                        <a:pt x="198" y="468"/>
                      </a:lnTo>
                      <a:lnTo>
                        <a:pt x="216" y="450"/>
                      </a:lnTo>
                      <a:lnTo>
                        <a:pt x="228" y="450"/>
                      </a:lnTo>
                      <a:lnTo>
                        <a:pt x="234" y="444"/>
                      </a:lnTo>
                      <a:lnTo>
                        <a:pt x="240" y="444"/>
                      </a:lnTo>
                      <a:lnTo>
                        <a:pt x="258" y="426"/>
                      </a:lnTo>
                      <a:lnTo>
                        <a:pt x="270" y="426"/>
                      </a:lnTo>
                      <a:lnTo>
                        <a:pt x="276" y="432"/>
                      </a:lnTo>
                      <a:lnTo>
                        <a:pt x="294" y="432"/>
                      </a:lnTo>
                      <a:lnTo>
                        <a:pt x="306" y="426"/>
                      </a:lnTo>
                      <a:lnTo>
                        <a:pt x="324" y="408"/>
                      </a:lnTo>
                      <a:lnTo>
                        <a:pt x="294" y="384"/>
                      </a:lnTo>
                      <a:lnTo>
                        <a:pt x="282" y="342"/>
                      </a:lnTo>
                      <a:close/>
                    </a:path>
                  </a:pathLst>
                </a:custGeom>
                <a:solidFill>
                  <a:srgbClr val="A29C97"/>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89" name="Germany" descr="© INSCALE GmbH, 05.05.2010&#10;http://www.presentationload.com/">
                  <a:extLst>
                    <a:ext uri="{FF2B5EF4-FFF2-40B4-BE49-F238E27FC236}">
                      <a16:creationId xmlns:a16="http://schemas.microsoft.com/office/drawing/2014/main" id="{2FCD90CA-42B8-4281-81FC-FE0CA531DC78}"/>
                    </a:ext>
                  </a:extLst>
                </p:cNvPr>
                <p:cNvSpPr>
                  <a:spLocks/>
                </p:cNvSpPr>
                <p:nvPr/>
              </p:nvSpPr>
              <p:spPr bwMode="gray">
                <a:xfrm>
                  <a:off x="5816331" y="1892580"/>
                  <a:ext cx="254370" cy="266734"/>
                </a:xfrm>
                <a:custGeom>
                  <a:avLst/>
                  <a:gdLst>
                    <a:gd name="T0" fmla="*/ 2147483647 w 564"/>
                    <a:gd name="T1" fmla="*/ 2147483647 h 588"/>
                    <a:gd name="T2" fmla="*/ 2147483647 w 564"/>
                    <a:gd name="T3" fmla="*/ 2147483647 h 588"/>
                    <a:gd name="T4" fmla="*/ 2147483647 w 564"/>
                    <a:gd name="T5" fmla="*/ 2147483647 h 588"/>
                    <a:gd name="T6" fmla="*/ 2147483647 w 564"/>
                    <a:gd name="T7" fmla="*/ 2147483647 h 588"/>
                    <a:gd name="T8" fmla="*/ 2147483647 w 564"/>
                    <a:gd name="T9" fmla="*/ 2147483647 h 588"/>
                    <a:gd name="T10" fmla="*/ 2147483647 w 564"/>
                    <a:gd name="T11" fmla="*/ 2147483647 h 588"/>
                    <a:gd name="T12" fmla="*/ 2147483647 w 564"/>
                    <a:gd name="T13" fmla="*/ 2147483647 h 588"/>
                    <a:gd name="T14" fmla="*/ 2147483647 w 564"/>
                    <a:gd name="T15" fmla="*/ 2147483647 h 588"/>
                    <a:gd name="T16" fmla="*/ 2147483647 w 564"/>
                    <a:gd name="T17" fmla="*/ 2147483647 h 588"/>
                    <a:gd name="T18" fmla="*/ 2147483647 w 564"/>
                    <a:gd name="T19" fmla="*/ 2147483647 h 588"/>
                    <a:gd name="T20" fmla="*/ 2147483647 w 564"/>
                    <a:gd name="T21" fmla="*/ 2147483647 h 588"/>
                    <a:gd name="T22" fmla="*/ 2147483647 w 564"/>
                    <a:gd name="T23" fmla="*/ 2147483647 h 588"/>
                    <a:gd name="T24" fmla="*/ 2147483647 w 564"/>
                    <a:gd name="T25" fmla="*/ 2147483647 h 588"/>
                    <a:gd name="T26" fmla="*/ 2147483647 w 564"/>
                    <a:gd name="T27" fmla="*/ 2147483647 h 588"/>
                    <a:gd name="T28" fmla="*/ 2147483647 w 564"/>
                    <a:gd name="T29" fmla="*/ 2147483647 h 588"/>
                    <a:gd name="T30" fmla="*/ 2147483647 w 564"/>
                    <a:gd name="T31" fmla="*/ 2147483647 h 588"/>
                    <a:gd name="T32" fmla="*/ 2147483647 w 564"/>
                    <a:gd name="T33" fmla="*/ 2147483647 h 588"/>
                    <a:gd name="T34" fmla="*/ 2147483647 w 564"/>
                    <a:gd name="T35" fmla="*/ 2147483647 h 588"/>
                    <a:gd name="T36" fmla="*/ 2147483647 w 564"/>
                    <a:gd name="T37" fmla="*/ 2147483647 h 588"/>
                    <a:gd name="T38" fmla="*/ 2147483647 w 564"/>
                    <a:gd name="T39" fmla="*/ 2147483647 h 588"/>
                    <a:gd name="T40" fmla="*/ 2147483647 w 564"/>
                    <a:gd name="T41" fmla="*/ 2147483647 h 588"/>
                    <a:gd name="T42" fmla="*/ 2147483647 w 564"/>
                    <a:gd name="T43" fmla="*/ 2147483647 h 588"/>
                    <a:gd name="T44" fmla="*/ 2147483647 w 564"/>
                    <a:gd name="T45" fmla="*/ 2147483647 h 588"/>
                    <a:gd name="T46" fmla="*/ 2147483647 w 564"/>
                    <a:gd name="T47" fmla="*/ 2147483647 h 588"/>
                    <a:gd name="T48" fmla="*/ 2147483647 w 564"/>
                    <a:gd name="T49" fmla="*/ 2147483647 h 588"/>
                    <a:gd name="T50" fmla="*/ 2147483647 w 564"/>
                    <a:gd name="T51" fmla="*/ 2147483647 h 588"/>
                    <a:gd name="T52" fmla="*/ 2147483647 w 564"/>
                    <a:gd name="T53" fmla="*/ 2147483647 h 588"/>
                    <a:gd name="T54" fmla="*/ 2147483647 w 564"/>
                    <a:gd name="T55" fmla="*/ 2147483647 h 588"/>
                    <a:gd name="T56" fmla="*/ 2147483647 w 564"/>
                    <a:gd name="T57" fmla="*/ 2147483647 h 588"/>
                    <a:gd name="T58" fmla="*/ 2147483647 w 564"/>
                    <a:gd name="T59" fmla="*/ 2147483647 h 588"/>
                    <a:gd name="T60" fmla="*/ 2147483647 w 564"/>
                    <a:gd name="T61" fmla="*/ 2147483647 h 588"/>
                    <a:gd name="T62" fmla="*/ 2147483647 w 564"/>
                    <a:gd name="T63" fmla="*/ 2147483647 h 588"/>
                    <a:gd name="T64" fmla="*/ 2147483647 w 564"/>
                    <a:gd name="T65" fmla="*/ 2147483647 h 588"/>
                    <a:gd name="T66" fmla="*/ 2147483647 w 564"/>
                    <a:gd name="T67" fmla="*/ 2147483647 h 588"/>
                    <a:gd name="T68" fmla="*/ 2147483647 w 564"/>
                    <a:gd name="T69" fmla="*/ 2147483647 h 588"/>
                    <a:gd name="T70" fmla="*/ 2147483647 w 564"/>
                    <a:gd name="T71" fmla="*/ 2147483647 h 588"/>
                    <a:gd name="T72" fmla="*/ 2147483647 w 564"/>
                    <a:gd name="T73" fmla="*/ 2147483647 h 588"/>
                    <a:gd name="T74" fmla="*/ 2147483647 w 564"/>
                    <a:gd name="T75" fmla="*/ 2147483647 h 588"/>
                    <a:gd name="T76" fmla="*/ 2147483647 w 564"/>
                    <a:gd name="T77" fmla="*/ 2147483647 h 588"/>
                    <a:gd name="T78" fmla="*/ 2147483647 w 564"/>
                    <a:gd name="T79" fmla="*/ 2147483647 h 588"/>
                    <a:gd name="T80" fmla="*/ 2147483647 w 564"/>
                    <a:gd name="T81" fmla="*/ 2147483647 h 588"/>
                    <a:gd name="T82" fmla="*/ 2147483647 w 564"/>
                    <a:gd name="T83" fmla="*/ 0 h 588"/>
                    <a:gd name="T84" fmla="*/ 2147483647 w 564"/>
                    <a:gd name="T85" fmla="*/ 2147483647 h 588"/>
                    <a:gd name="T86" fmla="*/ 2147483647 w 564"/>
                    <a:gd name="T87" fmla="*/ 2147483647 h 588"/>
                    <a:gd name="T88" fmla="*/ 2147483647 w 564"/>
                    <a:gd name="T89" fmla="*/ 2147483647 h 588"/>
                    <a:gd name="T90" fmla="*/ 2147483647 w 564"/>
                    <a:gd name="T91" fmla="*/ 2147483647 h 588"/>
                    <a:gd name="T92" fmla="*/ 2147483647 w 564"/>
                    <a:gd name="T93" fmla="*/ 2147483647 h 588"/>
                    <a:gd name="T94" fmla="*/ 2147483647 w 564"/>
                    <a:gd name="T95" fmla="*/ 2147483647 h 588"/>
                    <a:gd name="T96" fmla="*/ 2147483647 w 564"/>
                    <a:gd name="T97" fmla="*/ 2147483647 h 588"/>
                    <a:gd name="T98" fmla="*/ 2147483647 w 564"/>
                    <a:gd name="T99" fmla="*/ 2147483647 h 588"/>
                    <a:gd name="T100" fmla="*/ 2147483647 w 564"/>
                    <a:gd name="T101" fmla="*/ 2147483647 h 588"/>
                    <a:gd name="T102" fmla="*/ 2147483647 w 564"/>
                    <a:gd name="T103" fmla="*/ 2147483647 h 588"/>
                    <a:gd name="T104" fmla="*/ 0 w 564"/>
                    <a:gd name="T105" fmla="*/ 2147483647 h 588"/>
                    <a:gd name="T106" fmla="*/ 2147483647 w 564"/>
                    <a:gd name="T107" fmla="*/ 2147483647 h 588"/>
                    <a:gd name="T108" fmla="*/ 2147483647 w 564"/>
                    <a:gd name="T109" fmla="*/ 2147483647 h 588"/>
                    <a:gd name="T110" fmla="*/ 2147483647 w 564"/>
                    <a:gd name="T111" fmla="*/ 2147483647 h 588"/>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564"/>
                    <a:gd name="T169" fmla="*/ 0 h 588"/>
                    <a:gd name="T170" fmla="*/ 564 w 564"/>
                    <a:gd name="T171" fmla="*/ 588 h 588"/>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564" h="588">
                      <a:moveTo>
                        <a:pt x="30" y="414"/>
                      </a:moveTo>
                      <a:lnTo>
                        <a:pt x="30" y="420"/>
                      </a:lnTo>
                      <a:lnTo>
                        <a:pt x="36" y="420"/>
                      </a:lnTo>
                      <a:lnTo>
                        <a:pt x="36" y="444"/>
                      </a:lnTo>
                      <a:lnTo>
                        <a:pt x="60" y="444"/>
                      </a:lnTo>
                      <a:lnTo>
                        <a:pt x="60" y="450"/>
                      </a:lnTo>
                      <a:lnTo>
                        <a:pt x="72" y="450"/>
                      </a:lnTo>
                      <a:lnTo>
                        <a:pt x="84" y="444"/>
                      </a:lnTo>
                      <a:lnTo>
                        <a:pt x="96" y="444"/>
                      </a:lnTo>
                      <a:lnTo>
                        <a:pt x="96" y="450"/>
                      </a:lnTo>
                      <a:lnTo>
                        <a:pt x="120" y="450"/>
                      </a:lnTo>
                      <a:lnTo>
                        <a:pt x="138" y="456"/>
                      </a:lnTo>
                      <a:lnTo>
                        <a:pt x="132" y="468"/>
                      </a:lnTo>
                      <a:lnTo>
                        <a:pt x="114" y="486"/>
                      </a:lnTo>
                      <a:lnTo>
                        <a:pt x="114" y="498"/>
                      </a:lnTo>
                      <a:lnTo>
                        <a:pt x="108" y="510"/>
                      </a:lnTo>
                      <a:lnTo>
                        <a:pt x="102" y="516"/>
                      </a:lnTo>
                      <a:lnTo>
                        <a:pt x="96" y="528"/>
                      </a:lnTo>
                      <a:lnTo>
                        <a:pt x="96" y="570"/>
                      </a:lnTo>
                      <a:lnTo>
                        <a:pt x="132" y="570"/>
                      </a:lnTo>
                      <a:lnTo>
                        <a:pt x="150" y="564"/>
                      </a:lnTo>
                      <a:lnTo>
                        <a:pt x="156" y="570"/>
                      </a:lnTo>
                      <a:lnTo>
                        <a:pt x="150" y="564"/>
                      </a:lnTo>
                      <a:lnTo>
                        <a:pt x="150" y="552"/>
                      </a:lnTo>
                      <a:lnTo>
                        <a:pt x="156" y="546"/>
                      </a:lnTo>
                      <a:lnTo>
                        <a:pt x="162" y="546"/>
                      </a:lnTo>
                      <a:lnTo>
                        <a:pt x="174" y="552"/>
                      </a:lnTo>
                      <a:lnTo>
                        <a:pt x="180" y="558"/>
                      </a:lnTo>
                      <a:lnTo>
                        <a:pt x="192" y="558"/>
                      </a:lnTo>
                      <a:lnTo>
                        <a:pt x="210" y="564"/>
                      </a:lnTo>
                      <a:lnTo>
                        <a:pt x="216" y="576"/>
                      </a:lnTo>
                      <a:lnTo>
                        <a:pt x="252" y="576"/>
                      </a:lnTo>
                      <a:lnTo>
                        <a:pt x="258" y="582"/>
                      </a:lnTo>
                      <a:lnTo>
                        <a:pt x="258" y="588"/>
                      </a:lnTo>
                      <a:lnTo>
                        <a:pt x="270" y="588"/>
                      </a:lnTo>
                      <a:lnTo>
                        <a:pt x="276" y="582"/>
                      </a:lnTo>
                      <a:lnTo>
                        <a:pt x="276" y="570"/>
                      </a:lnTo>
                      <a:lnTo>
                        <a:pt x="294" y="570"/>
                      </a:lnTo>
                      <a:lnTo>
                        <a:pt x="312" y="588"/>
                      </a:lnTo>
                      <a:lnTo>
                        <a:pt x="330" y="588"/>
                      </a:lnTo>
                      <a:lnTo>
                        <a:pt x="336" y="582"/>
                      </a:lnTo>
                      <a:lnTo>
                        <a:pt x="354" y="570"/>
                      </a:lnTo>
                      <a:lnTo>
                        <a:pt x="372" y="570"/>
                      </a:lnTo>
                      <a:lnTo>
                        <a:pt x="390" y="558"/>
                      </a:lnTo>
                      <a:lnTo>
                        <a:pt x="402" y="564"/>
                      </a:lnTo>
                      <a:lnTo>
                        <a:pt x="420" y="570"/>
                      </a:lnTo>
                      <a:lnTo>
                        <a:pt x="432" y="582"/>
                      </a:lnTo>
                      <a:lnTo>
                        <a:pt x="438" y="582"/>
                      </a:lnTo>
                      <a:lnTo>
                        <a:pt x="438" y="540"/>
                      </a:lnTo>
                      <a:lnTo>
                        <a:pt x="426" y="540"/>
                      </a:lnTo>
                      <a:lnTo>
                        <a:pt x="426" y="534"/>
                      </a:lnTo>
                      <a:lnTo>
                        <a:pt x="432" y="528"/>
                      </a:lnTo>
                      <a:lnTo>
                        <a:pt x="432" y="522"/>
                      </a:lnTo>
                      <a:lnTo>
                        <a:pt x="438" y="516"/>
                      </a:lnTo>
                      <a:lnTo>
                        <a:pt x="456" y="516"/>
                      </a:lnTo>
                      <a:lnTo>
                        <a:pt x="462" y="522"/>
                      </a:lnTo>
                      <a:lnTo>
                        <a:pt x="468" y="522"/>
                      </a:lnTo>
                      <a:lnTo>
                        <a:pt x="468" y="504"/>
                      </a:lnTo>
                      <a:lnTo>
                        <a:pt x="462" y="492"/>
                      </a:lnTo>
                      <a:lnTo>
                        <a:pt x="480" y="492"/>
                      </a:lnTo>
                      <a:lnTo>
                        <a:pt x="486" y="474"/>
                      </a:lnTo>
                      <a:lnTo>
                        <a:pt x="486" y="462"/>
                      </a:lnTo>
                      <a:lnTo>
                        <a:pt x="480" y="462"/>
                      </a:lnTo>
                      <a:lnTo>
                        <a:pt x="474" y="456"/>
                      </a:lnTo>
                      <a:lnTo>
                        <a:pt x="462" y="456"/>
                      </a:lnTo>
                      <a:lnTo>
                        <a:pt x="456" y="444"/>
                      </a:lnTo>
                      <a:lnTo>
                        <a:pt x="450" y="444"/>
                      </a:lnTo>
                      <a:lnTo>
                        <a:pt x="444" y="432"/>
                      </a:lnTo>
                      <a:lnTo>
                        <a:pt x="432" y="432"/>
                      </a:lnTo>
                      <a:lnTo>
                        <a:pt x="420" y="426"/>
                      </a:lnTo>
                      <a:lnTo>
                        <a:pt x="420" y="420"/>
                      </a:lnTo>
                      <a:lnTo>
                        <a:pt x="414" y="420"/>
                      </a:lnTo>
                      <a:lnTo>
                        <a:pt x="408" y="408"/>
                      </a:lnTo>
                      <a:lnTo>
                        <a:pt x="396" y="396"/>
                      </a:lnTo>
                      <a:lnTo>
                        <a:pt x="396" y="390"/>
                      </a:lnTo>
                      <a:lnTo>
                        <a:pt x="402" y="390"/>
                      </a:lnTo>
                      <a:lnTo>
                        <a:pt x="408" y="384"/>
                      </a:lnTo>
                      <a:lnTo>
                        <a:pt x="396" y="372"/>
                      </a:lnTo>
                      <a:lnTo>
                        <a:pt x="390" y="372"/>
                      </a:lnTo>
                      <a:lnTo>
                        <a:pt x="384" y="366"/>
                      </a:lnTo>
                      <a:lnTo>
                        <a:pt x="384" y="354"/>
                      </a:lnTo>
                      <a:lnTo>
                        <a:pt x="390" y="354"/>
                      </a:lnTo>
                      <a:lnTo>
                        <a:pt x="390" y="360"/>
                      </a:lnTo>
                      <a:lnTo>
                        <a:pt x="402" y="360"/>
                      </a:lnTo>
                      <a:lnTo>
                        <a:pt x="402" y="354"/>
                      </a:lnTo>
                      <a:lnTo>
                        <a:pt x="414" y="354"/>
                      </a:lnTo>
                      <a:lnTo>
                        <a:pt x="414" y="348"/>
                      </a:lnTo>
                      <a:lnTo>
                        <a:pt x="420" y="342"/>
                      </a:lnTo>
                      <a:lnTo>
                        <a:pt x="426" y="342"/>
                      </a:lnTo>
                      <a:lnTo>
                        <a:pt x="438" y="348"/>
                      </a:lnTo>
                      <a:lnTo>
                        <a:pt x="450" y="336"/>
                      </a:lnTo>
                      <a:lnTo>
                        <a:pt x="468" y="330"/>
                      </a:lnTo>
                      <a:lnTo>
                        <a:pt x="468" y="324"/>
                      </a:lnTo>
                      <a:lnTo>
                        <a:pt x="492" y="324"/>
                      </a:lnTo>
                      <a:lnTo>
                        <a:pt x="492" y="318"/>
                      </a:lnTo>
                      <a:lnTo>
                        <a:pt x="510" y="318"/>
                      </a:lnTo>
                      <a:lnTo>
                        <a:pt x="510" y="312"/>
                      </a:lnTo>
                      <a:lnTo>
                        <a:pt x="516" y="306"/>
                      </a:lnTo>
                      <a:lnTo>
                        <a:pt x="522" y="306"/>
                      </a:lnTo>
                      <a:lnTo>
                        <a:pt x="528" y="300"/>
                      </a:lnTo>
                      <a:lnTo>
                        <a:pt x="540" y="312"/>
                      </a:lnTo>
                      <a:lnTo>
                        <a:pt x="552" y="312"/>
                      </a:lnTo>
                      <a:lnTo>
                        <a:pt x="558" y="300"/>
                      </a:lnTo>
                      <a:lnTo>
                        <a:pt x="558" y="294"/>
                      </a:lnTo>
                      <a:lnTo>
                        <a:pt x="564" y="288"/>
                      </a:lnTo>
                      <a:lnTo>
                        <a:pt x="564" y="282"/>
                      </a:lnTo>
                      <a:lnTo>
                        <a:pt x="552" y="282"/>
                      </a:lnTo>
                      <a:lnTo>
                        <a:pt x="558" y="276"/>
                      </a:lnTo>
                      <a:lnTo>
                        <a:pt x="558" y="264"/>
                      </a:lnTo>
                      <a:lnTo>
                        <a:pt x="552" y="264"/>
                      </a:lnTo>
                      <a:lnTo>
                        <a:pt x="546" y="270"/>
                      </a:lnTo>
                      <a:lnTo>
                        <a:pt x="546" y="252"/>
                      </a:lnTo>
                      <a:lnTo>
                        <a:pt x="540" y="246"/>
                      </a:lnTo>
                      <a:lnTo>
                        <a:pt x="534" y="246"/>
                      </a:lnTo>
                      <a:lnTo>
                        <a:pt x="528" y="240"/>
                      </a:lnTo>
                      <a:lnTo>
                        <a:pt x="528" y="234"/>
                      </a:lnTo>
                      <a:lnTo>
                        <a:pt x="540" y="228"/>
                      </a:lnTo>
                      <a:lnTo>
                        <a:pt x="546" y="222"/>
                      </a:lnTo>
                      <a:lnTo>
                        <a:pt x="540" y="216"/>
                      </a:lnTo>
                      <a:lnTo>
                        <a:pt x="534" y="216"/>
                      </a:lnTo>
                      <a:lnTo>
                        <a:pt x="540" y="210"/>
                      </a:lnTo>
                      <a:lnTo>
                        <a:pt x="540" y="204"/>
                      </a:lnTo>
                      <a:lnTo>
                        <a:pt x="528" y="204"/>
                      </a:lnTo>
                      <a:lnTo>
                        <a:pt x="528" y="192"/>
                      </a:lnTo>
                      <a:lnTo>
                        <a:pt x="534" y="192"/>
                      </a:lnTo>
                      <a:lnTo>
                        <a:pt x="534" y="174"/>
                      </a:lnTo>
                      <a:lnTo>
                        <a:pt x="522" y="174"/>
                      </a:lnTo>
                      <a:lnTo>
                        <a:pt x="516" y="168"/>
                      </a:lnTo>
                      <a:lnTo>
                        <a:pt x="510" y="168"/>
                      </a:lnTo>
                      <a:lnTo>
                        <a:pt x="504" y="162"/>
                      </a:lnTo>
                      <a:lnTo>
                        <a:pt x="504" y="150"/>
                      </a:lnTo>
                      <a:lnTo>
                        <a:pt x="510" y="150"/>
                      </a:lnTo>
                      <a:lnTo>
                        <a:pt x="522" y="138"/>
                      </a:lnTo>
                      <a:lnTo>
                        <a:pt x="522" y="120"/>
                      </a:lnTo>
                      <a:lnTo>
                        <a:pt x="516" y="114"/>
                      </a:lnTo>
                      <a:lnTo>
                        <a:pt x="510" y="114"/>
                      </a:lnTo>
                      <a:lnTo>
                        <a:pt x="510" y="96"/>
                      </a:lnTo>
                      <a:lnTo>
                        <a:pt x="504" y="90"/>
                      </a:lnTo>
                      <a:lnTo>
                        <a:pt x="486" y="84"/>
                      </a:lnTo>
                      <a:lnTo>
                        <a:pt x="486" y="78"/>
                      </a:lnTo>
                      <a:lnTo>
                        <a:pt x="480" y="66"/>
                      </a:lnTo>
                      <a:lnTo>
                        <a:pt x="474" y="60"/>
                      </a:lnTo>
                      <a:lnTo>
                        <a:pt x="456" y="60"/>
                      </a:lnTo>
                      <a:lnTo>
                        <a:pt x="450" y="54"/>
                      </a:lnTo>
                      <a:lnTo>
                        <a:pt x="444" y="54"/>
                      </a:lnTo>
                      <a:lnTo>
                        <a:pt x="438" y="48"/>
                      </a:lnTo>
                      <a:lnTo>
                        <a:pt x="426" y="48"/>
                      </a:lnTo>
                      <a:lnTo>
                        <a:pt x="420" y="42"/>
                      </a:lnTo>
                      <a:lnTo>
                        <a:pt x="396" y="42"/>
                      </a:lnTo>
                      <a:lnTo>
                        <a:pt x="384" y="54"/>
                      </a:lnTo>
                      <a:lnTo>
                        <a:pt x="342" y="54"/>
                      </a:lnTo>
                      <a:lnTo>
                        <a:pt x="342" y="72"/>
                      </a:lnTo>
                      <a:lnTo>
                        <a:pt x="300" y="72"/>
                      </a:lnTo>
                      <a:lnTo>
                        <a:pt x="300" y="60"/>
                      </a:lnTo>
                      <a:lnTo>
                        <a:pt x="312" y="48"/>
                      </a:lnTo>
                      <a:lnTo>
                        <a:pt x="312" y="42"/>
                      </a:lnTo>
                      <a:lnTo>
                        <a:pt x="318" y="30"/>
                      </a:lnTo>
                      <a:lnTo>
                        <a:pt x="294" y="42"/>
                      </a:lnTo>
                      <a:lnTo>
                        <a:pt x="252" y="36"/>
                      </a:lnTo>
                      <a:lnTo>
                        <a:pt x="246" y="30"/>
                      </a:lnTo>
                      <a:lnTo>
                        <a:pt x="246" y="18"/>
                      </a:lnTo>
                      <a:lnTo>
                        <a:pt x="240" y="6"/>
                      </a:lnTo>
                      <a:lnTo>
                        <a:pt x="234" y="6"/>
                      </a:lnTo>
                      <a:lnTo>
                        <a:pt x="234" y="12"/>
                      </a:lnTo>
                      <a:lnTo>
                        <a:pt x="228" y="6"/>
                      </a:lnTo>
                      <a:lnTo>
                        <a:pt x="204" y="6"/>
                      </a:lnTo>
                      <a:lnTo>
                        <a:pt x="198" y="0"/>
                      </a:lnTo>
                      <a:lnTo>
                        <a:pt x="168" y="0"/>
                      </a:lnTo>
                      <a:lnTo>
                        <a:pt x="192" y="36"/>
                      </a:lnTo>
                      <a:lnTo>
                        <a:pt x="180" y="48"/>
                      </a:lnTo>
                      <a:lnTo>
                        <a:pt x="198" y="72"/>
                      </a:lnTo>
                      <a:lnTo>
                        <a:pt x="216" y="90"/>
                      </a:lnTo>
                      <a:lnTo>
                        <a:pt x="186" y="78"/>
                      </a:lnTo>
                      <a:lnTo>
                        <a:pt x="162" y="84"/>
                      </a:lnTo>
                      <a:lnTo>
                        <a:pt x="162" y="108"/>
                      </a:lnTo>
                      <a:lnTo>
                        <a:pt x="132" y="108"/>
                      </a:lnTo>
                      <a:lnTo>
                        <a:pt x="126" y="96"/>
                      </a:lnTo>
                      <a:lnTo>
                        <a:pt x="84" y="96"/>
                      </a:lnTo>
                      <a:lnTo>
                        <a:pt x="84" y="126"/>
                      </a:lnTo>
                      <a:lnTo>
                        <a:pt x="90" y="126"/>
                      </a:lnTo>
                      <a:lnTo>
                        <a:pt x="84" y="132"/>
                      </a:lnTo>
                      <a:lnTo>
                        <a:pt x="90" y="144"/>
                      </a:lnTo>
                      <a:lnTo>
                        <a:pt x="78" y="150"/>
                      </a:lnTo>
                      <a:lnTo>
                        <a:pt x="72" y="150"/>
                      </a:lnTo>
                      <a:lnTo>
                        <a:pt x="72" y="168"/>
                      </a:lnTo>
                      <a:lnTo>
                        <a:pt x="78" y="174"/>
                      </a:lnTo>
                      <a:lnTo>
                        <a:pt x="66" y="174"/>
                      </a:lnTo>
                      <a:lnTo>
                        <a:pt x="54" y="180"/>
                      </a:lnTo>
                      <a:lnTo>
                        <a:pt x="48" y="180"/>
                      </a:lnTo>
                      <a:lnTo>
                        <a:pt x="48" y="186"/>
                      </a:lnTo>
                      <a:lnTo>
                        <a:pt x="54" y="192"/>
                      </a:lnTo>
                      <a:lnTo>
                        <a:pt x="60" y="192"/>
                      </a:lnTo>
                      <a:lnTo>
                        <a:pt x="72" y="204"/>
                      </a:lnTo>
                      <a:lnTo>
                        <a:pt x="72" y="210"/>
                      </a:lnTo>
                      <a:lnTo>
                        <a:pt x="66" y="210"/>
                      </a:lnTo>
                      <a:lnTo>
                        <a:pt x="60" y="216"/>
                      </a:lnTo>
                      <a:lnTo>
                        <a:pt x="54" y="228"/>
                      </a:lnTo>
                      <a:lnTo>
                        <a:pt x="48" y="228"/>
                      </a:lnTo>
                      <a:lnTo>
                        <a:pt x="42" y="234"/>
                      </a:lnTo>
                      <a:lnTo>
                        <a:pt x="42" y="240"/>
                      </a:lnTo>
                      <a:lnTo>
                        <a:pt x="18" y="240"/>
                      </a:lnTo>
                      <a:lnTo>
                        <a:pt x="12" y="234"/>
                      </a:lnTo>
                      <a:lnTo>
                        <a:pt x="6" y="234"/>
                      </a:lnTo>
                      <a:lnTo>
                        <a:pt x="12" y="258"/>
                      </a:lnTo>
                      <a:lnTo>
                        <a:pt x="12" y="264"/>
                      </a:lnTo>
                      <a:lnTo>
                        <a:pt x="18" y="270"/>
                      </a:lnTo>
                      <a:lnTo>
                        <a:pt x="18" y="276"/>
                      </a:lnTo>
                      <a:lnTo>
                        <a:pt x="6" y="282"/>
                      </a:lnTo>
                      <a:lnTo>
                        <a:pt x="0" y="288"/>
                      </a:lnTo>
                      <a:lnTo>
                        <a:pt x="6" y="294"/>
                      </a:lnTo>
                      <a:lnTo>
                        <a:pt x="6" y="306"/>
                      </a:lnTo>
                      <a:lnTo>
                        <a:pt x="0" y="312"/>
                      </a:lnTo>
                      <a:lnTo>
                        <a:pt x="0" y="324"/>
                      </a:lnTo>
                      <a:lnTo>
                        <a:pt x="12" y="324"/>
                      </a:lnTo>
                      <a:lnTo>
                        <a:pt x="24" y="336"/>
                      </a:lnTo>
                      <a:lnTo>
                        <a:pt x="24" y="354"/>
                      </a:lnTo>
                      <a:lnTo>
                        <a:pt x="30" y="360"/>
                      </a:lnTo>
                      <a:lnTo>
                        <a:pt x="18" y="360"/>
                      </a:lnTo>
                      <a:lnTo>
                        <a:pt x="12" y="366"/>
                      </a:lnTo>
                      <a:lnTo>
                        <a:pt x="12" y="384"/>
                      </a:lnTo>
                      <a:lnTo>
                        <a:pt x="18" y="390"/>
                      </a:lnTo>
                      <a:lnTo>
                        <a:pt x="24" y="390"/>
                      </a:lnTo>
                      <a:lnTo>
                        <a:pt x="36" y="396"/>
                      </a:lnTo>
                      <a:lnTo>
                        <a:pt x="36" y="408"/>
                      </a:lnTo>
                      <a:lnTo>
                        <a:pt x="30" y="414"/>
                      </a:lnTo>
                      <a:close/>
                    </a:path>
                  </a:pathLst>
                </a:custGeom>
                <a:solidFill>
                  <a:srgbClr val="D40D8D"/>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90" name="Georgia" descr="© INSCALE GmbH, 05.05.2010&#10;http://www.presentationload.com/">
                  <a:extLst>
                    <a:ext uri="{FF2B5EF4-FFF2-40B4-BE49-F238E27FC236}">
                      <a16:creationId xmlns:a16="http://schemas.microsoft.com/office/drawing/2014/main" id="{7CA9BEB2-C4CB-4653-A3C8-034DA3563315}"/>
                    </a:ext>
                  </a:extLst>
                </p:cNvPr>
                <p:cNvSpPr>
                  <a:spLocks/>
                </p:cNvSpPr>
                <p:nvPr/>
              </p:nvSpPr>
              <p:spPr bwMode="gray">
                <a:xfrm>
                  <a:off x="6803777" y="2291802"/>
                  <a:ext cx="208439" cy="95390"/>
                </a:xfrm>
                <a:custGeom>
                  <a:avLst/>
                  <a:gdLst>
                    <a:gd name="T0" fmla="*/ 2147483647 w 462"/>
                    <a:gd name="T1" fmla="*/ 2147483647 h 210"/>
                    <a:gd name="T2" fmla="*/ 2147483647 w 462"/>
                    <a:gd name="T3" fmla="*/ 2147483647 h 210"/>
                    <a:gd name="T4" fmla="*/ 2147483647 w 462"/>
                    <a:gd name="T5" fmla="*/ 2147483647 h 210"/>
                    <a:gd name="T6" fmla="*/ 2147483647 w 462"/>
                    <a:gd name="T7" fmla="*/ 2147483647 h 210"/>
                    <a:gd name="T8" fmla="*/ 2147483647 w 462"/>
                    <a:gd name="T9" fmla="*/ 2147483647 h 210"/>
                    <a:gd name="T10" fmla="*/ 2147483647 w 462"/>
                    <a:gd name="T11" fmla="*/ 2147483647 h 210"/>
                    <a:gd name="T12" fmla="*/ 2147483647 w 462"/>
                    <a:gd name="T13" fmla="*/ 2147483647 h 210"/>
                    <a:gd name="T14" fmla="*/ 2147483647 w 462"/>
                    <a:gd name="T15" fmla="*/ 2147483647 h 210"/>
                    <a:gd name="T16" fmla="*/ 2147483647 w 462"/>
                    <a:gd name="T17" fmla="*/ 2147483647 h 210"/>
                    <a:gd name="T18" fmla="*/ 2147483647 w 462"/>
                    <a:gd name="T19" fmla="*/ 2147483647 h 210"/>
                    <a:gd name="T20" fmla="*/ 2147483647 w 462"/>
                    <a:gd name="T21" fmla="*/ 2147483647 h 210"/>
                    <a:gd name="T22" fmla="*/ 2147483647 w 462"/>
                    <a:gd name="T23" fmla="*/ 2147483647 h 210"/>
                    <a:gd name="T24" fmla="*/ 2147483647 w 462"/>
                    <a:gd name="T25" fmla="*/ 2147483647 h 210"/>
                    <a:gd name="T26" fmla="*/ 2147483647 w 462"/>
                    <a:gd name="T27" fmla="*/ 2147483647 h 210"/>
                    <a:gd name="T28" fmla="*/ 2147483647 w 462"/>
                    <a:gd name="T29" fmla="*/ 2147483647 h 210"/>
                    <a:gd name="T30" fmla="*/ 2147483647 w 462"/>
                    <a:gd name="T31" fmla="*/ 2147483647 h 210"/>
                    <a:gd name="T32" fmla="*/ 2147483647 w 462"/>
                    <a:gd name="T33" fmla="*/ 2147483647 h 210"/>
                    <a:gd name="T34" fmla="*/ 2147483647 w 462"/>
                    <a:gd name="T35" fmla="*/ 2147483647 h 210"/>
                    <a:gd name="T36" fmla="*/ 2147483647 w 462"/>
                    <a:gd name="T37" fmla="*/ 2147483647 h 210"/>
                    <a:gd name="T38" fmla="*/ 2147483647 w 462"/>
                    <a:gd name="T39" fmla="*/ 2147483647 h 210"/>
                    <a:gd name="T40" fmla="*/ 2147483647 w 462"/>
                    <a:gd name="T41" fmla="*/ 2147483647 h 210"/>
                    <a:gd name="T42" fmla="*/ 2147483647 w 462"/>
                    <a:gd name="T43" fmla="*/ 2147483647 h 210"/>
                    <a:gd name="T44" fmla="*/ 2147483647 w 462"/>
                    <a:gd name="T45" fmla="*/ 2147483647 h 210"/>
                    <a:gd name="T46" fmla="*/ 2147483647 w 462"/>
                    <a:gd name="T47" fmla="*/ 2147483647 h 210"/>
                    <a:gd name="T48" fmla="*/ 2147483647 w 462"/>
                    <a:gd name="T49" fmla="*/ 2147483647 h 210"/>
                    <a:gd name="T50" fmla="*/ 2147483647 w 462"/>
                    <a:gd name="T51" fmla="*/ 2147483647 h 210"/>
                    <a:gd name="T52" fmla="*/ 2147483647 w 462"/>
                    <a:gd name="T53" fmla="*/ 2147483647 h 210"/>
                    <a:gd name="T54" fmla="*/ 2147483647 w 462"/>
                    <a:gd name="T55" fmla="*/ 2147483647 h 210"/>
                    <a:gd name="T56" fmla="*/ 2147483647 w 462"/>
                    <a:gd name="T57" fmla="*/ 2147483647 h 210"/>
                    <a:gd name="T58" fmla="*/ 2147483647 w 462"/>
                    <a:gd name="T59" fmla="*/ 2147483647 h 210"/>
                    <a:gd name="T60" fmla="*/ 2147483647 w 462"/>
                    <a:gd name="T61" fmla="*/ 2147483647 h 210"/>
                    <a:gd name="T62" fmla="*/ 2147483647 w 462"/>
                    <a:gd name="T63" fmla="*/ 2147483647 h 210"/>
                    <a:gd name="T64" fmla="*/ 2147483647 w 462"/>
                    <a:gd name="T65" fmla="*/ 2147483647 h 210"/>
                    <a:gd name="T66" fmla="*/ 2147483647 w 462"/>
                    <a:gd name="T67" fmla="*/ 2147483647 h 210"/>
                    <a:gd name="T68" fmla="*/ 2147483647 w 462"/>
                    <a:gd name="T69" fmla="*/ 2147483647 h 210"/>
                    <a:gd name="T70" fmla="*/ 2147483647 w 462"/>
                    <a:gd name="T71" fmla="*/ 2147483647 h 210"/>
                    <a:gd name="T72" fmla="*/ 2147483647 w 462"/>
                    <a:gd name="T73" fmla="*/ 2147483647 h 210"/>
                    <a:gd name="T74" fmla="*/ 2147483647 w 462"/>
                    <a:gd name="T75" fmla="*/ 2147483647 h 210"/>
                    <a:gd name="T76" fmla="*/ 2147483647 w 462"/>
                    <a:gd name="T77" fmla="*/ 2147483647 h 210"/>
                    <a:gd name="T78" fmla="*/ 2147483647 w 462"/>
                    <a:gd name="T79" fmla="*/ 2147483647 h 210"/>
                    <a:gd name="T80" fmla="*/ 2147483647 w 462"/>
                    <a:gd name="T81" fmla="*/ 0 h 210"/>
                    <a:gd name="T82" fmla="*/ 0 w 462"/>
                    <a:gd name="T83" fmla="*/ 2147483647 h 210"/>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462"/>
                    <a:gd name="T127" fmla="*/ 0 h 210"/>
                    <a:gd name="T128" fmla="*/ 462 w 462"/>
                    <a:gd name="T129" fmla="*/ 210 h 210"/>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462" h="210">
                      <a:moveTo>
                        <a:pt x="6" y="18"/>
                      </a:moveTo>
                      <a:lnTo>
                        <a:pt x="12" y="18"/>
                      </a:lnTo>
                      <a:lnTo>
                        <a:pt x="18" y="24"/>
                      </a:lnTo>
                      <a:lnTo>
                        <a:pt x="30" y="30"/>
                      </a:lnTo>
                      <a:lnTo>
                        <a:pt x="42" y="42"/>
                      </a:lnTo>
                      <a:lnTo>
                        <a:pt x="60" y="48"/>
                      </a:lnTo>
                      <a:lnTo>
                        <a:pt x="72" y="54"/>
                      </a:lnTo>
                      <a:lnTo>
                        <a:pt x="78" y="54"/>
                      </a:lnTo>
                      <a:lnTo>
                        <a:pt x="84" y="60"/>
                      </a:lnTo>
                      <a:lnTo>
                        <a:pt x="96" y="66"/>
                      </a:lnTo>
                      <a:lnTo>
                        <a:pt x="102" y="78"/>
                      </a:lnTo>
                      <a:lnTo>
                        <a:pt x="114" y="84"/>
                      </a:lnTo>
                      <a:lnTo>
                        <a:pt x="114" y="96"/>
                      </a:lnTo>
                      <a:lnTo>
                        <a:pt x="120" y="114"/>
                      </a:lnTo>
                      <a:lnTo>
                        <a:pt x="120" y="132"/>
                      </a:lnTo>
                      <a:lnTo>
                        <a:pt x="126" y="138"/>
                      </a:lnTo>
                      <a:lnTo>
                        <a:pt x="132" y="150"/>
                      </a:lnTo>
                      <a:lnTo>
                        <a:pt x="138" y="156"/>
                      </a:lnTo>
                      <a:lnTo>
                        <a:pt x="138" y="162"/>
                      </a:lnTo>
                      <a:lnTo>
                        <a:pt x="132" y="168"/>
                      </a:lnTo>
                      <a:lnTo>
                        <a:pt x="168" y="174"/>
                      </a:lnTo>
                      <a:lnTo>
                        <a:pt x="174" y="168"/>
                      </a:lnTo>
                      <a:lnTo>
                        <a:pt x="186" y="162"/>
                      </a:lnTo>
                      <a:lnTo>
                        <a:pt x="198" y="162"/>
                      </a:lnTo>
                      <a:lnTo>
                        <a:pt x="210" y="168"/>
                      </a:lnTo>
                      <a:lnTo>
                        <a:pt x="216" y="174"/>
                      </a:lnTo>
                      <a:lnTo>
                        <a:pt x="222" y="186"/>
                      </a:lnTo>
                      <a:lnTo>
                        <a:pt x="222" y="192"/>
                      </a:lnTo>
                      <a:lnTo>
                        <a:pt x="246" y="192"/>
                      </a:lnTo>
                      <a:lnTo>
                        <a:pt x="246" y="198"/>
                      </a:lnTo>
                      <a:lnTo>
                        <a:pt x="252" y="204"/>
                      </a:lnTo>
                      <a:lnTo>
                        <a:pt x="276" y="198"/>
                      </a:lnTo>
                      <a:lnTo>
                        <a:pt x="282" y="192"/>
                      </a:lnTo>
                      <a:lnTo>
                        <a:pt x="336" y="198"/>
                      </a:lnTo>
                      <a:lnTo>
                        <a:pt x="336" y="180"/>
                      </a:lnTo>
                      <a:lnTo>
                        <a:pt x="342" y="180"/>
                      </a:lnTo>
                      <a:lnTo>
                        <a:pt x="348" y="186"/>
                      </a:lnTo>
                      <a:lnTo>
                        <a:pt x="354" y="186"/>
                      </a:lnTo>
                      <a:lnTo>
                        <a:pt x="354" y="180"/>
                      </a:lnTo>
                      <a:lnTo>
                        <a:pt x="366" y="168"/>
                      </a:lnTo>
                      <a:lnTo>
                        <a:pt x="390" y="168"/>
                      </a:lnTo>
                      <a:lnTo>
                        <a:pt x="396" y="174"/>
                      </a:lnTo>
                      <a:lnTo>
                        <a:pt x="396" y="180"/>
                      </a:lnTo>
                      <a:lnTo>
                        <a:pt x="414" y="198"/>
                      </a:lnTo>
                      <a:lnTo>
                        <a:pt x="426" y="192"/>
                      </a:lnTo>
                      <a:lnTo>
                        <a:pt x="438" y="192"/>
                      </a:lnTo>
                      <a:lnTo>
                        <a:pt x="456" y="210"/>
                      </a:lnTo>
                      <a:lnTo>
                        <a:pt x="462" y="204"/>
                      </a:lnTo>
                      <a:lnTo>
                        <a:pt x="456" y="192"/>
                      </a:lnTo>
                      <a:lnTo>
                        <a:pt x="450" y="186"/>
                      </a:lnTo>
                      <a:lnTo>
                        <a:pt x="444" y="174"/>
                      </a:lnTo>
                      <a:lnTo>
                        <a:pt x="438" y="168"/>
                      </a:lnTo>
                      <a:lnTo>
                        <a:pt x="432" y="168"/>
                      </a:lnTo>
                      <a:lnTo>
                        <a:pt x="414" y="150"/>
                      </a:lnTo>
                      <a:lnTo>
                        <a:pt x="420" y="144"/>
                      </a:lnTo>
                      <a:lnTo>
                        <a:pt x="432" y="144"/>
                      </a:lnTo>
                      <a:lnTo>
                        <a:pt x="420" y="132"/>
                      </a:lnTo>
                      <a:lnTo>
                        <a:pt x="408" y="126"/>
                      </a:lnTo>
                      <a:lnTo>
                        <a:pt x="396" y="114"/>
                      </a:lnTo>
                      <a:lnTo>
                        <a:pt x="378" y="114"/>
                      </a:lnTo>
                      <a:lnTo>
                        <a:pt x="378" y="108"/>
                      </a:lnTo>
                      <a:lnTo>
                        <a:pt x="384" y="102"/>
                      </a:lnTo>
                      <a:lnTo>
                        <a:pt x="384" y="90"/>
                      </a:lnTo>
                      <a:lnTo>
                        <a:pt x="354" y="84"/>
                      </a:lnTo>
                      <a:lnTo>
                        <a:pt x="342" y="72"/>
                      </a:lnTo>
                      <a:lnTo>
                        <a:pt x="330" y="66"/>
                      </a:lnTo>
                      <a:lnTo>
                        <a:pt x="300" y="66"/>
                      </a:lnTo>
                      <a:lnTo>
                        <a:pt x="300" y="72"/>
                      </a:lnTo>
                      <a:lnTo>
                        <a:pt x="288" y="72"/>
                      </a:lnTo>
                      <a:lnTo>
                        <a:pt x="282" y="78"/>
                      </a:lnTo>
                      <a:lnTo>
                        <a:pt x="258" y="78"/>
                      </a:lnTo>
                      <a:lnTo>
                        <a:pt x="246" y="72"/>
                      </a:lnTo>
                      <a:lnTo>
                        <a:pt x="240" y="72"/>
                      </a:lnTo>
                      <a:lnTo>
                        <a:pt x="240" y="66"/>
                      </a:lnTo>
                      <a:lnTo>
                        <a:pt x="192" y="36"/>
                      </a:lnTo>
                      <a:lnTo>
                        <a:pt x="186" y="36"/>
                      </a:lnTo>
                      <a:lnTo>
                        <a:pt x="180" y="30"/>
                      </a:lnTo>
                      <a:lnTo>
                        <a:pt x="144" y="30"/>
                      </a:lnTo>
                      <a:lnTo>
                        <a:pt x="84" y="18"/>
                      </a:lnTo>
                      <a:lnTo>
                        <a:pt x="66" y="12"/>
                      </a:lnTo>
                      <a:lnTo>
                        <a:pt x="54" y="6"/>
                      </a:lnTo>
                      <a:lnTo>
                        <a:pt x="36" y="0"/>
                      </a:lnTo>
                      <a:lnTo>
                        <a:pt x="24" y="0"/>
                      </a:lnTo>
                      <a:lnTo>
                        <a:pt x="0" y="18"/>
                      </a:lnTo>
                      <a:lnTo>
                        <a:pt x="6" y="18"/>
                      </a:lnTo>
                      <a:close/>
                    </a:path>
                  </a:pathLst>
                </a:custGeom>
                <a:solidFill>
                  <a:srgbClr val="A29C97"/>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91" name="The Gambia" descr="© INSCALE GmbH, 05.05.2010&#10;http://www.presentationload.com/">
                  <a:extLst>
                    <a:ext uri="{FF2B5EF4-FFF2-40B4-BE49-F238E27FC236}">
                      <a16:creationId xmlns:a16="http://schemas.microsoft.com/office/drawing/2014/main" id="{AFA248C6-F118-462B-92F8-5483413BABDC}"/>
                    </a:ext>
                  </a:extLst>
                </p:cNvPr>
                <p:cNvSpPr>
                  <a:spLocks/>
                </p:cNvSpPr>
                <p:nvPr/>
              </p:nvSpPr>
              <p:spPr bwMode="gray">
                <a:xfrm>
                  <a:off x="5074422" y="3376404"/>
                  <a:ext cx="97155" cy="22965"/>
                </a:xfrm>
                <a:custGeom>
                  <a:avLst/>
                  <a:gdLst>
                    <a:gd name="T0" fmla="*/ 2147483647 w 216"/>
                    <a:gd name="T1" fmla="*/ 2147483647 h 54"/>
                    <a:gd name="T2" fmla="*/ 2147483647 w 216"/>
                    <a:gd name="T3" fmla="*/ 2147483647 h 54"/>
                    <a:gd name="T4" fmla="*/ 2147483647 w 216"/>
                    <a:gd name="T5" fmla="*/ 2147483647 h 54"/>
                    <a:gd name="T6" fmla="*/ 2147483647 w 216"/>
                    <a:gd name="T7" fmla="*/ 2147483647 h 54"/>
                    <a:gd name="T8" fmla="*/ 0 w 216"/>
                    <a:gd name="T9" fmla="*/ 2147483647 h 54"/>
                    <a:gd name="T10" fmla="*/ 0 w 216"/>
                    <a:gd name="T11" fmla="*/ 2147483647 h 54"/>
                    <a:gd name="T12" fmla="*/ 2147483647 w 216"/>
                    <a:gd name="T13" fmla="*/ 2147483647 h 54"/>
                    <a:gd name="T14" fmla="*/ 2147483647 w 216"/>
                    <a:gd name="T15" fmla="*/ 2147483647 h 54"/>
                    <a:gd name="T16" fmla="*/ 2147483647 w 216"/>
                    <a:gd name="T17" fmla="*/ 2147483647 h 54"/>
                    <a:gd name="T18" fmla="*/ 2147483647 w 216"/>
                    <a:gd name="T19" fmla="*/ 2147483647 h 54"/>
                    <a:gd name="T20" fmla="*/ 2147483647 w 216"/>
                    <a:gd name="T21" fmla="*/ 2147483647 h 54"/>
                    <a:gd name="T22" fmla="*/ 2147483647 w 216"/>
                    <a:gd name="T23" fmla="*/ 2147483647 h 54"/>
                    <a:gd name="T24" fmla="*/ 2147483647 w 216"/>
                    <a:gd name="T25" fmla="*/ 2147483647 h 54"/>
                    <a:gd name="T26" fmla="*/ 2147483647 w 216"/>
                    <a:gd name="T27" fmla="*/ 2147483647 h 54"/>
                    <a:gd name="T28" fmla="*/ 2147483647 w 216"/>
                    <a:gd name="T29" fmla="*/ 2147483647 h 54"/>
                    <a:gd name="T30" fmla="*/ 2147483647 w 216"/>
                    <a:gd name="T31" fmla="*/ 2147483647 h 54"/>
                    <a:gd name="T32" fmla="*/ 2147483647 w 216"/>
                    <a:gd name="T33" fmla="*/ 2147483647 h 54"/>
                    <a:gd name="T34" fmla="*/ 2147483647 w 216"/>
                    <a:gd name="T35" fmla="*/ 2147483647 h 54"/>
                    <a:gd name="T36" fmla="*/ 2147483647 w 216"/>
                    <a:gd name="T37" fmla="*/ 2147483647 h 54"/>
                    <a:gd name="T38" fmla="*/ 2147483647 w 216"/>
                    <a:gd name="T39" fmla="*/ 2147483647 h 54"/>
                    <a:gd name="T40" fmla="*/ 2147483647 w 216"/>
                    <a:gd name="T41" fmla="*/ 2147483647 h 54"/>
                    <a:gd name="T42" fmla="*/ 2147483647 w 216"/>
                    <a:gd name="T43" fmla="*/ 2147483647 h 54"/>
                    <a:gd name="T44" fmla="*/ 2147483647 w 216"/>
                    <a:gd name="T45" fmla="*/ 2147483647 h 54"/>
                    <a:gd name="T46" fmla="*/ 2147483647 w 216"/>
                    <a:gd name="T47" fmla="*/ 2147483647 h 54"/>
                    <a:gd name="T48" fmla="*/ 2147483647 w 216"/>
                    <a:gd name="T49" fmla="*/ 2147483647 h 54"/>
                    <a:gd name="T50" fmla="*/ 2147483647 w 216"/>
                    <a:gd name="T51" fmla="*/ 2147483647 h 54"/>
                    <a:gd name="T52" fmla="*/ 2147483647 w 216"/>
                    <a:gd name="T53" fmla="*/ 2147483647 h 54"/>
                    <a:gd name="T54" fmla="*/ 2147483647 w 216"/>
                    <a:gd name="T55" fmla="*/ 2147483647 h 54"/>
                    <a:gd name="T56" fmla="*/ 2147483647 w 216"/>
                    <a:gd name="T57" fmla="*/ 2147483647 h 54"/>
                    <a:gd name="T58" fmla="*/ 2147483647 w 216"/>
                    <a:gd name="T59" fmla="*/ 0 h 54"/>
                    <a:gd name="T60" fmla="*/ 2147483647 w 216"/>
                    <a:gd name="T61" fmla="*/ 0 h 54"/>
                    <a:gd name="T62" fmla="*/ 2147483647 w 216"/>
                    <a:gd name="T63" fmla="*/ 2147483647 h 54"/>
                    <a:gd name="T64" fmla="*/ 2147483647 w 216"/>
                    <a:gd name="T65" fmla="*/ 2147483647 h 54"/>
                    <a:gd name="T66" fmla="*/ 2147483647 w 216"/>
                    <a:gd name="T67" fmla="*/ 2147483647 h 5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16"/>
                    <a:gd name="T103" fmla="*/ 0 h 54"/>
                    <a:gd name="T104" fmla="*/ 216 w 216"/>
                    <a:gd name="T105" fmla="*/ 54 h 5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16" h="54">
                      <a:moveTo>
                        <a:pt x="18" y="18"/>
                      </a:moveTo>
                      <a:lnTo>
                        <a:pt x="12" y="24"/>
                      </a:lnTo>
                      <a:lnTo>
                        <a:pt x="6" y="36"/>
                      </a:lnTo>
                      <a:lnTo>
                        <a:pt x="6" y="42"/>
                      </a:lnTo>
                      <a:lnTo>
                        <a:pt x="0" y="48"/>
                      </a:lnTo>
                      <a:lnTo>
                        <a:pt x="0" y="54"/>
                      </a:lnTo>
                      <a:lnTo>
                        <a:pt x="72" y="54"/>
                      </a:lnTo>
                      <a:lnTo>
                        <a:pt x="72" y="42"/>
                      </a:lnTo>
                      <a:lnTo>
                        <a:pt x="84" y="42"/>
                      </a:lnTo>
                      <a:lnTo>
                        <a:pt x="90" y="36"/>
                      </a:lnTo>
                      <a:lnTo>
                        <a:pt x="114" y="36"/>
                      </a:lnTo>
                      <a:lnTo>
                        <a:pt x="120" y="24"/>
                      </a:lnTo>
                      <a:lnTo>
                        <a:pt x="126" y="18"/>
                      </a:lnTo>
                      <a:lnTo>
                        <a:pt x="132" y="24"/>
                      </a:lnTo>
                      <a:lnTo>
                        <a:pt x="144" y="30"/>
                      </a:lnTo>
                      <a:lnTo>
                        <a:pt x="150" y="42"/>
                      </a:lnTo>
                      <a:lnTo>
                        <a:pt x="168" y="48"/>
                      </a:lnTo>
                      <a:lnTo>
                        <a:pt x="192" y="48"/>
                      </a:lnTo>
                      <a:lnTo>
                        <a:pt x="198" y="42"/>
                      </a:lnTo>
                      <a:lnTo>
                        <a:pt x="210" y="36"/>
                      </a:lnTo>
                      <a:lnTo>
                        <a:pt x="216" y="30"/>
                      </a:lnTo>
                      <a:lnTo>
                        <a:pt x="216" y="24"/>
                      </a:lnTo>
                      <a:lnTo>
                        <a:pt x="210" y="18"/>
                      </a:lnTo>
                      <a:lnTo>
                        <a:pt x="186" y="18"/>
                      </a:lnTo>
                      <a:lnTo>
                        <a:pt x="180" y="24"/>
                      </a:lnTo>
                      <a:lnTo>
                        <a:pt x="168" y="24"/>
                      </a:lnTo>
                      <a:lnTo>
                        <a:pt x="162" y="12"/>
                      </a:lnTo>
                      <a:lnTo>
                        <a:pt x="156" y="6"/>
                      </a:lnTo>
                      <a:lnTo>
                        <a:pt x="144" y="12"/>
                      </a:lnTo>
                      <a:lnTo>
                        <a:pt x="144" y="0"/>
                      </a:lnTo>
                      <a:lnTo>
                        <a:pt x="90" y="0"/>
                      </a:lnTo>
                      <a:lnTo>
                        <a:pt x="90" y="12"/>
                      </a:lnTo>
                      <a:lnTo>
                        <a:pt x="18" y="12"/>
                      </a:lnTo>
                      <a:lnTo>
                        <a:pt x="18" y="18"/>
                      </a:lnTo>
                      <a:close/>
                    </a:path>
                  </a:pathLst>
                </a:custGeom>
                <a:solidFill>
                  <a:srgbClr val="A29C97"/>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92" name="Gabon" descr="© INSCALE GmbH, 05.05.2010&#10;http://www.presentationload.com/">
                  <a:extLst>
                    <a:ext uri="{FF2B5EF4-FFF2-40B4-BE49-F238E27FC236}">
                      <a16:creationId xmlns:a16="http://schemas.microsoft.com/office/drawing/2014/main" id="{5DFDE83C-C32D-41B4-84E6-ADD9B4097568}"/>
                    </a:ext>
                  </a:extLst>
                </p:cNvPr>
                <p:cNvSpPr>
                  <a:spLocks/>
                </p:cNvSpPr>
                <p:nvPr/>
              </p:nvSpPr>
              <p:spPr bwMode="gray">
                <a:xfrm>
                  <a:off x="5886990" y="3789756"/>
                  <a:ext cx="189012" cy="231408"/>
                </a:xfrm>
                <a:custGeom>
                  <a:avLst/>
                  <a:gdLst>
                    <a:gd name="T0" fmla="*/ 2147483647 w 420"/>
                    <a:gd name="T1" fmla="*/ 2147483647 h 510"/>
                    <a:gd name="T2" fmla="*/ 2147483647 w 420"/>
                    <a:gd name="T3" fmla="*/ 2147483647 h 510"/>
                    <a:gd name="T4" fmla="*/ 2147483647 w 420"/>
                    <a:gd name="T5" fmla="*/ 2147483647 h 510"/>
                    <a:gd name="T6" fmla="*/ 2147483647 w 420"/>
                    <a:gd name="T7" fmla="*/ 2147483647 h 510"/>
                    <a:gd name="T8" fmla="*/ 2147483647 w 420"/>
                    <a:gd name="T9" fmla="*/ 2147483647 h 510"/>
                    <a:gd name="T10" fmla="*/ 2147483647 w 420"/>
                    <a:gd name="T11" fmla="*/ 2147483647 h 510"/>
                    <a:gd name="T12" fmla="*/ 2147483647 w 420"/>
                    <a:gd name="T13" fmla="*/ 2147483647 h 510"/>
                    <a:gd name="T14" fmla="*/ 2147483647 w 420"/>
                    <a:gd name="T15" fmla="*/ 2147483647 h 510"/>
                    <a:gd name="T16" fmla="*/ 2147483647 w 420"/>
                    <a:gd name="T17" fmla="*/ 2147483647 h 510"/>
                    <a:gd name="T18" fmla="*/ 2147483647 w 420"/>
                    <a:gd name="T19" fmla="*/ 2147483647 h 510"/>
                    <a:gd name="T20" fmla="*/ 2147483647 w 420"/>
                    <a:gd name="T21" fmla="*/ 2147483647 h 510"/>
                    <a:gd name="T22" fmla="*/ 2147483647 w 420"/>
                    <a:gd name="T23" fmla="*/ 2147483647 h 510"/>
                    <a:gd name="T24" fmla="*/ 2147483647 w 420"/>
                    <a:gd name="T25" fmla="*/ 2147483647 h 510"/>
                    <a:gd name="T26" fmla="*/ 2147483647 w 420"/>
                    <a:gd name="T27" fmla="*/ 2147483647 h 510"/>
                    <a:gd name="T28" fmla="*/ 2147483647 w 420"/>
                    <a:gd name="T29" fmla="*/ 2147483647 h 510"/>
                    <a:gd name="T30" fmla="*/ 2147483647 w 420"/>
                    <a:gd name="T31" fmla="*/ 2147483647 h 510"/>
                    <a:gd name="T32" fmla="*/ 2147483647 w 420"/>
                    <a:gd name="T33" fmla="*/ 2147483647 h 510"/>
                    <a:gd name="T34" fmla="*/ 2147483647 w 420"/>
                    <a:gd name="T35" fmla="*/ 2147483647 h 510"/>
                    <a:gd name="T36" fmla="*/ 2147483647 w 420"/>
                    <a:gd name="T37" fmla="*/ 2147483647 h 510"/>
                    <a:gd name="T38" fmla="*/ 2147483647 w 420"/>
                    <a:gd name="T39" fmla="*/ 2147483647 h 510"/>
                    <a:gd name="T40" fmla="*/ 2147483647 w 420"/>
                    <a:gd name="T41" fmla="*/ 2147483647 h 510"/>
                    <a:gd name="T42" fmla="*/ 2147483647 w 420"/>
                    <a:gd name="T43" fmla="*/ 2147483647 h 510"/>
                    <a:gd name="T44" fmla="*/ 2147483647 w 420"/>
                    <a:gd name="T45" fmla="*/ 2147483647 h 510"/>
                    <a:gd name="T46" fmla="*/ 2147483647 w 420"/>
                    <a:gd name="T47" fmla="*/ 2147483647 h 510"/>
                    <a:gd name="T48" fmla="*/ 2147483647 w 420"/>
                    <a:gd name="T49" fmla="*/ 2147483647 h 510"/>
                    <a:gd name="T50" fmla="*/ 2147483647 w 420"/>
                    <a:gd name="T51" fmla="*/ 2147483647 h 510"/>
                    <a:gd name="T52" fmla="*/ 2147483647 w 420"/>
                    <a:gd name="T53" fmla="*/ 2147483647 h 510"/>
                    <a:gd name="T54" fmla="*/ 2147483647 w 420"/>
                    <a:gd name="T55" fmla="*/ 2147483647 h 510"/>
                    <a:gd name="T56" fmla="*/ 2147483647 w 420"/>
                    <a:gd name="T57" fmla="*/ 2147483647 h 510"/>
                    <a:gd name="T58" fmla="*/ 2147483647 w 420"/>
                    <a:gd name="T59" fmla="*/ 2147483647 h 510"/>
                    <a:gd name="T60" fmla="*/ 2147483647 w 420"/>
                    <a:gd name="T61" fmla="*/ 2147483647 h 510"/>
                    <a:gd name="T62" fmla="*/ 2147483647 w 420"/>
                    <a:gd name="T63" fmla="*/ 2147483647 h 510"/>
                    <a:gd name="T64" fmla="*/ 2147483647 w 420"/>
                    <a:gd name="T65" fmla="*/ 2147483647 h 510"/>
                    <a:gd name="T66" fmla="*/ 2147483647 w 420"/>
                    <a:gd name="T67" fmla="*/ 2147483647 h 510"/>
                    <a:gd name="T68" fmla="*/ 2147483647 w 420"/>
                    <a:gd name="T69" fmla="*/ 2147483647 h 510"/>
                    <a:gd name="T70" fmla="*/ 2147483647 w 420"/>
                    <a:gd name="T71" fmla="*/ 2147483647 h 510"/>
                    <a:gd name="T72" fmla="*/ 2147483647 w 420"/>
                    <a:gd name="T73" fmla="*/ 2147483647 h 510"/>
                    <a:gd name="T74" fmla="*/ 2147483647 w 420"/>
                    <a:gd name="T75" fmla="*/ 2147483647 h 510"/>
                    <a:gd name="T76" fmla="*/ 2147483647 w 420"/>
                    <a:gd name="T77" fmla="*/ 2147483647 h 510"/>
                    <a:gd name="T78" fmla="*/ 2147483647 w 420"/>
                    <a:gd name="T79" fmla="*/ 2147483647 h 510"/>
                    <a:gd name="T80" fmla="*/ 2147483647 w 420"/>
                    <a:gd name="T81" fmla="*/ 2147483647 h 510"/>
                    <a:gd name="T82" fmla="*/ 2147483647 w 420"/>
                    <a:gd name="T83" fmla="*/ 2147483647 h 510"/>
                    <a:gd name="T84" fmla="*/ 2147483647 w 420"/>
                    <a:gd name="T85" fmla="*/ 2147483647 h 510"/>
                    <a:gd name="T86" fmla="*/ 2147483647 w 420"/>
                    <a:gd name="T87" fmla="*/ 2147483647 h 510"/>
                    <a:gd name="T88" fmla="*/ 2147483647 w 420"/>
                    <a:gd name="T89" fmla="*/ 2147483647 h 510"/>
                    <a:gd name="T90" fmla="*/ 2147483647 w 420"/>
                    <a:gd name="T91" fmla="*/ 2147483647 h 510"/>
                    <a:gd name="T92" fmla="*/ 2147483647 w 420"/>
                    <a:gd name="T93" fmla="*/ 2147483647 h 510"/>
                    <a:gd name="T94" fmla="*/ 2147483647 w 420"/>
                    <a:gd name="T95" fmla="*/ 2147483647 h 510"/>
                    <a:gd name="T96" fmla="*/ 2147483647 w 420"/>
                    <a:gd name="T97" fmla="*/ 2147483647 h 510"/>
                    <a:gd name="T98" fmla="*/ 2147483647 w 420"/>
                    <a:gd name="T99" fmla="*/ 2147483647 h 510"/>
                    <a:gd name="T100" fmla="*/ 2147483647 w 420"/>
                    <a:gd name="T101" fmla="*/ 2147483647 h 510"/>
                    <a:gd name="T102" fmla="*/ 2147483647 w 420"/>
                    <a:gd name="T103" fmla="*/ 2147483647 h 510"/>
                    <a:gd name="T104" fmla="*/ 2147483647 w 420"/>
                    <a:gd name="T105" fmla="*/ 2147483647 h 510"/>
                    <a:gd name="T106" fmla="*/ 2147483647 w 420"/>
                    <a:gd name="T107" fmla="*/ 2147483647 h 510"/>
                    <a:gd name="T108" fmla="*/ 2147483647 w 420"/>
                    <a:gd name="T109" fmla="*/ 2147483647 h 510"/>
                    <a:gd name="T110" fmla="*/ 2147483647 w 420"/>
                    <a:gd name="T111" fmla="*/ 2147483647 h 510"/>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420"/>
                    <a:gd name="T169" fmla="*/ 0 h 510"/>
                    <a:gd name="T170" fmla="*/ 420 w 420"/>
                    <a:gd name="T171" fmla="*/ 510 h 510"/>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420" h="510">
                      <a:moveTo>
                        <a:pt x="420" y="240"/>
                      </a:moveTo>
                      <a:lnTo>
                        <a:pt x="414" y="234"/>
                      </a:lnTo>
                      <a:lnTo>
                        <a:pt x="396" y="234"/>
                      </a:lnTo>
                      <a:lnTo>
                        <a:pt x="390" y="216"/>
                      </a:lnTo>
                      <a:lnTo>
                        <a:pt x="372" y="210"/>
                      </a:lnTo>
                      <a:lnTo>
                        <a:pt x="372" y="174"/>
                      </a:lnTo>
                      <a:lnTo>
                        <a:pt x="384" y="150"/>
                      </a:lnTo>
                      <a:lnTo>
                        <a:pt x="396" y="150"/>
                      </a:lnTo>
                      <a:lnTo>
                        <a:pt x="402" y="144"/>
                      </a:lnTo>
                      <a:lnTo>
                        <a:pt x="408" y="132"/>
                      </a:lnTo>
                      <a:lnTo>
                        <a:pt x="414" y="126"/>
                      </a:lnTo>
                      <a:lnTo>
                        <a:pt x="414" y="114"/>
                      </a:lnTo>
                      <a:lnTo>
                        <a:pt x="402" y="108"/>
                      </a:lnTo>
                      <a:lnTo>
                        <a:pt x="402" y="90"/>
                      </a:lnTo>
                      <a:lnTo>
                        <a:pt x="396" y="84"/>
                      </a:lnTo>
                      <a:lnTo>
                        <a:pt x="396" y="78"/>
                      </a:lnTo>
                      <a:lnTo>
                        <a:pt x="384" y="78"/>
                      </a:lnTo>
                      <a:lnTo>
                        <a:pt x="378" y="72"/>
                      </a:lnTo>
                      <a:lnTo>
                        <a:pt x="360" y="72"/>
                      </a:lnTo>
                      <a:lnTo>
                        <a:pt x="360" y="90"/>
                      </a:lnTo>
                      <a:lnTo>
                        <a:pt x="354" y="96"/>
                      </a:lnTo>
                      <a:lnTo>
                        <a:pt x="330" y="96"/>
                      </a:lnTo>
                      <a:lnTo>
                        <a:pt x="324" y="90"/>
                      </a:lnTo>
                      <a:lnTo>
                        <a:pt x="318" y="54"/>
                      </a:lnTo>
                      <a:lnTo>
                        <a:pt x="336" y="24"/>
                      </a:lnTo>
                      <a:lnTo>
                        <a:pt x="336" y="6"/>
                      </a:lnTo>
                      <a:lnTo>
                        <a:pt x="288" y="12"/>
                      </a:lnTo>
                      <a:lnTo>
                        <a:pt x="282" y="12"/>
                      </a:lnTo>
                      <a:lnTo>
                        <a:pt x="270" y="6"/>
                      </a:lnTo>
                      <a:lnTo>
                        <a:pt x="264" y="6"/>
                      </a:lnTo>
                      <a:lnTo>
                        <a:pt x="252" y="18"/>
                      </a:lnTo>
                      <a:lnTo>
                        <a:pt x="222" y="18"/>
                      </a:lnTo>
                      <a:lnTo>
                        <a:pt x="210" y="0"/>
                      </a:lnTo>
                      <a:lnTo>
                        <a:pt x="192" y="18"/>
                      </a:lnTo>
                      <a:lnTo>
                        <a:pt x="186" y="54"/>
                      </a:lnTo>
                      <a:lnTo>
                        <a:pt x="192" y="60"/>
                      </a:lnTo>
                      <a:lnTo>
                        <a:pt x="192" y="90"/>
                      </a:lnTo>
                      <a:lnTo>
                        <a:pt x="186" y="108"/>
                      </a:lnTo>
                      <a:lnTo>
                        <a:pt x="186" y="114"/>
                      </a:lnTo>
                      <a:lnTo>
                        <a:pt x="84" y="114"/>
                      </a:lnTo>
                      <a:lnTo>
                        <a:pt x="84" y="108"/>
                      </a:lnTo>
                      <a:lnTo>
                        <a:pt x="72" y="108"/>
                      </a:lnTo>
                      <a:lnTo>
                        <a:pt x="60" y="120"/>
                      </a:lnTo>
                      <a:lnTo>
                        <a:pt x="60" y="126"/>
                      </a:lnTo>
                      <a:lnTo>
                        <a:pt x="66" y="132"/>
                      </a:lnTo>
                      <a:lnTo>
                        <a:pt x="66" y="144"/>
                      </a:lnTo>
                      <a:lnTo>
                        <a:pt x="72" y="150"/>
                      </a:lnTo>
                      <a:lnTo>
                        <a:pt x="72" y="162"/>
                      </a:lnTo>
                      <a:lnTo>
                        <a:pt x="48" y="162"/>
                      </a:lnTo>
                      <a:lnTo>
                        <a:pt x="48" y="210"/>
                      </a:lnTo>
                      <a:lnTo>
                        <a:pt x="42" y="228"/>
                      </a:lnTo>
                      <a:lnTo>
                        <a:pt x="36" y="240"/>
                      </a:lnTo>
                      <a:lnTo>
                        <a:pt x="30" y="246"/>
                      </a:lnTo>
                      <a:lnTo>
                        <a:pt x="18" y="252"/>
                      </a:lnTo>
                      <a:lnTo>
                        <a:pt x="0" y="252"/>
                      </a:lnTo>
                      <a:lnTo>
                        <a:pt x="30" y="306"/>
                      </a:lnTo>
                      <a:lnTo>
                        <a:pt x="42" y="294"/>
                      </a:lnTo>
                      <a:lnTo>
                        <a:pt x="54" y="312"/>
                      </a:lnTo>
                      <a:lnTo>
                        <a:pt x="48" y="318"/>
                      </a:lnTo>
                      <a:lnTo>
                        <a:pt x="48" y="330"/>
                      </a:lnTo>
                      <a:lnTo>
                        <a:pt x="42" y="336"/>
                      </a:lnTo>
                      <a:lnTo>
                        <a:pt x="42" y="342"/>
                      </a:lnTo>
                      <a:lnTo>
                        <a:pt x="48" y="348"/>
                      </a:lnTo>
                      <a:lnTo>
                        <a:pt x="66" y="348"/>
                      </a:lnTo>
                      <a:lnTo>
                        <a:pt x="72" y="390"/>
                      </a:lnTo>
                      <a:lnTo>
                        <a:pt x="102" y="396"/>
                      </a:lnTo>
                      <a:lnTo>
                        <a:pt x="96" y="408"/>
                      </a:lnTo>
                      <a:lnTo>
                        <a:pt x="144" y="462"/>
                      </a:lnTo>
                      <a:lnTo>
                        <a:pt x="138" y="468"/>
                      </a:lnTo>
                      <a:lnTo>
                        <a:pt x="174" y="510"/>
                      </a:lnTo>
                      <a:lnTo>
                        <a:pt x="180" y="492"/>
                      </a:lnTo>
                      <a:lnTo>
                        <a:pt x="204" y="480"/>
                      </a:lnTo>
                      <a:lnTo>
                        <a:pt x="222" y="498"/>
                      </a:lnTo>
                      <a:lnTo>
                        <a:pt x="228" y="492"/>
                      </a:lnTo>
                      <a:lnTo>
                        <a:pt x="228" y="456"/>
                      </a:lnTo>
                      <a:lnTo>
                        <a:pt x="210" y="444"/>
                      </a:lnTo>
                      <a:lnTo>
                        <a:pt x="228" y="432"/>
                      </a:lnTo>
                      <a:lnTo>
                        <a:pt x="198" y="414"/>
                      </a:lnTo>
                      <a:lnTo>
                        <a:pt x="210" y="414"/>
                      </a:lnTo>
                      <a:lnTo>
                        <a:pt x="210" y="402"/>
                      </a:lnTo>
                      <a:lnTo>
                        <a:pt x="204" y="396"/>
                      </a:lnTo>
                      <a:lnTo>
                        <a:pt x="204" y="378"/>
                      </a:lnTo>
                      <a:lnTo>
                        <a:pt x="210" y="378"/>
                      </a:lnTo>
                      <a:lnTo>
                        <a:pt x="216" y="384"/>
                      </a:lnTo>
                      <a:lnTo>
                        <a:pt x="228" y="384"/>
                      </a:lnTo>
                      <a:lnTo>
                        <a:pt x="240" y="390"/>
                      </a:lnTo>
                      <a:lnTo>
                        <a:pt x="258" y="390"/>
                      </a:lnTo>
                      <a:lnTo>
                        <a:pt x="264" y="384"/>
                      </a:lnTo>
                      <a:lnTo>
                        <a:pt x="270" y="372"/>
                      </a:lnTo>
                      <a:lnTo>
                        <a:pt x="282" y="366"/>
                      </a:lnTo>
                      <a:lnTo>
                        <a:pt x="264" y="348"/>
                      </a:lnTo>
                      <a:lnTo>
                        <a:pt x="264" y="342"/>
                      </a:lnTo>
                      <a:lnTo>
                        <a:pt x="294" y="342"/>
                      </a:lnTo>
                      <a:lnTo>
                        <a:pt x="312" y="384"/>
                      </a:lnTo>
                      <a:lnTo>
                        <a:pt x="342" y="384"/>
                      </a:lnTo>
                      <a:lnTo>
                        <a:pt x="348" y="378"/>
                      </a:lnTo>
                      <a:lnTo>
                        <a:pt x="354" y="366"/>
                      </a:lnTo>
                      <a:lnTo>
                        <a:pt x="360" y="360"/>
                      </a:lnTo>
                      <a:lnTo>
                        <a:pt x="366" y="360"/>
                      </a:lnTo>
                      <a:lnTo>
                        <a:pt x="366" y="390"/>
                      </a:lnTo>
                      <a:lnTo>
                        <a:pt x="372" y="396"/>
                      </a:lnTo>
                      <a:lnTo>
                        <a:pt x="384" y="396"/>
                      </a:lnTo>
                      <a:lnTo>
                        <a:pt x="390" y="390"/>
                      </a:lnTo>
                      <a:lnTo>
                        <a:pt x="396" y="378"/>
                      </a:lnTo>
                      <a:lnTo>
                        <a:pt x="396" y="354"/>
                      </a:lnTo>
                      <a:lnTo>
                        <a:pt x="408" y="348"/>
                      </a:lnTo>
                      <a:lnTo>
                        <a:pt x="414" y="342"/>
                      </a:lnTo>
                      <a:lnTo>
                        <a:pt x="408" y="318"/>
                      </a:lnTo>
                      <a:lnTo>
                        <a:pt x="414" y="306"/>
                      </a:lnTo>
                      <a:lnTo>
                        <a:pt x="414" y="258"/>
                      </a:lnTo>
                      <a:lnTo>
                        <a:pt x="420" y="252"/>
                      </a:lnTo>
                      <a:lnTo>
                        <a:pt x="420" y="240"/>
                      </a:lnTo>
                      <a:close/>
                    </a:path>
                  </a:pathLst>
                </a:custGeom>
                <a:solidFill>
                  <a:srgbClr val="A29C97"/>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93" name="France" descr="© INSCALE GmbH, 05.05.2010&#10;http://www.presentationload.com/">
                  <a:extLst>
                    <a:ext uri="{FF2B5EF4-FFF2-40B4-BE49-F238E27FC236}">
                      <a16:creationId xmlns:a16="http://schemas.microsoft.com/office/drawing/2014/main" id="{49DDB781-14B2-441C-8239-CF6E85FCF75D}"/>
                    </a:ext>
                  </a:extLst>
                </p:cNvPr>
                <p:cNvSpPr>
                  <a:spLocks noEditPoints="1"/>
                </p:cNvSpPr>
                <p:nvPr/>
              </p:nvSpPr>
              <p:spPr bwMode="gray">
                <a:xfrm>
                  <a:off x="5507200" y="2021531"/>
                  <a:ext cx="411586" cy="355059"/>
                </a:xfrm>
                <a:custGeom>
                  <a:avLst/>
                  <a:gdLst>
                    <a:gd name="T0" fmla="*/ 2147483647 w 230"/>
                    <a:gd name="T1" fmla="*/ 2147483647 h 198"/>
                    <a:gd name="T2" fmla="*/ 2147483647 w 230"/>
                    <a:gd name="T3" fmla="*/ 2147483647 h 198"/>
                    <a:gd name="T4" fmla="*/ 2147483647 w 230"/>
                    <a:gd name="T5" fmla="*/ 2147483647 h 198"/>
                    <a:gd name="T6" fmla="*/ 2147483647 w 230"/>
                    <a:gd name="T7" fmla="*/ 2147483647 h 198"/>
                    <a:gd name="T8" fmla="*/ 2147483647 w 230"/>
                    <a:gd name="T9" fmla="*/ 2147483647 h 198"/>
                    <a:gd name="T10" fmla="*/ 2147483647 w 230"/>
                    <a:gd name="T11" fmla="*/ 2147483647 h 198"/>
                    <a:gd name="T12" fmla="*/ 2147483647 w 230"/>
                    <a:gd name="T13" fmla="*/ 2147483647 h 198"/>
                    <a:gd name="T14" fmla="*/ 2147483647 w 230"/>
                    <a:gd name="T15" fmla="*/ 2147483647 h 198"/>
                    <a:gd name="T16" fmla="*/ 2147483647 w 230"/>
                    <a:gd name="T17" fmla="*/ 2147483647 h 198"/>
                    <a:gd name="T18" fmla="*/ 2147483647 w 230"/>
                    <a:gd name="T19" fmla="*/ 2147483647 h 198"/>
                    <a:gd name="T20" fmla="*/ 2147483647 w 230"/>
                    <a:gd name="T21" fmla="*/ 2147483647 h 198"/>
                    <a:gd name="T22" fmla="*/ 2147483647 w 230"/>
                    <a:gd name="T23" fmla="*/ 2147483647 h 198"/>
                    <a:gd name="T24" fmla="*/ 2147483647 w 230"/>
                    <a:gd name="T25" fmla="*/ 2147483647 h 198"/>
                    <a:gd name="T26" fmla="*/ 2147483647 w 230"/>
                    <a:gd name="T27" fmla="*/ 2147483647 h 198"/>
                    <a:gd name="T28" fmla="*/ 2147483647 w 230"/>
                    <a:gd name="T29" fmla="*/ 2147483647 h 198"/>
                    <a:gd name="T30" fmla="*/ 2147483647 w 230"/>
                    <a:gd name="T31" fmla="*/ 2147483647 h 198"/>
                    <a:gd name="T32" fmla="*/ 2147483647 w 230"/>
                    <a:gd name="T33" fmla="*/ 2147483647 h 198"/>
                    <a:gd name="T34" fmla="*/ 2147483647 w 230"/>
                    <a:gd name="T35" fmla="*/ 2147483647 h 198"/>
                    <a:gd name="T36" fmla="*/ 2147483647 w 230"/>
                    <a:gd name="T37" fmla="*/ 2147483647 h 198"/>
                    <a:gd name="T38" fmla="*/ 2147483647 w 230"/>
                    <a:gd name="T39" fmla="*/ 2147483647 h 198"/>
                    <a:gd name="T40" fmla="*/ 2147483647 w 230"/>
                    <a:gd name="T41" fmla="*/ 2147483647 h 198"/>
                    <a:gd name="T42" fmla="*/ 2147483647 w 230"/>
                    <a:gd name="T43" fmla="*/ 2147483647 h 198"/>
                    <a:gd name="T44" fmla="*/ 2147483647 w 230"/>
                    <a:gd name="T45" fmla="*/ 2147483647 h 198"/>
                    <a:gd name="T46" fmla="*/ 2147483647 w 230"/>
                    <a:gd name="T47" fmla="*/ 2147483647 h 198"/>
                    <a:gd name="T48" fmla="*/ 2147483647 w 230"/>
                    <a:gd name="T49" fmla="*/ 2147483647 h 198"/>
                    <a:gd name="T50" fmla="*/ 2147483647 w 230"/>
                    <a:gd name="T51" fmla="*/ 2147483647 h 198"/>
                    <a:gd name="T52" fmla="*/ 2147483647 w 230"/>
                    <a:gd name="T53" fmla="*/ 2147483647 h 198"/>
                    <a:gd name="T54" fmla="*/ 2147483647 w 230"/>
                    <a:gd name="T55" fmla="*/ 2147483647 h 198"/>
                    <a:gd name="T56" fmla="*/ 2147483647 w 230"/>
                    <a:gd name="T57" fmla="*/ 2147483647 h 198"/>
                    <a:gd name="T58" fmla="*/ 2147483647 w 230"/>
                    <a:gd name="T59" fmla="*/ 2147483647 h 198"/>
                    <a:gd name="T60" fmla="*/ 2147483647 w 230"/>
                    <a:gd name="T61" fmla="*/ 2147483647 h 198"/>
                    <a:gd name="T62" fmla="*/ 2147483647 w 230"/>
                    <a:gd name="T63" fmla="*/ 2147483647 h 198"/>
                    <a:gd name="T64" fmla="*/ 2147483647 w 230"/>
                    <a:gd name="T65" fmla="*/ 2147483647 h 198"/>
                    <a:gd name="T66" fmla="*/ 2147483647 w 230"/>
                    <a:gd name="T67" fmla="*/ 2147483647 h 198"/>
                    <a:gd name="T68" fmla="*/ 2147483647 w 230"/>
                    <a:gd name="T69" fmla="*/ 2147483647 h 198"/>
                    <a:gd name="T70" fmla="*/ 2147483647 w 230"/>
                    <a:gd name="T71" fmla="*/ 2147483647 h 198"/>
                    <a:gd name="T72" fmla="*/ 2147483647 w 230"/>
                    <a:gd name="T73" fmla="*/ 2147483647 h 198"/>
                    <a:gd name="T74" fmla="*/ 2147483647 w 230"/>
                    <a:gd name="T75" fmla="*/ 2147483647 h 198"/>
                    <a:gd name="T76" fmla="*/ 2147483647 w 230"/>
                    <a:gd name="T77" fmla="*/ 2147483647 h 198"/>
                    <a:gd name="T78" fmla="*/ 2147483647 w 230"/>
                    <a:gd name="T79" fmla="*/ 2147483647 h 198"/>
                    <a:gd name="T80" fmla="*/ 2147483647 w 230"/>
                    <a:gd name="T81" fmla="*/ 2147483647 h 198"/>
                    <a:gd name="T82" fmla="*/ 2147483647 w 230"/>
                    <a:gd name="T83" fmla="*/ 2147483647 h 198"/>
                    <a:gd name="T84" fmla="*/ 2147483647 w 230"/>
                    <a:gd name="T85" fmla="*/ 2147483647 h 198"/>
                    <a:gd name="T86" fmla="*/ 2147483647 w 230"/>
                    <a:gd name="T87" fmla="*/ 2147483647 h 198"/>
                    <a:gd name="T88" fmla="*/ 2147483647 w 230"/>
                    <a:gd name="T89" fmla="*/ 2147483647 h 198"/>
                    <a:gd name="T90" fmla="*/ 2147483647 w 230"/>
                    <a:gd name="T91" fmla="*/ 2147483647 h 198"/>
                    <a:gd name="T92" fmla="*/ 2147483647 w 230"/>
                    <a:gd name="T93" fmla="*/ 2147483647 h 198"/>
                    <a:gd name="T94" fmla="*/ 2147483647 w 230"/>
                    <a:gd name="T95" fmla="*/ 2147483647 h 198"/>
                    <a:gd name="T96" fmla="*/ 2147483647 w 230"/>
                    <a:gd name="T97" fmla="*/ 2147483647 h 198"/>
                    <a:gd name="T98" fmla="*/ 2147483647 w 230"/>
                    <a:gd name="T99" fmla="*/ 2147483647 h 198"/>
                    <a:gd name="T100" fmla="*/ 2147483647 w 230"/>
                    <a:gd name="T101" fmla="*/ 2147483647 h 198"/>
                    <a:gd name="T102" fmla="*/ 2147483647 w 230"/>
                    <a:gd name="T103" fmla="*/ 2147483647 h 198"/>
                    <a:gd name="T104" fmla="*/ 2147483647 w 230"/>
                    <a:gd name="T105" fmla="*/ 2147483647 h 198"/>
                    <a:gd name="T106" fmla="*/ 2147483647 w 230"/>
                    <a:gd name="T107" fmla="*/ 2147483647 h 198"/>
                    <a:gd name="T108" fmla="*/ 2147483647 w 230"/>
                    <a:gd name="T109" fmla="*/ 2147483647 h 198"/>
                    <a:gd name="T110" fmla="*/ 2147483647 w 230"/>
                    <a:gd name="T111" fmla="*/ 2147483647 h 198"/>
                    <a:gd name="T112" fmla="*/ 2147483647 w 230"/>
                    <a:gd name="T113" fmla="*/ 2147483647 h 198"/>
                    <a:gd name="T114" fmla="*/ 2147483647 w 230"/>
                    <a:gd name="T115" fmla="*/ 2147483647 h 198"/>
                    <a:gd name="T116" fmla="*/ 2147483647 w 230"/>
                    <a:gd name="T117" fmla="*/ 2147483647 h 198"/>
                    <a:gd name="T118" fmla="*/ 2147483647 w 230"/>
                    <a:gd name="T119" fmla="*/ 2147483647 h 198"/>
                    <a:gd name="T120" fmla="*/ 2147483647 w 230"/>
                    <a:gd name="T121" fmla="*/ 2147483647 h 19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30"/>
                    <a:gd name="T184" fmla="*/ 0 h 198"/>
                    <a:gd name="T185" fmla="*/ 230 w 230"/>
                    <a:gd name="T186" fmla="*/ 198 h 198"/>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30" h="198">
                      <a:moveTo>
                        <a:pt x="230" y="172"/>
                      </a:moveTo>
                      <a:lnTo>
                        <a:pt x="230" y="172"/>
                      </a:lnTo>
                      <a:lnTo>
                        <a:pt x="230" y="166"/>
                      </a:lnTo>
                      <a:lnTo>
                        <a:pt x="228" y="166"/>
                      </a:lnTo>
                      <a:lnTo>
                        <a:pt x="224" y="168"/>
                      </a:lnTo>
                      <a:lnTo>
                        <a:pt x="224" y="170"/>
                      </a:lnTo>
                      <a:lnTo>
                        <a:pt x="220" y="172"/>
                      </a:lnTo>
                      <a:lnTo>
                        <a:pt x="218" y="174"/>
                      </a:lnTo>
                      <a:lnTo>
                        <a:pt x="216" y="178"/>
                      </a:lnTo>
                      <a:lnTo>
                        <a:pt x="216" y="182"/>
                      </a:lnTo>
                      <a:lnTo>
                        <a:pt x="218" y="186"/>
                      </a:lnTo>
                      <a:lnTo>
                        <a:pt x="218" y="190"/>
                      </a:lnTo>
                      <a:lnTo>
                        <a:pt x="218" y="192"/>
                      </a:lnTo>
                      <a:lnTo>
                        <a:pt x="218" y="194"/>
                      </a:lnTo>
                      <a:lnTo>
                        <a:pt x="222" y="196"/>
                      </a:lnTo>
                      <a:lnTo>
                        <a:pt x="224" y="198"/>
                      </a:lnTo>
                      <a:lnTo>
                        <a:pt x="230" y="192"/>
                      </a:lnTo>
                      <a:lnTo>
                        <a:pt x="230" y="186"/>
                      </a:lnTo>
                      <a:lnTo>
                        <a:pt x="228" y="186"/>
                      </a:lnTo>
                      <a:lnTo>
                        <a:pt x="230" y="184"/>
                      </a:lnTo>
                      <a:lnTo>
                        <a:pt x="230" y="172"/>
                      </a:lnTo>
                      <a:close/>
                      <a:moveTo>
                        <a:pt x="198" y="40"/>
                      </a:moveTo>
                      <a:lnTo>
                        <a:pt x="198" y="40"/>
                      </a:lnTo>
                      <a:lnTo>
                        <a:pt x="196" y="40"/>
                      </a:lnTo>
                      <a:lnTo>
                        <a:pt x="192" y="40"/>
                      </a:lnTo>
                      <a:lnTo>
                        <a:pt x="190" y="40"/>
                      </a:lnTo>
                      <a:lnTo>
                        <a:pt x="184" y="40"/>
                      </a:lnTo>
                      <a:lnTo>
                        <a:pt x="184" y="34"/>
                      </a:lnTo>
                      <a:lnTo>
                        <a:pt x="182" y="34"/>
                      </a:lnTo>
                      <a:lnTo>
                        <a:pt x="182" y="32"/>
                      </a:lnTo>
                      <a:lnTo>
                        <a:pt x="178" y="30"/>
                      </a:lnTo>
                      <a:lnTo>
                        <a:pt x="174" y="34"/>
                      </a:lnTo>
                      <a:lnTo>
                        <a:pt x="172" y="32"/>
                      </a:lnTo>
                      <a:lnTo>
                        <a:pt x="166" y="32"/>
                      </a:lnTo>
                      <a:lnTo>
                        <a:pt x="164" y="28"/>
                      </a:lnTo>
                      <a:lnTo>
                        <a:pt x="162" y="28"/>
                      </a:lnTo>
                      <a:lnTo>
                        <a:pt x="158" y="28"/>
                      </a:lnTo>
                      <a:lnTo>
                        <a:pt x="156" y="28"/>
                      </a:lnTo>
                      <a:lnTo>
                        <a:pt x="156" y="22"/>
                      </a:lnTo>
                      <a:lnTo>
                        <a:pt x="152" y="24"/>
                      </a:lnTo>
                      <a:lnTo>
                        <a:pt x="146" y="24"/>
                      </a:lnTo>
                      <a:lnTo>
                        <a:pt x="146" y="18"/>
                      </a:lnTo>
                      <a:lnTo>
                        <a:pt x="144" y="16"/>
                      </a:lnTo>
                      <a:lnTo>
                        <a:pt x="142" y="14"/>
                      </a:lnTo>
                      <a:lnTo>
                        <a:pt x="136" y="14"/>
                      </a:lnTo>
                      <a:lnTo>
                        <a:pt x="132" y="12"/>
                      </a:lnTo>
                      <a:lnTo>
                        <a:pt x="126" y="10"/>
                      </a:lnTo>
                      <a:lnTo>
                        <a:pt x="126" y="6"/>
                      </a:lnTo>
                      <a:lnTo>
                        <a:pt x="126" y="0"/>
                      </a:lnTo>
                      <a:lnTo>
                        <a:pt x="118" y="0"/>
                      </a:lnTo>
                      <a:lnTo>
                        <a:pt x="114" y="2"/>
                      </a:lnTo>
                      <a:lnTo>
                        <a:pt x="112" y="2"/>
                      </a:lnTo>
                      <a:lnTo>
                        <a:pt x="110" y="4"/>
                      </a:lnTo>
                      <a:lnTo>
                        <a:pt x="104" y="4"/>
                      </a:lnTo>
                      <a:lnTo>
                        <a:pt x="104" y="6"/>
                      </a:lnTo>
                      <a:lnTo>
                        <a:pt x="104" y="8"/>
                      </a:lnTo>
                      <a:lnTo>
                        <a:pt x="104" y="12"/>
                      </a:lnTo>
                      <a:lnTo>
                        <a:pt x="106" y="14"/>
                      </a:lnTo>
                      <a:lnTo>
                        <a:pt x="106" y="20"/>
                      </a:lnTo>
                      <a:lnTo>
                        <a:pt x="104" y="22"/>
                      </a:lnTo>
                      <a:lnTo>
                        <a:pt x="98" y="24"/>
                      </a:lnTo>
                      <a:lnTo>
                        <a:pt x="92" y="24"/>
                      </a:lnTo>
                      <a:lnTo>
                        <a:pt x="82" y="32"/>
                      </a:lnTo>
                      <a:lnTo>
                        <a:pt x="86" y="34"/>
                      </a:lnTo>
                      <a:lnTo>
                        <a:pt x="84" y="34"/>
                      </a:lnTo>
                      <a:lnTo>
                        <a:pt x="82" y="34"/>
                      </a:lnTo>
                      <a:lnTo>
                        <a:pt x="76" y="38"/>
                      </a:lnTo>
                      <a:lnTo>
                        <a:pt x="68" y="38"/>
                      </a:lnTo>
                      <a:lnTo>
                        <a:pt x="66" y="36"/>
                      </a:lnTo>
                      <a:lnTo>
                        <a:pt x="60" y="30"/>
                      </a:lnTo>
                      <a:lnTo>
                        <a:pt x="58" y="30"/>
                      </a:lnTo>
                      <a:lnTo>
                        <a:pt x="56" y="28"/>
                      </a:lnTo>
                      <a:lnTo>
                        <a:pt x="52" y="28"/>
                      </a:lnTo>
                      <a:lnTo>
                        <a:pt x="52" y="30"/>
                      </a:lnTo>
                      <a:lnTo>
                        <a:pt x="52" y="34"/>
                      </a:lnTo>
                      <a:lnTo>
                        <a:pt x="54" y="34"/>
                      </a:lnTo>
                      <a:lnTo>
                        <a:pt x="56" y="38"/>
                      </a:lnTo>
                      <a:lnTo>
                        <a:pt x="58" y="40"/>
                      </a:lnTo>
                      <a:lnTo>
                        <a:pt x="58" y="46"/>
                      </a:lnTo>
                      <a:lnTo>
                        <a:pt x="56" y="48"/>
                      </a:lnTo>
                      <a:lnTo>
                        <a:pt x="54" y="48"/>
                      </a:lnTo>
                      <a:lnTo>
                        <a:pt x="48" y="48"/>
                      </a:lnTo>
                      <a:lnTo>
                        <a:pt x="38" y="48"/>
                      </a:lnTo>
                      <a:lnTo>
                        <a:pt x="38" y="54"/>
                      </a:lnTo>
                      <a:lnTo>
                        <a:pt x="36" y="52"/>
                      </a:lnTo>
                      <a:lnTo>
                        <a:pt x="34" y="48"/>
                      </a:lnTo>
                      <a:lnTo>
                        <a:pt x="32" y="48"/>
                      </a:lnTo>
                      <a:lnTo>
                        <a:pt x="30" y="46"/>
                      </a:lnTo>
                      <a:lnTo>
                        <a:pt x="26" y="46"/>
                      </a:lnTo>
                      <a:lnTo>
                        <a:pt x="24" y="48"/>
                      </a:lnTo>
                      <a:lnTo>
                        <a:pt x="22" y="48"/>
                      </a:lnTo>
                      <a:lnTo>
                        <a:pt x="20" y="48"/>
                      </a:lnTo>
                      <a:lnTo>
                        <a:pt x="16" y="48"/>
                      </a:lnTo>
                      <a:lnTo>
                        <a:pt x="12" y="50"/>
                      </a:lnTo>
                      <a:lnTo>
                        <a:pt x="8" y="50"/>
                      </a:lnTo>
                      <a:lnTo>
                        <a:pt x="6" y="52"/>
                      </a:lnTo>
                      <a:lnTo>
                        <a:pt x="4" y="54"/>
                      </a:lnTo>
                      <a:lnTo>
                        <a:pt x="6" y="56"/>
                      </a:lnTo>
                      <a:lnTo>
                        <a:pt x="8" y="56"/>
                      </a:lnTo>
                      <a:lnTo>
                        <a:pt x="10" y="58"/>
                      </a:lnTo>
                      <a:lnTo>
                        <a:pt x="10" y="60"/>
                      </a:lnTo>
                      <a:lnTo>
                        <a:pt x="6" y="60"/>
                      </a:lnTo>
                      <a:lnTo>
                        <a:pt x="2" y="60"/>
                      </a:lnTo>
                      <a:lnTo>
                        <a:pt x="0" y="60"/>
                      </a:lnTo>
                      <a:lnTo>
                        <a:pt x="0" y="62"/>
                      </a:lnTo>
                      <a:lnTo>
                        <a:pt x="6" y="66"/>
                      </a:lnTo>
                      <a:lnTo>
                        <a:pt x="12" y="66"/>
                      </a:lnTo>
                      <a:lnTo>
                        <a:pt x="12" y="64"/>
                      </a:lnTo>
                      <a:lnTo>
                        <a:pt x="26" y="72"/>
                      </a:lnTo>
                      <a:lnTo>
                        <a:pt x="32" y="72"/>
                      </a:lnTo>
                      <a:lnTo>
                        <a:pt x="38" y="76"/>
                      </a:lnTo>
                      <a:lnTo>
                        <a:pt x="48" y="76"/>
                      </a:lnTo>
                      <a:lnTo>
                        <a:pt x="40" y="80"/>
                      </a:lnTo>
                      <a:lnTo>
                        <a:pt x="42" y="84"/>
                      </a:lnTo>
                      <a:lnTo>
                        <a:pt x="44" y="86"/>
                      </a:lnTo>
                      <a:lnTo>
                        <a:pt x="46" y="92"/>
                      </a:lnTo>
                      <a:lnTo>
                        <a:pt x="52" y="96"/>
                      </a:lnTo>
                      <a:lnTo>
                        <a:pt x="58" y="96"/>
                      </a:lnTo>
                      <a:lnTo>
                        <a:pt x="58" y="106"/>
                      </a:lnTo>
                      <a:lnTo>
                        <a:pt x="62" y="114"/>
                      </a:lnTo>
                      <a:lnTo>
                        <a:pt x="66" y="124"/>
                      </a:lnTo>
                      <a:lnTo>
                        <a:pt x="58" y="114"/>
                      </a:lnTo>
                      <a:lnTo>
                        <a:pt x="58" y="118"/>
                      </a:lnTo>
                      <a:lnTo>
                        <a:pt x="56" y="120"/>
                      </a:lnTo>
                      <a:lnTo>
                        <a:pt x="56" y="132"/>
                      </a:lnTo>
                      <a:lnTo>
                        <a:pt x="54" y="134"/>
                      </a:lnTo>
                      <a:lnTo>
                        <a:pt x="52" y="144"/>
                      </a:lnTo>
                      <a:lnTo>
                        <a:pt x="52" y="146"/>
                      </a:lnTo>
                      <a:lnTo>
                        <a:pt x="50" y="150"/>
                      </a:lnTo>
                      <a:lnTo>
                        <a:pt x="50" y="152"/>
                      </a:lnTo>
                      <a:lnTo>
                        <a:pt x="48" y="152"/>
                      </a:lnTo>
                      <a:lnTo>
                        <a:pt x="48" y="154"/>
                      </a:lnTo>
                      <a:lnTo>
                        <a:pt x="46" y="156"/>
                      </a:lnTo>
                      <a:lnTo>
                        <a:pt x="44" y="158"/>
                      </a:lnTo>
                      <a:lnTo>
                        <a:pt x="46" y="160"/>
                      </a:lnTo>
                      <a:lnTo>
                        <a:pt x="46" y="158"/>
                      </a:lnTo>
                      <a:lnTo>
                        <a:pt x="48" y="158"/>
                      </a:lnTo>
                      <a:lnTo>
                        <a:pt x="52" y="160"/>
                      </a:lnTo>
                      <a:lnTo>
                        <a:pt x="52" y="162"/>
                      </a:lnTo>
                      <a:lnTo>
                        <a:pt x="50" y="164"/>
                      </a:lnTo>
                      <a:lnTo>
                        <a:pt x="60" y="164"/>
                      </a:lnTo>
                      <a:lnTo>
                        <a:pt x="64" y="168"/>
                      </a:lnTo>
                      <a:lnTo>
                        <a:pt x="66" y="166"/>
                      </a:lnTo>
                      <a:lnTo>
                        <a:pt x="68" y="166"/>
                      </a:lnTo>
                      <a:lnTo>
                        <a:pt x="72" y="170"/>
                      </a:lnTo>
                      <a:lnTo>
                        <a:pt x="78" y="170"/>
                      </a:lnTo>
                      <a:lnTo>
                        <a:pt x="78" y="172"/>
                      </a:lnTo>
                      <a:lnTo>
                        <a:pt x="84" y="172"/>
                      </a:lnTo>
                      <a:lnTo>
                        <a:pt x="84" y="168"/>
                      </a:lnTo>
                      <a:lnTo>
                        <a:pt x="86" y="166"/>
                      </a:lnTo>
                      <a:lnTo>
                        <a:pt x="90" y="166"/>
                      </a:lnTo>
                      <a:lnTo>
                        <a:pt x="92" y="168"/>
                      </a:lnTo>
                      <a:lnTo>
                        <a:pt x="92" y="170"/>
                      </a:lnTo>
                      <a:lnTo>
                        <a:pt x="96" y="170"/>
                      </a:lnTo>
                      <a:lnTo>
                        <a:pt x="96" y="172"/>
                      </a:lnTo>
                      <a:lnTo>
                        <a:pt x="104" y="172"/>
                      </a:lnTo>
                      <a:lnTo>
                        <a:pt x="104" y="174"/>
                      </a:lnTo>
                      <a:lnTo>
                        <a:pt x="104" y="176"/>
                      </a:lnTo>
                      <a:lnTo>
                        <a:pt x="112" y="176"/>
                      </a:lnTo>
                      <a:lnTo>
                        <a:pt x="112" y="178"/>
                      </a:lnTo>
                      <a:lnTo>
                        <a:pt x="118" y="178"/>
                      </a:lnTo>
                      <a:lnTo>
                        <a:pt x="118" y="176"/>
                      </a:lnTo>
                      <a:lnTo>
                        <a:pt x="118" y="174"/>
                      </a:lnTo>
                      <a:lnTo>
                        <a:pt x="122" y="174"/>
                      </a:lnTo>
                      <a:lnTo>
                        <a:pt x="122" y="170"/>
                      </a:lnTo>
                      <a:lnTo>
                        <a:pt x="126" y="164"/>
                      </a:lnTo>
                      <a:lnTo>
                        <a:pt x="130" y="160"/>
                      </a:lnTo>
                      <a:lnTo>
                        <a:pt x="132" y="158"/>
                      </a:lnTo>
                      <a:lnTo>
                        <a:pt x="134" y="156"/>
                      </a:lnTo>
                      <a:lnTo>
                        <a:pt x="138" y="154"/>
                      </a:lnTo>
                      <a:lnTo>
                        <a:pt x="140" y="152"/>
                      </a:lnTo>
                      <a:lnTo>
                        <a:pt x="144" y="152"/>
                      </a:lnTo>
                      <a:lnTo>
                        <a:pt x="146" y="154"/>
                      </a:lnTo>
                      <a:lnTo>
                        <a:pt x="150" y="154"/>
                      </a:lnTo>
                      <a:lnTo>
                        <a:pt x="152" y="156"/>
                      </a:lnTo>
                      <a:lnTo>
                        <a:pt x="162" y="156"/>
                      </a:lnTo>
                      <a:lnTo>
                        <a:pt x="166" y="160"/>
                      </a:lnTo>
                      <a:lnTo>
                        <a:pt x="166" y="162"/>
                      </a:lnTo>
                      <a:lnTo>
                        <a:pt x="170" y="162"/>
                      </a:lnTo>
                      <a:lnTo>
                        <a:pt x="172" y="164"/>
                      </a:lnTo>
                      <a:lnTo>
                        <a:pt x="178" y="164"/>
                      </a:lnTo>
                      <a:lnTo>
                        <a:pt x="182" y="162"/>
                      </a:lnTo>
                      <a:lnTo>
                        <a:pt x="184" y="160"/>
                      </a:lnTo>
                      <a:lnTo>
                        <a:pt x="186" y="154"/>
                      </a:lnTo>
                      <a:lnTo>
                        <a:pt x="192" y="150"/>
                      </a:lnTo>
                      <a:lnTo>
                        <a:pt x="196" y="150"/>
                      </a:lnTo>
                      <a:lnTo>
                        <a:pt x="196" y="148"/>
                      </a:lnTo>
                      <a:lnTo>
                        <a:pt x="200" y="144"/>
                      </a:lnTo>
                      <a:lnTo>
                        <a:pt x="200" y="142"/>
                      </a:lnTo>
                      <a:lnTo>
                        <a:pt x="198" y="140"/>
                      </a:lnTo>
                      <a:lnTo>
                        <a:pt x="192" y="140"/>
                      </a:lnTo>
                      <a:lnTo>
                        <a:pt x="188" y="138"/>
                      </a:lnTo>
                      <a:lnTo>
                        <a:pt x="186" y="136"/>
                      </a:lnTo>
                      <a:lnTo>
                        <a:pt x="186" y="134"/>
                      </a:lnTo>
                      <a:lnTo>
                        <a:pt x="188" y="132"/>
                      </a:lnTo>
                      <a:lnTo>
                        <a:pt x="190" y="130"/>
                      </a:lnTo>
                      <a:lnTo>
                        <a:pt x="190" y="126"/>
                      </a:lnTo>
                      <a:lnTo>
                        <a:pt x="188" y="126"/>
                      </a:lnTo>
                      <a:lnTo>
                        <a:pt x="184" y="126"/>
                      </a:lnTo>
                      <a:lnTo>
                        <a:pt x="182" y="120"/>
                      </a:lnTo>
                      <a:lnTo>
                        <a:pt x="188" y="120"/>
                      </a:lnTo>
                      <a:lnTo>
                        <a:pt x="192" y="116"/>
                      </a:lnTo>
                      <a:lnTo>
                        <a:pt x="192" y="114"/>
                      </a:lnTo>
                      <a:lnTo>
                        <a:pt x="186" y="108"/>
                      </a:lnTo>
                      <a:lnTo>
                        <a:pt x="188" y="106"/>
                      </a:lnTo>
                      <a:lnTo>
                        <a:pt x="190" y="106"/>
                      </a:lnTo>
                      <a:lnTo>
                        <a:pt x="190" y="104"/>
                      </a:lnTo>
                      <a:lnTo>
                        <a:pt x="186" y="100"/>
                      </a:lnTo>
                      <a:lnTo>
                        <a:pt x="188" y="94"/>
                      </a:lnTo>
                      <a:lnTo>
                        <a:pt x="186" y="94"/>
                      </a:lnTo>
                      <a:lnTo>
                        <a:pt x="182" y="94"/>
                      </a:lnTo>
                      <a:lnTo>
                        <a:pt x="176" y="100"/>
                      </a:lnTo>
                      <a:lnTo>
                        <a:pt x="174" y="100"/>
                      </a:lnTo>
                      <a:lnTo>
                        <a:pt x="174" y="98"/>
                      </a:lnTo>
                      <a:lnTo>
                        <a:pt x="176" y="96"/>
                      </a:lnTo>
                      <a:lnTo>
                        <a:pt x="174" y="94"/>
                      </a:lnTo>
                      <a:lnTo>
                        <a:pt x="178" y="92"/>
                      </a:lnTo>
                      <a:lnTo>
                        <a:pt x="178" y="88"/>
                      </a:lnTo>
                      <a:lnTo>
                        <a:pt x="182" y="86"/>
                      </a:lnTo>
                      <a:lnTo>
                        <a:pt x="182" y="82"/>
                      </a:lnTo>
                      <a:lnTo>
                        <a:pt x="186" y="82"/>
                      </a:lnTo>
                      <a:lnTo>
                        <a:pt x="188" y="80"/>
                      </a:lnTo>
                      <a:lnTo>
                        <a:pt x="190" y="78"/>
                      </a:lnTo>
                      <a:lnTo>
                        <a:pt x="192" y="76"/>
                      </a:lnTo>
                      <a:lnTo>
                        <a:pt x="192" y="74"/>
                      </a:lnTo>
                      <a:lnTo>
                        <a:pt x="198" y="76"/>
                      </a:lnTo>
                      <a:lnTo>
                        <a:pt x="198" y="72"/>
                      </a:lnTo>
                      <a:lnTo>
                        <a:pt x="198" y="60"/>
                      </a:lnTo>
                      <a:lnTo>
                        <a:pt x="200" y="58"/>
                      </a:lnTo>
                      <a:lnTo>
                        <a:pt x="202" y="56"/>
                      </a:lnTo>
                      <a:lnTo>
                        <a:pt x="204" y="54"/>
                      </a:lnTo>
                      <a:lnTo>
                        <a:pt x="204" y="50"/>
                      </a:lnTo>
                      <a:lnTo>
                        <a:pt x="208" y="46"/>
                      </a:lnTo>
                      <a:lnTo>
                        <a:pt x="210" y="42"/>
                      </a:lnTo>
                      <a:lnTo>
                        <a:pt x="204" y="40"/>
                      </a:lnTo>
                      <a:lnTo>
                        <a:pt x="198" y="40"/>
                      </a:lnTo>
                      <a:close/>
                    </a:path>
                  </a:pathLst>
                </a:custGeom>
                <a:solidFill>
                  <a:srgbClr val="D40D8D"/>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94" name="Finland" descr="© INSCALE GmbH, 05.05.2010&#10;http://www.presentationload.com/">
                  <a:extLst>
                    <a:ext uri="{FF2B5EF4-FFF2-40B4-BE49-F238E27FC236}">
                      <a16:creationId xmlns:a16="http://schemas.microsoft.com/office/drawing/2014/main" id="{9946A032-B77D-4D22-9E93-89D5437ADA4A}"/>
                    </a:ext>
                  </a:extLst>
                </p:cNvPr>
                <p:cNvSpPr>
                  <a:spLocks/>
                </p:cNvSpPr>
                <p:nvPr/>
              </p:nvSpPr>
              <p:spPr bwMode="gray">
                <a:xfrm>
                  <a:off x="6181984" y="1399740"/>
                  <a:ext cx="284400" cy="323263"/>
                </a:xfrm>
                <a:custGeom>
                  <a:avLst/>
                  <a:gdLst>
                    <a:gd name="T0" fmla="*/ 2147483647 w 630"/>
                    <a:gd name="T1" fmla="*/ 2147483647 h 714"/>
                    <a:gd name="T2" fmla="*/ 2147483647 w 630"/>
                    <a:gd name="T3" fmla="*/ 2147483647 h 714"/>
                    <a:gd name="T4" fmla="*/ 2147483647 w 630"/>
                    <a:gd name="T5" fmla="*/ 2147483647 h 714"/>
                    <a:gd name="T6" fmla="*/ 2147483647 w 630"/>
                    <a:gd name="T7" fmla="*/ 2147483647 h 714"/>
                    <a:gd name="T8" fmla="*/ 2147483647 w 630"/>
                    <a:gd name="T9" fmla="*/ 2147483647 h 714"/>
                    <a:gd name="T10" fmla="*/ 2147483647 w 630"/>
                    <a:gd name="T11" fmla="*/ 2147483647 h 714"/>
                    <a:gd name="T12" fmla="*/ 2147483647 w 630"/>
                    <a:gd name="T13" fmla="*/ 2147483647 h 714"/>
                    <a:gd name="T14" fmla="*/ 2147483647 w 630"/>
                    <a:gd name="T15" fmla="*/ 2147483647 h 714"/>
                    <a:gd name="T16" fmla="*/ 2147483647 w 630"/>
                    <a:gd name="T17" fmla="*/ 2147483647 h 714"/>
                    <a:gd name="T18" fmla="*/ 2147483647 w 630"/>
                    <a:gd name="T19" fmla="*/ 2147483647 h 714"/>
                    <a:gd name="T20" fmla="*/ 2147483647 w 630"/>
                    <a:gd name="T21" fmla="*/ 2147483647 h 714"/>
                    <a:gd name="T22" fmla="*/ 2147483647 w 630"/>
                    <a:gd name="T23" fmla="*/ 2147483647 h 714"/>
                    <a:gd name="T24" fmla="*/ 2147483647 w 630"/>
                    <a:gd name="T25" fmla="*/ 2147483647 h 714"/>
                    <a:gd name="T26" fmla="*/ 2147483647 w 630"/>
                    <a:gd name="T27" fmla="*/ 2147483647 h 714"/>
                    <a:gd name="T28" fmla="*/ 2147483647 w 630"/>
                    <a:gd name="T29" fmla="*/ 2147483647 h 714"/>
                    <a:gd name="T30" fmla="*/ 2147483647 w 630"/>
                    <a:gd name="T31" fmla="*/ 2147483647 h 714"/>
                    <a:gd name="T32" fmla="*/ 2147483647 w 630"/>
                    <a:gd name="T33" fmla="*/ 2147483647 h 714"/>
                    <a:gd name="T34" fmla="*/ 2147483647 w 630"/>
                    <a:gd name="T35" fmla="*/ 2147483647 h 714"/>
                    <a:gd name="T36" fmla="*/ 2147483647 w 630"/>
                    <a:gd name="T37" fmla="*/ 2147483647 h 714"/>
                    <a:gd name="T38" fmla="*/ 2147483647 w 630"/>
                    <a:gd name="T39" fmla="*/ 2147483647 h 714"/>
                    <a:gd name="T40" fmla="*/ 2147483647 w 630"/>
                    <a:gd name="T41" fmla="*/ 2147483647 h 714"/>
                    <a:gd name="T42" fmla="*/ 2147483647 w 630"/>
                    <a:gd name="T43" fmla="*/ 2147483647 h 714"/>
                    <a:gd name="T44" fmla="*/ 2147483647 w 630"/>
                    <a:gd name="T45" fmla="*/ 2147483647 h 714"/>
                    <a:gd name="T46" fmla="*/ 2147483647 w 630"/>
                    <a:gd name="T47" fmla="*/ 2147483647 h 714"/>
                    <a:gd name="T48" fmla="*/ 2147483647 w 630"/>
                    <a:gd name="T49" fmla="*/ 2147483647 h 714"/>
                    <a:gd name="T50" fmla="*/ 2147483647 w 630"/>
                    <a:gd name="T51" fmla="*/ 2147483647 h 714"/>
                    <a:gd name="T52" fmla="*/ 2147483647 w 630"/>
                    <a:gd name="T53" fmla="*/ 2147483647 h 714"/>
                    <a:gd name="T54" fmla="*/ 2147483647 w 630"/>
                    <a:gd name="T55" fmla="*/ 2147483647 h 714"/>
                    <a:gd name="T56" fmla="*/ 2147483647 w 630"/>
                    <a:gd name="T57" fmla="*/ 2147483647 h 714"/>
                    <a:gd name="T58" fmla="*/ 2147483647 w 630"/>
                    <a:gd name="T59" fmla="*/ 2147483647 h 714"/>
                    <a:gd name="T60" fmla="*/ 2147483647 w 630"/>
                    <a:gd name="T61" fmla="*/ 2147483647 h 714"/>
                    <a:gd name="T62" fmla="*/ 2147483647 w 630"/>
                    <a:gd name="T63" fmla="*/ 2147483647 h 714"/>
                    <a:gd name="T64" fmla="*/ 2147483647 w 630"/>
                    <a:gd name="T65" fmla="*/ 2147483647 h 714"/>
                    <a:gd name="T66" fmla="*/ 2147483647 w 630"/>
                    <a:gd name="T67" fmla="*/ 2147483647 h 714"/>
                    <a:gd name="T68" fmla="*/ 2147483647 w 630"/>
                    <a:gd name="T69" fmla="*/ 2147483647 h 714"/>
                    <a:gd name="T70" fmla="*/ 2147483647 w 630"/>
                    <a:gd name="T71" fmla="*/ 2147483647 h 714"/>
                    <a:gd name="T72" fmla="*/ 2147483647 w 630"/>
                    <a:gd name="T73" fmla="*/ 2147483647 h 714"/>
                    <a:gd name="T74" fmla="*/ 2147483647 w 630"/>
                    <a:gd name="T75" fmla="*/ 2147483647 h 714"/>
                    <a:gd name="T76" fmla="*/ 2147483647 w 630"/>
                    <a:gd name="T77" fmla="*/ 2147483647 h 714"/>
                    <a:gd name="T78" fmla="*/ 2147483647 w 630"/>
                    <a:gd name="T79" fmla="*/ 2147483647 h 714"/>
                    <a:gd name="T80" fmla="*/ 2147483647 w 630"/>
                    <a:gd name="T81" fmla="*/ 2147483647 h 714"/>
                    <a:gd name="T82" fmla="*/ 2147483647 w 630"/>
                    <a:gd name="T83" fmla="*/ 2147483647 h 714"/>
                    <a:gd name="T84" fmla="*/ 2147483647 w 630"/>
                    <a:gd name="T85" fmla="*/ 2147483647 h 714"/>
                    <a:gd name="T86" fmla="*/ 2147483647 w 630"/>
                    <a:gd name="T87" fmla="*/ 2147483647 h 714"/>
                    <a:gd name="T88" fmla="*/ 2147483647 w 630"/>
                    <a:gd name="T89" fmla="*/ 2147483647 h 714"/>
                    <a:gd name="T90" fmla="*/ 2147483647 w 630"/>
                    <a:gd name="T91" fmla="*/ 2147483647 h 714"/>
                    <a:gd name="T92" fmla="*/ 2147483647 w 630"/>
                    <a:gd name="T93" fmla="*/ 2147483647 h 714"/>
                    <a:gd name="T94" fmla="*/ 2147483647 w 630"/>
                    <a:gd name="T95" fmla="*/ 2147483647 h 714"/>
                    <a:gd name="T96" fmla="*/ 2147483647 w 630"/>
                    <a:gd name="T97" fmla="*/ 2147483647 h 714"/>
                    <a:gd name="T98" fmla="*/ 2147483647 w 630"/>
                    <a:gd name="T99" fmla="*/ 2147483647 h 714"/>
                    <a:gd name="T100" fmla="*/ 2147483647 w 630"/>
                    <a:gd name="T101" fmla="*/ 2147483647 h 714"/>
                    <a:gd name="T102" fmla="*/ 2147483647 w 630"/>
                    <a:gd name="T103" fmla="*/ 2147483647 h 714"/>
                    <a:gd name="T104" fmla="*/ 2147483647 w 630"/>
                    <a:gd name="T105" fmla="*/ 2147483647 h 714"/>
                    <a:gd name="T106" fmla="*/ 2147483647 w 630"/>
                    <a:gd name="T107" fmla="*/ 0 h 714"/>
                    <a:gd name="T108" fmla="*/ 2147483647 w 630"/>
                    <a:gd name="T109" fmla="*/ 2147483647 h 714"/>
                    <a:gd name="T110" fmla="*/ 2147483647 w 630"/>
                    <a:gd name="T111" fmla="*/ 2147483647 h 714"/>
                    <a:gd name="T112" fmla="*/ 2147483647 w 630"/>
                    <a:gd name="T113" fmla="*/ 2147483647 h 714"/>
                    <a:gd name="T114" fmla="*/ 2147483647 w 630"/>
                    <a:gd name="T115" fmla="*/ 2147483647 h 714"/>
                    <a:gd name="T116" fmla="*/ 2147483647 w 630"/>
                    <a:gd name="T117" fmla="*/ 2147483647 h 714"/>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630"/>
                    <a:gd name="T178" fmla="*/ 0 h 714"/>
                    <a:gd name="T179" fmla="*/ 630 w 630"/>
                    <a:gd name="T180" fmla="*/ 714 h 714"/>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630" h="714">
                      <a:moveTo>
                        <a:pt x="162" y="84"/>
                      </a:moveTo>
                      <a:lnTo>
                        <a:pt x="156" y="90"/>
                      </a:lnTo>
                      <a:lnTo>
                        <a:pt x="144" y="96"/>
                      </a:lnTo>
                      <a:lnTo>
                        <a:pt x="132" y="96"/>
                      </a:lnTo>
                      <a:lnTo>
                        <a:pt x="126" y="90"/>
                      </a:lnTo>
                      <a:lnTo>
                        <a:pt x="108" y="90"/>
                      </a:lnTo>
                      <a:lnTo>
                        <a:pt x="96" y="84"/>
                      </a:lnTo>
                      <a:lnTo>
                        <a:pt x="84" y="84"/>
                      </a:lnTo>
                      <a:lnTo>
                        <a:pt x="72" y="72"/>
                      </a:lnTo>
                      <a:lnTo>
                        <a:pt x="60" y="66"/>
                      </a:lnTo>
                      <a:lnTo>
                        <a:pt x="54" y="54"/>
                      </a:lnTo>
                      <a:lnTo>
                        <a:pt x="48" y="48"/>
                      </a:lnTo>
                      <a:lnTo>
                        <a:pt x="30" y="48"/>
                      </a:lnTo>
                      <a:lnTo>
                        <a:pt x="24" y="54"/>
                      </a:lnTo>
                      <a:lnTo>
                        <a:pt x="24" y="66"/>
                      </a:lnTo>
                      <a:lnTo>
                        <a:pt x="6" y="60"/>
                      </a:lnTo>
                      <a:lnTo>
                        <a:pt x="0" y="66"/>
                      </a:lnTo>
                      <a:lnTo>
                        <a:pt x="6" y="72"/>
                      </a:lnTo>
                      <a:lnTo>
                        <a:pt x="18" y="78"/>
                      </a:lnTo>
                      <a:lnTo>
                        <a:pt x="24" y="84"/>
                      </a:lnTo>
                      <a:lnTo>
                        <a:pt x="36" y="90"/>
                      </a:lnTo>
                      <a:lnTo>
                        <a:pt x="48" y="90"/>
                      </a:lnTo>
                      <a:lnTo>
                        <a:pt x="54" y="96"/>
                      </a:lnTo>
                      <a:lnTo>
                        <a:pt x="60" y="96"/>
                      </a:lnTo>
                      <a:lnTo>
                        <a:pt x="72" y="108"/>
                      </a:lnTo>
                      <a:lnTo>
                        <a:pt x="108" y="108"/>
                      </a:lnTo>
                      <a:lnTo>
                        <a:pt x="138" y="126"/>
                      </a:lnTo>
                      <a:lnTo>
                        <a:pt x="150" y="126"/>
                      </a:lnTo>
                      <a:lnTo>
                        <a:pt x="156" y="132"/>
                      </a:lnTo>
                      <a:lnTo>
                        <a:pt x="162" y="132"/>
                      </a:lnTo>
                      <a:lnTo>
                        <a:pt x="162" y="156"/>
                      </a:lnTo>
                      <a:lnTo>
                        <a:pt x="156" y="162"/>
                      </a:lnTo>
                      <a:lnTo>
                        <a:pt x="156" y="168"/>
                      </a:lnTo>
                      <a:lnTo>
                        <a:pt x="168" y="174"/>
                      </a:lnTo>
                      <a:lnTo>
                        <a:pt x="162" y="198"/>
                      </a:lnTo>
                      <a:lnTo>
                        <a:pt x="186" y="210"/>
                      </a:lnTo>
                      <a:lnTo>
                        <a:pt x="180" y="222"/>
                      </a:lnTo>
                      <a:lnTo>
                        <a:pt x="174" y="228"/>
                      </a:lnTo>
                      <a:lnTo>
                        <a:pt x="168" y="240"/>
                      </a:lnTo>
                      <a:lnTo>
                        <a:pt x="168" y="246"/>
                      </a:lnTo>
                      <a:lnTo>
                        <a:pt x="180" y="258"/>
                      </a:lnTo>
                      <a:lnTo>
                        <a:pt x="192" y="264"/>
                      </a:lnTo>
                      <a:lnTo>
                        <a:pt x="198" y="270"/>
                      </a:lnTo>
                      <a:lnTo>
                        <a:pt x="210" y="306"/>
                      </a:lnTo>
                      <a:lnTo>
                        <a:pt x="222" y="294"/>
                      </a:lnTo>
                      <a:lnTo>
                        <a:pt x="228" y="294"/>
                      </a:lnTo>
                      <a:lnTo>
                        <a:pt x="234" y="300"/>
                      </a:lnTo>
                      <a:lnTo>
                        <a:pt x="246" y="300"/>
                      </a:lnTo>
                      <a:lnTo>
                        <a:pt x="270" y="324"/>
                      </a:lnTo>
                      <a:lnTo>
                        <a:pt x="270" y="336"/>
                      </a:lnTo>
                      <a:lnTo>
                        <a:pt x="276" y="348"/>
                      </a:lnTo>
                      <a:lnTo>
                        <a:pt x="276" y="354"/>
                      </a:lnTo>
                      <a:lnTo>
                        <a:pt x="264" y="348"/>
                      </a:lnTo>
                      <a:lnTo>
                        <a:pt x="246" y="348"/>
                      </a:lnTo>
                      <a:lnTo>
                        <a:pt x="240" y="354"/>
                      </a:lnTo>
                      <a:lnTo>
                        <a:pt x="234" y="366"/>
                      </a:lnTo>
                      <a:lnTo>
                        <a:pt x="228" y="372"/>
                      </a:lnTo>
                      <a:lnTo>
                        <a:pt x="222" y="384"/>
                      </a:lnTo>
                      <a:lnTo>
                        <a:pt x="216" y="390"/>
                      </a:lnTo>
                      <a:lnTo>
                        <a:pt x="180" y="420"/>
                      </a:lnTo>
                      <a:lnTo>
                        <a:pt x="144" y="432"/>
                      </a:lnTo>
                      <a:lnTo>
                        <a:pt x="138" y="438"/>
                      </a:lnTo>
                      <a:lnTo>
                        <a:pt x="126" y="444"/>
                      </a:lnTo>
                      <a:lnTo>
                        <a:pt x="120" y="456"/>
                      </a:lnTo>
                      <a:lnTo>
                        <a:pt x="120" y="462"/>
                      </a:lnTo>
                      <a:lnTo>
                        <a:pt x="108" y="474"/>
                      </a:lnTo>
                      <a:lnTo>
                        <a:pt x="90" y="474"/>
                      </a:lnTo>
                      <a:lnTo>
                        <a:pt x="66" y="504"/>
                      </a:lnTo>
                      <a:lnTo>
                        <a:pt x="66" y="534"/>
                      </a:lnTo>
                      <a:lnTo>
                        <a:pt x="72" y="540"/>
                      </a:lnTo>
                      <a:lnTo>
                        <a:pt x="72" y="570"/>
                      </a:lnTo>
                      <a:lnTo>
                        <a:pt x="96" y="588"/>
                      </a:lnTo>
                      <a:lnTo>
                        <a:pt x="96" y="594"/>
                      </a:lnTo>
                      <a:lnTo>
                        <a:pt x="90" y="600"/>
                      </a:lnTo>
                      <a:lnTo>
                        <a:pt x="90" y="612"/>
                      </a:lnTo>
                      <a:lnTo>
                        <a:pt x="84" y="630"/>
                      </a:lnTo>
                      <a:lnTo>
                        <a:pt x="84" y="648"/>
                      </a:lnTo>
                      <a:lnTo>
                        <a:pt x="90" y="654"/>
                      </a:lnTo>
                      <a:lnTo>
                        <a:pt x="96" y="666"/>
                      </a:lnTo>
                      <a:lnTo>
                        <a:pt x="108" y="678"/>
                      </a:lnTo>
                      <a:lnTo>
                        <a:pt x="132" y="690"/>
                      </a:lnTo>
                      <a:lnTo>
                        <a:pt x="174" y="690"/>
                      </a:lnTo>
                      <a:lnTo>
                        <a:pt x="174" y="696"/>
                      </a:lnTo>
                      <a:lnTo>
                        <a:pt x="168" y="702"/>
                      </a:lnTo>
                      <a:lnTo>
                        <a:pt x="168" y="708"/>
                      </a:lnTo>
                      <a:lnTo>
                        <a:pt x="174" y="714"/>
                      </a:lnTo>
                      <a:lnTo>
                        <a:pt x="240" y="714"/>
                      </a:lnTo>
                      <a:lnTo>
                        <a:pt x="252" y="708"/>
                      </a:lnTo>
                      <a:lnTo>
                        <a:pt x="270" y="708"/>
                      </a:lnTo>
                      <a:lnTo>
                        <a:pt x="300" y="696"/>
                      </a:lnTo>
                      <a:lnTo>
                        <a:pt x="336" y="696"/>
                      </a:lnTo>
                      <a:lnTo>
                        <a:pt x="384" y="672"/>
                      </a:lnTo>
                      <a:lnTo>
                        <a:pt x="462" y="672"/>
                      </a:lnTo>
                      <a:lnTo>
                        <a:pt x="456" y="660"/>
                      </a:lnTo>
                      <a:lnTo>
                        <a:pt x="516" y="630"/>
                      </a:lnTo>
                      <a:lnTo>
                        <a:pt x="576" y="570"/>
                      </a:lnTo>
                      <a:lnTo>
                        <a:pt x="582" y="570"/>
                      </a:lnTo>
                      <a:lnTo>
                        <a:pt x="618" y="534"/>
                      </a:lnTo>
                      <a:lnTo>
                        <a:pt x="624" y="522"/>
                      </a:lnTo>
                      <a:lnTo>
                        <a:pt x="630" y="516"/>
                      </a:lnTo>
                      <a:lnTo>
                        <a:pt x="630" y="504"/>
                      </a:lnTo>
                      <a:lnTo>
                        <a:pt x="624" y="492"/>
                      </a:lnTo>
                      <a:lnTo>
                        <a:pt x="618" y="486"/>
                      </a:lnTo>
                      <a:lnTo>
                        <a:pt x="612" y="474"/>
                      </a:lnTo>
                      <a:lnTo>
                        <a:pt x="540" y="438"/>
                      </a:lnTo>
                      <a:lnTo>
                        <a:pt x="546" y="438"/>
                      </a:lnTo>
                      <a:lnTo>
                        <a:pt x="570" y="414"/>
                      </a:lnTo>
                      <a:lnTo>
                        <a:pt x="570" y="408"/>
                      </a:lnTo>
                      <a:lnTo>
                        <a:pt x="564" y="402"/>
                      </a:lnTo>
                      <a:lnTo>
                        <a:pt x="552" y="396"/>
                      </a:lnTo>
                      <a:lnTo>
                        <a:pt x="528" y="390"/>
                      </a:lnTo>
                      <a:lnTo>
                        <a:pt x="534" y="378"/>
                      </a:lnTo>
                      <a:lnTo>
                        <a:pt x="540" y="372"/>
                      </a:lnTo>
                      <a:lnTo>
                        <a:pt x="540" y="366"/>
                      </a:lnTo>
                      <a:lnTo>
                        <a:pt x="534" y="360"/>
                      </a:lnTo>
                      <a:lnTo>
                        <a:pt x="528" y="360"/>
                      </a:lnTo>
                      <a:lnTo>
                        <a:pt x="522" y="354"/>
                      </a:lnTo>
                      <a:lnTo>
                        <a:pt x="510" y="354"/>
                      </a:lnTo>
                      <a:lnTo>
                        <a:pt x="510" y="342"/>
                      </a:lnTo>
                      <a:lnTo>
                        <a:pt x="498" y="330"/>
                      </a:lnTo>
                      <a:lnTo>
                        <a:pt x="504" y="300"/>
                      </a:lnTo>
                      <a:lnTo>
                        <a:pt x="510" y="300"/>
                      </a:lnTo>
                      <a:lnTo>
                        <a:pt x="522" y="306"/>
                      </a:lnTo>
                      <a:lnTo>
                        <a:pt x="534" y="306"/>
                      </a:lnTo>
                      <a:lnTo>
                        <a:pt x="540" y="300"/>
                      </a:lnTo>
                      <a:lnTo>
                        <a:pt x="540" y="294"/>
                      </a:lnTo>
                      <a:lnTo>
                        <a:pt x="534" y="288"/>
                      </a:lnTo>
                      <a:lnTo>
                        <a:pt x="522" y="282"/>
                      </a:lnTo>
                      <a:lnTo>
                        <a:pt x="498" y="258"/>
                      </a:lnTo>
                      <a:lnTo>
                        <a:pt x="486" y="252"/>
                      </a:lnTo>
                      <a:lnTo>
                        <a:pt x="480" y="240"/>
                      </a:lnTo>
                      <a:lnTo>
                        <a:pt x="468" y="234"/>
                      </a:lnTo>
                      <a:lnTo>
                        <a:pt x="450" y="216"/>
                      </a:lnTo>
                      <a:lnTo>
                        <a:pt x="456" y="210"/>
                      </a:lnTo>
                      <a:lnTo>
                        <a:pt x="468" y="204"/>
                      </a:lnTo>
                      <a:lnTo>
                        <a:pt x="474" y="204"/>
                      </a:lnTo>
                      <a:lnTo>
                        <a:pt x="474" y="192"/>
                      </a:lnTo>
                      <a:lnTo>
                        <a:pt x="480" y="192"/>
                      </a:lnTo>
                      <a:lnTo>
                        <a:pt x="492" y="186"/>
                      </a:lnTo>
                      <a:lnTo>
                        <a:pt x="498" y="186"/>
                      </a:lnTo>
                      <a:lnTo>
                        <a:pt x="498" y="174"/>
                      </a:lnTo>
                      <a:lnTo>
                        <a:pt x="450" y="126"/>
                      </a:lnTo>
                      <a:lnTo>
                        <a:pt x="432" y="126"/>
                      </a:lnTo>
                      <a:lnTo>
                        <a:pt x="426" y="132"/>
                      </a:lnTo>
                      <a:lnTo>
                        <a:pt x="420" y="132"/>
                      </a:lnTo>
                      <a:lnTo>
                        <a:pt x="414" y="126"/>
                      </a:lnTo>
                      <a:lnTo>
                        <a:pt x="414" y="120"/>
                      </a:lnTo>
                      <a:lnTo>
                        <a:pt x="408" y="108"/>
                      </a:lnTo>
                      <a:lnTo>
                        <a:pt x="408" y="96"/>
                      </a:lnTo>
                      <a:lnTo>
                        <a:pt x="426" y="96"/>
                      </a:lnTo>
                      <a:lnTo>
                        <a:pt x="426" y="90"/>
                      </a:lnTo>
                      <a:lnTo>
                        <a:pt x="414" y="78"/>
                      </a:lnTo>
                      <a:lnTo>
                        <a:pt x="420" y="54"/>
                      </a:lnTo>
                      <a:lnTo>
                        <a:pt x="426" y="54"/>
                      </a:lnTo>
                      <a:lnTo>
                        <a:pt x="426" y="60"/>
                      </a:lnTo>
                      <a:lnTo>
                        <a:pt x="432" y="60"/>
                      </a:lnTo>
                      <a:lnTo>
                        <a:pt x="432" y="42"/>
                      </a:lnTo>
                      <a:lnTo>
                        <a:pt x="426" y="30"/>
                      </a:lnTo>
                      <a:lnTo>
                        <a:pt x="414" y="18"/>
                      </a:lnTo>
                      <a:lnTo>
                        <a:pt x="408" y="18"/>
                      </a:lnTo>
                      <a:lnTo>
                        <a:pt x="372" y="12"/>
                      </a:lnTo>
                      <a:lnTo>
                        <a:pt x="372" y="0"/>
                      </a:lnTo>
                      <a:lnTo>
                        <a:pt x="336" y="0"/>
                      </a:lnTo>
                      <a:lnTo>
                        <a:pt x="324" y="6"/>
                      </a:lnTo>
                      <a:lnTo>
                        <a:pt x="294" y="6"/>
                      </a:lnTo>
                      <a:lnTo>
                        <a:pt x="282" y="12"/>
                      </a:lnTo>
                      <a:lnTo>
                        <a:pt x="276" y="12"/>
                      </a:lnTo>
                      <a:lnTo>
                        <a:pt x="264" y="18"/>
                      </a:lnTo>
                      <a:lnTo>
                        <a:pt x="264" y="30"/>
                      </a:lnTo>
                      <a:lnTo>
                        <a:pt x="258" y="36"/>
                      </a:lnTo>
                      <a:lnTo>
                        <a:pt x="258" y="72"/>
                      </a:lnTo>
                      <a:lnTo>
                        <a:pt x="234" y="72"/>
                      </a:lnTo>
                      <a:lnTo>
                        <a:pt x="234" y="78"/>
                      </a:lnTo>
                      <a:lnTo>
                        <a:pt x="228" y="84"/>
                      </a:lnTo>
                      <a:lnTo>
                        <a:pt x="228" y="96"/>
                      </a:lnTo>
                      <a:lnTo>
                        <a:pt x="210" y="96"/>
                      </a:lnTo>
                      <a:lnTo>
                        <a:pt x="204" y="90"/>
                      </a:lnTo>
                      <a:lnTo>
                        <a:pt x="192" y="84"/>
                      </a:lnTo>
                      <a:lnTo>
                        <a:pt x="162" y="84"/>
                      </a:lnTo>
                      <a:close/>
                    </a:path>
                  </a:pathLst>
                </a:custGeom>
                <a:solidFill>
                  <a:srgbClr val="D40D8D"/>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95" name="Ethiopia" descr="© INSCALE GmbH, 05.05.2010&#10;http://www.presentationload.com/">
                  <a:extLst>
                    <a:ext uri="{FF2B5EF4-FFF2-40B4-BE49-F238E27FC236}">
                      <a16:creationId xmlns:a16="http://schemas.microsoft.com/office/drawing/2014/main" id="{6B306F17-E067-47FE-A7BD-F1F21F6CD208}"/>
                    </a:ext>
                  </a:extLst>
                </p:cNvPr>
                <p:cNvSpPr>
                  <a:spLocks/>
                </p:cNvSpPr>
                <p:nvPr/>
              </p:nvSpPr>
              <p:spPr bwMode="gray">
                <a:xfrm>
                  <a:off x="6669527" y="3335777"/>
                  <a:ext cx="476942" cy="416885"/>
                </a:xfrm>
                <a:custGeom>
                  <a:avLst/>
                  <a:gdLst>
                    <a:gd name="T0" fmla="*/ 2147483647 w 1056"/>
                    <a:gd name="T1" fmla="*/ 2147483647 h 924"/>
                    <a:gd name="T2" fmla="*/ 2147483647 w 1056"/>
                    <a:gd name="T3" fmla="*/ 2147483647 h 924"/>
                    <a:gd name="T4" fmla="*/ 2147483647 w 1056"/>
                    <a:gd name="T5" fmla="*/ 2147483647 h 924"/>
                    <a:gd name="T6" fmla="*/ 2147483647 w 1056"/>
                    <a:gd name="T7" fmla="*/ 2147483647 h 924"/>
                    <a:gd name="T8" fmla="*/ 2147483647 w 1056"/>
                    <a:gd name="T9" fmla="*/ 2147483647 h 924"/>
                    <a:gd name="T10" fmla="*/ 2147483647 w 1056"/>
                    <a:gd name="T11" fmla="*/ 2147483647 h 924"/>
                    <a:gd name="T12" fmla="*/ 2147483647 w 1056"/>
                    <a:gd name="T13" fmla="*/ 2147483647 h 924"/>
                    <a:gd name="T14" fmla="*/ 2147483647 w 1056"/>
                    <a:gd name="T15" fmla="*/ 2147483647 h 924"/>
                    <a:gd name="T16" fmla="*/ 2147483647 w 1056"/>
                    <a:gd name="T17" fmla="*/ 2147483647 h 924"/>
                    <a:gd name="T18" fmla="*/ 2147483647 w 1056"/>
                    <a:gd name="T19" fmla="*/ 2147483647 h 924"/>
                    <a:gd name="T20" fmla="*/ 2147483647 w 1056"/>
                    <a:gd name="T21" fmla="*/ 2147483647 h 924"/>
                    <a:gd name="T22" fmla="*/ 2147483647 w 1056"/>
                    <a:gd name="T23" fmla="*/ 2147483647 h 924"/>
                    <a:gd name="T24" fmla="*/ 2147483647 w 1056"/>
                    <a:gd name="T25" fmla="*/ 2147483647 h 924"/>
                    <a:gd name="T26" fmla="*/ 2147483647 w 1056"/>
                    <a:gd name="T27" fmla="*/ 2147483647 h 924"/>
                    <a:gd name="T28" fmla="*/ 2147483647 w 1056"/>
                    <a:gd name="T29" fmla="*/ 2147483647 h 924"/>
                    <a:gd name="T30" fmla="*/ 2147483647 w 1056"/>
                    <a:gd name="T31" fmla="*/ 2147483647 h 924"/>
                    <a:gd name="T32" fmla="*/ 2147483647 w 1056"/>
                    <a:gd name="T33" fmla="*/ 2147483647 h 924"/>
                    <a:gd name="T34" fmla="*/ 2147483647 w 1056"/>
                    <a:gd name="T35" fmla="*/ 2147483647 h 924"/>
                    <a:gd name="T36" fmla="*/ 2147483647 w 1056"/>
                    <a:gd name="T37" fmla="*/ 2147483647 h 924"/>
                    <a:gd name="T38" fmla="*/ 2147483647 w 1056"/>
                    <a:gd name="T39" fmla="*/ 2147483647 h 924"/>
                    <a:gd name="T40" fmla="*/ 2147483647 w 1056"/>
                    <a:gd name="T41" fmla="*/ 2147483647 h 924"/>
                    <a:gd name="T42" fmla="*/ 2147483647 w 1056"/>
                    <a:gd name="T43" fmla="*/ 2147483647 h 924"/>
                    <a:gd name="T44" fmla="*/ 2147483647 w 1056"/>
                    <a:gd name="T45" fmla="*/ 2147483647 h 924"/>
                    <a:gd name="T46" fmla="*/ 2147483647 w 1056"/>
                    <a:gd name="T47" fmla="*/ 2147483647 h 924"/>
                    <a:gd name="T48" fmla="*/ 2147483647 w 1056"/>
                    <a:gd name="T49" fmla="*/ 2147483647 h 924"/>
                    <a:gd name="T50" fmla="*/ 2147483647 w 1056"/>
                    <a:gd name="T51" fmla="*/ 2147483647 h 924"/>
                    <a:gd name="T52" fmla="*/ 2147483647 w 1056"/>
                    <a:gd name="T53" fmla="*/ 2147483647 h 924"/>
                    <a:gd name="T54" fmla="*/ 2147483647 w 1056"/>
                    <a:gd name="T55" fmla="*/ 2147483647 h 924"/>
                    <a:gd name="T56" fmla="*/ 2147483647 w 1056"/>
                    <a:gd name="T57" fmla="*/ 2147483647 h 924"/>
                    <a:gd name="T58" fmla="*/ 2147483647 w 1056"/>
                    <a:gd name="T59" fmla="*/ 2147483647 h 924"/>
                    <a:gd name="T60" fmla="*/ 2147483647 w 1056"/>
                    <a:gd name="T61" fmla="*/ 2147483647 h 924"/>
                    <a:gd name="T62" fmla="*/ 2147483647 w 1056"/>
                    <a:gd name="T63" fmla="*/ 2147483647 h 924"/>
                    <a:gd name="T64" fmla="*/ 2147483647 w 1056"/>
                    <a:gd name="T65" fmla="*/ 2147483647 h 924"/>
                    <a:gd name="T66" fmla="*/ 2147483647 w 1056"/>
                    <a:gd name="T67" fmla="*/ 2147483647 h 924"/>
                    <a:gd name="T68" fmla="*/ 2147483647 w 1056"/>
                    <a:gd name="T69" fmla="*/ 2147483647 h 924"/>
                    <a:gd name="T70" fmla="*/ 2147483647 w 1056"/>
                    <a:gd name="T71" fmla="*/ 2147483647 h 924"/>
                    <a:gd name="T72" fmla="*/ 2147483647 w 1056"/>
                    <a:gd name="T73" fmla="*/ 0 h 924"/>
                    <a:gd name="T74" fmla="*/ 2147483647 w 1056"/>
                    <a:gd name="T75" fmla="*/ 2147483647 h 924"/>
                    <a:gd name="T76" fmla="*/ 2147483647 w 1056"/>
                    <a:gd name="T77" fmla="*/ 2147483647 h 924"/>
                    <a:gd name="T78" fmla="*/ 2147483647 w 1056"/>
                    <a:gd name="T79" fmla="*/ 2147483647 h 924"/>
                    <a:gd name="T80" fmla="*/ 2147483647 w 1056"/>
                    <a:gd name="T81" fmla="*/ 2147483647 h 924"/>
                    <a:gd name="T82" fmla="*/ 2147483647 w 1056"/>
                    <a:gd name="T83" fmla="*/ 2147483647 h 924"/>
                    <a:gd name="T84" fmla="*/ 2147483647 w 1056"/>
                    <a:gd name="T85" fmla="*/ 2147483647 h 924"/>
                    <a:gd name="T86" fmla="*/ 2147483647 w 1056"/>
                    <a:gd name="T87" fmla="*/ 2147483647 h 924"/>
                    <a:gd name="T88" fmla="*/ 2147483647 w 1056"/>
                    <a:gd name="T89" fmla="*/ 2147483647 h 924"/>
                    <a:gd name="T90" fmla="*/ 2147483647 w 1056"/>
                    <a:gd name="T91" fmla="*/ 2147483647 h 924"/>
                    <a:gd name="T92" fmla="*/ 2147483647 w 1056"/>
                    <a:gd name="T93" fmla="*/ 2147483647 h 924"/>
                    <a:gd name="T94" fmla="*/ 2147483647 w 1056"/>
                    <a:gd name="T95" fmla="*/ 2147483647 h 924"/>
                    <a:gd name="T96" fmla="*/ 2147483647 w 1056"/>
                    <a:gd name="T97" fmla="*/ 2147483647 h 924"/>
                    <a:gd name="T98" fmla="*/ 2147483647 w 1056"/>
                    <a:gd name="T99" fmla="*/ 2147483647 h 924"/>
                    <a:gd name="T100" fmla="*/ 2147483647 w 1056"/>
                    <a:gd name="T101" fmla="*/ 2147483647 h 924"/>
                    <a:gd name="T102" fmla="*/ 2147483647 w 1056"/>
                    <a:gd name="T103" fmla="*/ 2147483647 h 924"/>
                    <a:gd name="T104" fmla="*/ 2147483647 w 1056"/>
                    <a:gd name="T105" fmla="*/ 2147483647 h 924"/>
                    <a:gd name="T106" fmla="*/ 2147483647 w 1056"/>
                    <a:gd name="T107" fmla="*/ 2147483647 h 924"/>
                    <a:gd name="T108" fmla="*/ 2147483647 w 1056"/>
                    <a:gd name="T109" fmla="*/ 2147483647 h 924"/>
                    <a:gd name="T110" fmla="*/ 2147483647 w 1056"/>
                    <a:gd name="T111" fmla="*/ 2147483647 h 924"/>
                    <a:gd name="T112" fmla="*/ 2147483647 w 1056"/>
                    <a:gd name="T113" fmla="*/ 2147483647 h 924"/>
                    <a:gd name="T114" fmla="*/ 2147483647 w 1056"/>
                    <a:gd name="T115" fmla="*/ 2147483647 h 924"/>
                    <a:gd name="T116" fmla="*/ 2147483647 w 1056"/>
                    <a:gd name="T117" fmla="*/ 2147483647 h 924"/>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056"/>
                    <a:gd name="T178" fmla="*/ 0 h 924"/>
                    <a:gd name="T179" fmla="*/ 1056 w 1056"/>
                    <a:gd name="T180" fmla="*/ 924 h 924"/>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056" h="924">
                      <a:moveTo>
                        <a:pt x="84" y="642"/>
                      </a:moveTo>
                      <a:lnTo>
                        <a:pt x="108" y="642"/>
                      </a:lnTo>
                      <a:lnTo>
                        <a:pt x="114" y="666"/>
                      </a:lnTo>
                      <a:lnTo>
                        <a:pt x="126" y="666"/>
                      </a:lnTo>
                      <a:lnTo>
                        <a:pt x="126" y="702"/>
                      </a:lnTo>
                      <a:lnTo>
                        <a:pt x="138" y="708"/>
                      </a:lnTo>
                      <a:lnTo>
                        <a:pt x="138" y="726"/>
                      </a:lnTo>
                      <a:lnTo>
                        <a:pt x="156" y="762"/>
                      </a:lnTo>
                      <a:lnTo>
                        <a:pt x="168" y="768"/>
                      </a:lnTo>
                      <a:lnTo>
                        <a:pt x="186" y="768"/>
                      </a:lnTo>
                      <a:lnTo>
                        <a:pt x="192" y="774"/>
                      </a:lnTo>
                      <a:lnTo>
                        <a:pt x="198" y="786"/>
                      </a:lnTo>
                      <a:lnTo>
                        <a:pt x="198" y="804"/>
                      </a:lnTo>
                      <a:lnTo>
                        <a:pt x="210" y="840"/>
                      </a:lnTo>
                      <a:lnTo>
                        <a:pt x="282" y="846"/>
                      </a:lnTo>
                      <a:lnTo>
                        <a:pt x="360" y="906"/>
                      </a:lnTo>
                      <a:lnTo>
                        <a:pt x="390" y="906"/>
                      </a:lnTo>
                      <a:lnTo>
                        <a:pt x="402" y="912"/>
                      </a:lnTo>
                      <a:lnTo>
                        <a:pt x="432" y="912"/>
                      </a:lnTo>
                      <a:lnTo>
                        <a:pt x="444" y="918"/>
                      </a:lnTo>
                      <a:lnTo>
                        <a:pt x="450" y="918"/>
                      </a:lnTo>
                      <a:lnTo>
                        <a:pt x="462" y="924"/>
                      </a:lnTo>
                      <a:lnTo>
                        <a:pt x="486" y="906"/>
                      </a:lnTo>
                      <a:lnTo>
                        <a:pt x="486" y="894"/>
                      </a:lnTo>
                      <a:lnTo>
                        <a:pt x="498" y="882"/>
                      </a:lnTo>
                      <a:lnTo>
                        <a:pt x="510" y="882"/>
                      </a:lnTo>
                      <a:lnTo>
                        <a:pt x="522" y="876"/>
                      </a:lnTo>
                      <a:lnTo>
                        <a:pt x="528" y="870"/>
                      </a:lnTo>
                      <a:lnTo>
                        <a:pt x="534" y="870"/>
                      </a:lnTo>
                      <a:lnTo>
                        <a:pt x="552" y="852"/>
                      </a:lnTo>
                      <a:lnTo>
                        <a:pt x="576" y="882"/>
                      </a:lnTo>
                      <a:lnTo>
                        <a:pt x="606" y="882"/>
                      </a:lnTo>
                      <a:lnTo>
                        <a:pt x="612" y="876"/>
                      </a:lnTo>
                      <a:lnTo>
                        <a:pt x="636" y="882"/>
                      </a:lnTo>
                      <a:lnTo>
                        <a:pt x="636" y="876"/>
                      </a:lnTo>
                      <a:lnTo>
                        <a:pt x="648" y="864"/>
                      </a:lnTo>
                      <a:lnTo>
                        <a:pt x="660" y="864"/>
                      </a:lnTo>
                      <a:lnTo>
                        <a:pt x="672" y="858"/>
                      </a:lnTo>
                      <a:lnTo>
                        <a:pt x="696" y="858"/>
                      </a:lnTo>
                      <a:lnTo>
                        <a:pt x="714" y="840"/>
                      </a:lnTo>
                      <a:lnTo>
                        <a:pt x="714" y="828"/>
                      </a:lnTo>
                      <a:lnTo>
                        <a:pt x="726" y="822"/>
                      </a:lnTo>
                      <a:lnTo>
                        <a:pt x="732" y="816"/>
                      </a:lnTo>
                      <a:lnTo>
                        <a:pt x="744" y="810"/>
                      </a:lnTo>
                      <a:lnTo>
                        <a:pt x="756" y="810"/>
                      </a:lnTo>
                      <a:lnTo>
                        <a:pt x="762" y="804"/>
                      </a:lnTo>
                      <a:lnTo>
                        <a:pt x="846" y="804"/>
                      </a:lnTo>
                      <a:lnTo>
                        <a:pt x="1056" y="558"/>
                      </a:lnTo>
                      <a:lnTo>
                        <a:pt x="984" y="564"/>
                      </a:lnTo>
                      <a:lnTo>
                        <a:pt x="948" y="546"/>
                      </a:lnTo>
                      <a:lnTo>
                        <a:pt x="936" y="534"/>
                      </a:lnTo>
                      <a:lnTo>
                        <a:pt x="918" y="528"/>
                      </a:lnTo>
                      <a:lnTo>
                        <a:pt x="906" y="522"/>
                      </a:lnTo>
                      <a:lnTo>
                        <a:pt x="882" y="516"/>
                      </a:lnTo>
                      <a:lnTo>
                        <a:pt x="810" y="492"/>
                      </a:lnTo>
                      <a:lnTo>
                        <a:pt x="774" y="474"/>
                      </a:lnTo>
                      <a:lnTo>
                        <a:pt x="768" y="462"/>
                      </a:lnTo>
                      <a:lnTo>
                        <a:pt x="762" y="456"/>
                      </a:lnTo>
                      <a:lnTo>
                        <a:pt x="756" y="444"/>
                      </a:lnTo>
                      <a:lnTo>
                        <a:pt x="732" y="444"/>
                      </a:lnTo>
                      <a:lnTo>
                        <a:pt x="732" y="438"/>
                      </a:lnTo>
                      <a:lnTo>
                        <a:pt x="726" y="432"/>
                      </a:lnTo>
                      <a:lnTo>
                        <a:pt x="714" y="408"/>
                      </a:lnTo>
                      <a:lnTo>
                        <a:pt x="708" y="402"/>
                      </a:lnTo>
                      <a:lnTo>
                        <a:pt x="702" y="390"/>
                      </a:lnTo>
                      <a:lnTo>
                        <a:pt x="696" y="384"/>
                      </a:lnTo>
                      <a:lnTo>
                        <a:pt x="690" y="372"/>
                      </a:lnTo>
                      <a:lnTo>
                        <a:pt x="690" y="360"/>
                      </a:lnTo>
                      <a:lnTo>
                        <a:pt x="678" y="348"/>
                      </a:lnTo>
                      <a:lnTo>
                        <a:pt x="696" y="318"/>
                      </a:lnTo>
                      <a:lnTo>
                        <a:pt x="690" y="312"/>
                      </a:lnTo>
                      <a:lnTo>
                        <a:pt x="678" y="306"/>
                      </a:lnTo>
                      <a:lnTo>
                        <a:pt x="666" y="306"/>
                      </a:lnTo>
                      <a:lnTo>
                        <a:pt x="660" y="312"/>
                      </a:lnTo>
                      <a:lnTo>
                        <a:pt x="654" y="312"/>
                      </a:lnTo>
                      <a:lnTo>
                        <a:pt x="648" y="318"/>
                      </a:lnTo>
                      <a:lnTo>
                        <a:pt x="624" y="318"/>
                      </a:lnTo>
                      <a:lnTo>
                        <a:pt x="612" y="306"/>
                      </a:lnTo>
                      <a:lnTo>
                        <a:pt x="612" y="294"/>
                      </a:lnTo>
                      <a:lnTo>
                        <a:pt x="606" y="276"/>
                      </a:lnTo>
                      <a:lnTo>
                        <a:pt x="606" y="264"/>
                      </a:lnTo>
                      <a:lnTo>
                        <a:pt x="624" y="246"/>
                      </a:lnTo>
                      <a:lnTo>
                        <a:pt x="654" y="192"/>
                      </a:lnTo>
                      <a:lnTo>
                        <a:pt x="642" y="174"/>
                      </a:lnTo>
                      <a:lnTo>
                        <a:pt x="630" y="174"/>
                      </a:lnTo>
                      <a:lnTo>
                        <a:pt x="618" y="168"/>
                      </a:lnTo>
                      <a:lnTo>
                        <a:pt x="612" y="162"/>
                      </a:lnTo>
                      <a:lnTo>
                        <a:pt x="612" y="138"/>
                      </a:lnTo>
                      <a:lnTo>
                        <a:pt x="600" y="126"/>
                      </a:lnTo>
                      <a:lnTo>
                        <a:pt x="576" y="114"/>
                      </a:lnTo>
                      <a:lnTo>
                        <a:pt x="570" y="108"/>
                      </a:lnTo>
                      <a:lnTo>
                        <a:pt x="546" y="72"/>
                      </a:lnTo>
                      <a:lnTo>
                        <a:pt x="534" y="66"/>
                      </a:lnTo>
                      <a:lnTo>
                        <a:pt x="528" y="60"/>
                      </a:lnTo>
                      <a:lnTo>
                        <a:pt x="516" y="60"/>
                      </a:lnTo>
                      <a:lnTo>
                        <a:pt x="498" y="36"/>
                      </a:lnTo>
                      <a:lnTo>
                        <a:pt x="468" y="36"/>
                      </a:lnTo>
                      <a:lnTo>
                        <a:pt x="462" y="30"/>
                      </a:lnTo>
                      <a:lnTo>
                        <a:pt x="444" y="30"/>
                      </a:lnTo>
                      <a:lnTo>
                        <a:pt x="432" y="36"/>
                      </a:lnTo>
                      <a:lnTo>
                        <a:pt x="420" y="36"/>
                      </a:lnTo>
                      <a:lnTo>
                        <a:pt x="420" y="24"/>
                      </a:lnTo>
                      <a:lnTo>
                        <a:pt x="414" y="18"/>
                      </a:lnTo>
                      <a:lnTo>
                        <a:pt x="408" y="24"/>
                      </a:lnTo>
                      <a:lnTo>
                        <a:pt x="402" y="36"/>
                      </a:lnTo>
                      <a:lnTo>
                        <a:pt x="372" y="36"/>
                      </a:lnTo>
                      <a:lnTo>
                        <a:pt x="366" y="24"/>
                      </a:lnTo>
                      <a:lnTo>
                        <a:pt x="360" y="18"/>
                      </a:lnTo>
                      <a:lnTo>
                        <a:pt x="354" y="18"/>
                      </a:lnTo>
                      <a:lnTo>
                        <a:pt x="342" y="6"/>
                      </a:lnTo>
                      <a:lnTo>
                        <a:pt x="330" y="0"/>
                      </a:lnTo>
                      <a:lnTo>
                        <a:pt x="330" y="12"/>
                      </a:lnTo>
                      <a:lnTo>
                        <a:pt x="324" y="24"/>
                      </a:lnTo>
                      <a:lnTo>
                        <a:pt x="318" y="42"/>
                      </a:lnTo>
                      <a:lnTo>
                        <a:pt x="318" y="54"/>
                      </a:lnTo>
                      <a:lnTo>
                        <a:pt x="306" y="66"/>
                      </a:lnTo>
                      <a:lnTo>
                        <a:pt x="288" y="48"/>
                      </a:lnTo>
                      <a:lnTo>
                        <a:pt x="288" y="42"/>
                      </a:lnTo>
                      <a:lnTo>
                        <a:pt x="282" y="36"/>
                      </a:lnTo>
                      <a:lnTo>
                        <a:pt x="276" y="36"/>
                      </a:lnTo>
                      <a:lnTo>
                        <a:pt x="276" y="42"/>
                      </a:lnTo>
                      <a:lnTo>
                        <a:pt x="270" y="48"/>
                      </a:lnTo>
                      <a:lnTo>
                        <a:pt x="234" y="48"/>
                      </a:lnTo>
                      <a:lnTo>
                        <a:pt x="234" y="90"/>
                      </a:lnTo>
                      <a:lnTo>
                        <a:pt x="228" y="96"/>
                      </a:lnTo>
                      <a:lnTo>
                        <a:pt x="222" y="108"/>
                      </a:lnTo>
                      <a:lnTo>
                        <a:pt x="216" y="114"/>
                      </a:lnTo>
                      <a:lnTo>
                        <a:pt x="210" y="126"/>
                      </a:lnTo>
                      <a:lnTo>
                        <a:pt x="210" y="174"/>
                      </a:lnTo>
                      <a:lnTo>
                        <a:pt x="180" y="174"/>
                      </a:lnTo>
                      <a:lnTo>
                        <a:pt x="174" y="180"/>
                      </a:lnTo>
                      <a:lnTo>
                        <a:pt x="168" y="192"/>
                      </a:lnTo>
                      <a:lnTo>
                        <a:pt x="162" y="198"/>
                      </a:lnTo>
                      <a:lnTo>
                        <a:pt x="162" y="234"/>
                      </a:lnTo>
                      <a:lnTo>
                        <a:pt x="156" y="240"/>
                      </a:lnTo>
                      <a:lnTo>
                        <a:pt x="144" y="240"/>
                      </a:lnTo>
                      <a:lnTo>
                        <a:pt x="138" y="246"/>
                      </a:lnTo>
                      <a:lnTo>
                        <a:pt x="138" y="270"/>
                      </a:lnTo>
                      <a:lnTo>
                        <a:pt x="126" y="288"/>
                      </a:lnTo>
                      <a:lnTo>
                        <a:pt x="126" y="294"/>
                      </a:lnTo>
                      <a:lnTo>
                        <a:pt x="132" y="300"/>
                      </a:lnTo>
                      <a:lnTo>
                        <a:pt x="132" y="336"/>
                      </a:lnTo>
                      <a:lnTo>
                        <a:pt x="126" y="342"/>
                      </a:lnTo>
                      <a:lnTo>
                        <a:pt x="114" y="342"/>
                      </a:lnTo>
                      <a:lnTo>
                        <a:pt x="108" y="336"/>
                      </a:lnTo>
                      <a:lnTo>
                        <a:pt x="108" y="324"/>
                      </a:lnTo>
                      <a:lnTo>
                        <a:pt x="102" y="324"/>
                      </a:lnTo>
                      <a:lnTo>
                        <a:pt x="84" y="342"/>
                      </a:lnTo>
                      <a:lnTo>
                        <a:pt x="84" y="360"/>
                      </a:lnTo>
                      <a:lnTo>
                        <a:pt x="90" y="372"/>
                      </a:lnTo>
                      <a:lnTo>
                        <a:pt x="90" y="390"/>
                      </a:lnTo>
                      <a:lnTo>
                        <a:pt x="84" y="396"/>
                      </a:lnTo>
                      <a:lnTo>
                        <a:pt x="72" y="402"/>
                      </a:lnTo>
                      <a:lnTo>
                        <a:pt x="66" y="414"/>
                      </a:lnTo>
                      <a:lnTo>
                        <a:pt x="66" y="426"/>
                      </a:lnTo>
                      <a:lnTo>
                        <a:pt x="72" y="438"/>
                      </a:lnTo>
                      <a:lnTo>
                        <a:pt x="72" y="450"/>
                      </a:lnTo>
                      <a:lnTo>
                        <a:pt x="78" y="456"/>
                      </a:lnTo>
                      <a:lnTo>
                        <a:pt x="78" y="492"/>
                      </a:lnTo>
                      <a:lnTo>
                        <a:pt x="72" y="504"/>
                      </a:lnTo>
                      <a:lnTo>
                        <a:pt x="72" y="516"/>
                      </a:lnTo>
                      <a:lnTo>
                        <a:pt x="66" y="522"/>
                      </a:lnTo>
                      <a:lnTo>
                        <a:pt x="54" y="522"/>
                      </a:lnTo>
                      <a:lnTo>
                        <a:pt x="48" y="528"/>
                      </a:lnTo>
                      <a:lnTo>
                        <a:pt x="42" y="522"/>
                      </a:lnTo>
                      <a:lnTo>
                        <a:pt x="6" y="522"/>
                      </a:lnTo>
                      <a:lnTo>
                        <a:pt x="12" y="546"/>
                      </a:lnTo>
                      <a:lnTo>
                        <a:pt x="6" y="552"/>
                      </a:lnTo>
                      <a:lnTo>
                        <a:pt x="0" y="564"/>
                      </a:lnTo>
                      <a:lnTo>
                        <a:pt x="0" y="576"/>
                      </a:lnTo>
                      <a:lnTo>
                        <a:pt x="6" y="576"/>
                      </a:lnTo>
                      <a:lnTo>
                        <a:pt x="18" y="582"/>
                      </a:lnTo>
                      <a:lnTo>
                        <a:pt x="42" y="582"/>
                      </a:lnTo>
                      <a:lnTo>
                        <a:pt x="48" y="588"/>
                      </a:lnTo>
                      <a:lnTo>
                        <a:pt x="60" y="594"/>
                      </a:lnTo>
                      <a:lnTo>
                        <a:pt x="66" y="606"/>
                      </a:lnTo>
                      <a:lnTo>
                        <a:pt x="78" y="612"/>
                      </a:lnTo>
                      <a:lnTo>
                        <a:pt x="78" y="630"/>
                      </a:lnTo>
                      <a:lnTo>
                        <a:pt x="84" y="642"/>
                      </a:lnTo>
                      <a:close/>
                    </a:path>
                  </a:pathLst>
                </a:custGeom>
                <a:solidFill>
                  <a:srgbClr val="9C968E"/>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96" name="Estonia" descr="© INSCALE GmbH, 05.05.2010&#10;http://www.presentationload.com/">
                  <a:extLst>
                    <a:ext uri="{FF2B5EF4-FFF2-40B4-BE49-F238E27FC236}">
                      <a16:creationId xmlns:a16="http://schemas.microsoft.com/office/drawing/2014/main" id="{60306589-8D83-4754-83A3-1F88999D09B9}"/>
                    </a:ext>
                  </a:extLst>
                </p:cNvPr>
                <p:cNvSpPr>
                  <a:spLocks noEditPoints="1"/>
                </p:cNvSpPr>
                <p:nvPr/>
              </p:nvSpPr>
              <p:spPr bwMode="gray">
                <a:xfrm>
                  <a:off x="6238512" y="1733599"/>
                  <a:ext cx="157216" cy="70658"/>
                </a:xfrm>
                <a:custGeom>
                  <a:avLst/>
                  <a:gdLst>
                    <a:gd name="T0" fmla="*/ 2147483647 w 348"/>
                    <a:gd name="T1" fmla="*/ 2147483647 h 156"/>
                    <a:gd name="T2" fmla="*/ 2147483647 w 348"/>
                    <a:gd name="T3" fmla="*/ 2147483647 h 156"/>
                    <a:gd name="T4" fmla="*/ 2147483647 w 348"/>
                    <a:gd name="T5" fmla="*/ 2147483647 h 156"/>
                    <a:gd name="T6" fmla="*/ 2147483647 w 348"/>
                    <a:gd name="T7" fmla="*/ 2147483647 h 156"/>
                    <a:gd name="T8" fmla="*/ 2147483647 w 348"/>
                    <a:gd name="T9" fmla="*/ 2147483647 h 156"/>
                    <a:gd name="T10" fmla="*/ 2147483647 w 348"/>
                    <a:gd name="T11" fmla="*/ 2147483647 h 156"/>
                    <a:gd name="T12" fmla="*/ 2147483647 w 348"/>
                    <a:gd name="T13" fmla="*/ 2147483647 h 156"/>
                    <a:gd name="T14" fmla="*/ 2147483647 w 348"/>
                    <a:gd name="T15" fmla="*/ 0 h 156"/>
                    <a:gd name="T16" fmla="*/ 2147483647 w 348"/>
                    <a:gd name="T17" fmla="*/ 2147483647 h 156"/>
                    <a:gd name="T18" fmla="*/ 2147483647 w 348"/>
                    <a:gd name="T19" fmla="*/ 2147483647 h 156"/>
                    <a:gd name="T20" fmla="*/ 2147483647 w 348"/>
                    <a:gd name="T21" fmla="*/ 2147483647 h 156"/>
                    <a:gd name="T22" fmla="*/ 2147483647 w 348"/>
                    <a:gd name="T23" fmla="*/ 2147483647 h 156"/>
                    <a:gd name="T24" fmla="*/ 2147483647 w 348"/>
                    <a:gd name="T25" fmla="*/ 2147483647 h 156"/>
                    <a:gd name="T26" fmla="*/ 2147483647 w 348"/>
                    <a:gd name="T27" fmla="*/ 2147483647 h 156"/>
                    <a:gd name="T28" fmla="*/ 2147483647 w 348"/>
                    <a:gd name="T29" fmla="*/ 2147483647 h 156"/>
                    <a:gd name="T30" fmla="*/ 2147483647 w 348"/>
                    <a:gd name="T31" fmla="*/ 2147483647 h 156"/>
                    <a:gd name="T32" fmla="*/ 2147483647 w 348"/>
                    <a:gd name="T33" fmla="*/ 2147483647 h 156"/>
                    <a:gd name="T34" fmla="*/ 2147483647 w 348"/>
                    <a:gd name="T35" fmla="*/ 2147483647 h 156"/>
                    <a:gd name="T36" fmla="*/ 2147483647 w 348"/>
                    <a:gd name="T37" fmla="*/ 2147483647 h 156"/>
                    <a:gd name="T38" fmla="*/ 2147483647 w 348"/>
                    <a:gd name="T39" fmla="*/ 2147483647 h 156"/>
                    <a:gd name="T40" fmla="*/ 2147483647 w 348"/>
                    <a:gd name="T41" fmla="*/ 2147483647 h 156"/>
                    <a:gd name="T42" fmla="*/ 2147483647 w 348"/>
                    <a:gd name="T43" fmla="*/ 2147483647 h 156"/>
                    <a:gd name="T44" fmla="*/ 2147483647 w 348"/>
                    <a:gd name="T45" fmla="*/ 2147483647 h 156"/>
                    <a:gd name="T46" fmla="*/ 2147483647 w 348"/>
                    <a:gd name="T47" fmla="*/ 2147483647 h 156"/>
                    <a:gd name="T48" fmla="*/ 0 w 348"/>
                    <a:gd name="T49" fmla="*/ 2147483647 h 156"/>
                    <a:gd name="T50" fmla="*/ 2147483647 w 348"/>
                    <a:gd name="T51" fmla="*/ 2147483647 h 156"/>
                    <a:gd name="T52" fmla="*/ 2147483647 w 348"/>
                    <a:gd name="T53" fmla="*/ 2147483647 h 156"/>
                    <a:gd name="T54" fmla="*/ 2147483647 w 348"/>
                    <a:gd name="T55" fmla="*/ 2147483647 h 156"/>
                    <a:gd name="T56" fmla="*/ 2147483647 w 348"/>
                    <a:gd name="T57" fmla="*/ 2147483647 h 156"/>
                    <a:gd name="T58" fmla="*/ 2147483647 w 348"/>
                    <a:gd name="T59" fmla="*/ 2147483647 h 156"/>
                    <a:gd name="T60" fmla="*/ 2147483647 w 348"/>
                    <a:gd name="T61" fmla="*/ 2147483647 h 156"/>
                    <a:gd name="T62" fmla="*/ 2147483647 w 348"/>
                    <a:gd name="T63" fmla="*/ 2147483647 h 156"/>
                    <a:gd name="T64" fmla="*/ 2147483647 w 348"/>
                    <a:gd name="T65" fmla="*/ 2147483647 h 156"/>
                    <a:gd name="T66" fmla="*/ 2147483647 w 348"/>
                    <a:gd name="T67" fmla="*/ 2147483647 h 156"/>
                    <a:gd name="T68" fmla="*/ 2147483647 w 348"/>
                    <a:gd name="T69" fmla="*/ 2147483647 h 156"/>
                    <a:gd name="T70" fmla="*/ 2147483647 w 348"/>
                    <a:gd name="T71" fmla="*/ 2147483647 h 15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348"/>
                    <a:gd name="T109" fmla="*/ 0 h 156"/>
                    <a:gd name="T110" fmla="*/ 348 w 348"/>
                    <a:gd name="T111" fmla="*/ 156 h 15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348" h="156">
                      <a:moveTo>
                        <a:pt x="336" y="114"/>
                      </a:moveTo>
                      <a:lnTo>
                        <a:pt x="324" y="108"/>
                      </a:lnTo>
                      <a:lnTo>
                        <a:pt x="336" y="84"/>
                      </a:lnTo>
                      <a:lnTo>
                        <a:pt x="318" y="78"/>
                      </a:lnTo>
                      <a:lnTo>
                        <a:pt x="318" y="60"/>
                      </a:lnTo>
                      <a:lnTo>
                        <a:pt x="330" y="48"/>
                      </a:lnTo>
                      <a:lnTo>
                        <a:pt x="336" y="48"/>
                      </a:lnTo>
                      <a:lnTo>
                        <a:pt x="342" y="42"/>
                      </a:lnTo>
                      <a:lnTo>
                        <a:pt x="336" y="30"/>
                      </a:lnTo>
                      <a:lnTo>
                        <a:pt x="342" y="18"/>
                      </a:lnTo>
                      <a:lnTo>
                        <a:pt x="330" y="12"/>
                      </a:lnTo>
                      <a:lnTo>
                        <a:pt x="312" y="12"/>
                      </a:lnTo>
                      <a:lnTo>
                        <a:pt x="294" y="6"/>
                      </a:lnTo>
                      <a:lnTo>
                        <a:pt x="276" y="6"/>
                      </a:lnTo>
                      <a:lnTo>
                        <a:pt x="264" y="0"/>
                      </a:lnTo>
                      <a:lnTo>
                        <a:pt x="204" y="0"/>
                      </a:lnTo>
                      <a:lnTo>
                        <a:pt x="192" y="6"/>
                      </a:lnTo>
                      <a:lnTo>
                        <a:pt x="156" y="6"/>
                      </a:lnTo>
                      <a:lnTo>
                        <a:pt x="150" y="12"/>
                      </a:lnTo>
                      <a:lnTo>
                        <a:pt x="126" y="24"/>
                      </a:lnTo>
                      <a:lnTo>
                        <a:pt x="108" y="30"/>
                      </a:lnTo>
                      <a:lnTo>
                        <a:pt x="96" y="36"/>
                      </a:lnTo>
                      <a:lnTo>
                        <a:pt x="90" y="36"/>
                      </a:lnTo>
                      <a:lnTo>
                        <a:pt x="84" y="42"/>
                      </a:lnTo>
                      <a:lnTo>
                        <a:pt x="84" y="48"/>
                      </a:lnTo>
                      <a:lnTo>
                        <a:pt x="90" y="60"/>
                      </a:lnTo>
                      <a:lnTo>
                        <a:pt x="90" y="72"/>
                      </a:lnTo>
                      <a:lnTo>
                        <a:pt x="96" y="78"/>
                      </a:lnTo>
                      <a:lnTo>
                        <a:pt x="96" y="84"/>
                      </a:lnTo>
                      <a:lnTo>
                        <a:pt x="150" y="90"/>
                      </a:lnTo>
                      <a:lnTo>
                        <a:pt x="138" y="126"/>
                      </a:lnTo>
                      <a:lnTo>
                        <a:pt x="150" y="126"/>
                      </a:lnTo>
                      <a:lnTo>
                        <a:pt x="180" y="114"/>
                      </a:lnTo>
                      <a:lnTo>
                        <a:pt x="210" y="114"/>
                      </a:lnTo>
                      <a:lnTo>
                        <a:pt x="234" y="126"/>
                      </a:lnTo>
                      <a:lnTo>
                        <a:pt x="240" y="132"/>
                      </a:lnTo>
                      <a:lnTo>
                        <a:pt x="252" y="138"/>
                      </a:lnTo>
                      <a:lnTo>
                        <a:pt x="270" y="156"/>
                      </a:lnTo>
                      <a:lnTo>
                        <a:pt x="288" y="156"/>
                      </a:lnTo>
                      <a:lnTo>
                        <a:pt x="294" y="150"/>
                      </a:lnTo>
                      <a:lnTo>
                        <a:pt x="312" y="150"/>
                      </a:lnTo>
                      <a:lnTo>
                        <a:pt x="318" y="156"/>
                      </a:lnTo>
                      <a:lnTo>
                        <a:pt x="330" y="156"/>
                      </a:lnTo>
                      <a:lnTo>
                        <a:pt x="330" y="144"/>
                      </a:lnTo>
                      <a:lnTo>
                        <a:pt x="348" y="132"/>
                      </a:lnTo>
                      <a:lnTo>
                        <a:pt x="336" y="114"/>
                      </a:lnTo>
                      <a:close/>
                      <a:moveTo>
                        <a:pt x="36" y="78"/>
                      </a:moveTo>
                      <a:lnTo>
                        <a:pt x="6" y="78"/>
                      </a:lnTo>
                      <a:lnTo>
                        <a:pt x="0" y="84"/>
                      </a:lnTo>
                      <a:lnTo>
                        <a:pt x="0" y="102"/>
                      </a:lnTo>
                      <a:lnTo>
                        <a:pt x="6" y="108"/>
                      </a:lnTo>
                      <a:lnTo>
                        <a:pt x="18" y="132"/>
                      </a:lnTo>
                      <a:lnTo>
                        <a:pt x="24" y="126"/>
                      </a:lnTo>
                      <a:lnTo>
                        <a:pt x="30" y="114"/>
                      </a:lnTo>
                      <a:lnTo>
                        <a:pt x="42" y="108"/>
                      </a:lnTo>
                      <a:lnTo>
                        <a:pt x="54" y="108"/>
                      </a:lnTo>
                      <a:lnTo>
                        <a:pt x="60" y="102"/>
                      </a:lnTo>
                      <a:lnTo>
                        <a:pt x="72" y="96"/>
                      </a:lnTo>
                      <a:lnTo>
                        <a:pt x="78" y="90"/>
                      </a:lnTo>
                      <a:lnTo>
                        <a:pt x="72" y="72"/>
                      </a:lnTo>
                      <a:lnTo>
                        <a:pt x="36" y="78"/>
                      </a:lnTo>
                      <a:close/>
                      <a:moveTo>
                        <a:pt x="36" y="66"/>
                      </a:moveTo>
                      <a:lnTo>
                        <a:pt x="48" y="66"/>
                      </a:lnTo>
                      <a:lnTo>
                        <a:pt x="54" y="54"/>
                      </a:lnTo>
                      <a:lnTo>
                        <a:pt x="60" y="48"/>
                      </a:lnTo>
                      <a:lnTo>
                        <a:pt x="60" y="42"/>
                      </a:lnTo>
                      <a:lnTo>
                        <a:pt x="54" y="36"/>
                      </a:lnTo>
                      <a:lnTo>
                        <a:pt x="48" y="36"/>
                      </a:lnTo>
                      <a:lnTo>
                        <a:pt x="36" y="42"/>
                      </a:lnTo>
                      <a:lnTo>
                        <a:pt x="30" y="48"/>
                      </a:lnTo>
                      <a:lnTo>
                        <a:pt x="24" y="60"/>
                      </a:lnTo>
                      <a:lnTo>
                        <a:pt x="30" y="66"/>
                      </a:lnTo>
                      <a:lnTo>
                        <a:pt x="36" y="66"/>
                      </a:lnTo>
                      <a:close/>
                    </a:path>
                  </a:pathLst>
                </a:custGeom>
                <a:solidFill>
                  <a:srgbClr val="D40D8D"/>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97" name="Eritrea" descr="© INSCALE GmbH, 05.05.2010&#10;http://www.presentationload.com/">
                  <a:extLst>
                    <a:ext uri="{FF2B5EF4-FFF2-40B4-BE49-F238E27FC236}">
                      <a16:creationId xmlns:a16="http://schemas.microsoft.com/office/drawing/2014/main" id="{F33E9E8B-54C8-46EA-AE7A-AC9E7E84B604}"/>
                    </a:ext>
                  </a:extLst>
                </p:cNvPr>
                <p:cNvSpPr>
                  <a:spLocks/>
                </p:cNvSpPr>
                <p:nvPr/>
              </p:nvSpPr>
              <p:spPr bwMode="gray">
                <a:xfrm>
                  <a:off x="6770215" y="3220955"/>
                  <a:ext cx="217275" cy="206676"/>
                </a:xfrm>
                <a:custGeom>
                  <a:avLst/>
                  <a:gdLst>
                    <a:gd name="T0" fmla="*/ 2147483647 w 480"/>
                    <a:gd name="T1" fmla="*/ 2147483647 h 456"/>
                    <a:gd name="T2" fmla="*/ 2147483647 w 480"/>
                    <a:gd name="T3" fmla="*/ 2147483647 h 456"/>
                    <a:gd name="T4" fmla="*/ 2147483647 w 480"/>
                    <a:gd name="T5" fmla="*/ 2147483647 h 456"/>
                    <a:gd name="T6" fmla="*/ 2147483647 w 480"/>
                    <a:gd name="T7" fmla="*/ 2147483647 h 456"/>
                    <a:gd name="T8" fmla="*/ 2147483647 w 480"/>
                    <a:gd name="T9" fmla="*/ 2147483647 h 456"/>
                    <a:gd name="T10" fmla="*/ 2147483647 w 480"/>
                    <a:gd name="T11" fmla="*/ 2147483647 h 456"/>
                    <a:gd name="T12" fmla="*/ 2147483647 w 480"/>
                    <a:gd name="T13" fmla="*/ 2147483647 h 456"/>
                    <a:gd name="T14" fmla="*/ 2147483647 w 480"/>
                    <a:gd name="T15" fmla="*/ 2147483647 h 456"/>
                    <a:gd name="T16" fmla="*/ 0 w 480"/>
                    <a:gd name="T17" fmla="*/ 2147483647 h 456"/>
                    <a:gd name="T18" fmla="*/ 2147483647 w 480"/>
                    <a:gd name="T19" fmla="*/ 2147483647 h 456"/>
                    <a:gd name="T20" fmla="*/ 2147483647 w 480"/>
                    <a:gd name="T21" fmla="*/ 2147483647 h 456"/>
                    <a:gd name="T22" fmla="*/ 2147483647 w 480"/>
                    <a:gd name="T23" fmla="*/ 2147483647 h 456"/>
                    <a:gd name="T24" fmla="*/ 2147483647 w 480"/>
                    <a:gd name="T25" fmla="*/ 2147483647 h 456"/>
                    <a:gd name="T26" fmla="*/ 2147483647 w 480"/>
                    <a:gd name="T27" fmla="*/ 2147483647 h 456"/>
                    <a:gd name="T28" fmla="*/ 2147483647 w 480"/>
                    <a:gd name="T29" fmla="*/ 2147483647 h 456"/>
                    <a:gd name="T30" fmla="*/ 2147483647 w 480"/>
                    <a:gd name="T31" fmla="*/ 2147483647 h 456"/>
                    <a:gd name="T32" fmla="*/ 2147483647 w 480"/>
                    <a:gd name="T33" fmla="*/ 2147483647 h 456"/>
                    <a:gd name="T34" fmla="*/ 2147483647 w 480"/>
                    <a:gd name="T35" fmla="*/ 2147483647 h 456"/>
                    <a:gd name="T36" fmla="*/ 2147483647 w 480"/>
                    <a:gd name="T37" fmla="*/ 2147483647 h 456"/>
                    <a:gd name="T38" fmla="*/ 2147483647 w 480"/>
                    <a:gd name="T39" fmla="*/ 2147483647 h 456"/>
                    <a:gd name="T40" fmla="*/ 2147483647 w 480"/>
                    <a:gd name="T41" fmla="*/ 2147483647 h 456"/>
                    <a:gd name="T42" fmla="*/ 2147483647 w 480"/>
                    <a:gd name="T43" fmla="*/ 2147483647 h 456"/>
                    <a:gd name="T44" fmla="*/ 2147483647 w 480"/>
                    <a:gd name="T45" fmla="*/ 2147483647 h 456"/>
                    <a:gd name="T46" fmla="*/ 2147483647 w 480"/>
                    <a:gd name="T47" fmla="*/ 2147483647 h 456"/>
                    <a:gd name="T48" fmla="*/ 2147483647 w 480"/>
                    <a:gd name="T49" fmla="*/ 2147483647 h 456"/>
                    <a:gd name="T50" fmla="*/ 2147483647 w 480"/>
                    <a:gd name="T51" fmla="*/ 2147483647 h 456"/>
                    <a:gd name="T52" fmla="*/ 2147483647 w 480"/>
                    <a:gd name="T53" fmla="*/ 2147483647 h 456"/>
                    <a:gd name="T54" fmla="*/ 2147483647 w 480"/>
                    <a:gd name="T55" fmla="*/ 2147483647 h 456"/>
                    <a:gd name="T56" fmla="*/ 2147483647 w 480"/>
                    <a:gd name="T57" fmla="*/ 2147483647 h 456"/>
                    <a:gd name="T58" fmla="*/ 2147483647 w 480"/>
                    <a:gd name="T59" fmla="*/ 2147483647 h 456"/>
                    <a:gd name="T60" fmla="*/ 2147483647 w 480"/>
                    <a:gd name="T61" fmla="*/ 2147483647 h 456"/>
                    <a:gd name="T62" fmla="*/ 2147483647 w 480"/>
                    <a:gd name="T63" fmla="*/ 2147483647 h 456"/>
                    <a:gd name="T64" fmla="*/ 2147483647 w 480"/>
                    <a:gd name="T65" fmla="*/ 2147483647 h 456"/>
                    <a:gd name="T66" fmla="*/ 2147483647 w 480"/>
                    <a:gd name="T67" fmla="*/ 2147483647 h 456"/>
                    <a:gd name="T68" fmla="*/ 2147483647 w 480"/>
                    <a:gd name="T69" fmla="*/ 2147483647 h 456"/>
                    <a:gd name="T70" fmla="*/ 2147483647 w 480"/>
                    <a:gd name="T71" fmla="*/ 2147483647 h 456"/>
                    <a:gd name="T72" fmla="*/ 2147483647 w 480"/>
                    <a:gd name="T73" fmla="*/ 2147483647 h 456"/>
                    <a:gd name="T74" fmla="*/ 2147483647 w 480"/>
                    <a:gd name="T75" fmla="*/ 2147483647 h 456"/>
                    <a:gd name="T76" fmla="*/ 2147483647 w 480"/>
                    <a:gd name="T77" fmla="*/ 2147483647 h 456"/>
                    <a:gd name="T78" fmla="*/ 2147483647 w 480"/>
                    <a:gd name="T79" fmla="*/ 2147483647 h 456"/>
                    <a:gd name="T80" fmla="*/ 2147483647 w 480"/>
                    <a:gd name="T81" fmla="*/ 2147483647 h 456"/>
                    <a:gd name="T82" fmla="*/ 2147483647 w 480"/>
                    <a:gd name="T83" fmla="*/ 2147483647 h 456"/>
                    <a:gd name="T84" fmla="*/ 2147483647 w 480"/>
                    <a:gd name="T85" fmla="*/ 2147483647 h 456"/>
                    <a:gd name="T86" fmla="*/ 2147483647 w 480"/>
                    <a:gd name="T87" fmla="*/ 2147483647 h 456"/>
                    <a:gd name="T88" fmla="*/ 2147483647 w 480"/>
                    <a:gd name="T89" fmla="*/ 2147483647 h 456"/>
                    <a:gd name="T90" fmla="*/ 2147483647 w 480"/>
                    <a:gd name="T91" fmla="*/ 2147483647 h 456"/>
                    <a:gd name="T92" fmla="*/ 2147483647 w 480"/>
                    <a:gd name="T93" fmla="*/ 2147483647 h 456"/>
                    <a:gd name="T94" fmla="*/ 2147483647 w 480"/>
                    <a:gd name="T95" fmla="*/ 2147483647 h 456"/>
                    <a:gd name="T96" fmla="*/ 2147483647 w 480"/>
                    <a:gd name="T97" fmla="*/ 0 h 456"/>
                    <a:gd name="T98" fmla="*/ 2147483647 w 480"/>
                    <a:gd name="T99" fmla="*/ 2147483647 h 456"/>
                    <a:gd name="T100" fmla="*/ 2147483647 w 480"/>
                    <a:gd name="T101" fmla="*/ 2147483647 h 456"/>
                    <a:gd name="T102" fmla="*/ 2147483647 w 480"/>
                    <a:gd name="T103" fmla="*/ 2147483647 h 45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480"/>
                    <a:gd name="T157" fmla="*/ 0 h 456"/>
                    <a:gd name="T158" fmla="*/ 480 w 480"/>
                    <a:gd name="T159" fmla="*/ 456 h 45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480" h="456">
                      <a:moveTo>
                        <a:pt x="78" y="54"/>
                      </a:moveTo>
                      <a:lnTo>
                        <a:pt x="78" y="66"/>
                      </a:lnTo>
                      <a:lnTo>
                        <a:pt x="72" y="72"/>
                      </a:lnTo>
                      <a:lnTo>
                        <a:pt x="72" y="78"/>
                      </a:lnTo>
                      <a:lnTo>
                        <a:pt x="66" y="84"/>
                      </a:lnTo>
                      <a:lnTo>
                        <a:pt x="48" y="84"/>
                      </a:lnTo>
                      <a:lnTo>
                        <a:pt x="48" y="102"/>
                      </a:lnTo>
                      <a:lnTo>
                        <a:pt x="42" y="108"/>
                      </a:lnTo>
                      <a:lnTo>
                        <a:pt x="30" y="108"/>
                      </a:lnTo>
                      <a:lnTo>
                        <a:pt x="30" y="120"/>
                      </a:lnTo>
                      <a:lnTo>
                        <a:pt x="36" y="126"/>
                      </a:lnTo>
                      <a:lnTo>
                        <a:pt x="36" y="168"/>
                      </a:lnTo>
                      <a:lnTo>
                        <a:pt x="30" y="180"/>
                      </a:lnTo>
                      <a:lnTo>
                        <a:pt x="24" y="186"/>
                      </a:lnTo>
                      <a:lnTo>
                        <a:pt x="18" y="186"/>
                      </a:lnTo>
                      <a:lnTo>
                        <a:pt x="18" y="222"/>
                      </a:lnTo>
                      <a:lnTo>
                        <a:pt x="12" y="222"/>
                      </a:lnTo>
                      <a:lnTo>
                        <a:pt x="0" y="228"/>
                      </a:lnTo>
                      <a:lnTo>
                        <a:pt x="0" y="246"/>
                      </a:lnTo>
                      <a:lnTo>
                        <a:pt x="6" y="252"/>
                      </a:lnTo>
                      <a:lnTo>
                        <a:pt x="12" y="300"/>
                      </a:lnTo>
                      <a:lnTo>
                        <a:pt x="48" y="300"/>
                      </a:lnTo>
                      <a:lnTo>
                        <a:pt x="54" y="294"/>
                      </a:lnTo>
                      <a:lnTo>
                        <a:pt x="54" y="288"/>
                      </a:lnTo>
                      <a:lnTo>
                        <a:pt x="60" y="288"/>
                      </a:lnTo>
                      <a:lnTo>
                        <a:pt x="66" y="294"/>
                      </a:lnTo>
                      <a:lnTo>
                        <a:pt x="66" y="300"/>
                      </a:lnTo>
                      <a:lnTo>
                        <a:pt x="84" y="318"/>
                      </a:lnTo>
                      <a:lnTo>
                        <a:pt x="96" y="306"/>
                      </a:lnTo>
                      <a:lnTo>
                        <a:pt x="96" y="294"/>
                      </a:lnTo>
                      <a:lnTo>
                        <a:pt x="102" y="276"/>
                      </a:lnTo>
                      <a:lnTo>
                        <a:pt x="108" y="264"/>
                      </a:lnTo>
                      <a:lnTo>
                        <a:pt x="108" y="252"/>
                      </a:lnTo>
                      <a:lnTo>
                        <a:pt x="120" y="258"/>
                      </a:lnTo>
                      <a:lnTo>
                        <a:pt x="132" y="270"/>
                      </a:lnTo>
                      <a:lnTo>
                        <a:pt x="138" y="270"/>
                      </a:lnTo>
                      <a:lnTo>
                        <a:pt x="144" y="276"/>
                      </a:lnTo>
                      <a:lnTo>
                        <a:pt x="150" y="288"/>
                      </a:lnTo>
                      <a:lnTo>
                        <a:pt x="180" y="288"/>
                      </a:lnTo>
                      <a:lnTo>
                        <a:pt x="186" y="276"/>
                      </a:lnTo>
                      <a:lnTo>
                        <a:pt x="192" y="270"/>
                      </a:lnTo>
                      <a:lnTo>
                        <a:pt x="198" y="276"/>
                      </a:lnTo>
                      <a:lnTo>
                        <a:pt x="198" y="288"/>
                      </a:lnTo>
                      <a:lnTo>
                        <a:pt x="210" y="288"/>
                      </a:lnTo>
                      <a:lnTo>
                        <a:pt x="222" y="282"/>
                      </a:lnTo>
                      <a:lnTo>
                        <a:pt x="240" y="282"/>
                      </a:lnTo>
                      <a:lnTo>
                        <a:pt x="246" y="288"/>
                      </a:lnTo>
                      <a:lnTo>
                        <a:pt x="276" y="288"/>
                      </a:lnTo>
                      <a:lnTo>
                        <a:pt x="294" y="312"/>
                      </a:lnTo>
                      <a:lnTo>
                        <a:pt x="306" y="312"/>
                      </a:lnTo>
                      <a:lnTo>
                        <a:pt x="312" y="318"/>
                      </a:lnTo>
                      <a:lnTo>
                        <a:pt x="324" y="324"/>
                      </a:lnTo>
                      <a:lnTo>
                        <a:pt x="348" y="360"/>
                      </a:lnTo>
                      <a:lnTo>
                        <a:pt x="354" y="366"/>
                      </a:lnTo>
                      <a:lnTo>
                        <a:pt x="378" y="378"/>
                      </a:lnTo>
                      <a:lnTo>
                        <a:pt x="390" y="390"/>
                      </a:lnTo>
                      <a:lnTo>
                        <a:pt x="390" y="414"/>
                      </a:lnTo>
                      <a:lnTo>
                        <a:pt x="396" y="420"/>
                      </a:lnTo>
                      <a:lnTo>
                        <a:pt x="408" y="426"/>
                      </a:lnTo>
                      <a:lnTo>
                        <a:pt x="420" y="426"/>
                      </a:lnTo>
                      <a:lnTo>
                        <a:pt x="432" y="444"/>
                      </a:lnTo>
                      <a:lnTo>
                        <a:pt x="456" y="456"/>
                      </a:lnTo>
                      <a:lnTo>
                        <a:pt x="468" y="438"/>
                      </a:lnTo>
                      <a:lnTo>
                        <a:pt x="480" y="432"/>
                      </a:lnTo>
                      <a:lnTo>
                        <a:pt x="474" y="420"/>
                      </a:lnTo>
                      <a:lnTo>
                        <a:pt x="456" y="402"/>
                      </a:lnTo>
                      <a:lnTo>
                        <a:pt x="432" y="402"/>
                      </a:lnTo>
                      <a:lnTo>
                        <a:pt x="426" y="396"/>
                      </a:lnTo>
                      <a:lnTo>
                        <a:pt x="426" y="360"/>
                      </a:lnTo>
                      <a:lnTo>
                        <a:pt x="420" y="360"/>
                      </a:lnTo>
                      <a:lnTo>
                        <a:pt x="414" y="354"/>
                      </a:lnTo>
                      <a:lnTo>
                        <a:pt x="366" y="330"/>
                      </a:lnTo>
                      <a:lnTo>
                        <a:pt x="360" y="324"/>
                      </a:lnTo>
                      <a:lnTo>
                        <a:pt x="360" y="312"/>
                      </a:lnTo>
                      <a:lnTo>
                        <a:pt x="354" y="300"/>
                      </a:lnTo>
                      <a:lnTo>
                        <a:pt x="354" y="288"/>
                      </a:lnTo>
                      <a:lnTo>
                        <a:pt x="348" y="276"/>
                      </a:lnTo>
                      <a:lnTo>
                        <a:pt x="348" y="270"/>
                      </a:lnTo>
                      <a:lnTo>
                        <a:pt x="336" y="270"/>
                      </a:lnTo>
                      <a:lnTo>
                        <a:pt x="324" y="264"/>
                      </a:lnTo>
                      <a:lnTo>
                        <a:pt x="306" y="264"/>
                      </a:lnTo>
                      <a:lnTo>
                        <a:pt x="282" y="240"/>
                      </a:lnTo>
                      <a:lnTo>
                        <a:pt x="264" y="246"/>
                      </a:lnTo>
                      <a:lnTo>
                        <a:pt x="252" y="228"/>
                      </a:lnTo>
                      <a:lnTo>
                        <a:pt x="234" y="222"/>
                      </a:lnTo>
                      <a:lnTo>
                        <a:pt x="216" y="204"/>
                      </a:lnTo>
                      <a:lnTo>
                        <a:pt x="210" y="192"/>
                      </a:lnTo>
                      <a:lnTo>
                        <a:pt x="204" y="186"/>
                      </a:lnTo>
                      <a:lnTo>
                        <a:pt x="198" y="174"/>
                      </a:lnTo>
                      <a:lnTo>
                        <a:pt x="198" y="114"/>
                      </a:lnTo>
                      <a:lnTo>
                        <a:pt x="192" y="90"/>
                      </a:lnTo>
                      <a:lnTo>
                        <a:pt x="186" y="78"/>
                      </a:lnTo>
                      <a:lnTo>
                        <a:pt x="180" y="60"/>
                      </a:lnTo>
                      <a:lnTo>
                        <a:pt x="168" y="42"/>
                      </a:lnTo>
                      <a:lnTo>
                        <a:pt x="162" y="24"/>
                      </a:lnTo>
                      <a:lnTo>
                        <a:pt x="156" y="12"/>
                      </a:lnTo>
                      <a:lnTo>
                        <a:pt x="150" y="6"/>
                      </a:lnTo>
                      <a:lnTo>
                        <a:pt x="150" y="0"/>
                      </a:lnTo>
                      <a:lnTo>
                        <a:pt x="144" y="0"/>
                      </a:lnTo>
                      <a:lnTo>
                        <a:pt x="144" y="12"/>
                      </a:lnTo>
                      <a:lnTo>
                        <a:pt x="132" y="36"/>
                      </a:lnTo>
                      <a:lnTo>
                        <a:pt x="108" y="48"/>
                      </a:lnTo>
                      <a:lnTo>
                        <a:pt x="90" y="54"/>
                      </a:lnTo>
                      <a:lnTo>
                        <a:pt x="78" y="54"/>
                      </a:lnTo>
                      <a:close/>
                    </a:path>
                  </a:pathLst>
                </a:custGeom>
                <a:solidFill>
                  <a:srgbClr val="A29C97"/>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98" name="Equatorial Guinea" descr="© INSCALE GmbH, 05.05.2010&#10;http://www.presentationload.com/">
                  <a:extLst>
                    <a:ext uri="{FF2B5EF4-FFF2-40B4-BE49-F238E27FC236}">
                      <a16:creationId xmlns:a16="http://schemas.microsoft.com/office/drawing/2014/main" id="{C3795846-4DC9-4CA2-A931-6ED1B4A65709}"/>
                    </a:ext>
                  </a:extLst>
                </p:cNvPr>
                <p:cNvSpPr>
                  <a:spLocks/>
                </p:cNvSpPr>
                <p:nvPr/>
              </p:nvSpPr>
              <p:spPr bwMode="gray">
                <a:xfrm>
                  <a:off x="5908189" y="3793289"/>
                  <a:ext cx="65359" cy="49461"/>
                </a:xfrm>
                <a:custGeom>
                  <a:avLst/>
                  <a:gdLst>
                    <a:gd name="T0" fmla="*/ 2147483647 w 144"/>
                    <a:gd name="T1" fmla="*/ 2147483647 h 108"/>
                    <a:gd name="T2" fmla="*/ 2147483647 w 144"/>
                    <a:gd name="T3" fmla="*/ 2147483647 h 108"/>
                    <a:gd name="T4" fmla="*/ 2147483647 w 144"/>
                    <a:gd name="T5" fmla="*/ 2147483647 h 108"/>
                    <a:gd name="T6" fmla="*/ 2147483647 w 144"/>
                    <a:gd name="T7" fmla="*/ 0 h 108"/>
                    <a:gd name="T8" fmla="*/ 2147483647 w 144"/>
                    <a:gd name="T9" fmla="*/ 2147483647 h 108"/>
                    <a:gd name="T10" fmla="*/ 2147483647 w 144"/>
                    <a:gd name="T11" fmla="*/ 2147483647 h 108"/>
                    <a:gd name="T12" fmla="*/ 2147483647 w 144"/>
                    <a:gd name="T13" fmla="*/ 2147483647 h 108"/>
                    <a:gd name="T14" fmla="*/ 2147483647 w 144"/>
                    <a:gd name="T15" fmla="*/ 2147483647 h 108"/>
                    <a:gd name="T16" fmla="*/ 2147483647 w 144"/>
                    <a:gd name="T17" fmla="*/ 2147483647 h 108"/>
                    <a:gd name="T18" fmla="*/ 0 w 144"/>
                    <a:gd name="T19" fmla="*/ 2147483647 h 108"/>
                    <a:gd name="T20" fmla="*/ 0 w 144"/>
                    <a:gd name="T21" fmla="*/ 2147483647 h 108"/>
                    <a:gd name="T22" fmla="*/ 2147483647 w 144"/>
                    <a:gd name="T23" fmla="*/ 2147483647 h 108"/>
                    <a:gd name="T24" fmla="*/ 2147483647 w 144"/>
                    <a:gd name="T25" fmla="*/ 2147483647 h 108"/>
                    <a:gd name="T26" fmla="*/ 2147483647 w 144"/>
                    <a:gd name="T27" fmla="*/ 2147483647 h 108"/>
                    <a:gd name="T28" fmla="*/ 2147483647 w 144"/>
                    <a:gd name="T29" fmla="*/ 2147483647 h 108"/>
                    <a:gd name="T30" fmla="*/ 2147483647 w 144"/>
                    <a:gd name="T31" fmla="*/ 2147483647 h 108"/>
                    <a:gd name="T32" fmla="*/ 2147483647 w 144"/>
                    <a:gd name="T33" fmla="*/ 2147483647 h 108"/>
                    <a:gd name="T34" fmla="*/ 2147483647 w 144"/>
                    <a:gd name="T35" fmla="*/ 2147483647 h 108"/>
                    <a:gd name="T36" fmla="*/ 2147483647 w 144"/>
                    <a:gd name="T37" fmla="*/ 2147483647 h 108"/>
                    <a:gd name="T38" fmla="*/ 2147483647 w 144"/>
                    <a:gd name="T39" fmla="*/ 2147483647 h 10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44"/>
                    <a:gd name="T61" fmla="*/ 0 h 108"/>
                    <a:gd name="T62" fmla="*/ 144 w 144"/>
                    <a:gd name="T63" fmla="*/ 108 h 108"/>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44" h="108">
                      <a:moveTo>
                        <a:pt x="138" y="48"/>
                      </a:moveTo>
                      <a:lnTo>
                        <a:pt x="144" y="12"/>
                      </a:lnTo>
                      <a:lnTo>
                        <a:pt x="48" y="12"/>
                      </a:lnTo>
                      <a:lnTo>
                        <a:pt x="36" y="0"/>
                      </a:lnTo>
                      <a:lnTo>
                        <a:pt x="30" y="6"/>
                      </a:lnTo>
                      <a:lnTo>
                        <a:pt x="30" y="42"/>
                      </a:lnTo>
                      <a:lnTo>
                        <a:pt x="18" y="54"/>
                      </a:lnTo>
                      <a:lnTo>
                        <a:pt x="12" y="66"/>
                      </a:lnTo>
                      <a:lnTo>
                        <a:pt x="6" y="72"/>
                      </a:lnTo>
                      <a:lnTo>
                        <a:pt x="0" y="84"/>
                      </a:lnTo>
                      <a:lnTo>
                        <a:pt x="0" y="90"/>
                      </a:lnTo>
                      <a:lnTo>
                        <a:pt x="6" y="96"/>
                      </a:lnTo>
                      <a:lnTo>
                        <a:pt x="18" y="102"/>
                      </a:lnTo>
                      <a:lnTo>
                        <a:pt x="36" y="102"/>
                      </a:lnTo>
                      <a:lnTo>
                        <a:pt x="36" y="108"/>
                      </a:lnTo>
                      <a:lnTo>
                        <a:pt x="138" y="108"/>
                      </a:lnTo>
                      <a:lnTo>
                        <a:pt x="138" y="102"/>
                      </a:lnTo>
                      <a:lnTo>
                        <a:pt x="144" y="84"/>
                      </a:lnTo>
                      <a:lnTo>
                        <a:pt x="144" y="54"/>
                      </a:lnTo>
                      <a:lnTo>
                        <a:pt x="138" y="48"/>
                      </a:lnTo>
                      <a:close/>
                    </a:path>
                  </a:pathLst>
                </a:custGeom>
                <a:solidFill>
                  <a:srgbClr val="A29C97"/>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299" name="El Salvador" descr="© INSCALE GmbH, 05.05.2010&#10;http://www.presentationload.com/">
                  <a:extLst>
                    <a:ext uri="{FF2B5EF4-FFF2-40B4-BE49-F238E27FC236}">
                      <a16:creationId xmlns:a16="http://schemas.microsoft.com/office/drawing/2014/main" id="{3D2BF83F-09D5-4E00-8385-3112FC5A6178}"/>
                    </a:ext>
                  </a:extLst>
                </p:cNvPr>
                <p:cNvSpPr>
                  <a:spLocks/>
                </p:cNvSpPr>
                <p:nvPr/>
              </p:nvSpPr>
              <p:spPr bwMode="gray">
                <a:xfrm>
                  <a:off x="2732107" y="3351674"/>
                  <a:ext cx="77724" cy="51227"/>
                </a:xfrm>
                <a:custGeom>
                  <a:avLst/>
                  <a:gdLst>
                    <a:gd name="T0" fmla="*/ 2147483647 w 174"/>
                    <a:gd name="T1" fmla="*/ 2147483647 h 114"/>
                    <a:gd name="T2" fmla="*/ 2147483647 w 174"/>
                    <a:gd name="T3" fmla="*/ 2147483647 h 114"/>
                    <a:gd name="T4" fmla="*/ 2147483647 w 174"/>
                    <a:gd name="T5" fmla="*/ 2147483647 h 114"/>
                    <a:gd name="T6" fmla="*/ 2147483647 w 174"/>
                    <a:gd name="T7" fmla="*/ 2147483647 h 114"/>
                    <a:gd name="T8" fmla="*/ 2147483647 w 174"/>
                    <a:gd name="T9" fmla="*/ 2147483647 h 114"/>
                    <a:gd name="T10" fmla="*/ 2147483647 w 174"/>
                    <a:gd name="T11" fmla="*/ 2147483647 h 114"/>
                    <a:gd name="T12" fmla="*/ 2147483647 w 174"/>
                    <a:gd name="T13" fmla="*/ 2147483647 h 114"/>
                    <a:gd name="T14" fmla="*/ 2147483647 w 174"/>
                    <a:gd name="T15" fmla="*/ 2147483647 h 114"/>
                    <a:gd name="T16" fmla="*/ 2147483647 w 174"/>
                    <a:gd name="T17" fmla="*/ 2147483647 h 114"/>
                    <a:gd name="T18" fmla="*/ 2147483647 w 174"/>
                    <a:gd name="T19" fmla="*/ 0 h 114"/>
                    <a:gd name="T20" fmla="*/ 2147483647 w 174"/>
                    <a:gd name="T21" fmla="*/ 2147483647 h 114"/>
                    <a:gd name="T22" fmla="*/ 2147483647 w 174"/>
                    <a:gd name="T23" fmla="*/ 2147483647 h 114"/>
                    <a:gd name="T24" fmla="*/ 2147483647 w 174"/>
                    <a:gd name="T25" fmla="*/ 2147483647 h 114"/>
                    <a:gd name="T26" fmla="*/ 2147483647 w 174"/>
                    <a:gd name="T27" fmla="*/ 2147483647 h 114"/>
                    <a:gd name="T28" fmla="*/ 2147483647 w 174"/>
                    <a:gd name="T29" fmla="*/ 2147483647 h 114"/>
                    <a:gd name="T30" fmla="*/ 2147483647 w 174"/>
                    <a:gd name="T31" fmla="*/ 2147483647 h 114"/>
                    <a:gd name="T32" fmla="*/ 2147483647 w 174"/>
                    <a:gd name="T33" fmla="*/ 2147483647 h 114"/>
                    <a:gd name="T34" fmla="*/ 2147483647 w 174"/>
                    <a:gd name="T35" fmla="*/ 2147483647 h 114"/>
                    <a:gd name="T36" fmla="*/ 0 w 174"/>
                    <a:gd name="T37" fmla="*/ 2147483647 h 114"/>
                    <a:gd name="T38" fmla="*/ 2147483647 w 174"/>
                    <a:gd name="T39" fmla="*/ 2147483647 h 114"/>
                    <a:gd name="T40" fmla="*/ 2147483647 w 174"/>
                    <a:gd name="T41" fmla="*/ 2147483647 h 114"/>
                    <a:gd name="T42" fmla="*/ 2147483647 w 174"/>
                    <a:gd name="T43" fmla="*/ 2147483647 h 114"/>
                    <a:gd name="T44" fmla="*/ 2147483647 w 174"/>
                    <a:gd name="T45" fmla="*/ 2147483647 h 114"/>
                    <a:gd name="T46" fmla="*/ 2147483647 w 174"/>
                    <a:gd name="T47" fmla="*/ 2147483647 h 114"/>
                    <a:gd name="T48" fmla="*/ 2147483647 w 174"/>
                    <a:gd name="T49" fmla="*/ 2147483647 h 114"/>
                    <a:gd name="T50" fmla="*/ 2147483647 w 174"/>
                    <a:gd name="T51" fmla="*/ 2147483647 h 114"/>
                    <a:gd name="T52" fmla="*/ 2147483647 w 174"/>
                    <a:gd name="T53" fmla="*/ 2147483647 h 114"/>
                    <a:gd name="T54" fmla="*/ 2147483647 w 174"/>
                    <a:gd name="T55" fmla="*/ 2147483647 h 114"/>
                    <a:gd name="T56" fmla="*/ 2147483647 w 174"/>
                    <a:gd name="T57" fmla="*/ 2147483647 h 114"/>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74"/>
                    <a:gd name="T88" fmla="*/ 0 h 114"/>
                    <a:gd name="T89" fmla="*/ 174 w 174"/>
                    <a:gd name="T90" fmla="*/ 114 h 114"/>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74" h="114">
                      <a:moveTo>
                        <a:pt x="174" y="84"/>
                      </a:moveTo>
                      <a:lnTo>
                        <a:pt x="174" y="42"/>
                      </a:lnTo>
                      <a:lnTo>
                        <a:pt x="138" y="42"/>
                      </a:lnTo>
                      <a:lnTo>
                        <a:pt x="132" y="48"/>
                      </a:lnTo>
                      <a:lnTo>
                        <a:pt x="120" y="48"/>
                      </a:lnTo>
                      <a:lnTo>
                        <a:pt x="114" y="42"/>
                      </a:lnTo>
                      <a:lnTo>
                        <a:pt x="114" y="24"/>
                      </a:lnTo>
                      <a:lnTo>
                        <a:pt x="90" y="24"/>
                      </a:lnTo>
                      <a:lnTo>
                        <a:pt x="78" y="12"/>
                      </a:lnTo>
                      <a:lnTo>
                        <a:pt x="72" y="0"/>
                      </a:lnTo>
                      <a:lnTo>
                        <a:pt x="60" y="6"/>
                      </a:lnTo>
                      <a:lnTo>
                        <a:pt x="48" y="6"/>
                      </a:lnTo>
                      <a:lnTo>
                        <a:pt x="48" y="18"/>
                      </a:lnTo>
                      <a:lnTo>
                        <a:pt x="42" y="24"/>
                      </a:lnTo>
                      <a:lnTo>
                        <a:pt x="36" y="36"/>
                      </a:lnTo>
                      <a:lnTo>
                        <a:pt x="30" y="36"/>
                      </a:lnTo>
                      <a:lnTo>
                        <a:pt x="24" y="42"/>
                      </a:lnTo>
                      <a:lnTo>
                        <a:pt x="12" y="48"/>
                      </a:lnTo>
                      <a:lnTo>
                        <a:pt x="0" y="60"/>
                      </a:lnTo>
                      <a:lnTo>
                        <a:pt x="6" y="66"/>
                      </a:lnTo>
                      <a:lnTo>
                        <a:pt x="18" y="72"/>
                      </a:lnTo>
                      <a:lnTo>
                        <a:pt x="24" y="78"/>
                      </a:lnTo>
                      <a:lnTo>
                        <a:pt x="72" y="78"/>
                      </a:lnTo>
                      <a:lnTo>
                        <a:pt x="96" y="102"/>
                      </a:lnTo>
                      <a:lnTo>
                        <a:pt x="132" y="96"/>
                      </a:lnTo>
                      <a:lnTo>
                        <a:pt x="150" y="114"/>
                      </a:lnTo>
                      <a:lnTo>
                        <a:pt x="168" y="84"/>
                      </a:lnTo>
                      <a:lnTo>
                        <a:pt x="174" y="90"/>
                      </a:lnTo>
                      <a:lnTo>
                        <a:pt x="174" y="84"/>
                      </a:lnTo>
                      <a:close/>
                    </a:path>
                  </a:pathLst>
                </a:custGeom>
                <a:solidFill>
                  <a:srgbClr val="572772"/>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300" name="Egypt" descr="© INSCALE GmbH, 05.05.2010&#10;http://www.presentationload.com/">
                  <a:extLst>
                    <a:ext uri="{FF2B5EF4-FFF2-40B4-BE49-F238E27FC236}">
                      <a16:creationId xmlns:a16="http://schemas.microsoft.com/office/drawing/2014/main" id="{5A457047-9F85-47C7-8D5D-2F763FA886EB}"/>
                    </a:ext>
                  </a:extLst>
                </p:cNvPr>
                <p:cNvSpPr>
                  <a:spLocks/>
                </p:cNvSpPr>
                <p:nvPr/>
              </p:nvSpPr>
              <p:spPr bwMode="gray">
                <a:xfrm>
                  <a:off x="6383363" y="2724581"/>
                  <a:ext cx="356825" cy="363890"/>
                </a:xfrm>
                <a:custGeom>
                  <a:avLst/>
                  <a:gdLst>
                    <a:gd name="T0" fmla="*/ 2147483647 w 792"/>
                    <a:gd name="T1" fmla="*/ 2147483647 h 804"/>
                    <a:gd name="T2" fmla="*/ 2147483647 w 792"/>
                    <a:gd name="T3" fmla="*/ 2147483647 h 804"/>
                    <a:gd name="T4" fmla="*/ 2147483647 w 792"/>
                    <a:gd name="T5" fmla="*/ 2147483647 h 804"/>
                    <a:gd name="T6" fmla="*/ 2147483647 w 792"/>
                    <a:gd name="T7" fmla="*/ 2147483647 h 804"/>
                    <a:gd name="T8" fmla="*/ 2147483647 w 792"/>
                    <a:gd name="T9" fmla="*/ 2147483647 h 804"/>
                    <a:gd name="T10" fmla="*/ 2147483647 w 792"/>
                    <a:gd name="T11" fmla="*/ 2147483647 h 804"/>
                    <a:gd name="T12" fmla="*/ 2147483647 w 792"/>
                    <a:gd name="T13" fmla="*/ 2147483647 h 804"/>
                    <a:gd name="T14" fmla="*/ 2147483647 w 792"/>
                    <a:gd name="T15" fmla="*/ 2147483647 h 804"/>
                    <a:gd name="T16" fmla="*/ 2147483647 w 792"/>
                    <a:gd name="T17" fmla="*/ 2147483647 h 804"/>
                    <a:gd name="T18" fmla="*/ 2147483647 w 792"/>
                    <a:gd name="T19" fmla="*/ 2147483647 h 804"/>
                    <a:gd name="T20" fmla="*/ 2147483647 w 792"/>
                    <a:gd name="T21" fmla="*/ 2147483647 h 804"/>
                    <a:gd name="T22" fmla="*/ 2147483647 w 792"/>
                    <a:gd name="T23" fmla="*/ 2147483647 h 804"/>
                    <a:gd name="T24" fmla="*/ 2147483647 w 792"/>
                    <a:gd name="T25" fmla="*/ 2147483647 h 804"/>
                    <a:gd name="T26" fmla="*/ 2147483647 w 792"/>
                    <a:gd name="T27" fmla="*/ 2147483647 h 804"/>
                    <a:gd name="T28" fmla="*/ 2147483647 w 792"/>
                    <a:gd name="T29" fmla="*/ 2147483647 h 804"/>
                    <a:gd name="T30" fmla="*/ 2147483647 w 792"/>
                    <a:gd name="T31" fmla="*/ 2147483647 h 804"/>
                    <a:gd name="T32" fmla="*/ 2147483647 w 792"/>
                    <a:gd name="T33" fmla="*/ 2147483647 h 804"/>
                    <a:gd name="T34" fmla="*/ 2147483647 w 792"/>
                    <a:gd name="T35" fmla="*/ 2147483647 h 804"/>
                    <a:gd name="T36" fmla="*/ 2147483647 w 792"/>
                    <a:gd name="T37" fmla="*/ 2147483647 h 804"/>
                    <a:gd name="T38" fmla="*/ 2147483647 w 792"/>
                    <a:gd name="T39" fmla="*/ 2147483647 h 804"/>
                    <a:gd name="T40" fmla="*/ 2147483647 w 792"/>
                    <a:gd name="T41" fmla="*/ 2147483647 h 804"/>
                    <a:gd name="T42" fmla="*/ 2147483647 w 792"/>
                    <a:gd name="T43" fmla="*/ 2147483647 h 804"/>
                    <a:gd name="T44" fmla="*/ 2147483647 w 792"/>
                    <a:gd name="T45" fmla="*/ 2147483647 h 804"/>
                    <a:gd name="T46" fmla="*/ 2147483647 w 792"/>
                    <a:gd name="T47" fmla="*/ 2147483647 h 804"/>
                    <a:gd name="T48" fmla="*/ 2147483647 w 792"/>
                    <a:gd name="T49" fmla="*/ 2147483647 h 804"/>
                    <a:gd name="T50" fmla="*/ 2147483647 w 792"/>
                    <a:gd name="T51" fmla="*/ 2147483647 h 804"/>
                    <a:gd name="T52" fmla="*/ 2147483647 w 792"/>
                    <a:gd name="T53" fmla="*/ 2147483647 h 804"/>
                    <a:gd name="T54" fmla="*/ 2147483647 w 792"/>
                    <a:gd name="T55" fmla="*/ 2147483647 h 804"/>
                    <a:gd name="T56" fmla="*/ 2147483647 w 792"/>
                    <a:gd name="T57" fmla="*/ 2147483647 h 804"/>
                    <a:gd name="T58" fmla="*/ 2147483647 w 792"/>
                    <a:gd name="T59" fmla="*/ 2147483647 h 804"/>
                    <a:gd name="T60" fmla="*/ 2147483647 w 792"/>
                    <a:gd name="T61" fmla="*/ 2147483647 h 804"/>
                    <a:gd name="T62" fmla="*/ 2147483647 w 792"/>
                    <a:gd name="T63" fmla="*/ 2147483647 h 804"/>
                    <a:gd name="T64" fmla="*/ 2147483647 w 792"/>
                    <a:gd name="T65" fmla="*/ 2147483647 h 804"/>
                    <a:gd name="T66" fmla="*/ 2147483647 w 792"/>
                    <a:gd name="T67" fmla="*/ 2147483647 h 804"/>
                    <a:gd name="T68" fmla="*/ 2147483647 w 792"/>
                    <a:gd name="T69" fmla="*/ 2147483647 h 804"/>
                    <a:gd name="T70" fmla="*/ 2147483647 w 792"/>
                    <a:gd name="T71" fmla="*/ 2147483647 h 804"/>
                    <a:gd name="T72" fmla="*/ 2147483647 w 792"/>
                    <a:gd name="T73" fmla="*/ 2147483647 h 804"/>
                    <a:gd name="T74" fmla="*/ 2147483647 w 792"/>
                    <a:gd name="T75" fmla="*/ 2147483647 h 804"/>
                    <a:gd name="T76" fmla="*/ 2147483647 w 792"/>
                    <a:gd name="T77" fmla="*/ 2147483647 h 804"/>
                    <a:gd name="T78" fmla="*/ 2147483647 w 792"/>
                    <a:gd name="T79" fmla="*/ 2147483647 h 804"/>
                    <a:gd name="T80" fmla="*/ 2147483647 w 792"/>
                    <a:gd name="T81" fmla="*/ 2147483647 h 804"/>
                    <a:gd name="T82" fmla="*/ 2147483647 w 792"/>
                    <a:gd name="T83" fmla="*/ 2147483647 h 804"/>
                    <a:gd name="T84" fmla="*/ 2147483647 w 792"/>
                    <a:gd name="T85" fmla="*/ 2147483647 h 804"/>
                    <a:gd name="T86" fmla="*/ 2147483647 w 792"/>
                    <a:gd name="T87" fmla="*/ 2147483647 h 804"/>
                    <a:gd name="T88" fmla="*/ 2147483647 w 792"/>
                    <a:gd name="T89" fmla="*/ 2147483647 h 804"/>
                    <a:gd name="T90" fmla="*/ 2147483647 w 792"/>
                    <a:gd name="T91" fmla="*/ 0 h 804"/>
                    <a:gd name="T92" fmla="*/ 2147483647 w 792"/>
                    <a:gd name="T93" fmla="*/ 2147483647 h 804"/>
                    <a:gd name="T94" fmla="*/ 2147483647 w 792"/>
                    <a:gd name="T95" fmla="*/ 0 h 804"/>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792"/>
                    <a:gd name="T145" fmla="*/ 0 h 804"/>
                    <a:gd name="T146" fmla="*/ 792 w 792"/>
                    <a:gd name="T147" fmla="*/ 804 h 804"/>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792" h="804">
                      <a:moveTo>
                        <a:pt x="12" y="18"/>
                      </a:moveTo>
                      <a:lnTo>
                        <a:pt x="6" y="24"/>
                      </a:lnTo>
                      <a:lnTo>
                        <a:pt x="6" y="54"/>
                      </a:lnTo>
                      <a:lnTo>
                        <a:pt x="18" y="60"/>
                      </a:lnTo>
                      <a:lnTo>
                        <a:pt x="24" y="72"/>
                      </a:lnTo>
                      <a:lnTo>
                        <a:pt x="24" y="78"/>
                      </a:lnTo>
                      <a:lnTo>
                        <a:pt x="18" y="84"/>
                      </a:lnTo>
                      <a:lnTo>
                        <a:pt x="12" y="96"/>
                      </a:lnTo>
                      <a:lnTo>
                        <a:pt x="6" y="102"/>
                      </a:lnTo>
                      <a:lnTo>
                        <a:pt x="0" y="114"/>
                      </a:lnTo>
                      <a:lnTo>
                        <a:pt x="0" y="120"/>
                      </a:lnTo>
                      <a:lnTo>
                        <a:pt x="6" y="132"/>
                      </a:lnTo>
                      <a:lnTo>
                        <a:pt x="18" y="144"/>
                      </a:lnTo>
                      <a:lnTo>
                        <a:pt x="30" y="180"/>
                      </a:lnTo>
                      <a:lnTo>
                        <a:pt x="30" y="264"/>
                      </a:lnTo>
                      <a:lnTo>
                        <a:pt x="36" y="342"/>
                      </a:lnTo>
                      <a:lnTo>
                        <a:pt x="36" y="438"/>
                      </a:lnTo>
                      <a:lnTo>
                        <a:pt x="42" y="534"/>
                      </a:lnTo>
                      <a:lnTo>
                        <a:pt x="42" y="624"/>
                      </a:lnTo>
                      <a:lnTo>
                        <a:pt x="48" y="702"/>
                      </a:lnTo>
                      <a:lnTo>
                        <a:pt x="48" y="774"/>
                      </a:lnTo>
                      <a:lnTo>
                        <a:pt x="474" y="780"/>
                      </a:lnTo>
                      <a:lnTo>
                        <a:pt x="492" y="762"/>
                      </a:lnTo>
                      <a:lnTo>
                        <a:pt x="498" y="762"/>
                      </a:lnTo>
                      <a:lnTo>
                        <a:pt x="498" y="774"/>
                      </a:lnTo>
                      <a:lnTo>
                        <a:pt x="618" y="780"/>
                      </a:lnTo>
                      <a:lnTo>
                        <a:pt x="624" y="786"/>
                      </a:lnTo>
                      <a:lnTo>
                        <a:pt x="630" y="798"/>
                      </a:lnTo>
                      <a:lnTo>
                        <a:pt x="636" y="804"/>
                      </a:lnTo>
                      <a:lnTo>
                        <a:pt x="654" y="804"/>
                      </a:lnTo>
                      <a:lnTo>
                        <a:pt x="660" y="798"/>
                      </a:lnTo>
                      <a:lnTo>
                        <a:pt x="672" y="774"/>
                      </a:lnTo>
                      <a:lnTo>
                        <a:pt x="684" y="762"/>
                      </a:lnTo>
                      <a:lnTo>
                        <a:pt x="696" y="762"/>
                      </a:lnTo>
                      <a:lnTo>
                        <a:pt x="702" y="756"/>
                      </a:lnTo>
                      <a:lnTo>
                        <a:pt x="720" y="756"/>
                      </a:lnTo>
                      <a:lnTo>
                        <a:pt x="726" y="750"/>
                      </a:lnTo>
                      <a:lnTo>
                        <a:pt x="732" y="738"/>
                      </a:lnTo>
                      <a:lnTo>
                        <a:pt x="732" y="714"/>
                      </a:lnTo>
                      <a:lnTo>
                        <a:pt x="762" y="714"/>
                      </a:lnTo>
                      <a:lnTo>
                        <a:pt x="786" y="690"/>
                      </a:lnTo>
                      <a:lnTo>
                        <a:pt x="780" y="684"/>
                      </a:lnTo>
                      <a:lnTo>
                        <a:pt x="774" y="672"/>
                      </a:lnTo>
                      <a:lnTo>
                        <a:pt x="774" y="624"/>
                      </a:lnTo>
                      <a:lnTo>
                        <a:pt x="792" y="618"/>
                      </a:lnTo>
                      <a:lnTo>
                        <a:pt x="786" y="618"/>
                      </a:lnTo>
                      <a:lnTo>
                        <a:pt x="756" y="588"/>
                      </a:lnTo>
                      <a:lnTo>
                        <a:pt x="732" y="552"/>
                      </a:lnTo>
                      <a:lnTo>
                        <a:pt x="726" y="528"/>
                      </a:lnTo>
                      <a:lnTo>
                        <a:pt x="714" y="492"/>
                      </a:lnTo>
                      <a:lnTo>
                        <a:pt x="702" y="468"/>
                      </a:lnTo>
                      <a:lnTo>
                        <a:pt x="690" y="462"/>
                      </a:lnTo>
                      <a:lnTo>
                        <a:pt x="684" y="450"/>
                      </a:lnTo>
                      <a:lnTo>
                        <a:pt x="672" y="444"/>
                      </a:lnTo>
                      <a:lnTo>
                        <a:pt x="666" y="432"/>
                      </a:lnTo>
                      <a:lnTo>
                        <a:pt x="654" y="396"/>
                      </a:lnTo>
                      <a:lnTo>
                        <a:pt x="654" y="378"/>
                      </a:lnTo>
                      <a:lnTo>
                        <a:pt x="618" y="336"/>
                      </a:lnTo>
                      <a:lnTo>
                        <a:pt x="618" y="318"/>
                      </a:lnTo>
                      <a:lnTo>
                        <a:pt x="606" y="294"/>
                      </a:lnTo>
                      <a:lnTo>
                        <a:pt x="594" y="282"/>
                      </a:lnTo>
                      <a:lnTo>
                        <a:pt x="588" y="270"/>
                      </a:lnTo>
                      <a:lnTo>
                        <a:pt x="576" y="258"/>
                      </a:lnTo>
                      <a:lnTo>
                        <a:pt x="570" y="246"/>
                      </a:lnTo>
                      <a:lnTo>
                        <a:pt x="558" y="234"/>
                      </a:lnTo>
                      <a:lnTo>
                        <a:pt x="552" y="222"/>
                      </a:lnTo>
                      <a:lnTo>
                        <a:pt x="546" y="216"/>
                      </a:lnTo>
                      <a:lnTo>
                        <a:pt x="552" y="210"/>
                      </a:lnTo>
                      <a:lnTo>
                        <a:pt x="552" y="198"/>
                      </a:lnTo>
                      <a:lnTo>
                        <a:pt x="540" y="174"/>
                      </a:lnTo>
                      <a:lnTo>
                        <a:pt x="528" y="168"/>
                      </a:lnTo>
                      <a:lnTo>
                        <a:pt x="522" y="168"/>
                      </a:lnTo>
                      <a:lnTo>
                        <a:pt x="540" y="144"/>
                      </a:lnTo>
                      <a:lnTo>
                        <a:pt x="558" y="156"/>
                      </a:lnTo>
                      <a:lnTo>
                        <a:pt x="558" y="174"/>
                      </a:lnTo>
                      <a:lnTo>
                        <a:pt x="564" y="186"/>
                      </a:lnTo>
                      <a:lnTo>
                        <a:pt x="576" y="198"/>
                      </a:lnTo>
                      <a:lnTo>
                        <a:pt x="582" y="210"/>
                      </a:lnTo>
                      <a:lnTo>
                        <a:pt x="588" y="216"/>
                      </a:lnTo>
                      <a:lnTo>
                        <a:pt x="588" y="246"/>
                      </a:lnTo>
                      <a:lnTo>
                        <a:pt x="606" y="264"/>
                      </a:lnTo>
                      <a:lnTo>
                        <a:pt x="612" y="276"/>
                      </a:lnTo>
                      <a:lnTo>
                        <a:pt x="636" y="300"/>
                      </a:lnTo>
                      <a:lnTo>
                        <a:pt x="648" y="306"/>
                      </a:lnTo>
                      <a:lnTo>
                        <a:pt x="654" y="306"/>
                      </a:lnTo>
                      <a:lnTo>
                        <a:pt x="666" y="300"/>
                      </a:lnTo>
                      <a:lnTo>
                        <a:pt x="678" y="288"/>
                      </a:lnTo>
                      <a:lnTo>
                        <a:pt x="672" y="270"/>
                      </a:lnTo>
                      <a:lnTo>
                        <a:pt x="684" y="246"/>
                      </a:lnTo>
                      <a:lnTo>
                        <a:pt x="684" y="234"/>
                      </a:lnTo>
                      <a:lnTo>
                        <a:pt x="690" y="222"/>
                      </a:lnTo>
                      <a:lnTo>
                        <a:pt x="690" y="198"/>
                      </a:lnTo>
                      <a:lnTo>
                        <a:pt x="696" y="186"/>
                      </a:lnTo>
                      <a:lnTo>
                        <a:pt x="696" y="180"/>
                      </a:lnTo>
                      <a:lnTo>
                        <a:pt x="702" y="168"/>
                      </a:lnTo>
                      <a:lnTo>
                        <a:pt x="648" y="24"/>
                      </a:lnTo>
                      <a:lnTo>
                        <a:pt x="642" y="24"/>
                      </a:lnTo>
                      <a:lnTo>
                        <a:pt x="636" y="30"/>
                      </a:lnTo>
                      <a:lnTo>
                        <a:pt x="624" y="30"/>
                      </a:lnTo>
                      <a:lnTo>
                        <a:pt x="600" y="42"/>
                      </a:lnTo>
                      <a:lnTo>
                        <a:pt x="576" y="42"/>
                      </a:lnTo>
                      <a:lnTo>
                        <a:pt x="564" y="36"/>
                      </a:lnTo>
                      <a:lnTo>
                        <a:pt x="558" y="30"/>
                      </a:lnTo>
                      <a:lnTo>
                        <a:pt x="552" y="36"/>
                      </a:lnTo>
                      <a:lnTo>
                        <a:pt x="540" y="42"/>
                      </a:lnTo>
                      <a:lnTo>
                        <a:pt x="534" y="42"/>
                      </a:lnTo>
                      <a:lnTo>
                        <a:pt x="510" y="30"/>
                      </a:lnTo>
                      <a:lnTo>
                        <a:pt x="504" y="24"/>
                      </a:lnTo>
                      <a:lnTo>
                        <a:pt x="504" y="18"/>
                      </a:lnTo>
                      <a:lnTo>
                        <a:pt x="498" y="12"/>
                      </a:lnTo>
                      <a:lnTo>
                        <a:pt x="486" y="6"/>
                      </a:lnTo>
                      <a:lnTo>
                        <a:pt x="468" y="6"/>
                      </a:lnTo>
                      <a:lnTo>
                        <a:pt x="456" y="12"/>
                      </a:lnTo>
                      <a:lnTo>
                        <a:pt x="438" y="12"/>
                      </a:lnTo>
                      <a:lnTo>
                        <a:pt x="432" y="18"/>
                      </a:lnTo>
                      <a:lnTo>
                        <a:pt x="420" y="18"/>
                      </a:lnTo>
                      <a:lnTo>
                        <a:pt x="414" y="12"/>
                      </a:lnTo>
                      <a:lnTo>
                        <a:pt x="390" y="12"/>
                      </a:lnTo>
                      <a:lnTo>
                        <a:pt x="378" y="18"/>
                      </a:lnTo>
                      <a:lnTo>
                        <a:pt x="372" y="24"/>
                      </a:lnTo>
                      <a:lnTo>
                        <a:pt x="366" y="36"/>
                      </a:lnTo>
                      <a:lnTo>
                        <a:pt x="360" y="42"/>
                      </a:lnTo>
                      <a:lnTo>
                        <a:pt x="336" y="42"/>
                      </a:lnTo>
                      <a:lnTo>
                        <a:pt x="324" y="54"/>
                      </a:lnTo>
                      <a:lnTo>
                        <a:pt x="312" y="60"/>
                      </a:lnTo>
                      <a:lnTo>
                        <a:pt x="306" y="60"/>
                      </a:lnTo>
                      <a:lnTo>
                        <a:pt x="300" y="54"/>
                      </a:lnTo>
                      <a:lnTo>
                        <a:pt x="288" y="54"/>
                      </a:lnTo>
                      <a:lnTo>
                        <a:pt x="276" y="48"/>
                      </a:lnTo>
                      <a:lnTo>
                        <a:pt x="264" y="48"/>
                      </a:lnTo>
                      <a:lnTo>
                        <a:pt x="258" y="42"/>
                      </a:lnTo>
                      <a:lnTo>
                        <a:pt x="204" y="42"/>
                      </a:lnTo>
                      <a:lnTo>
                        <a:pt x="198" y="36"/>
                      </a:lnTo>
                      <a:lnTo>
                        <a:pt x="186" y="30"/>
                      </a:lnTo>
                      <a:lnTo>
                        <a:pt x="174" y="18"/>
                      </a:lnTo>
                      <a:lnTo>
                        <a:pt x="126" y="18"/>
                      </a:lnTo>
                      <a:lnTo>
                        <a:pt x="120" y="12"/>
                      </a:lnTo>
                      <a:lnTo>
                        <a:pt x="96" y="0"/>
                      </a:lnTo>
                      <a:lnTo>
                        <a:pt x="78" y="0"/>
                      </a:lnTo>
                      <a:lnTo>
                        <a:pt x="66" y="12"/>
                      </a:lnTo>
                      <a:lnTo>
                        <a:pt x="54" y="12"/>
                      </a:lnTo>
                      <a:lnTo>
                        <a:pt x="42" y="6"/>
                      </a:lnTo>
                      <a:lnTo>
                        <a:pt x="36" y="6"/>
                      </a:lnTo>
                      <a:lnTo>
                        <a:pt x="36" y="0"/>
                      </a:lnTo>
                      <a:lnTo>
                        <a:pt x="30" y="0"/>
                      </a:lnTo>
                      <a:lnTo>
                        <a:pt x="12" y="18"/>
                      </a:lnTo>
                      <a:close/>
                    </a:path>
                  </a:pathLst>
                </a:custGeom>
                <a:solidFill>
                  <a:srgbClr val="4B285F"/>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301" name="Ecuador" descr="© INSCALE GmbH, 05.05.2010&#10;http://www.presentationload.com/">
                  <a:extLst>
                    <a:ext uri="{FF2B5EF4-FFF2-40B4-BE49-F238E27FC236}">
                      <a16:creationId xmlns:a16="http://schemas.microsoft.com/office/drawing/2014/main" id="{0F2DE4CF-4688-4066-94A8-25FD40546627}"/>
                    </a:ext>
                  </a:extLst>
                </p:cNvPr>
                <p:cNvSpPr>
                  <a:spLocks noEditPoints="1"/>
                </p:cNvSpPr>
                <p:nvPr/>
              </p:nvSpPr>
              <p:spPr bwMode="gray">
                <a:xfrm>
                  <a:off x="3000606" y="3819786"/>
                  <a:ext cx="187245" cy="238471"/>
                </a:xfrm>
                <a:custGeom>
                  <a:avLst/>
                  <a:gdLst>
                    <a:gd name="T0" fmla="*/ 2147483647 w 414"/>
                    <a:gd name="T1" fmla="*/ 2147483647 h 528"/>
                    <a:gd name="T2" fmla="*/ 2147483647 w 414"/>
                    <a:gd name="T3" fmla="*/ 2147483647 h 528"/>
                    <a:gd name="T4" fmla="*/ 2147483647 w 414"/>
                    <a:gd name="T5" fmla="*/ 2147483647 h 528"/>
                    <a:gd name="T6" fmla="*/ 2147483647 w 414"/>
                    <a:gd name="T7" fmla="*/ 2147483647 h 528"/>
                    <a:gd name="T8" fmla="*/ 2147483647 w 414"/>
                    <a:gd name="T9" fmla="*/ 2147483647 h 528"/>
                    <a:gd name="T10" fmla="*/ 2147483647 w 414"/>
                    <a:gd name="T11" fmla="*/ 2147483647 h 528"/>
                    <a:gd name="T12" fmla="*/ 2147483647 w 414"/>
                    <a:gd name="T13" fmla="*/ 2147483647 h 528"/>
                    <a:gd name="T14" fmla="*/ 2147483647 w 414"/>
                    <a:gd name="T15" fmla="*/ 2147483647 h 528"/>
                    <a:gd name="T16" fmla="*/ 2147483647 w 414"/>
                    <a:gd name="T17" fmla="*/ 2147483647 h 528"/>
                    <a:gd name="T18" fmla="*/ 2147483647 w 414"/>
                    <a:gd name="T19" fmla="*/ 2147483647 h 528"/>
                    <a:gd name="T20" fmla="*/ 2147483647 w 414"/>
                    <a:gd name="T21" fmla="*/ 2147483647 h 528"/>
                    <a:gd name="T22" fmla="*/ 2147483647 w 414"/>
                    <a:gd name="T23" fmla="*/ 2147483647 h 528"/>
                    <a:gd name="T24" fmla="*/ 2147483647 w 414"/>
                    <a:gd name="T25" fmla="*/ 2147483647 h 528"/>
                    <a:gd name="T26" fmla="*/ 2147483647 w 414"/>
                    <a:gd name="T27" fmla="*/ 2147483647 h 528"/>
                    <a:gd name="T28" fmla="*/ 2147483647 w 414"/>
                    <a:gd name="T29" fmla="*/ 2147483647 h 528"/>
                    <a:gd name="T30" fmla="*/ 2147483647 w 414"/>
                    <a:gd name="T31" fmla="*/ 2147483647 h 528"/>
                    <a:gd name="T32" fmla="*/ 2147483647 w 414"/>
                    <a:gd name="T33" fmla="*/ 2147483647 h 528"/>
                    <a:gd name="T34" fmla="*/ 2147483647 w 414"/>
                    <a:gd name="T35" fmla="*/ 2147483647 h 528"/>
                    <a:gd name="T36" fmla="*/ 2147483647 w 414"/>
                    <a:gd name="T37" fmla="*/ 2147483647 h 528"/>
                    <a:gd name="T38" fmla="*/ 2147483647 w 414"/>
                    <a:gd name="T39" fmla="*/ 2147483647 h 528"/>
                    <a:gd name="T40" fmla="*/ 2147483647 w 414"/>
                    <a:gd name="T41" fmla="*/ 2147483647 h 528"/>
                    <a:gd name="T42" fmla="*/ 2147483647 w 414"/>
                    <a:gd name="T43" fmla="*/ 2147483647 h 528"/>
                    <a:gd name="T44" fmla="*/ 2147483647 w 414"/>
                    <a:gd name="T45" fmla="*/ 2147483647 h 528"/>
                    <a:gd name="T46" fmla="*/ 2147483647 w 414"/>
                    <a:gd name="T47" fmla="*/ 2147483647 h 528"/>
                    <a:gd name="T48" fmla="*/ 2147483647 w 414"/>
                    <a:gd name="T49" fmla="*/ 2147483647 h 528"/>
                    <a:gd name="T50" fmla="*/ 2147483647 w 414"/>
                    <a:gd name="T51" fmla="*/ 2147483647 h 528"/>
                    <a:gd name="T52" fmla="*/ 2147483647 w 414"/>
                    <a:gd name="T53" fmla="*/ 2147483647 h 528"/>
                    <a:gd name="T54" fmla="*/ 2147483647 w 414"/>
                    <a:gd name="T55" fmla="*/ 2147483647 h 528"/>
                    <a:gd name="T56" fmla="*/ 2147483647 w 414"/>
                    <a:gd name="T57" fmla="*/ 2147483647 h 528"/>
                    <a:gd name="T58" fmla="*/ 2147483647 w 414"/>
                    <a:gd name="T59" fmla="*/ 2147483647 h 528"/>
                    <a:gd name="T60" fmla="*/ 2147483647 w 414"/>
                    <a:gd name="T61" fmla="*/ 2147483647 h 528"/>
                    <a:gd name="T62" fmla="*/ 2147483647 w 414"/>
                    <a:gd name="T63" fmla="*/ 2147483647 h 528"/>
                    <a:gd name="T64" fmla="*/ 2147483647 w 414"/>
                    <a:gd name="T65" fmla="*/ 2147483647 h 528"/>
                    <a:gd name="T66" fmla="*/ 2147483647 w 414"/>
                    <a:gd name="T67" fmla="*/ 2147483647 h 528"/>
                    <a:gd name="T68" fmla="*/ 2147483647 w 414"/>
                    <a:gd name="T69" fmla="*/ 2147483647 h 528"/>
                    <a:gd name="T70" fmla="*/ 2147483647 w 414"/>
                    <a:gd name="T71" fmla="*/ 2147483647 h 528"/>
                    <a:gd name="T72" fmla="*/ 2147483647 w 414"/>
                    <a:gd name="T73" fmla="*/ 2147483647 h 528"/>
                    <a:gd name="T74" fmla="*/ 2147483647 w 414"/>
                    <a:gd name="T75" fmla="*/ 2147483647 h 528"/>
                    <a:gd name="T76" fmla="*/ 2147483647 w 414"/>
                    <a:gd name="T77" fmla="*/ 2147483647 h 528"/>
                    <a:gd name="T78" fmla="*/ 2147483647 w 414"/>
                    <a:gd name="T79" fmla="*/ 2147483647 h 528"/>
                    <a:gd name="T80" fmla="*/ 2147483647 w 414"/>
                    <a:gd name="T81" fmla="*/ 2147483647 h 528"/>
                    <a:gd name="T82" fmla="*/ 2147483647 w 414"/>
                    <a:gd name="T83" fmla="*/ 2147483647 h 528"/>
                    <a:gd name="T84" fmla="*/ 2147483647 w 414"/>
                    <a:gd name="T85" fmla="*/ 2147483647 h 528"/>
                    <a:gd name="T86" fmla="*/ 2147483647 w 414"/>
                    <a:gd name="T87" fmla="*/ 2147483647 h 528"/>
                    <a:gd name="T88" fmla="*/ 2147483647 w 414"/>
                    <a:gd name="T89" fmla="*/ 2147483647 h 528"/>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414"/>
                    <a:gd name="T136" fmla="*/ 0 h 528"/>
                    <a:gd name="T137" fmla="*/ 414 w 414"/>
                    <a:gd name="T138" fmla="*/ 528 h 528"/>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414" h="528">
                      <a:moveTo>
                        <a:pt x="60" y="372"/>
                      </a:moveTo>
                      <a:lnTo>
                        <a:pt x="72" y="366"/>
                      </a:lnTo>
                      <a:lnTo>
                        <a:pt x="78" y="360"/>
                      </a:lnTo>
                      <a:lnTo>
                        <a:pt x="78" y="342"/>
                      </a:lnTo>
                      <a:lnTo>
                        <a:pt x="72" y="342"/>
                      </a:lnTo>
                      <a:lnTo>
                        <a:pt x="54" y="360"/>
                      </a:lnTo>
                      <a:lnTo>
                        <a:pt x="54" y="372"/>
                      </a:lnTo>
                      <a:lnTo>
                        <a:pt x="60" y="372"/>
                      </a:lnTo>
                      <a:close/>
                      <a:moveTo>
                        <a:pt x="414" y="174"/>
                      </a:moveTo>
                      <a:lnTo>
                        <a:pt x="390" y="156"/>
                      </a:lnTo>
                      <a:lnTo>
                        <a:pt x="396" y="156"/>
                      </a:lnTo>
                      <a:lnTo>
                        <a:pt x="396" y="150"/>
                      </a:lnTo>
                      <a:lnTo>
                        <a:pt x="402" y="150"/>
                      </a:lnTo>
                      <a:lnTo>
                        <a:pt x="402" y="126"/>
                      </a:lnTo>
                      <a:lnTo>
                        <a:pt x="372" y="126"/>
                      </a:lnTo>
                      <a:lnTo>
                        <a:pt x="360" y="114"/>
                      </a:lnTo>
                      <a:lnTo>
                        <a:pt x="360" y="108"/>
                      </a:lnTo>
                      <a:lnTo>
                        <a:pt x="354" y="102"/>
                      </a:lnTo>
                      <a:lnTo>
                        <a:pt x="354" y="96"/>
                      </a:lnTo>
                      <a:lnTo>
                        <a:pt x="342" y="90"/>
                      </a:lnTo>
                      <a:lnTo>
                        <a:pt x="336" y="90"/>
                      </a:lnTo>
                      <a:lnTo>
                        <a:pt x="330" y="96"/>
                      </a:lnTo>
                      <a:lnTo>
                        <a:pt x="330" y="108"/>
                      </a:lnTo>
                      <a:lnTo>
                        <a:pt x="306" y="108"/>
                      </a:lnTo>
                      <a:lnTo>
                        <a:pt x="300" y="102"/>
                      </a:lnTo>
                      <a:lnTo>
                        <a:pt x="288" y="96"/>
                      </a:lnTo>
                      <a:lnTo>
                        <a:pt x="282" y="102"/>
                      </a:lnTo>
                      <a:lnTo>
                        <a:pt x="270" y="102"/>
                      </a:lnTo>
                      <a:lnTo>
                        <a:pt x="258" y="96"/>
                      </a:lnTo>
                      <a:lnTo>
                        <a:pt x="252" y="90"/>
                      </a:lnTo>
                      <a:lnTo>
                        <a:pt x="252" y="84"/>
                      </a:lnTo>
                      <a:lnTo>
                        <a:pt x="246" y="72"/>
                      </a:lnTo>
                      <a:lnTo>
                        <a:pt x="240" y="66"/>
                      </a:lnTo>
                      <a:lnTo>
                        <a:pt x="228" y="60"/>
                      </a:lnTo>
                      <a:lnTo>
                        <a:pt x="210" y="60"/>
                      </a:lnTo>
                      <a:lnTo>
                        <a:pt x="204" y="48"/>
                      </a:lnTo>
                      <a:lnTo>
                        <a:pt x="168" y="30"/>
                      </a:lnTo>
                      <a:lnTo>
                        <a:pt x="162" y="18"/>
                      </a:lnTo>
                      <a:lnTo>
                        <a:pt x="150" y="12"/>
                      </a:lnTo>
                      <a:lnTo>
                        <a:pt x="144" y="0"/>
                      </a:lnTo>
                      <a:lnTo>
                        <a:pt x="144" y="12"/>
                      </a:lnTo>
                      <a:lnTo>
                        <a:pt x="150" y="18"/>
                      </a:lnTo>
                      <a:lnTo>
                        <a:pt x="150" y="36"/>
                      </a:lnTo>
                      <a:lnTo>
                        <a:pt x="144" y="42"/>
                      </a:lnTo>
                      <a:lnTo>
                        <a:pt x="120" y="54"/>
                      </a:lnTo>
                      <a:lnTo>
                        <a:pt x="102" y="54"/>
                      </a:lnTo>
                      <a:lnTo>
                        <a:pt x="96" y="42"/>
                      </a:lnTo>
                      <a:lnTo>
                        <a:pt x="90" y="42"/>
                      </a:lnTo>
                      <a:lnTo>
                        <a:pt x="78" y="54"/>
                      </a:lnTo>
                      <a:lnTo>
                        <a:pt x="66" y="60"/>
                      </a:lnTo>
                      <a:lnTo>
                        <a:pt x="60" y="72"/>
                      </a:lnTo>
                      <a:lnTo>
                        <a:pt x="60" y="84"/>
                      </a:lnTo>
                      <a:lnTo>
                        <a:pt x="66" y="90"/>
                      </a:lnTo>
                      <a:lnTo>
                        <a:pt x="72" y="102"/>
                      </a:lnTo>
                      <a:lnTo>
                        <a:pt x="72" y="120"/>
                      </a:lnTo>
                      <a:lnTo>
                        <a:pt x="66" y="126"/>
                      </a:lnTo>
                      <a:lnTo>
                        <a:pt x="54" y="132"/>
                      </a:lnTo>
                      <a:lnTo>
                        <a:pt x="42" y="144"/>
                      </a:lnTo>
                      <a:lnTo>
                        <a:pt x="42" y="162"/>
                      </a:lnTo>
                      <a:lnTo>
                        <a:pt x="48" y="168"/>
                      </a:lnTo>
                      <a:lnTo>
                        <a:pt x="54" y="180"/>
                      </a:lnTo>
                      <a:lnTo>
                        <a:pt x="36" y="180"/>
                      </a:lnTo>
                      <a:lnTo>
                        <a:pt x="36" y="198"/>
                      </a:lnTo>
                      <a:lnTo>
                        <a:pt x="0" y="216"/>
                      </a:lnTo>
                      <a:lnTo>
                        <a:pt x="24" y="228"/>
                      </a:lnTo>
                      <a:lnTo>
                        <a:pt x="12" y="258"/>
                      </a:lnTo>
                      <a:lnTo>
                        <a:pt x="24" y="270"/>
                      </a:lnTo>
                      <a:lnTo>
                        <a:pt x="24" y="282"/>
                      </a:lnTo>
                      <a:lnTo>
                        <a:pt x="6" y="300"/>
                      </a:lnTo>
                      <a:lnTo>
                        <a:pt x="0" y="300"/>
                      </a:lnTo>
                      <a:lnTo>
                        <a:pt x="12" y="312"/>
                      </a:lnTo>
                      <a:lnTo>
                        <a:pt x="6" y="318"/>
                      </a:lnTo>
                      <a:lnTo>
                        <a:pt x="6" y="324"/>
                      </a:lnTo>
                      <a:lnTo>
                        <a:pt x="18" y="336"/>
                      </a:lnTo>
                      <a:lnTo>
                        <a:pt x="30" y="342"/>
                      </a:lnTo>
                      <a:lnTo>
                        <a:pt x="60" y="342"/>
                      </a:lnTo>
                      <a:lnTo>
                        <a:pt x="72" y="330"/>
                      </a:lnTo>
                      <a:lnTo>
                        <a:pt x="72" y="324"/>
                      </a:lnTo>
                      <a:lnTo>
                        <a:pt x="96" y="330"/>
                      </a:lnTo>
                      <a:lnTo>
                        <a:pt x="102" y="342"/>
                      </a:lnTo>
                      <a:lnTo>
                        <a:pt x="102" y="348"/>
                      </a:lnTo>
                      <a:lnTo>
                        <a:pt x="96" y="366"/>
                      </a:lnTo>
                      <a:lnTo>
                        <a:pt x="90" y="372"/>
                      </a:lnTo>
                      <a:lnTo>
                        <a:pt x="90" y="384"/>
                      </a:lnTo>
                      <a:lnTo>
                        <a:pt x="84" y="396"/>
                      </a:lnTo>
                      <a:lnTo>
                        <a:pt x="72" y="402"/>
                      </a:lnTo>
                      <a:lnTo>
                        <a:pt x="66" y="402"/>
                      </a:lnTo>
                      <a:lnTo>
                        <a:pt x="60" y="408"/>
                      </a:lnTo>
                      <a:lnTo>
                        <a:pt x="54" y="408"/>
                      </a:lnTo>
                      <a:lnTo>
                        <a:pt x="60" y="408"/>
                      </a:lnTo>
                      <a:lnTo>
                        <a:pt x="72" y="414"/>
                      </a:lnTo>
                      <a:lnTo>
                        <a:pt x="78" y="414"/>
                      </a:lnTo>
                      <a:lnTo>
                        <a:pt x="78" y="420"/>
                      </a:lnTo>
                      <a:lnTo>
                        <a:pt x="72" y="426"/>
                      </a:lnTo>
                      <a:lnTo>
                        <a:pt x="66" y="438"/>
                      </a:lnTo>
                      <a:lnTo>
                        <a:pt x="54" y="444"/>
                      </a:lnTo>
                      <a:lnTo>
                        <a:pt x="48" y="456"/>
                      </a:lnTo>
                      <a:lnTo>
                        <a:pt x="42" y="462"/>
                      </a:lnTo>
                      <a:lnTo>
                        <a:pt x="54" y="474"/>
                      </a:lnTo>
                      <a:lnTo>
                        <a:pt x="42" y="486"/>
                      </a:lnTo>
                      <a:lnTo>
                        <a:pt x="48" y="492"/>
                      </a:lnTo>
                      <a:lnTo>
                        <a:pt x="54" y="492"/>
                      </a:lnTo>
                      <a:lnTo>
                        <a:pt x="66" y="486"/>
                      </a:lnTo>
                      <a:lnTo>
                        <a:pt x="78" y="474"/>
                      </a:lnTo>
                      <a:lnTo>
                        <a:pt x="90" y="486"/>
                      </a:lnTo>
                      <a:lnTo>
                        <a:pt x="120" y="486"/>
                      </a:lnTo>
                      <a:lnTo>
                        <a:pt x="120" y="492"/>
                      </a:lnTo>
                      <a:lnTo>
                        <a:pt x="126" y="498"/>
                      </a:lnTo>
                      <a:lnTo>
                        <a:pt x="126" y="516"/>
                      </a:lnTo>
                      <a:lnTo>
                        <a:pt x="132" y="528"/>
                      </a:lnTo>
                      <a:lnTo>
                        <a:pt x="150" y="528"/>
                      </a:lnTo>
                      <a:lnTo>
                        <a:pt x="150" y="522"/>
                      </a:lnTo>
                      <a:lnTo>
                        <a:pt x="156" y="516"/>
                      </a:lnTo>
                      <a:lnTo>
                        <a:pt x="156" y="510"/>
                      </a:lnTo>
                      <a:lnTo>
                        <a:pt x="162" y="504"/>
                      </a:lnTo>
                      <a:lnTo>
                        <a:pt x="180" y="504"/>
                      </a:lnTo>
                      <a:lnTo>
                        <a:pt x="180" y="474"/>
                      </a:lnTo>
                      <a:lnTo>
                        <a:pt x="186" y="462"/>
                      </a:lnTo>
                      <a:lnTo>
                        <a:pt x="186" y="438"/>
                      </a:lnTo>
                      <a:lnTo>
                        <a:pt x="198" y="426"/>
                      </a:lnTo>
                      <a:lnTo>
                        <a:pt x="198" y="408"/>
                      </a:lnTo>
                      <a:lnTo>
                        <a:pt x="210" y="402"/>
                      </a:lnTo>
                      <a:lnTo>
                        <a:pt x="210" y="396"/>
                      </a:lnTo>
                      <a:lnTo>
                        <a:pt x="228" y="378"/>
                      </a:lnTo>
                      <a:lnTo>
                        <a:pt x="246" y="366"/>
                      </a:lnTo>
                      <a:lnTo>
                        <a:pt x="264" y="360"/>
                      </a:lnTo>
                      <a:lnTo>
                        <a:pt x="324" y="330"/>
                      </a:lnTo>
                      <a:lnTo>
                        <a:pt x="342" y="318"/>
                      </a:lnTo>
                      <a:lnTo>
                        <a:pt x="354" y="300"/>
                      </a:lnTo>
                      <a:lnTo>
                        <a:pt x="366" y="288"/>
                      </a:lnTo>
                      <a:lnTo>
                        <a:pt x="372" y="276"/>
                      </a:lnTo>
                      <a:lnTo>
                        <a:pt x="384" y="264"/>
                      </a:lnTo>
                      <a:lnTo>
                        <a:pt x="390" y="252"/>
                      </a:lnTo>
                      <a:lnTo>
                        <a:pt x="402" y="210"/>
                      </a:lnTo>
                      <a:lnTo>
                        <a:pt x="414" y="204"/>
                      </a:lnTo>
                      <a:lnTo>
                        <a:pt x="414" y="174"/>
                      </a:lnTo>
                      <a:close/>
                    </a:path>
                  </a:pathLst>
                </a:custGeom>
                <a:solidFill>
                  <a:srgbClr val="572772"/>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302" name="East Timor" descr="© INSCALE GmbH, 05.05.2010&#10;http://www.presentationload.com/">
                  <a:extLst>
                    <a:ext uri="{FF2B5EF4-FFF2-40B4-BE49-F238E27FC236}">
                      <a16:creationId xmlns:a16="http://schemas.microsoft.com/office/drawing/2014/main" id="{0B83E971-5A43-4EA4-BE92-B7E03E5723FE}"/>
                    </a:ext>
                  </a:extLst>
                </p:cNvPr>
                <p:cNvSpPr>
                  <a:spLocks noEditPoints="1"/>
                </p:cNvSpPr>
                <p:nvPr/>
              </p:nvSpPr>
              <p:spPr bwMode="gray">
                <a:xfrm>
                  <a:off x="9584173" y="4178376"/>
                  <a:ext cx="113054" cy="52994"/>
                </a:xfrm>
                <a:custGeom>
                  <a:avLst/>
                  <a:gdLst>
                    <a:gd name="T0" fmla="*/ 2147483647 w 252"/>
                    <a:gd name="T1" fmla="*/ 0 h 120"/>
                    <a:gd name="T2" fmla="*/ 2147483647 w 252"/>
                    <a:gd name="T3" fmla="*/ 2147483647 h 120"/>
                    <a:gd name="T4" fmla="*/ 2147483647 w 252"/>
                    <a:gd name="T5" fmla="*/ 2147483647 h 120"/>
                    <a:gd name="T6" fmla="*/ 2147483647 w 252"/>
                    <a:gd name="T7" fmla="*/ 2147483647 h 120"/>
                    <a:gd name="T8" fmla="*/ 2147483647 w 252"/>
                    <a:gd name="T9" fmla="*/ 2147483647 h 120"/>
                    <a:gd name="T10" fmla="*/ 2147483647 w 252"/>
                    <a:gd name="T11" fmla="*/ 2147483647 h 120"/>
                    <a:gd name="T12" fmla="*/ 2147483647 w 252"/>
                    <a:gd name="T13" fmla="*/ 2147483647 h 120"/>
                    <a:gd name="T14" fmla="*/ 2147483647 w 252"/>
                    <a:gd name="T15" fmla="*/ 2147483647 h 120"/>
                    <a:gd name="T16" fmla="*/ 2147483647 w 252"/>
                    <a:gd name="T17" fmla="*/ 2147483647 h 120"/>
                    <a:gd name="T18" fmla="*/ 2147483647 w 252"/>
                    <a:gd name="T19" fmla="*/ 2147483647 h 120"/>
                    <a:gd name="T20" fmla="*/ 2147483647 w 252"/>
                    <a:gd name="T21" fmla="*/ 2147483647 h 120"/>
                    <a:gd name="T22" fmla="*/ 2147483647 w 252"/>
                    <a:gd name="T23" fmla="*/ 2147483647 h 120"/>
                    <a:gd name="T24" fmla="*/ 2147483647 w 252"/>
                    <a:gd name="T25" fmla="*/ 2147483647 h 120"/>
                    <a:gd name="T26" fmla="*/ 2147483647 w 252"/>
                    <a:gd name="T27" fmla="*/ 2147483647 h 120"/>
                    <a:gd name="T28" fmla="*/ 2147483647 w 252"/>
                    <a:gd name="T29" fmla="*/ 2147483647 h 120"/>
                    <a:gd name="T30" fmla="*/ 2147483647 w 252"/>
                    <a:gd name="T31" fmla="*/ 2147483647 h 120"/>
                    <a:gd name="T32" fmla="*/ 2147483647 w 252"/>
                    <a:gd name="T33" fmla="*/ 2147483647 h 120"/>
                    <a:gd name="T34" fmla="*/ 2147483647 w 252"/>
                    <a:gd name="T35" fmla="*/ 2147483647 h 120"/>
                    <a:gd name="T36" fmla="*/ 2147483647 w 252"/>
                    <a:gd name="T37" fmla="*/ 2147483647 h 120"/>
                    <a:gd name="T38" fmla="*/ 2147483647 w 252"/>
                    <a:gd name="T39" fmla="*/ 2147483647 h 120"/>
                    <a:gd name="T40" fmla="*/ 2147483647 w 252"/>
                    <a:gd name="T41" fmla="*/ 2147483647 h 120"/>
                    <a:gd name="T42" fmla="*/ 2147483647 w 252"/>
                    <a:gd name="T43" fmla="*/ 2147483647 h 120"/>
                    <a:gd name="T44" fmla="*/ 2147483647 w 252"/>
                    <a:gd name="T45" fmla="*/ 2147483647 h 120"/>
                    <a:gd name="T46" fmla="*/ 2147483647 w 252"/>
                    <a:gd name="T47" fmla="*/ 0 h 120"/>
                    <a:gd name="T48" fmla="*/ 0 w 252"/>
                    <a:gd name="T49" fmla="*/ 2147483647 h 120"/>
                    <a:gd name="T50" fmla="*/ 2147483647 w 252"/>
                    <a:gd name="T51" fmla="*/ 2147483647 h 120"/>
                    <a:gd name="T52" fmla="*/ 2147483647 w 252"/>
                    <a:gd name="T53" fmla="*/ 2147483647 h 120"/>
                    <a:gd name="T54" fmla="*/ 2147483647 w 252"/>
                    <a:gd name="T55" fmla="*/ 2147483647 h 120"/>
                    <a:gd name="T56" fmla="*/ 2147483647 w 252"/>
                    <a:gd name="T57" fmla="*/ 2147483647 h 120"/>
                    <a:gd name="T58" fmla="*/ 2147483647 w 252"/>
                    <a:gd name="T59" fmla="*/ 2147483647 h 120"/>
                    <a:gd name="T60" fmla="*/ 2147483647 w 252"/>
                    <a:gd name="T61" fmla="*/ 2147483647 h 120"/>
                    <a:gd name="T62" fmla="*/ 2147483647 w 252"/>
                    <a:gd name="T63" fmla="*/ 2147483647 h 120"/>
                    <a:gd name="T64" fmla="*/ 0 w 252"/>
                    <a:gd name="T65" fmla="*/ 2147483647 h 12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52"/>
                    <a:gd name="T100" fmla="*/ 0 h 120"/>
                    <a:gd name="T101" fmla="*/ 252 w 252"/>
                    <a:gd name="T102" fmla="*/ 120 h 12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52" h="120">
                      <a:moveTo>
                        <a:pt x="228" y="0"/>
                      </a:moveTo>
                      <a:lnTo>
                        <a:pt x="204" y="24"/>
                      </a:lnTo>
                      <a:lnTo>
                        <a:pt x="114" y="24"/>
                      </a:lnTo>
                      <a:lnTo>
                        <a:pt x="108" y="30"/>
                      </a:lnTo>
                      <a:lnTo>
                        <a:pt x="102" y="42"/>
                      </a:lnTo>
                      <a:lnTo>
                        <a:pt x="96" y="48"/>
                      </a:lnTo>
                      <a:lnTo>
                        <a:pt x="90" y="48"/>
                      </a:lnTo>
                      <a:lnTo>
                        <a:pt x="78" y="54"/>
                      </a:lnTo>
                      <a:lnTo>
                        <a:pt x="90" y="72"/>
                      </a:lnTo>
                      <a:lnTo>
                        <a:pt x="84" y="78"/>
                      </a:lnTo>
                      <a:lnTo>
                        <a:pt x="72" y="102"/>
                      </a:lnTo>
                      <a:lnTo>
                        <a:pt x="72" y="114"/>
                      </a:lnTo>
                      <a:lnTo>
                        <a:pt x="78" y="120"/>
                      </a:lnTo>
                      <a:lnTo>
                        <a:pt x="78" y="114"/>
                      </a:lnTo>
                      <a:lnTo>
                        <a:pt x="84" y="108"/>
                      </a:lnTo>
                      <a:lnTo>
                        <a:pt x="96" y="108"/>
                      </a:lnTo>
                      <a:lnTo>
                        <a:pt x="132" y="84"/>
                      </a:lnTo>
                      <a:lnTo>
                        <a:pt x="138" y="90"/>
                      </a:lnTo>
                      <a:lnTo>
                        <a:pt x="162" y="90"/>
                      </a:lnTo>
                      <a:lnTo>
                        <a:pt x="186" y="78"/>
                      </a:lnTo>
                      <a:lnTo>
                        <a:pt x="198" y="66"/>
                      </a:lnTo>
                      <a:lnTo>
                        <a:pt x="210" y="60"/>
                      </a:lnTo>
                      <a:lnTo>
                        <a:pt x="252" y="18"/>
                      </a:lnTo>
                      <a:lnTo>
                        <a:pt x="228" y="0"/>
                      </a:lnTo>
                      <a:close/>
                      <a:moveTo>
                        <a:pt x="0" y="90"/>
                      </a:moveTo>
                      <a:lnTo>
                        <a:pt x="6" y="102"/>
                      </a:lnTo>
                      <a:lnTo>
                        <a:pt x="18" y="96"/>
                      </a:lnTo>
                      <a:lnTo>
                        <a:pt x="24" y="90"/>
                      </a:lnTo>
                      <a:lnTo>
                        <a:pt x="36" y="90"/>
                      </a:lnTo>
                      <a:lnTo>
                        <a:pt x="36" y="84"/>
                      </a:lnTo>
                      <a:lnTo>
                        <a:pt x="42" y="72"/>
                      </a:lnTo>
                      <a:lnTo>
                        <a:pt x="18" y="72"/>
                      </a:lnTo>
                      <a:lnTo>
                        <a:pt x="0" y="90"/>
                      </a:lnTo>
                      <a:close/>
                    </a:path>
                  </a:pathLst>
                </a:custGeom>
                <a:solidFill>
                  <a:srgbClr val="A29C97"/>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303" name="Dominican Republic" descr="© INSCALE GmbH, 05.05.2010&#10;http://www.presentationload.com/">
                  <a:extLst>
                    <a:ext uri="{FF2B5EF4-FFF2-40B4-BE49-F238E27FC236}">
                      <a16:creationId xmlns:a16="http://schemas.microsoft.com/office/drawing/2014/main" id="{2371F4F1-E360-4A04-AA80-A4AC2C0BC3EE}"/>
                    </a:ext>
                  </a:extLst>
                </p:cNvPr>
                <p:cNvSpPr>
                  <a:spLocks/>
                </p:cNvSpPr>
                <p:nvPr/>
              </p:nvSpPr>
              <p:spPr bwMode="gray">
                <a:xfrm>
                  <a:off x="3334467" y="3153831"/>
                  <a:ext cx="113054" cy="75959"/>
                </a:xfrm>
                <a:custGeom>
                  <a:avLst/>
                  <a:gdLst>
                    <a:gd name="T0" fmla="*/ 2147483647 w 252"/>
                    <a:gd name="T1" fmla="*/ 2147483647 h 168"/>
                    <a:gd name="T2" fmla="*/ 2147483647 w 252"/>
                    <a:gd name="T3" fmla="*/ 2147483647 h 168"/>
                    <a:gd name="T4" fmla="*/ 2147483647 w 252"/>
                    <a:gd name="T5" fmla="*/ 2147483647 h 168"/>
                    <a:gd name="T6" fmla="*/ 2147483647 w 252"/>
                    <a:gd name="T7" fmla="*/ 2147483647 h 168"/>
                    <a:gd name="T8" fmla="*/ 2147483647 w 252"/>
                    <a:gd name="T9" fmla="*/ 2147483647 h 168"/>
                    <a:gd name="T10" fmla="*/ 2147483647 w 252"/>
                    <a:gd name="T11" fmla="*/ 2147483647 h 168"/>
                    <a:gd name="T12" fmla="*/ 2147483647 w 252"/>
                    <a:gd name="T13" fmla="*/ 2147483647 h 168"/>
                    <a:gd name="T14" fmla="*/ 2147483647 w 252"/>
                    <a:gd name="T15" fmla="*/ 2147483647 h 168"/>
                    <a:gd name="T16" fmla="*/ 2147483647 w 252"/>
                    <a:gd name="T17" fmla="*/ 2147483647 h 168"/>
                    <a:gd name="T18" fmla="*/ 2147483647 w 252"/>
                    <a:gd name="T19" fmla="*/ 2147483647 h 168"/>
                    <a:gd name="T20" fmla="*/ 2147483647 w 252"/>
                    <a:gd name="T21" fmla="*/ 0 h 168"/>
                    <a:gd name="T22" fmla="*/ 2147483647 w 252"/>
                    <a:gd name="T23" fmla="*/ 0 h 168"/>
                    <a:gd name="T24" fmla="*/ 2147483647 w 252"/>
                    <a:gd name="T25" fmla="*/ 2147483647 h 168"/>
                    <a:gd name="T26" fmla="*/ 2147483647 w 252"/>
                    <a:gd name="T27" fmla="*/ 2147483647 h 168"/>
                    <a:gd name="T28" fmla="*/ 2147483647 w 252"/>
                    <a:gd name="T29" fmla="*/ 2147483647 h 168"/>
                    <a:gd name="T30" fmla="*/ 2147483647 w 252"/>
                    <a:gd name="T31" fmla="*/ 2147483647 h 168"/>
                    <a:gd name="T32" fmla="*/ 2147483647 w 252"/>
                    <a:gd name="T33" fmla="*/ 2147483647 h 168"/>
                    <a:gd name="T34" fmla="*/ 2147483647 w 252"/>
                    <a:gd name="T35" fmla="*/ 2147483647 h 168"/>
                    <a:gd name="T36" fmla="*/ 2147483647 w 252"/>
                    <a:gd name="T37" fmla="*/ 2147483647 h 168"/>
                    <a:gd name="T38" fmla="*/ 2147483647 w 252"/>
                    <a:gd name="T39" fmla="*/ 2147483647 h 168"/>
                    <a:gd name="T40" fmla="*/ 2147483647 w 252"/>
                    <a:gd name="T41" fmla="*/ 2147483647 h 168"/>
                    <a:gd name="T42" fmla="*/ 0 w 252"/>
                    <a:gd name="T43" fmla="*/ 2147483647 h 168"/>
                    <a:gd name="T44" fmla="*/ 0 w 252"/>
                    <a:gd name="T45" fmla="*/ 2147483647 h 168"/>
                    <a:gd name="T46" fmla="*/ 2147483647 w 252"/>
                    <a:gd name="T47" fmla="*/ 2147483647 h 168"/>
                    <a:gd name="T48" fmla="*/ 0 w 252"/>
                    <a:gd name="T49" fmla="*/ 2147483647 h 168"/>
                    <a:gd name="T50" fmla="*/ 2147483647 w 252"/>
                    <a:gd name="T51" fmla="*/ 2147483647 h 168"/>
                    <a:gd name="T52" fmla="*/ 2147483647 w 252"/>
                    <a:gd name="T53" fmla="*/ 2147483647 h 168"/>
                    <a:gd name="T54" fmla="*/ 2147483647 w 252"/>
                    <a:gd name="T55" fmla="*/ 2147483647 h 168"/>
                    <a:gd name="T56" fmla="*/ 2147483647 w 252"/>
                    <a:gd name="T57" fmla="*/ 2147483647 h 168"/>
                    <a:gd name="T58" fmla="*/ 2147483647 w 252"/>
                    <a:gd name="T59" fmla="*/ 2147483647 h 168"/>
                    <a:gd name="T60" fmla="*/ 2147483647 w 252"/>
                    <a:gd name="T61" fmla="*/ 2147483647 h 168"/>
                    <a:gd name="T62" fmla="*/ 2147483647 w 252"/>
                    <a:gd name="T63" fmla="*/ 2147483647 h 168"/>
                    <a:gd name="T64" fmla="*/ 2147483647 w 252"/>
                    <a:gd name="T65" fmla="*/ 2147483647 h 168"/>
                    <a:gd name="T66" fmla="*/ 2147483647 w 252"/>
                    <a:gd name="T67" fmla="*/ 2147483647 h 16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52"/>
                    <a:gd name="T103" fmla="*/ 0 h 168"/>
                    <a:gd name="T104" fmla="*/ 252 w 252"/>
                    <a:gd name="T105" fmla="*/ 168 h 16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52" h="168">
                      <a:moveTo>
                        <a:pt x="246" y="102"/>
                      </a:moveTo>
                      <a:lnTo>
                        <a:pt x="234" y="96"/>
                      </a:lnTo>
                      <a:lnTo>
                        <a:pt x="216" y="78"/>
                      </a:lnTo>
                      <a:lnTo>
                        <a:pt x="192" y="66"/>
                      </a:lnTo>
                      <a:lnTo>
                        <a:pt x="156" y="54"/>
                      </a:lnTo>
                      <a:lnTo>
                        <a:pt x="132" y="42"/>
                      </a:lnTo>
                      <a:lnTo>
                        <a:pt x="126" y="30"/>
                      </a:lnTo>
                      <a:lnTo>
                        <a:pt x="108" y="12"/>
                      </a:lnTo>
                      <a:lnTo>
                        <a:pt x="96" y="6"/>
                      </a:lnTo>
                      <a:lnTo>
                        <a:pt x="84" y="6"/>
                      </a:lnTo>
                      <a:lnTo>
                        <a:pt x="60" y="0"/>
                      </a:lnTo>
                      <a:lnTo>
                        <a:pt x="30" y="0"/>
                      </a:lnTo>
                      <a:lnTo>
                        <a:pt x="24" y="6"/>
                      </a:lnTo>
                      <a:lnTo>
                        <a:pt x="18" y="6"/>
                      </a:lnTo>
                      <a:lnTo>
                        <a:pt x="30" y="42"/>
                      </a:lnTo>
                      <a:lnTo>
                        <a:pt x="30" y="54"/>
                      </a:lnTo>
                      <a:lnTo>
                        <a:pt x="24" y="60"/>
                      </a:lnTo>
                      <a:lnTo>
                        <a:pt x="18" y="72"/>
                      </a:lnTo>
                      <a:lnTo>
                        <a:pt x="12" y="78"/>
                      </a:lnTo>
                      <a:lnTo>
                        <a:pt x="12" y="90"/>
                      </a:lnTo>
                      <a:lnTo>
                        <a:pt x="6" y="102"/>
                      </a:lnTo>
                      <a:lnTo>
                        <a:pt x="0" y="108"/>
                      </a:lnTo>
                      <a:lnTo>
                        <a:pt x="0" y="114"/>
                      </a:lnTo>
                      <a:lnTo>
                        <a:pt x="12" y="144"/>
                      </a:lnTo>
                      <a:lnTo>
                        <a:pt x="0" y="126"/>
                      </a:lnTo>
                      <a:lnTo>
                        <a:pt x="30" y="168"/>
                      </a:lnTo>
                      <a:lnTo>
                        <a:pt x="78" y="132"/>
                      </a:lnTo>
                      <a:lnTo>
                        <a:pt x="174" y="132"/>
                      </a:lnTo>
                      <a:lnTo>
                        <a:pt x="186" y="138"/>
                      </a:lnTo>
                      <a:lnTo>
                        <a:pt x="240" y="138"/>
                      </a:lnTo>
                      <a:lnTo>
                        <a:pt x="246" y="132"/>
                      </a:lnTo>
                      <a:lnTo>
                        <a:pt x="252" y="120"/>
                      </a:lnTo>
                      <a:lnTo>
                        <a:pt x="252" y="114"/>
                      </a:lnTo>
                      <a:lnTo>
                        <a:pt x="246" y="102"/>
                      </a:lnTo>
                      <a:close/>
                    </a:path>
                  </a:pathLst>
                </a:custGeom>
                <a:solidFill>
                  <a:srgbClr val="572772"/>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304" name="Djibouti" descr="© INSCALE GmbH, 05.05.2010&#10;http://www.presentationload.com/">
                  <a:extLst>
                    <a:ext uri="{FF2B5EF4-FFF2-40B4-BE49-F238E27FC236}">
                      <a16:creationId xmlns:a16="http://schemas.microsoft.com/office/drawing/2014/main" id="{ECE2EEA0-3ED0-4A8A-9AFB-559CF057FAB3}"/>
                    </a:ext>
                  </a:extLst>
                </p:cNvPr>
                <p:cNvSpPr>
                  <a:spLocks/>
                </p:cNvSpPr>
                <p:nvPr/>
              </p:nvSpPr>
              <p:spPr bwMode="gray">
                <a:xfrm>
                  <a:off x="6943328" y="3417034"/>
                  <a:ext cx="52993" cy="61827"/>
                </a:xfrm>
                <a:custGeom>
                  <a:avLst/>
                  <a:gdLst>
                    <a:gd name="T0" fmla="*/ 2147483647 w 114"/>
                    <a:gd name="T1" fmla="*/ 2147483647 h 138"/>
                    <a:gd name="T2" fmla="*/ 2147483647 w 114"/>
                    <a:gd name="T3" fmla="*/ 2147483647 h 138"/>
                    <a:gd name="T4" fmla="*/ 2147483647 w 114"/>
                    <a:gd name="T5" fmla="*/ 2147483647 h 138"/>
                    <a:gd name="T6" fmla="*/ 0 w 114"/>
                    <a:gd name="T7" fmla="*/ 2147483647 h 138"/>
                    <a:gd name="T8" fmla="*/ 0 w 114"/>
                    <a:gd name="T9" fmla="*/ 2147483647 h 138"/>
                    <a:gd name="T10" fmla="*/ 2147483647 w 114"/>
                    <a:gd name="T11" fmla="*/ 2147483647 h 138"/>
                    <a:gd name="T12" fmla="*/ 2147483647 w 114"/>
                    <a:gd name="T13" fmla="*/ 2147483647 h 138"/>
                    <a:gd name="T14" fmla="*/ 2147483647 w 114"/>
                    <a:gd name="T15" fmla="*/ 2147483647 h 138"/>
                    <a:gd name="T16" fmla="*/ 2147483647 w 114"/>
                    <a:gd name="T17" fmla="*/ 2147483647 h 138"/>
                    <a:gd name="T18" fmla="*/ 2147483647 w 114"/>
                    <a:gd name="T19" fmla="*/ 2147483647 h 138"/>
                    <a:gd name="T20" fmla="*/ 2147483647 w 114"/>
                    <a:gd name="T21" fmla="*/ 2147483647 h 138"/>
                    <a:gd name="T22" fmla="*/ 2147483647 w 114"/>
                    <a:gd name="T23" fmla="*/ 2147483647 h 138"/>
                    <a:gd name="T24" fmla="*/ 2147483647 w 114"/>
                    <a:gd name="T25" fmla="*/ 2147483647 h 138"/>
                    <a:gd name="T26" fmla="*/ 2147483647 w 114"/>
                    <a:gd name="T27" fmla="*/ 2147483647 h 138"/>
                    <a:gd name="T28" fmla="*/ 2147483647 w 114"/>
                    <a:gd name="T29" fmla="*/ 2147483647 h 138"/>
                    <a:gd name="T30" fmla="*/ 2147483647 w 114"/>
                    <a:gd name="T31" fmla="*/ 2147483647 h 138"/>
                    <a:gd name="T32" fmla="*/ 2147483647 w 114"/>
                    <a:gd name="T33" fmla="*/ 2147483647 h 138"/>
                    <a:gd name="T34" fmla="*/ 2147483647 w 114"/>
                    <a:gd name="T35" fmla="*/ 2147483647 h 138"/>
                    <a:gd name="T36" fmla="*/ 2147483647 w 114"/>
                    <a:gd name="T37" fmla="*/ 2147483647 h 138"/>
                    <a:gd name="T38" fmla="*/ 2147483647 w 114"/>
                    <a:gd name="T39" fmla="*/ 2147483647 h 138"/>
                    <a:gd name="T40" fmla="*/ 2147483647 w 114"/>
                    <a:gd name="T41" fmla="*/ 2147483647 h 138"/>
                    <a:gd name="T42" fmla="*/ 2147483647 w 114"/>
                    <a:gd name="T43" fmla="*/ 2147483647 h 138"/>
                    <a:gd name="T44" fmla="*/ 2147483647 w 114"/>
                    <a:gd name="T45" fmla="*/ 2147483647 h 138"/>
                    <a:gd name="T46" fmla="*/ 2147483647 w 114"/>
                    <a:gd name="T47" fmla="*/ 2147483647 h 138"/>
                    <a:gd name="T48" fmla="*/ 2147483647 w 114"/>
                    <a:gd name="T49" fmla="*/ 2147483647 h 138"/>
                    <a:gd name="T50" fmla="*/ 2147483647 w 114"/>
                    <a:gd name="T51" fmla="*/ 2147483647 h 138"/>
                    <a:gd name="T52" fmla="*/ 2147483647 w 114"/>
                    <a:gd name="T53" fmla="*/ 2147483647 h 138"/>
                    <a:gd name="T54" fmla="*/ 2147483647 w 114"/>
                    <a:gd name="T55" fmla="*/ 0 h 138"/>
                    <a:gd name="T56" fmla="*/ 2147483647 w 114"/>
                    <a:gd name="T57" fmla="*/ 2147483647 h 138"/>
                    <a:gd name="T58" fmla="*/ 2147483647 w 114"/>
                    <a:gd name="T59" fmla="*/ 2147483647 h 13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14"/>
                    <a:gd name="T91" fmla="*/ 0 h 138"/>
                    <a:gd name="T92" fmla="*/ 114 w 114"/>
                    <a:gd name="T93" fmla="*/ 138 h 138"/>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14" h="138">
                      <a:moveTo>
                        <a:pt x="72" y="24"/>
                      </a:moveTo>
                      <a:lnTo>
                        <a:pt x="48" y="12"/>
                      </a:lnTo>
                      <a:lnTo>
                        <a:pt x="18" y="66"/>
                      </a:lnTo>
                      <a:lnTo>
                        <a:pt x="0" y="84"/>
                      </a:lnTo>
                      <a:lnTo>
                        <a:pt x="0" y="96"/>
                      </a:lnTo>
                      <a:lnTo>
                        <a:pt x="6" y="114"/>
                      </a:lnTo>
                      <a:lnTo>
                        <a:pt x="6" y="126"/>
                      </a:lnTo>
                      <a:lnTo>
                        <a:pt x="18" y="138"/>
                      </a:lnTo>
                      <a:lnTo>
                        <a:pt x="42" y="138"/>
                      </a:lnTo>
                      <a:lnTo>
                        <a:pt x="48" y="132"/>
                      </a:lnTo>
                      <a:lnTo>
                        <a:pt x="54" y="132"/>
                      </a:lnTo>
                      <a:lnTo>
                        <a:pt x="60" y="126"/>
                      </a:lnTo>
                      <a:lnTo>
                        <a:pt x="72" y="126"/>
                      </a:lnTo>
                      <a:lnTo>
                        <a:pt x="84" y="132"/>
                      </a:lnTo>
                      <a:lnTo>
                        <a:pt x="90" y="138"/>
                      </a:lnTo>
                      <a:lnTo>
                        <a:pt x="90" y="132"/>
                      </a:lnTo>
                      <a:lnTo>
                        <a:pt x="114" y="108"/>
                      </a:lnTo>
                      <a:lnTo>
                        <a:pt x="114" y="102"/>
                      </a:lnTo>
                      <a:lnTo>
                        <a:pt x="102" y="90"/>
                      </a:lnTo>
                      <a:lnTo>
                        <a:pt x="66" y="90"/>
                      </a:lnTo>
                      <a:lnTo>
                        <a:pt x="78" y="84"/>
                      </a:lnTo>
                      <a:lnTo>
                        <a:pt x="84" y="72"/>
                      </a:lnTo>
                      <a:lnTo>
                        <a:pt x="96" y="66"/>
                      </a:lnTo>
                      <a:lnTo>
                        <a:pt x="102" y="54"/>
                      </a:lnTo>
                      <a:lnTo>
                        <a:pt x="114" y="42"/>
                      </a:lnTo>
                      <a:lnTo>
                        <a:pt x="114" y="24"/>
                      </a:lnTo>
                      <a:lnTo>
                        <a:pt x="108" y="12"/>
                      </a:lnTo>
                      <a:lnTo>
                        <a:pt x="96" y="0"/>
                      </a:lnTo>
                      <a:lnTo>
                        <a:pt x="84" y="6"/>
                      </a:lnTo>
                      <a:lnTo>
                        <a:pt x="72" y="24"/>
                      </a:lnTo>
                      <a:close/>
                    </a:path>
                  </a:pathLst>
                </a:custGeom>
                <a:solidFill>
                  <a:srgbClr val="A29C97"/>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305" name="Denmark" descr="© INSCALE GmbH, 05.05.2010&#10;http://www.presentationload.com/">
                  <a:extLst>
                    <a:ext uri="{FF2B5EF4-FFF2-40B4-BE49-F238E27FC236}">
                      <a16:creationId xmlns:a16="http://schemas.microsoft.com/office/drawing/2014/main" id="{B05B39CA-80AC-469C-8289-C62E94679B9E}"/>
                    </a:ext>
                  </a:extLst>
                </p:cNvPr>
                <p:cNvSpPr>
                  <a:spLocks noEditPoints="1"/>
                </p:cNvSpPr>
                <p:nvPr/>
              </p:nvSpPr>
              <p:spPr bwMode="gray">
                <a:xfrm>
                  <a:off x="5878157" y="1800724"/>
                  <a:ext cx="125419" cy="105986"/>
                </a:xfrm>
                <a:custGeom>
                  <a:avLst/>
                  <a:gdLst>
                    <a:gd name="T0" fmla="*/ 2147483647 w 71"/>
                    <a:gd name="T1" fmla="*/ 2147483647 h 60"/>
                    <a:gd name="T2" fmla="*/ 2147483647 w 71"/>
                    <a:gd name="T3" fmla="*/ 2147483647 h 60"/>
                    <a:gd name="T4" fmla="*/ 2147483647 w 71"/>
                    <a:gd name="T5" fmla="*/ 2147483647 h 60"/>
                    <a:gd name="T6" fmla="*/ 2147483647 w 71"/>
                    <a:gd name="T7" fmla="*/ 2147483647 h 60"/>
                    <a:gd name="T8" fmla="*/ 2147483647 w 71"/>
                    <a:gd name="T9" fmla="*/ 2147483647 h 60"/>
                    <a:gd name="T10" fmla="*/ 2147483647 w 71"/>
                    <a:gd name="T11" fmla="*/ 2147483647 h 60"/>
                    <a:gd name="T12" fmla="*/ 2147483647 w 71"/>
                    <a:gd name="T13" fmla="*/ 2147483647 h 60"/>
                    <a:gd name="T14" fmla="*/ 2147483647 w 71"/>
                    <a:gd name="T15" fmla="*/ 2147483647 h 60"/>
                    <a:gd name="T16" fmla="*/ 2147483647 w 71"/>
                    <a:gd name="T17" fmla="*/ 2147483647 h 60"/>
                    <a:gd name="T18" fmla="*/ 2147483647 w 71"/>
                    <a:gd name="T19" fmla="*/ 2147483647 h 60"/>
                    <a:gd name="T20" fmla="*/ 2147483647 w 71"/>
                    <a:gd name="T21" fmla="*/ 2147483647 h 60"/>
                    <a:gd name="T22" fmla="*/ 2147483647 w 71"/>
                    <a:gd name="T23" fmla="*/ 2147483647 h 60"/>
                    <a:gd name="T24" fmla="*/ 2147483647 w 71"/>
                    <a:gd name="T25" fmla="*/ 2147483647 h 60"/>
                    <a:gd name="T26" fmla="*/ 2147483647 w 71"/>
                    <a:gd name="T27" fmla="*/ 2147483647 h 60"/>
                    <a:gd name="T28" fmla="*/ 2147483647 w 71"/>
                    <a:gd name="T29" fmla="*/ 2147483647 h 60"/>
                    <a:gd name="T30" fmla="*/ 2147483647 w 71"/>
                    <a:gd name="T31" fmla="*/ 2147483647 h 60"/>
                    <a:gd name="T32" fmla="*/ 2147483647 w 71"/>
                    <a:gd name="T33" fmla="*/ 2147483647 h 60"/>
                    <a:gd name="T34" fmla="*/ 2147483647 w 71"/>
                    <a:gd name="T35" fmla="*/ 2147483647 h 60"/>
                    <a:gd name="T36" fmla="*/ 2147483647 w 71"/>
                    <a:gd name="T37" fmla="*/ 2147483647 h 60"/>
                    <a:gd name="T38" fmla="*/ 2147483647 w 71"/>
                    <a:gd name="T39" fmla="*/ 2147483647 h 60"/>
                    <a:gd name="T40" fmla="*/ 2147483647 w 71"/>
                    <a:gd name="T41" fmla="*/ 2147483647 h 60"/>
                    <a:gd name="T42" fmla="*/ 2147483647 w 71"/>
                    <a:gd name="T43" fmla="*/ 2147483647 h 60"/>
                    <a:gd name="T44" fmla="*/ 2147483647 w 71"/>
                    <a:gd name="T45" fmla="*/ 2147483647 h 60"/>
                    <a:gd name="T46" fmla="*/ 2147483647 w 71"/>
                    <a:gd name="T47" fmla="*/ 2147483647 h 60"/>
                    <a:gd name="T48" fmla="*/ 2147483647 w 71"/>
                    <a:gd name="T49" fmla="*/ 2147483647 h 60"/>
                    <a:gd name="T50" fmla="*/ 2147483647 w 71"/>
                    <a:gd name="T51" fmla="*/ 2147483647 h 60"/>
                    <a:gd name="T52" fmla="*/ 2147483647 w 71"/>
                    <a:gd name="T53" fmla="*/ 2147483647 h 60"/>
                    <a:gd name="T54" fmla="*/ 2147483647 w 71"/>
                    <a:gd name="T55" fmla="*/ 2147483647 h 60"/>
                    <a:gd name="T56" fmla="*/ 2147483647 w 71"/>
                    <a:gd name="T57" fmla="*/ 2147483647 h 60"/>
                    <a:gd name="T58" fmla="*/ 2147483647 w 71"/>
                    <a:gd name="T59" fmla="*/ 2147483647 h 60"/>
                    <a:gd name="T60" fmla="*/ 2147483647 w 71"/>
                    <a:gd name="T61" fmla="*/ 2147483647 h 60"/>
                    <a:gd name="T62" fmla="*/ 2147483647 w 71"/>
                    <a:gd name="T63" fmla="*/ 0 h 60"/>
                    <a:gd name="T64" fmla="*/ 2147483647 w 71"/>
                    <a:gd name="T65" fmla="*/ 2147483647 h 60"/>
                    <a:gd name="T66" fmla="*/ 2147483647 w 71"/>
                    <a:gd name="T67" fmla="*/ 2147483647 h 60"/>
                    <a:gd name="T68" fmla="*/ 2147483647 w 71"/>
                    <a:gd name="T69" fmla="*/ 2147483647 h 60"/>
                    <a:gd name="T70" fmla="*/ 2147483647 w 71"/>
                    <a:gd name="T71" fmla="*/ 2147483647 h 60"/>
                    <a:gd name="T72" fmla="*/ 2147483647 w 71"/>
                    <a:gd name="T73" fmla="*/ 2147483647 h 60"/>
                    <a:gd name="T74" fmla="*/ 2147483647 w 71"/>
                    <a:gd name="T75" fmla="*/ 2147483647 h 60"/>
                    <a:gd name="T76" fmla="*/ 2147483647 w 71"/>
                    <a:gd name="T77" fmla="*/ 2147483647 h 60"/>
                    <a:gd name="T78" fmla="*/ 2147483647 w 71"/>
                    <a:gd name="T79" fmla="*/ 2147483647 h 60"/>
                    <a:gd name="T80" fmla="*/ 2147483647 w 71"/>
                    <a:gd name="T81" fmla="*/ 2147483647 h 60"/>
                    <a:gd name="T82" fmla="*/ 0 w 71"/>
                    <a:gd name="T83" fmla="*/ 2147483647 h 60"/>
                    <a:gd name="T84" fmla="*/ 0 w 71"/>
                    <a:gd name="T85" fmla="*/ 2147483647 h 60"/>
                    <a:gd name="T86" fmla="*/ 2147483647 w 71"/>
                    <a:gd name="T87" fmla="*/ 2147483647 h 60"/>
                    <a:gd name="T88" fmla="*/ 2147483647 w 71"/>
                    <a:gd name="T89" fmla="*/ 2147483647 h 60"/>
                    <a:gd name="T90" fmla="*/ 2147483647 w 71"/>
                    <a:gd name="T91" fmla="*/ 2147483647 h 60"/>
                    <a:gd name="T92" fmla="*/ 2147483647 w 71"/>
                    <a:gd name="T93" fmla="*/ 2147483647 h 60"/>
                    <a:gd name="T94" fmla="*/ 2147483647 w 71"/>
                    <a:gd name="T95" fmla="*/ 2147483647 h 60"/>
                    <a:gd name="T96" fmla="*/ 2147483647 w 71"/>
                    <a:gd name="T97" fmla="*/ 2147483647 h 60"/>
                    <a:gd name="T98" fmla="*/ 2147483647 w 71"/>
                    <a:gd name="T99" fmla="*/ 2147483647 h 60"/>
                    <a:gd name="T100" fmla="*/ 2147483647 w 71"/>
                    <a:gd name="T101" fmla="*/ 2147483647 h 60"/>
                    <a:gd name="T102" fmla="*/ 2147483647 w 71"/>
                    <a:gd name="T103" fmla="*/ 2147483647 h 60"/>
                    <a:gd name="T104" fmla="*/ 2147483647 w 71"/>
                    <a:gd name="T105" fmla="*/ 2147483647 h 60"/>
                    <a:gd name="T106" fmla="*/ 2147483647 w 71"/>
                    <a:gd name="T107" fmla="*/ 2147483647 h 60"/>
                    <a:gd name="T108" fmla="*/ 2147483647 w 71"/>
                    <a:gd name="T109" fmla="*/ 2147483647 h 60"/>
                    <a:gd name="T110" fmla="*/ 2147483647 w 71"/>
                    <a:gd name="T111" fmla="*/ 2147483647 h 60"/>
                    <a:gd name="T112" fmla="*/ 2147483647 w 71"/>
                    <a:gd name="T113" fmla="*/ 2147483647 h 60"/>
                    <a:gd name="T114" fmla="*/ 2147483647 w 71"/>
                    <a:gd name="T115" fmla="*/ 2147483647 h 60"/>
                    <a:gd name="T116" fmla="*/ 2147483647 w 71"/>
                    <a:gd name="T117" fmla="*/ 2147483647 h 60"/>
                    <a:gd name="T118" fmla="*/ 2147483647 w 71"/>
                    <a:gd name="T119" fmla="*/ 2147483647 h 60"/>
                    <a:gd name="T120" fmla="*/ 2147483647 w 71"/>
                    <a:gd name="T121" fmla="*/ 2147483647 h 60"/>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1"/>
                    <a:gd name="T184" fmla="*/ 0 h 60"/>
                    <a:gd name="T185" fmla="*/ 71 w 71"/>
                    <a:gd name="T186" fmla="*/ 60 h 60"/>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1" h="60">
                      <a:moveTo>
                        <a:pt x="62" y="48"/>
                      </a:moveTo>
                      <a:lnTo>
                        <a:pt x="67" y="46"/>
                      </a:lnTo>
                      <a:lnTo>
                        <a:pt x="69" y="46"/>
                      </a:lnTo>
                      <a:lnTo>
                        <a:pt x="69" y="43"/>
                      </a:lnTo>
                      <a:lnTo>
                        <a:pt x="67" y="43"/>
                      </a:lnTo>
                      <a:lnTo>
                        <a:pt x="62" y="41"/>
                      </a:lnTo>
                      <a:lnTo>
                        <a:pt x="62" y="38"/>
                      </a:lnTo>
                      <a:lnTo>
                        <a:pt x="64" y="38"/>
                      </a:lnTo>
                      <a:lnTo>
                        <a:pt x="64" y="36"/>
                      </a:lnTo>
                      <a:lnTo>
                        <a:pt x="67" y="34"/>
                      </a:lnTo>
                      <a:lnTo>
                        <a:pt x="67" y="29"/>
                      </a:lnTo>
                      <a:lnTo>
                        <a:pt x="64" y="29"/>
                      </a:lnTo>
                      <a:lnTo>
                        <a:pt x="62" y="29"/>
                      </a:lnTo>
                      <a:lnTo>
                        <a:pt x="60" y="31"/>
                      </a:lnTo>
                      <a:lnTo>
                        <a:pt x="60" y="34"/>
                      </a:lnTo>
                      <a:lnTo>
                        <a:pt x="57" y="36"/>
                      </a:lnTo>
                      <a:lnTo>
                        <a:pt x="57" y="34"/>
                      </a:lnTo>
                      <a:lnTo>
                        <a:pt x="55" y="31"/>
                      </a:lnTo>
                      <a:lnTo>
                        <a:pt x="52" y="34"/>
                      </a:lnTo>
                      <a:lnTo>
                        <a:pt x="45" y="38"/>
                      </a:lnTo>
                      <a:lnTo>
                        <a:pt x="48" y="38"/>
                      </a:lnTo>
                      <a:lnTo>
                        <a:pt x="50" y="41"/>
                      </a:lnTo>
                      <a:lnTo>
                        <a:pt x="50" y="43"/>
                      </a:lnTo>
                      <a:lnTo>
                        <a:pt x="50" y="46"/>
                      </a:lnTo>
                      <a:lnTo>
                        <a:pt x="50" y="48"/>
                      </a:lnTo>
                      <a:lnTo>
                        <a:pt x="48" y="48"/>
                      </a:lnTo>
                      <a:lnTo>
                        <a:pt x="50" y="48"/>
                      </a:lnTo>
                      <a:lnTo>
                        <a:pt x="50" y="50"/>
                      </a:lnTo>
                      <a:lnTo>
                        <a:pt x="55" y="50"/>
                      </a:lnTo>
                      <a:lnTo>
                        <a:pt x="55" y="48"/>
                      </a:lnTo>
                      <a:lnTo>
                        <a:pt x="57" y="48"/>
                      </a:lnTo>
                      <a:lnTo>
                        <a:pt x="57" y="50"/>
                      </a:lnTo>
                      <a:lnTo>
                        <a:pt x="60" y="53"/>
                      </a:lnTo>
                      <a:lnTo>
                        <a:pt x="60" y="55"/>
                      </a:lnTo>
                      <a:lnTo>
                        <a:pt x="62" y="55"/>
                      </a:lnTo>
                      <a:lnTo>
                        <a:pt x="62" y="53"/>
                      </a:lnTo>
                      <a:lnTo>
                        <a:pt x="62" y="48"/>
                      </a:lnTo>
                      <a:close/>
                      <a:moveTo>
                        <a:pt x="71" y="53"/>
                      </a:moveTo>
                      <a:lnTo>
                        <a:pt x="62" y="55"/>
                      </a:lnTo>
                      <a:lnTo>
                        <a:pt x="60" y="58"/>
                      </a:lnTo>
                      <a:lnTo>
                        <a:pt x="57" y="58"/>
                      </a:lnTo>
                      <a:lnTo>
                        <a:pt x="57" y="55"/>
                      </a:lnTo>
                      <a:lnTo>
                        <a:pt x="55" y="55"/>
                      </a:lnTo>
                      <a:lnTo>
                        <a:pt x="50" y="53"/>
                      </a:lnTo>
                      <a:lnTo>
                        <a:pt x="45" y="53"/>
                      </a:lnTo>
                      <a:lnTo>
                        <a:pt x="45" y="58"/>
                      </a:lnTo>
                      <a:lnTo>
                        <a:pt x="50" y="58"/>
                      </a:lnTo>
                      <a:lnTo>
                        <a:pt x="52" y="58"/>
                      </a:lnTo>
                      <a:lnTo>
                        <a:pt x="55" y="60"/>
                      </a:lnTo>
                      <a:lnTo>
                        <a:pt x="57" y="60"/>
                      </a:lnTo>
                      <a:lnTo>
                        <a:pt x="60" y="60"/>
                      </a:lnTo>
                      <a:lnTo>
                        <a:pt x="62" y="60"/>
                      </a:lnTo>
                      <a:lnTo>
                        <a:pt x="69" y="58"/>
                      </a:lnTo>
                      <a:lnTo>
                        <a:pt x="71" y="58"/>
                      </a:lnTo>
                      <a:lnTo>
                        <a:pt x="71" y="53"/>
                      </a:lnTo>
                      <a:close/>
                      <a:moveTo>
                        <a:pt x="31" y="12"/>
                      </a:moveTo>
                      <a:lnTo>
                        <a:pt x="36" y="7"/>
                      </a:lnTo>
                      <a:lnTo>
                        <a:pt x="36" y="3"/>
                      </a:lnTo>
                      <a:lnTo>
                        <a:pt x="36" y="0"/>
                      </a:lnTo>
                      <a:lnTo>
                        <a:pt x="26" y="0"/>
                      </a:lnTo>
                      <a:lnTo>
                        <a:pt x="26" y="3"/>
                      </a:lnTo>
                      <a:lnTo>
                        <a:pt x="21" y="7"/>
                      </a:lnTo>
                      <a:lnTo>
                        <a:pt x="21" y="10"/>
                      </a:lnTo>
                      <a:lnTo>
                        <a:pt x="19" y="10"/>
                      </a:lnTo>
                      <a:lnTo>
                        <a:pt x="19" y="19"/>
                      </a:lnTo>
                      <a:lnTo>
                        <a:pt x="14" y="14"/>
                      </a:lnTo>
                      <a:lnTo>
                        <a:pt x="12" y="7"/>
                      </a:lnTo>
                      <a:lnTo>
                        <a:pt x="7" y="10"/>
                      </a:lnTo>
                      <a:lnTo>
                        <a:pt x="5" y="10"/>
                      </a:lnTo>
                      <a:lnTo>
                        <a:pt x="5" y="12"/>
                      </a:lnTo>
                      <a:lnTo>
                        <a:pt x="5" y="14"/>
                      </a:lnTo>
                      <a:lnTo>
                        <a:pt x="7" y="14"/>
                      </a:lnTo>
                      <a:lnTo>
                        <a:pt x="12" y="19"/>
                      </a:lnTo>
                      <a:lnTo>
                        <a:pt x="12" y="22"/>
                      </a:lnTo>
                      <a:lnTo>
                        <a:pt x="5" y="19"/>
                      </a:lnTo>
                      <a:lnTo>
                        <a:pt x="2" y="24"/>
                      </a:lnTo>
                      <a:lnTo>
                        <a:pt x="0" y="24"/>
                      </a:lnTo>
                      <a:lnTo>
                        <a:pt x="0" y="29"/>
                      </a:lnTo>
                      <a:lnTo>
                        <a:pt x="0" y="31"/>
                      </a:lnTo>
                      <a:lnTo>
                        <a:pt x="5" y="34"/>
                      </a:lnTo>
                      <a:lnTo>
                        <a:pt x="7" y="34"/>
                      </a:lnTo>
                      <a:lnTo>
                        <a:pt x="2" y="38"/>
                      </a:lnTo>
                      <a:lnTo>
                        <a:pt x="2" y="41"/>
                      </a:lnTo>
                      <a:lnTo>
                        <a:pt x="5" y="43"/>
                      </a:lnTo>
                      <a:lnTo>
                        <a:pt x="7" y="43"/>
                      </a:lnTo>
                      <a:lnTo>
                        <a:pt x="7" y="48"/>
                      </a:lnTo>
                      <a:lnTo>
                        <a:pt x="5" y="53"/>
                      </a:lnTo>
                      <a:lnTo>
                        <a:pt x="7" y="53"/>
                      </a:lnTo>
                      <a:lnTo>
                        <a:pt x="17" y="53"/>
                      </a:lnTo>
                      <a:lnTo>
                        <a:pt x="17" y="55"/>
                      </a:lnTo>
                      <a:lnTo>
                        <a:pt x="24" y="55"/>
                      </a:lnTo>
                      <a:lnTo>
                        <a:pt x="26" y="58"/>
                      </a:lnTo>
                      <a:lnTo>
                        <a:pt x="26" y="55"/>
                      </a:lnTo>
                      <a:lnTo>
                        <a:pt x="24" y="53"/>
                      </a:lnTo>
                      <a:lnTo>
                        <a:pt x="24" y="48"/>
                      </a:lnTo>
                      <a:lnTo>
                        <a:pt x="26" y="43"/>
                      </a:lnTo>
                      <a:lnTo>
                        <a:pt x="24" y="41"/>
                      </a:lnTo>
                      <a:lnTo>
                        <a:pt x="24" y="38"/>
                      </a:lnTo>
                      <a:lnTo>
                        <a:pt x="21" y="38"/>
                      </a:lnTo>
                      <a:lnTo>
                        <a:pt x="24" y="38"/>
                      </a:lnTo>
                      <a:lnTo>
                        <a:pt x="31" y="34"/>
                      </a:lnTo>
                      <a:lnTo>
                        <a:pt x="33" y="26"/>
                      </a:lnTo>
                      <a:lnTo>
                        <a:pt x="38" y="26"/>
                      </a:lnTo>
                      <a:lnTo>
                        <a:pt x="41" y="19"/>
                      </a:lnTo>
                      <a:lnTo>
                        <a:pt x="31" y="19"/>
                      </a:lnTo>
                      <a:lnTo>
                        <a:pt x="31" y="12"/>
                      </a:lnTo>
                      <a:close/>
                      <a:moveTo>
                        <a:pt x="29" y="38"/>
                      </a:moveTo>
                      <a:lnTo>
                        <a:pt x="31" y="48"/>
                      </a:lnTo>
                      <a:lnTo>
                        <a:pt x="36" y="53"/>
                      </a:lnTo>
                      <a:lnTo>
                        <a:pt x="38" y="46"/>
                      </a:lnTo>
                      <a:lnTo>
                        <a:pt x="33" y="41"/>
                      </a:lnTo>
                      <a:lnTo>
                        <a:pt x="29" y="38"/>
                      </a:lnTo>
                      <a:close/>
                    </a:path>
                  </a:pathLst>
                </a:custGeom>
                <a:solidFill>
                  <a:srgbClr val="D40D8D"/>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306" name="Czech Republic" descr="© INSCALE GmbH, 05.05.2010&#10;http://www.presentationload.com/">
                  <a:extLst>
                    <a:ext uri="{FF2B5EF4-FFF2-40B4-BE49-F238E27FC236}">
                      <a16:creationId xmlns:a16="http://schemas.microsoft.com/office/drawing/2014/main" id="{2445CFE4-45AC-4362-B053-5522A8FC1A7C}"/>
                    </a:ext>
                  </a:extLst>
                </p:cNvPr>
                <p:cNvSpPr>
                  <a:spLocks/>
                </p:cNvSpPr>
                <p:nvPr/>
              </p:nvSpPr>
              <p:spPr bwMode="gray">
                <a:xfrm>
                  <a:off x="5989443" y="2028596"/>
                  <a:ext cx="190777" cy="86556"/>
                </a:xfrm>
                <a:custGeom>
                  <a:avLst/>
                  <a:gdLst>
                    <a:gd name="T0" fmla="*/ 2147483647 w 420"/>
                    <a:gd name="T1" fmla="*/ 2147483647 h 192"/>
                    <a:gd name="T2" fmla="*/ 2147483647 w 420"/>
                    <a:gd name="T3" fmla="*/ 2147483647 h 192"/>
                    <a:gd name="T4" fmla="*/ 2147483647 w 420"/>
                    <a:gd name="T5" fmla="*/ 2147483647 h 192"/>
                    <a:gd name="T6" fmla="*/ 2147483647 w 420"/>
                    <a:gd name="T7" fmla="*/ 2147483647 h 192"/>
                    <a:gd name="T8" fmla="*/ 2147483647 w 420"/>
                    <a:gd name="T9" fmla="*/ 2147483647 h 192"/>
                    <a:gd name="T10" fmla="*/ 2147483647 w 420"/>
                    <a:gd name="T11" fmla="*/ 2147483647 h 192"/>
                    <a:gd name="T12" fmla="*/ 2147483647 w 420"/>
                    <a:gd name="T13" fmla="*/ 2147483647 h 192"/>
                    <a:gd name="T14" fmla="*/ 2147483647 w 420"/>
                    <a:gd name="T15" fmla="*/ 2147483647 h 192"/>
                    <a:gd name="T16" fmla="*/ 2147483647 w 420"/>
                    <a:gd name="T17" fmla="*/ 2147483647 h 192"/>
                    <a:gd name="T18" fmla="*/ 2147483647 w 420"/>
                    <a:gd name="T19" fmla="*/ 2147483647 h 192"/>
                    <a:gd name="T20" fmla="*/ 2147483647 w 420"/>
                    <a:gd name="T21" fmla="*/ 2147483647 h 192"/>
                    <a:gd name="T22" fmla="*/ 2147483647 w 420"/>
                    <a:gd name="T23" fmla="*/ 2147483647 h 192"/>
                    <a:gd name="T24" fmla="*/ 2147483647 w 420"/>
                    <a:gd name="T25" fmla="*/ 2147483647 h 192"/>
                    <a:gd name="T26" fmla="*/ 2147483647 w 420"/>
                    <a:gd name="T27" fmla="*/ 2147483647 h 192"/>
                    <a:gd name="T28" fmla="*/ 2147483647 w 420"/>
                    <a:gd name="T29" fmla="*/ 0 h 192"/>
                    <a:gd name="T30" fmla="*/ 2147483647 w 420"/>
                    <a:gd name="T31" fmla="*/ 2147483647 h 192"/>
                    <a:gd name="T32" fmla="*/ 2147483647 w 420"/>
                    <a:gd name="T33" fmla="*/ 0 h 192"/>
                    <a:gd name="T34" fmla="*/ 2147483647 w 420"/>
                    <a:gd name="T35" fmla="*/ 2147483647 h 192"/>
                    <a:gd name="T36" fmla="*/ 2147483647 w 420"/>
                    <a:gd name="T37" fmla="*/ 2147483647 h 192"/>
                    <a:gd name="T38" fmla="*/ 2147483647 w 420"/>
                    <a:gd name="T39" fmla="*/ 2147483647 h 192"/>
                    <a:gd name="T40" fmla="*/ 2147483647 w 420"/>
                    <a:gd name="T41" fmla="*/ 2147483647 h 192"/>
                    <a:gd name="T42" fmla="*/ 2147483647 w 420"/>
                    <a:gd name="T43" fmla="*/ 2147483647 h 192"/>
                    <a:gd name="T44" fmla="*/ 2147483647 w 420"/>
                    <a:gd name="T45" fmla="*/ 2147483647 h 192"/>
                    <a:gd name="T46" fmla="*/ 2147483647 w 420"/>
                    <a:gd name="T47" fmla="*/ 2147483647 h 192"/>
                    <a:gd name="T48" fmla="*/ 2147483647 w 420"/>
                    <a:gd name="T49" fmla="*/ 2147483647 h 192"/>
                    <a:gd name="T50" fmla="*/ 2147483647 w 420"/>
                    <a:gd name="T51" fmla="*/ 2147483647 h 192"/>
                    <a:gd name="T52" fmla="*/ 0 w 420"/>
                    <a:gd name="T53" fmla="*/ 2147483647 h 192"/>
                    <a:gd name="T54" fmla="*/ 2147483647 w 420"/>
                    <a:gd name="T55" fmla="*/ 2147483647 h 192"/>
                    <a:gd name="T56" fmla="*/ 2147483647 w 420"/>
                    <a:gd name="T57" fmla="*/ 2147483647 h 192"/>
                    <a:gd name="T58" fmla="*/ 2147483647 w 420"/>
                    <a:gd name="T59" fmla="*/ 2147483647 h 192"/>
                    <a:gd name="T60" fmla="*/ 2147483647 w 420"/>
                    <a:gd name="T61" fmla="*/ 2147483647 h 192"/>
                    <a:gd name="T62" fmla="*/ 2147483647 w 420"/>
                    <a:gd name="T63" fmla="*/ 2147483647 h 192"/>
                    <a:gd name="T64" fmla="*/ 2147483647 w 420"/>
                    <a:gd name="T65" fmla="*/ 2147483647 h 192"/>
                    <a:gd name="T66" fmla="*/ 2147483647 w 420"/>
                    <a:gd name="T67" fmla="*/ 2147483647 h 192"/>
                    <a:gd name="T68" fmla="*/ 2147483647 w 420"/>
                    <a:gd name="T69" fmla="*/ 2147483647 h 192"/>
                    <a:gd name="T70" fmla="*/ 2147483647 w 420"/>
                    <a:gd name="T71" fmla="*/ 2147483647 h 192"/>
                    <a:gd name="T72" fmla="*/ 2147483647 w 420"/>
                    <a:gd name="T73" fmla="*/ 2147483647 h 192"/>
                    <a:gd name="T74" fmla="*/ 2147483647 w 420"/>
                    <a:gd name="T75" fmla="*/ 2147483647 h 192"/>
                    <a:gd name="T76" fmla="*/ 2147483647 w 420"/>
                    <a:gd name="T77" fmla="*/ 2147483647 h 192"/>
                    <a:gd name="T78" fmla="*/ 2147483647 w 420"/>
                    <a:gd name="T79" fmla="*/ 2147483647 h 192"/>
                    <a:gd name="T80" fmla="*/ 2147483647 w 420"/>
                    <a:gd name="T81" fmla="*/ 2147483647 h 192"/>
                    <a:gd name="T82" fmla="*/ 2147483647 w 420"/>
                    <a:gd name="T83" fmla="*/ 2147483647 h 192"/>
                    <a:gd name="T84" fmla="*/ 2147483647 w 420"/>
                    <a:gd name="T85" fmla="*/ 2147483647 h 192"/>
                    <a:gd name="T86" fmla="*/ 2147483647 w 420"/>
                    <a:gd name="T87" fmla="*/ 2147483647 h 192"/>
                    <a:gd name="T88" fmla="*/ 2147483647 w 420"/>
                    <a:gd name="T89" fmla="*/ 2147483647 h 192"/>
                    <a:gd name="T90" fmla="*/ 2147483647 w 420"/>
                    <a:gd name="T91" fmla="*/ 2147483647 h 192"/>
                    <a:gd name="T92" fmla="*/ 2147483647 w 420"/>
                    <a:gd name="T93" fmla="*/ 2147483647 h 192"/>
                    <a:gd name="T94" fmla="*/ 2147483647 w 420"/>
                    <a:gd name="T95" fmla="*/ 2147483647 h 192"/>
                    <a:gd name="T96" fmla="*/ 2147483647 w 420"/>
                    <a:gd name="T97" fmla="*/ 2147483647 h 192"/>
                    <a:gd name="T98" fmla="*/ 2147483647 w 420"/>
                    <a:gd name="T99" fmla="*/ 2147483647 h 192"/>
                    <a:gd name="T100" fmla="*/ 2147483647 w 420"/>
                    <a:gd name="T101" fmla="*/ 2147483647 h 192"/>
                    <a:gd name="T102" fmla="*/ 2147483647 w 420"/>
                    <a:gd name="T103" fmla="*/ 2147483647 h 192"/>
                    <a:gd name="T104" fmla="*/ 2147483647 w 420"/>
                    <a:gd name="T105" fmla="*/ 2147483647 h 19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420"/>
                    <a:gd name="T160" fmla="*/ 0 h 192"/>
                    <a:gd name="T161" fmla="*/ 420 w 420"/>
                    <a:gd name="T162" fmla="*/ 192 h 19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420" h="192">
                      <a:moveTo>
                        <a:pt x="408" y="108"/>
                      </a:moveTo>
                      <a:lnTo>
                        <a:pt x="402" y="96"/>
                      </a:lnTo>
                      <a:lnTo>
                        <a:pt x="402" y="90"/>
                      </a:lnTo>
                      <a:lnTo>
                        <a:pt x="390" y="84"/>
                      </a:lnTo>
                      <a:lnTo>
                        <a:pt x="372" y="84"/>
                      </a:lnTo>
                      <a:lnTo>
                        <a:pt x="372" y="78"/>
                      </a:lnTo>
                      <a:lnTo>
                        <a:pt x="366" y="72"/>
                      </a:lnTo>
                      <a:lnTo>
                        <a:pt x="360" y="84"/>
                      </a:lnTo>
                      <a:lnTo>
                        <a:pt x="354" y="78"/>
                      </a:lnTo>
                      <a:lnTo>
                        <a:pt x="348" y="66"/>
                      </a:lnTo>
                      <a:lnTo>
                        <a:pt x="342" y="60"/>
                      </a:lnTo>
                      <a:lnTo>
                        <a:pt x="324" y="60"/>
                      </a:lnTo>
                      <a:lnTo>
                        <a:pt x="330" y="54"/>
                      </a:lnTo>
                      <a:lnTo>
                        <a:pt x="312" y="54"/>
                      </a:lnTo>
                      <a:lnTo>
                        <a:pt x="300" y="60"/>
                      </a:lnTo>
                      <a:lnTo>
                        <a:pt x="294" y="60"/>
                      </a:lnTo>
                      <a:lnTo>
                        <a:pt x="294" y="66"/>
                      </a:lnTo>
                      <a:lnTo>
                        <a:pt x="276" y="66"/>
                      </a:lnTo>
                      <a:lnTo>
                        <a:pt x="270" y="60"/>
                      </a:lnTo>
                      <a:lnTo>
                        <a:pt x="264" y="60"/>
                      </a:lnTo>
                      <a:lnTo>
                        <a:pt x="264" y="48"/>
                      </a:lnTo>
                      <a:lnTo>
                        <a:pt x="252" y="42"/>
                      </a:lnTo>
                      <a:lnTo>
                        <a:pt x="264" y="36"/>
                      </a:lnTo>
                      <a:lnTo>
                        <a:pt x="258" y="30"/>
                      </a:lnTo>
                      <a:lnTo>
                        <a:pt x="234" y="30"/>
                      </a:lnTo>
                      <a:lnTo>
                        <a:pt x="234" y="24"/>
                      </a:lnTo>
                      <a:lnTo>
                        <a:pt x="228" y="24"/>
                      </a:lnTo>
                      <a:lnTo>
                        <a:pt x="216" y="18"/>
                      </a:lnTo>
                      <a:lnTo>
                        <a:pt x="198" y="18"/>
                      </a:lnTo>
                      <a:lnTo>
                        <a:pt x="192" y="0"/>
                      </a:lnTo>
                      <a:lnTo>
                        <a:pt x="174" y="0"/>
                      </a:lnTo>
                      <a:lnTo>
                        <a:pt x="162" y="12"/>
                      </a:lnTo>
                      <a:lnTo>
                        <a:pt x="156" y="12"/>
                      </a:lnTo>
                      <a:lnTo>
                        <a:pt x="144" y="0"/>
                      </a:lnTo>
                      <a:lnTo>
                        <a:pt x="138" y="6"/>
                      </a:lnTo>
                      <a:lnTo>
                        <a:pt x="132" y="6"/>
                      </a:lnTo>
                      <a:lnTo>
                        <a:pt x="126" y="12"/>
                      </a:lnTo>
                      <a:lnTo>
                        <a:pt x="126" y="18"/>
                      </a:lnTo>
                      <a:lnTo>
                        <a:pt x="108" y="18"/>
                      </a:lnTo>
                      <a:lnTo>
                        <a:pt x="108" y="24"/>
                      </a:lnTo>
                      <a:lnTo>
                        <a:pt x="84" y="24"/>
                      </a:lnTo>
                      <a:lnTo>
                        <a:pt x="84" y="30"/>
                      </a:lnTo>
                      <a:lnTo>
                        <a:pt x="66" y="36"/>
                      </a:lnTo>
                      <a:lnTo>
                        <a:pt x="54" y="48"/>
                      </a:lnTo>
                      <a:lnTo>
                        <a:pt x="42" y="42"/>
                      </a:lnTo>
                      <a:lnTo>
                        <a:pt x="36" y="42"/>
                      </a:lnTo>
                      <a:lnTo>
                        <a:pt x="30" y="48"/>
                      </a:lnTo>
                      <a:lnTo>
                        <a:pt x="30" y="54"/>
                      </a:lnTo>
                      <a:lnTo>
                        <a:pt x="18" y="54"/>
                      </a:lnTo>
                      <a:lnTo>
                        <a:pt x="18" y="60"/>
                      </a:lnTo>
                      <a:lnTo>
                        <a:pt x="6" y="60"/>
                      </a:lnTo>
                      <a:lnTo>
                        <a:pt x="6" y="54"/>
                      </a:lnTo>
                      <a:lnTo>
                        <a:pt x="0" y="54"/>
                      </a:lnTo>
                      <a:lnTo>
                        <a:pt x="0" y="66"/>
                      </a:lnTo>
                      <a:lnTo>
                        <a:pt x="6" y="72"/>
                      </a:lnTo>
                      <a:lnTo>
                        <a:pt x="12" y="72"/>
                      </a:lnTo>
                      <a:lnTo>
                        <a:pt x="24" y="84"/>
                      </a:lnTo>
                      <a:lnTo>
                        <a:pt x="18" y="90"/>
                      </a:lnTo>
                      <a:lnTo>
                        <a:pt x="12" y="90"/>
                      </a:lnTo>
                      <a:lnTo>
                        <a:pt x="12" y="96"/>
                      </a:lnTo>
                      <a:lnTo>
                        <a:pt x="24" y="108"/>
                      </a:lnTo>
                      <a:lnTo>
                        <a:pt x="30" y="120"/>
                      </a:lnTo>
                      <a:lnTo>
                        <a:pt x="36" y="120"/>
                      </a:lnTo>
                      <a:lnTo>
                        <a:pt x="36" y="126"/>
                      </a:lnTo>
                      <a:lnTo>
                        <a:pt x="48" y="132"/>
                      </a:lnTo>
                      <a:lnTo>
                        <a:pt x="60" y="132"/>
                      </a:lnTo>
                      <a:lnTo>
                        <a:pt x="66" y="144"/>
                      </a:lnTo>
                      <a:lnTo>
                        <a:pt x="72" y="144"/>
                      </a:lnTo>
                      <a:lnTo>
                        <a:pt x="78" y="156"/>
                      </a:lnTo>
                      <a:lnTo>
                        <a:pt x="90" y="156"/>
                      </a:lnTo>
                      <a:lnTo>
                        <a:pt x="96" y="162"/>
                      </a:lnTo>
                      <a:lnTo>
                        <a:pt x="102" y="162"/>
                      </a:lnTo>
                      <a:lnTo>
                        <a:pt x="102" y="174"/>
                      </a:lnTo>
                      <a:lnTo>
                        <a:pt x="120" y="192"/>
                      </a:lnTo>
                      <a:lnTo>
                        <a:pt x="132" y="192"/>
                      </a:lnTo>
                      <a:lnTo>
                        <a:pt x="144" y="186"/>
                      </a:lnTo>
                      <a:lnTo>
                        <a:pt x="150" y="186"/>
                      </a:lnTo>
                      <a:lnTo>
                        <a:pt x="162" y="192"/>
                      </a:lnTo>
                      <a:lnTo>
                        <a:pt x="162" y="174"/>
                      </a:lnTo>
                      <a:lnTo>
                        <a:pt x="168" y="174"/>
                      </a:lnTo>
                      <a:lnTo>
                        <a:pt x="174" y="162"/>
                      </a:lnTo>
                      <a:lnTo>
                        <a:pt x="180" y="156"/>
                      </a:lnTo>
                      <a:lnTo>
                        <a:pt x="198" y="156"/>
                      </a:lnTo>
                      <a:lnTo>
                        <a:pt x="210" y="162"/>
                      </a:lnTo>
                      <a:lnTo>
                        <a:pt x="222" y="174"/>
                      </a:lnTo>
                      <a:lnTo>
                        <a:pt x="234" y="168"/>
                      </a:lnTo>
                      <a:lnTo>
                        <a:pt x="246" y="180"/>
                      </a:lnTo>
                      <a:lnTo>
                        <a:pt x="258" y="174"/>
                      </a:lnTo>
                      <a:lnTo>
                        <a:pt x="264" y="168"/>
                      </a:lnTo>
                      <a:lnTo>
                        <a:pt x="276" y="168"/>
                      </a:lnTo>
                      <a:lnTo>
                        <a:pt x="282" y="174"/>
                      </a:lnTo>
                      <a:lnTo>
                        <a:pt x="288" y="174"/>
                      </a:lnTo>
                      <a:lnTo>
                        <a:pt x="300" y="180"/>
                      </a:lnTo>
                      <a:lnTo>
                        <a:pt x="306" y="174"/>
                      </a:lnTo>
                      <a:lnTo>
                        <a:pt x="324" y="174"/>
                      </a:lnTo>
                      <a:lnTo>
                        <a:pt x="330" y="168"/>
                      </a:lnTo>
                      <a:lnTo>
                        <a:pt x="330" y="174"/>
                      </a:lnTo>
                      <a:lnTo>
                        <a:pt x="348" y="174"/>
                      </a:lnTo>
                      <a:lnTo>
                        <a:pt x="360" y="168"/>
                      </a:lnTo>
                      <a:lnTo>
                        <a:pt x="366" y="162"/>
                      </a:lnTo>
                      <a:lnTo>
                        <a:pt x="378" y="156"/>
                      </a:lnTo>
                      <a:lnTo>
                        <a:pt x="378" y="132"/>
                      </a:lnTo>
                      <a:lnTo>
                        <a:pt x="402" y="126"/>
                      </a:lnTo>
                      <a:lnTo>
                        <a:pt x="420" y="114"/>
                      </a:lnTo>
                      <a:lnTo>
                        <a:pt x="414" y="108"/>
                      </a:lnTo>
                      <a:lnTo>
                        <a:pt x="408" y="108"/>
                      </a:lnTo>
                      <a:close/>
                    </a:path>
                  </a:pathLst>
                </a:custGeom>
                <a:solidFill>
                  <a:srgbClr val="D40D8D"/>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307" name="Cyprus" descr="© INSCALE GmbH, 05.05.2010&#10;http://www.presentationload.com/">
                  <a:extLst>
                    <a:ext uri="{FF2B5EF4-FFF2-40B4-BE49-F238E27FC236}">
                      <a16:creationId xmlns:a16="http://schemas.microsoft.com/office/drawing/2014/main" id="{69941719-5F82-4E16-AF8D-97A255835FD0}"/>
                    </a:ext>
                  </a:extLst>
                </p:cNvPr>
                <p:cNvSpPr>
                  <a:spLocks/>
                </p:cNvSpPr>
                <p:nvPr/>
              </p:nvSpPr>
              <p:spPr bwMode="gray">
                <a:xfrm>
                  <a:off x="6602402" y="2581500"/>
                  <a:ext cx="67125" cy="38861"/>
                </a:xfrm>
                <a:custGeom>
                  <a:avLst/>
                  <a:gdLst>
                    <a:gd name="T0" fmla="*/ 0 w 150"/>
                    <a:gd name="T1" fmla="*/ 2147483647 h 84"/>
                    <a:gd name="T2" fmla="*/ 2147483647 w 150"/>
                    <a:gd name="T3" fmla="*/ 2147483647 h 84"/>
                    <a:gd name="T4" fmla="*/ 2147483647 w 150"/>
                    <a:gd name="T5" fmla="*/ 2147483647 h 84"/>
                    <a:gd name="T6" fmla="*/ 2147483647 w 150"/>
                    <a:gd name="T7" fmla="*/ 2147483647 h 84"/>
                    <a:gd name="T8" fmla="*/ 2147483647 w 150"/>
                    <a:gd name="T9" fmla="*/ 2147483647 h 84"/>
                    <a:gd name="T10" fmla="*/ 2147483647 w 150"/>
                    <a:gd name="T11" fmla="*/ 2147483647 h 84"/>
                    <a:gd name="T12" fmla="*/ 2147483647 w 150"/>
                    <a:gd name="T13" fmla="*/ 2147483647 h 84"/>
                    <a:gd name="T14" fmla="*/ 2147483647 w 150"/>
                    <a:gd name="T15" fmla="*/ 2147483647 h 84"/>
                    <a:gd name="T16" fmla="*/ 2147483647 w 150"/>
                    <a:gd name="T17" fmla="*/ 2147483647 h 84"/>
                    <a:gd name="T18" fmla="*/ 2147483647 w 150"/>
                    <a:gd name="T19" fmla="*/ 2147483647 h 84"/>
                    <a:gd name="T20" fmla="*/ 2147483647 w 150"/>
                    <a:gd name="T21" fmla="*/ 2147483647 h 84"/>
                    <a:gd name="T22" fmla="*/ 2147483647 w 150"/>
                    <a:gd name="T23" fmla="*/ 2147483647 h 84"/>
                    <a:gd name="T24" fmla="*/ 2147483647 w 150"/>
                    <a:gd name="T25" fmla="*/ 2147483647 h 84"/>
                    <a:gd name="T26" fmla="*/ 2147483647 w 150"/>
                    <a:gd name="T27" fmla="*/ 0 h 84"/>
                    <a:gd name="T28" fmla="*/ 2147483647 w 150"/>
                    <a:gd name="T29" fmla="*/ 2147483647 h 84"/>
                    <a:gd name="T30" fmla="*/ 2147483647 w 150"/>
                    <a:gd name="T31" fmla="*/ 2147483647 h 84"/>
                    <a:gd name="T32" fmla="*/ 2147483647 w 150"/>
                    <a:gd name="T33" fmla="*/ 2147483647 h 84"/>
                    <a:gd name="T34" fmla="*/ 2147483647 w 150"/>
                    <a:gd name="T35" fmla="*/ 2147483647 h 84"/>
                    <a:gd name="T36" fmla="*/ 2147483647 w 150"/>
                    <a:gd name="T37" fmla="*/ 2147483647 h 84"/>
                    <a:gd name="T38" fmla="*/ 0 w 150"/>
                    <a:gd name="T39" fmla="*/ 2147483647 h 84"/>
                    <a:gd name="T40" fmla="*/ 0 w 150"/>
                    <a:gd name="T41" fmla="*/ 2147483647 h 8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50"/>
                    <a:gd name="T64" fmla="*/ 0 h 84"/>
                    <a:gd name="T65" fmla="*/ 150 w 150"/>
                    <a:gd name="T66" fmla="*/ 84 h 8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50" h="84">
                      <a:moveTo>
                        <a:pt x="0" y="48"/>
                      </a:moveTo>
                      <a:lnTo>
                        <a:pt x="6" y="60"/>
                      </a:lnTo>
                      <a:lnTo>
                        <a:pt x="30" y="72"/>
                      </a:lnTo>
                      <a:lnTo>
                        <a:pt x="36" y="84"/>
                      </a:lnTo>
                      <a:lnTo>
                        <a:pt x="54" y="84"/>
                      </a:lnTo>
                      <a:lnTo>
                        <a:pt x="60" y="78"/>
                      </a:lnTo>
                      <a:lnTo>
                        <a:pt x="72" y="72"/>
                      </a:lnTo>
                      <a:lnTo>
                        <a:pt x="78" y="66"/>
                      </a:lnTo>
                      <a:lnTo>
                        <a:pt x="90" y="60"/>
                      </a:lnTo>
                      <a:lnTo>
                        <a:pt x="96" y="54"/>
                      </a:lnTo>
                      <a:lnTo>
                        <a:pt x="102" y="60"/>
                      </a:lnTo>
                      <a:lnTo>
                        <a:pt x="120" y="60"/>
                      </a:lnTo>
                      <a:lnTo>
                        <a:pt x="120" y="36"/>
                      </a:lnTo>
                      <a:lnTo>
                        <a:pt x="150" y="0"/>
                      </a:lnTo>
                      <a:lnTo>
                        <a:pt x="108" y="24"/>
                      </a:lnTo>
                      <a:lnTo>
                        <a:pt x="54" y="24"/>
                      </a:lnTo>
                      <a:lnTo>
                        <a:pt x="48" y="30"/>
                      </a:lnTo>
                      <a:lnTo>
                        <a:pt x="48" y="36"/>
                      </a:lnTo>
                      <a:lnTo>
                        <a:pt x="12" y="36"/>
                      </a:lnTo>
                      <a:lnTo>
                        <a:pt x="0" y="42"/>
                      </a:lnTo>
                      <a:lnTo>
                        <a:pt x="0" y="48"/>
                      </a:lnTo>
                      <a:close/>
                    </a:path>
                  </a:pathLst>
                </a:custGeom>
                <a:solidFill>
                  <a:srgbClr val="D40D8D"/>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308" name="Cuba" descr="© INSCALE GmbH, 05.05.2010&#10;http://www.presentationload.com/">
                  <a:extLst>
                    <a:ext uri="{FF2B5EF4-FFF2-40B4-BE49-F238E27FC236}">
                      <a16:creationId xmlns:a16="http://schemas.microsoft.com/office/drawing/2014/main" id="{EF43028B-7534-4ABE-834B-4CF482F452AC}"/>
                    </a:ext>
                  </a:extLst>
                </p:cNvPr>
                <p:cNvSpPr>
                  <a:spLocks noEditPoints="1"/>
                </p:cNvSpPr>
                <p:nvPr/>
              </p:nvSpPr>
              <p:spPr bwMode="gray">
                <a:xfrm>
                  <a:off x="2940548" y="3031945"/>
                  <a:ext cx="333858" cy="121886"/>
                </a:xfrm>
                <a:custGeom>
                  <a:avLst/>
                  <a:gdLst>
                    <a:gd name="T0" fmla="*/ 2147483647 w 738"/>
                    <a:gd name="T1" fmla="*/ 2147483647 h 270"/>
                    <a:gd name="T2" fmla="*/ 2147483647 w 738"/>
                    <a:gd name="T3" fmla="*/ 2147483647 h 270"/>
                    <a:gd name="T4" fmla="*/ 2147483647 w 738"/>
                    <a:gd name="T5" fmla="*/ 2147483647 h 270"/>
                    <a:gd name="T6" fmla="*/ 2147483647 w 738"/>
                    <a:gd name="T7" fmla="*/ 2147483647 h 270"/>
                    <a:gd name="T8" fmla="*/ 2147483647 w 738"/>
                    <a:gd name="T9" fmla="*/ 2147483647 h 270"/>
                    <a:gd name="T10" fmla="*/ 2147483647 w 738"/>
                    <a:gd name="T11" fmla="*/ 2147483647 h 270"/>
                    <a:gd name="T12" fmla="*/ 2147483647 w 738"/>
                    <a:gd name="T13" fmla="*/ 2147483647 h 270"/>
                    <a:gd name="T14" fmla="*/ 2147483647 w 738"/>
                    <a:gd name="T15" fmla="*/ 2147483647 h 270"/>
                    <a:gd name="T16" fmla="*/ 2147483647 w 738"/>
                    <a:gd name="T17" fmla="*/ 2147483647 h 270"/>
                    <a:gd name="T18" fmla="*/ 2147483647 w 738"/>
                    <a:gd name="T19" fmla="*/ 2147483647 h 270"/>
                    <a:gd name="T20" fmla="*/ 2147483647 w 738"/>
                    <a:gd name="T21" fmla="*/ 2147483647 h 270"/>
                    <a:gd name="T22" fmla="*/ 2147483647 w 738"/>
                    <a:gd name="T23" fmla="*/ 2147483647 h 270"/>
                    <a:gd name="T24" fmla="*/ 2147483647 w 738"/>
                    <a:gd name="T25" fmla="*/ 2147483647 h 270"/>
                    <a:gd name="T26" fmla="*/ 2147483647 w 738"/>
                    <a:gd name="T27" fmla="*/ 2147483647 h 270"/>
                    <a:gd name="T28" fmla="*/ 2147483647 w 738"/>
                    <a:gd name="T29" fmla="*/ 2147483647 h 270"/>
                    <a:gd name="T30" fmla="*/ 2147483647 w 738"/>
                    <a:gd name="T31" fmla="*/ 2147483647 h 270"/>
                    <a:gd name="T32" fmla="*/ 2147483647 w 738"/>
                    <a:gd name="T33" fmla="*/ 2147483647 h 270"/>
                    <a:gd name="T34" fmla="*/ 2147483647 w 738"/>
                    <a:gd name="T35" fmla="*/ 2147483647 h 270"/>
                    <a:gd name="T36" fmla="*/ 2147483647 w 738"/>
                    <a:gd name="T37" fmla="*/ 0 h 270"/>
                    <a:gd name="T38" fmla="*/ 2147483647 w 738"/>
                    <a:gd name="T39" fmla="*/ 2147483647 h 270"/>
                    <a:gd name="T40" fmla="*/ 2147483647 w 738"/>
                    <a:gd name="T41" fmla="*/ 2147483647 h 270"/>
                    <a:gd name="T42" fmla="*/ 2147483647 w 738"/>
                    <a:gd name="T43" fmla="*/ 2147483647 h 270"/>
                    <a:gd name="T44" fmla="*/ 2147483647 w 738"/>
                    <a:gd name="T45" fmla="*/ 2147483647 h 270"/>
                    <a:gd name="T46" fmla="*/ 2147483647 w 738"/>
                    <a:gd name="T47" fmla="*/ 2147483647 h 270"/>
                    <a:gd name="T48" fmla="*/ 2147483647 w 738"/>
                    <a:gd name="T49" fmla="*/ 2147483647 h 270"/>
                    <a:gd name="T50" fmla="*/ 2147483647 w 738"/>
                    <a:gd name="T51" fmla="*/ 2147483647 h 270"/>
                    <a:gd name="T52" fmla="*/ 2147483647 w 738"/>
                    <a:gd name="T53" fmla="*/ 2147483647 h 270"/>
                    <a:gd name="T54" fmla="*/ 2147483647 w 738"/>
                    <a:gd name="T55" fmla="*/ 2147483647 h 270"/>
                    <a:gd name="T56" fmla="*/ 2147483647 w 738"/>
                    <a:gd name="T57" fmla="*/ 2147483647 h 270"/>
                    <a:gd name="T58" fmla="*/ 2147483647 w 738"/>
                    <a:gd name="T59" fmla="*/ 2147483647 h 270"/>
                    <a:gd name="T60" fmla="*/ 2147483647 w 738"/>
                    <a:gd name="T61" fmla="*/ 2147483647 h 270"/>
                    <a:gd name="T62" fmla="*/ 2147483647 w 738"/>
                    <a:gd name="T63" fmla="*/ 2147483647 h 270"/>
                    <a:gd name="T64" fmla="*/ 2147483647 w 738"/>
                    <a:gd name="T65" fmla="*/ 2147483647 h 270"/>
                    <a:gd name="T66" fmla="*/ 2147483647 w 738"/>
                    <a:gd name="T67" fmla="*/ 2147483647 h 270"/>
                    <a:gd name="T68" fmla="*/ 2147483647 w 738"/>
                    <a:gd name="T69" fmla="*/ 2147483647 h 270"/>
                    <a:gd name="T70" fmla="*/ 2147483647 w 738"/>
                    <a:gd name="T71" fmla="*/ 2147483647 h 270"/>
                    <a:gd name="T72" fmla="*/ 2147483647 w 738"/>
                    <a:gd name="T73" fmla="*/ 2147483647 h 270"/>
                    <a:gd name="T74" fmla="*/ 2147483647 w 738"/>
                    <a:gd name="T75" fmla="*/ 2147483647 h 270"/>
                    <a:gd name="T76" fmla="*/ 2147483647 w 738"/>
                    <a:gd name="T77" fmla="*/ 2147483647 h 270"/>
                    <a:gd name="T78" fmla="*/ 2147483647 w 738"/>
                    <a:gd name="T79" fmla="*/ 2147483647 h 270"/>
                    <a:gd name="T80" fmla="*/ 2147483647 w 738"/>
                    <a:gd name="T81" fmla="*/ 2147483647 h 270"/>
                    <a:gd name="T82" fmla="*/ 2147483647 w 738"/>
                    <a:gd name="T83" fmla="*/ 2147483647 h 270"/>
                    <a:gd name="T84" fmla="*/ 2147483647 w 738"/>
                    <a:gd name="T85" fmla="*/ 2147483647 h 270"/>
                    <a:gd name="T86" fmla="*/ 2147483647 w 738"/>
                    <a:gd name="T87" fmla="*/ 2147483647 h 270"/>
                    <a:gd name="T88" fmla="*/ 2147483647 w 738"/>
                    <a:gd name="T89" fmla="*/ 2147483647 h 270"/>
                    <a:gd name="T90" fmla="*/ 2147483647 w 738"/>
                    <a:gd name="T91" fmla="*/ 2147483647 h 270"/>
                    <a:gd name="T92" fmla="*/ 2147483647 w 738"/>
                    <a:gd name="T93" fmla="*/ 2147483647 h 270"/>
                    <a:gd name="T94" fmla="*/ 2147483647 w 738"/>
                    <a:gd name="T95" fmla="*/ 2147483647 h 270"/>
                    <a:gd name="T96" fmla="*/ 2147483647 w 738"/>
                    <a:gd name="T97" fmla="*/ 2147483647 h 270"/>
                    <a:gd name="T98" fmla="*/ 2147483647 w 738"/>
                    <a:gd name="T99" fmla="*/ 2147483647 h 270"/>
                    <a:gd name="T100" fmla="*/ 2147483647 w 738"/>
                    <a:gd name="T101" fmla="*/ 2147483647 h 270"/>
                    <a:gd name="T102" fmla="*/ 2147483647 w 738"/>
                    <a:gd name="T103" fmla="*/ 2147483647 h 270"/>
                    <a:gd name="T104" fmla="*/ 2147483647 w 738"/>
                    <a:gd name="T105" fmla="*/ 2147483647 h 270"/>
                    <a:gd name="T106" fmla="*/ 2147483647 w 738"/>
                    <a:gd name="T107" fmla="*/ 2147483647 h 270"/>
                    <a:gd name="T108" fmla="*/ 2147483647 w 738"/>
                    <a:gd name="T109" fmla="*/ 2147483647 h 270"/>
                    <a:gd name="T110" fmla="*/ 2147483647 w 738"/>
                    <a:gd name="T111" fmla="*/ 2147483647 h 270"/>
                    <a:gd name="T112" fmla="*/ 2147483647 w 738"/>
                    <a:gd name="T113" fmla="*/ 2147483647 h 270"/>
                    <a:gd name="T114" fmla="*/ 2147483647 w 738"/>
                    <a:gd name="T115" fmla="*/ 2147483647 h 270"/>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738"/>
                    <a:gd name="T175" fmla="*/ 0 h 270"/>
                    <a:gd name="T176" fmla="*/ 738 w 738"/>
                    <a:gd name="T177" fmla="*/ 270 h 270"/>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738" h="270">
                      <a:moveTo>
                        <a:pt x="708" y="228"/>
                      </a:moveTo>
                      <a:lnTo>
                        <a:pt x="690" y="222"/>
                      </a:lnTo>
                      <a:lnTo>
                        <a:pt x="666" y="222"/>
                      </a:lnTo>
                      <a:lnTo>
                        <a:pt x="666" y="204"/>
                      </a:lnTo>
                      <a:lnTo>
                        <a:pt x="660" y="198"/>
                      </a:lnTo>
                      <a:lnTo>
                        <a:pt x="648" y="192"/>
                      </a:lnTo>
                      <a:lnTo>
                        <a:pt x="600" y="192"/>
                      </a:lnTo>
                      <a:lnTo>
                        <a:pt x="624" y="168"/>
                      </a:lnTo>
                      <a:lnTo>
                        <a:pt x="612" y="168"/>
                      </a:lnTo>
                      <a:lnTo>
                        <a:pt x="600" y="162"/>
                      </a:lnTo>
                      <a:lnTo>
                        <a:pt x="558" y="162"/>
                      </a:lnTo>
                      <a:lnTo>
                        <a:pt x="534" y="150"/>
                      </a:lnTo>
                      <a:lnTo>
                        <a:pt x="528" y="144"/>
                      </a:lnTo>
                      <a:lnTo>
                        <a:pt x="522" y="144"/>
                      </a:lnTo>
                      <a:lnTo>
                        <a:pt x="528" y="138"/>
                      </a:lnTo>
                      <a:lnTo>
                        <a:pt x="528" y="132"/>
                      </a:lnTo>
                      <a:lnTo>
                        <a:pt x="534" y="126"/>
                      </a:lnTo>
                      <a:lnTo>
                        <a:pt x="534" y="120"/>
                      </a:lnTo>
                      <a:lnTo>
                        <a:pt x="522" y="120"/>
                      </a:lnTo>
                      <a:lnTo>
                        <a:pt x="510" y="114"/>
                      </a:lnTo>
                      <a:lnTo>
                        <a:pt x="504" y="114"/>
                      </a:lnTo>
                      <a:lnTo>
                        <a:pt x="474" y="84"/>
                      </a:lnTo>
                      <a:lnTo>
                        <a:pt x="462" y="78"/>
                      </a:lnTo>
                      <a:lnTo>
                        <a:pt x="450" y="66"/>
                      </a:lnTo>
                      <a:lnTo>
                        <a:pt x="432" y="66"/>
                      </a:lnTo>
                      <a:lnTo>
                        <a:pt x="432" y="84"/>
                      </a:lnTo>
                      <a:lnTo>
                        <a:pt x="444" y="96"/>
                      </a:lnTo>
                      <a:lnTo>
                        <a:pt x="450" y="96"/>
                      </a:lnTo>
                      <a:lnTo>
                        <a:pt x="378" y="60"/>
                      </a:lnTo>
                      <a:lnTo>
                        <a:pt x="372" y="54"/>
                      </a:lnTo>
                      <a:lnTo>
                        <a:pt x="360" y="48"/>
                      </a:lnTo>
                      <a:lnTo>
                        <a:pt x="354" y="36"/>
                      </a:lnTo>
                      <a:lnTo>
                        <a:pt x="342" y="30"/>
                      </a:lnTo>
                      <a:lnTo>
                        <a:pt x="330" y="18"/>
                      </a:lnTo>
                      <a:lnTo>
                        <a:pt x="270" y="18"/>
                      </a:lnTo>
                      <a:lnTo>
                        <a:pt x="258" y="12"/>
                      </a:lnTo>
                      <a:lnTo>
                        <a:pt x="228" y="6"/>
                      </a:lnTo>
                      <a:lnTo>
                        <a:pt x="174" y="0"/>
                      </a:lnTo>
                      <a:lnTo>
                        <a:pt x="126" y="6"/>
                      </a:lnTo>
                      <a:lnTo>
                        <a:pt x="96" y="18"/>
                      </a:lnTo>
                      <a:lnTo>
                        <a:pt x="72" y="42"/>
                      </a:lnTo>
                      <a:lnTo>
                        <a:pt x="60" y="48"/>
                      </a:lnTo>
                      <a:lnTo>
                        <a:pt x="42" y="60"/>
                      </a:lnTo>
                      <a:lnTo>
                        <a:pt x="24" y="66"/>
                      </a:lnTo>
                      <a:lnTo>
                        <a:pt x="12" y="72"/>
                      </a:lnTo>
                      <a:lnTo>
                        <a:pt x="6" y="78"/>
                      </a:lnTo>
                      <a:lnTo>
                        <a:pt x="0" y="78"/>
                      </a:lnTo>
                      <a:lnTo>
                        <a:pt x="72" y="72"/>
                      </a:lnTo>
                      <a:lnTo>
                        <a:pt x="72" y="60"/>
                      </a:lnTo>
                      <a:lnTo>
                        <a:pt x="150" y="54"/>
                      </a:lnTo>
                      <a:lnTo>
                        <a:pt x="174" y="42"/>
                      </a:lnTo>
                      <a:lnTo>
                        <a:pt x="198" y="42"/>
                      </a:lnTo>
                      <a:lnTo>
                        <a:pt x="222" y="54"/>
                      </a:lnTo>
                      <a:lnTo>
                        <a:pt x="222" y="60"/>
                      </a:lnTo>
                      <a:lnTo>
                        <a:pt x="216" y="60"/>
                      </a:lnTo>
                      <a:lnTo>
                        <a:pt x="210" y="66"/>
                      </a:lnTo>
                      <a:lnTo>
                        <a:pt x="198" y="66"/>
                      </a:lnTo>
                      <a:lnTo>
                        <a:pt x="192" y="72"/>
                      </a:lnTo>
                      <a:lnTo>
                        <a:pt x="186" y="72"/>
                      </a:lnTo>
                      <a:lnTo>
                        <a:pt x="204" y="78"/>
                      </a:lnTo>
                      <a:lnTo>
                        <a:pt x="210" y="78"/>
                      </a:lnTo>
                      <a:lnTo>
                        <a:pt x="216" y="84"/>
                      </a:lnTo>
                      <a:lnTo>
                        <a:pt x="228" y="90"/>
                      </a:lnTo>
                      <a:lnTo>
                        <a:pt x="246" y="96"/>
                      </a:lnTo>
                      <a:lnTo>
                        <a:pt x="258" y="102"/>
                      </a:lnTo>
                      <a:lnTo>
                        <a:pt x="276" y="102"/>
                      </a:lnTo>
                      <a:lnTo>
                        <a:pt x="282" y="96"/>
                      </a:lnTo>
                      <a:lnTo>
                        <a:pt x="282" y="90"/>
                      </a:lnTo>
                      <a:lnTo>
                        <a:pt x="294" y="96"/>
                      </a:lnTo>
                      <a:lnTo>
                        <a:pt x="300" y="102"/>
                      </a:lnTo>
                      <a:lnTo>
                        <a:pt x="318" y="114"/>
                      </a:lnTo>
                      <a:lnTo>
                        <a:pt x="342" y="126"/>
                      </a:lnTo>
                      <a:lnTo>
                        <a:pt x="372" y="126"/>
                      </a:lnTo>
                      <a:lnTo>
                        <a:pt x="390" y="120"/>
                      </a:lnTo>
                      <a:lnTo>
                        <a:pt x="402" y="120"/>
                      </a:lnTo>
                      <a:lnTo>
                        <a:pt x="390" y="144"/>
                      </a:lnTo>
                      <a:lnTo>
                        <a:pt x="450" y="168"/>
                      </a:lnTo>
                      <a:lnTo>
                        <a:pt x="474" y="204"/>
                      </a:lnTo>
                      <a:lnTo>
                        <a:pt x="480" y="210"/>
                      </a:lnTo>
                      <a:lnTo>
                        <a:pt x="492" y="216"/>
                      </a:lnTo>
                      <a:lnTo>
                        <a:pt x="498" y="222"/>
                      </a:lnTo>
                      <a:lnTo>
                        <a:pt x="498" y="228"/>
                      </a:lnTo>
                      <a:lnTo>
                        <a:pt x="474" y="252"/>
                      </a:lnTo>
                      <a:lnTo>
                        <a:pt x="474" y="258"/>
                      </a:lnTo>
                      <a:lnTo>
                        <a:pt x="480" y="264"/>
                      </a:lnTo>
                      <a:lnTo>
                        <a:pt x="492" y="258"/>
                      </a:lnTo>
                      <a:lnTo>
                        <a:pt x="504" y="258"/>
                      </a:lnTo>
                      <a:lnTo>
                        <a:pt x="528" y="246"/>
                      </a:lnTo>
                      <a:lnTo>
                        <a:pt x="558" y="246"/>
                      </a:lnTo>
                      <a:lnTo>
                        <a:pt x="558" y="252"/>
                      </a:lnTo>
                      <a:lnTo>
                        <a:pt x="552" y="252"/>
                      </a:lnTo>
                      <a:lnTo>
                        <a:pt x="546" y="258"/>
                      </a:lnTo>
                      <a:lnTo>
                        <a:pt x="546" y="264"/>
                      </a:lnTo>
                      <a:lnTo>
                        <a:pt x="558" y="264"/>
                      </a:lnTo>
                      <a:lnTo>
                        <a:pt x="564" y="270"/>
                      </a:lnTo>
                      <a:lnTo>
                        <a:pt x="612" y="270"/>
                      </a:lnTo>
                      <a:lnTo>
                        <a:pt x="636" y="264"/>
                      </a:lnTo>
                      <a:lnTo>
                        <a:pt x="684" y="258"/>
                      </a:lnTo>
                      <a:lnTo>
                        <a:pt x="720" y="252"/>
                      </a:lnTo>
                      <a:lnTo>
                        <a:pt x="738" y="246"/>
                      </a:lnTo>
                      <a:lnTo>
                        <a:pt x="738" y="240"/>
                      </a:lnTo>
                      <a:lnTo>
                        <a:pt x="732" y="234"/>
                      </a:lnTo>
                      <a:lnTo>
                        <a:pt x="720" y="228"/>
                      </a:lnTo>
                      <a:lnTo>
                        <a:pt x="708" y="228"/>
                      </a:lnTo>
                      <a:close/>
                      <a:moveTo>
                        <a:pt x="114" y="126"/>
                      </a:moveTo>
                      <a:lnTo>
                        <a:pt x="114" y="132"/>
                      </a:lnTo>
                      <a:lnTo>
                        <a:pt x="120" y="138"/>
                      </a:lnTo>
                      <a:lnTo>
                        <a:pt x="132" y="144"/>
                      </a:lnTo>
                      <a:lnTo>
                        <a:pt x="144" y="138"/>
                      </a:lnTo>
                      <a:lnTo>
                        <a:pt x="150" y="138"/>
                      </a:lnTo>
                      <a:lnTo>
                        <a:pt x="156" y="126"/>
                      </a:lnTo>
                      <a:lnTo>
                        <a:pt x="156" y="120"/>
                      </a:lnTo>
                      <a:lnTo>
                        <a:pt x="150" y="114"/>
                      </a:lnTo>
                      <a:lnTo>
                        <a:pt x="138" y="114"/>
                      </a:lnTo>
                      <a:lnTo>
                        <a:pt x="126" y="120"/>
                      </a:lnTo>
                      <a:lnTo>
                        <a:pt x="120" y="120"/>
                      </a:lnTo>
                      <a:lnTo>
                        <a:pt x="114" y="126"/>
                      </a:lnTo>
                      <a:close/>
                    </a:path>
                  </a:pathLst>
                </a:custGeom>
                <a:solidFill>
                  <a:srgbClr val="111111"/>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309" name="Croatia" descr="© INSCALE GmbH, 05.05.2010&#10;http://www.presentationload.com/">
                  <a:extLst>
                    <a:ext uri="{FF2B5EF4-FFF2-40B4-BE49-F238E27FC236}">
                      <a16:creationId xmlns:a16="http://schemas.microsoft.com/office/drawing/2014/main" id="{8B2CCE2A-07BC-4101-A0E3-B9EF0F938C21}"/>
                    </a:ext>
                  </a:extLst>
                </p:cNvPr>
                <p:cNvSpPr>
                  <a:spLocks/>
                </p:cNvSpPr>
                <p:nvPr/>
              </p:nvSpPr>
              <p:spPr bwMode="gray">
                <a:xfrm>
                  <a:off x="6035373" y="2189345"/>
                  <a:ext cx="166046" cy="123650"/>
                </a:xfrm>
                <a:custGeom>
                  <a:avLst/>
                  <a:gdLst>
                    <a:gd name="T0" fmla="*/ 2147483647 w 366"/>
                    <a:gd name="T1" fmla="*/ 2147483647 h 276"/>
                    <a:gd name="T2" fmla="*/ 2147483647 w 366"/>
                    <a:gd name="T3" fmla="*/ 2147483647 h 276"/>
                    <a:gd name="T4" fmla="*/ 2147483647 w 366"/>
                    <a:gd name="T5" fmla="*/ 2147483647 h 276"/>
                    <a:gd name="T6" fmla="*/ 2147483647 w 366"/>
                    <a:gd name="T7" fmla="*/ 2147483647 h 276"/>
                    <a:gd name="T8" fmla="*/ 2147483647 w 366"/>
                    <a:gd name="T9" fmla="*/ 2147483647 h 276"/>
                    <a:gd name="T10" fmla="*/ 2147483647 w 366"/>
                    <a:gd name="T11" fmla="*/ 2147483647 h 276"/>
                    <a:gd name="T12" fmla="*/ 2147483647 w 366"/>
                    <a:gd name="T13" fmla="*/ 2147483647 h 276"/>
                    <a:gd name="T14" fmla="*/ 2147483647 w 366"/>
                    <a:gd name="T15" fmla="*/ 2147483647 h 276"/>
                    <a:gd name="T16" fmla="*/ 2147483647 w 366"/>
                    <a:gd name="T17" fmla="*/ 2147483647 h 276"/>
                    <a:gd name="T18" fmla="*/ 2147483647 w 366"/>
                    <a:gd name="T19" fmla="*/ 2147483647 h 276"/>
                    <a:gd name="T20" fmla="*/ 2147483647 w 366"/>
                    <a:gd name="T21" fmla="*/ 2147483647 h 276"/>
                    <a:gd name="T22" fmla="*/ 2147483647 w 366"/>
                    <a:gd name="T23" fmla="*/ 0 h 276"/>
                    <a:gd name="T24" fmla="*/ 2147483647 w 366"/>
                    <a:gd name="T25" fmla="*/ 2147483647 h 276"/>
                    <a:gd name="T26" fmla="*/ 2147483647 w 366"/>
                    <a:gd name="T27" fmla="*/ 2147483647 h 276"/>
                    <a:gd name="T28" fmla="*/ 2147483647 w 366"/>
                    <a:gd name="T29" fmla="*/ 2147483647 h 276"/>
                    <a:gd name="T30" fmla="*/ 2147483647 w 366"/>
                    <a:gd name="T31" fmla="*/ 2147483647 h 276"/>
                    <a:gd name="T32" fmla="*/ 2147483647 w 366"/>
                    <a:gd name="T33" fmla="*/ 2147483647 h 276"/>
                    <a:gd name="T34" fmla="*/ 2147483647 w 366"/>
                    <a:gd name="T35" fmla="*/ 2147483647 h 276"/>
                    <a:gd name="T36" fmla="*/ 2147483647 w 366"/>
                    <a:gd name="T37" fmla="*/ 2147483647 h 276"/>
                    <a:gd name="T38" fmla="*/ 2147483647 w 366"/>
                    <a:gd name="T39" fmla="*/ 2147483647 h 276"/>
                    <a:gd name="T40" fmla="*/ 0 w 366"/>
                    <a:gd name="T41" fmla="*/ 2147483647 h 276"/>
                    <a:gd name="T42" fmla="*/ 2147483647 w 366"/>
                    <a:gd name="T43" fmla="*/ 2147483647 h 276"/>
                    <a:gd name="T44" fmla="*/ 2147483647 w 366"/>
                    <a:gd name="T45" fmla="*/ 2147483647 h 276"/>
                    <a:gd name="T46" fmla="*/ 2147483647 w 366"/>
                    <a:gd name="T47" fmla="*/ 2147483647 h 276"/>
                    <a:gd name="T48" fmla="*/ 2147483647 w 366"/>
                    <a:gd name="T49" fmla="*/ 2147483647 h 276"/>
                    <a:gd name="T50" fmla="*/ 2147483647 w 366"/>
                    <a:gd name="T51" fmla="*/ 2147483647 h 276"/>
                    <a:gd name="T52" fmla="*/ 2147483647 w 366"/>
                    <a:gd name="T53" fmla="*/ 2147483647 h 276"/>
                    <a:gd name="T54" fmla="*/ 2147483647 w 366"/>
                    <a:gd name="T55" fmla="*/ 2147483647 h 276"/>
                    <a:gd name="T56" fmla="*/ 2147483647 w 366"/>
                    <a:gd name="T57" fmla="*/ 2147483647 h 276"/>
                    <a:gd name="T58" fmla="*/ 2147483647 w 366"/>
                    <a:gd name="T59" fmla="*/ 2147483647 h 276"/>
                    <a:gd name="T60" fmla="*/ 2147483647 w 366"/>
                    <a:gd name="T61" fmla="*/ 2147483647 h 276"/>
                    <a:gd name="T62" fmla="*/ 2147483647 w 366"/>
                    <a:gd name="T63" fmla="*/ 2147483647 h 276"/>
                    <a:gd name="T64" fmla="*/ 2147483647 w 366"/>
                    <a:gd name="T65" fmla="*/ 2147483647 h 276"/>
                    <a:gd name="T66" fmla="*/ 2147483647 w 366"/>
                    <a:gd name="T67" fmla="*/ 2147483647 h 276"/>
                    <a:gd name="T68" fmla="*/ 2147483647 w 366"/>
                    <a:gd name="T69" fmla="*/ 2147483647 h 276"/>
                    <a:gd name="T70" fmla="*/ 2147483647 w 366"/>
                    <a:gd name="T71" fmla="*/ 2147483647 h 276"/>
                    <a:gd name="T72" fmla="*/ 2147483647 w 366"/>
                    <a:gd name="T73" fmla="*/ 2147483647 h 276"/>
                    <a:gd name="T74" fmla="*/ 2147483647 w 366"/>
                    <a:gd name="T75" fmla="*/ 2147483647 h 276"/>
                    <a:gd name="T76" fmla="*/ 2147483647 w 366"/>
                    <a:gd name="T77" fmla="*/ 2147483647 h 276"/>
                    <a:gd name="T78" fmla="*/ 2147483647 w 366"/>
                    <a:gd name="T79" fmla="*/ 2147483647 h 276"/>
                    <a:gd name="T80" fmla="*/ 2147483647 w 366"/>
                    <a:gd name="T81" fmla="*/ 2147483647 h 276"/>
                    <a:gd name="T82" fmla="*/ 2147483647 w 366"/>
                    <a:gd name="T83" fmla="*/ 2147483647 h 276"/>
                    <a:gd name="T84" fmla="*/ 2147483647 w 366"/>
                    <a:gd name="T85" fmla="*/ 2147483647 h 276"/>
                    <a:gd name="T86" fmla="*/ 2147483647 w 366"/>
                    <a:gd name="T87" fmla="*/ 2147483647 h 276"/>
                    <a:gd name="T88" fmla="*/ 2147483647 w 366"/>
                    <a:gd name="T89" fmla="*/ 2147483647 h 276"/>
                    <a:gd name="T90" fmla="*/ 2147483647 w 366"/>
                    <a:gd name="T91" fmla="*/ 2147483647 h 27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366"/>
                    <a:gd name="T139" fmla="*/ 0 h 276"/>
                    <a:gd name="T140" fmla="*/ 366 w 366"/>
                    <a:gd name="T141" fmla="*/ 276 h 27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366" h="276">
                      <a:moveTo>
                        <a:pt x="342" y="126"/>
                      </a:moveTo>
                      <a:lnTo>
                        <a:pt x="342" y="114"/>
                      </a:lnTo>
                      <a:lnTo>
                        <a:pt x="348" y="114"/>
                      </a:lnTo>
                      <a:lnTo>
                        <a:pt x="354" y="108"/>
                      </a:lnTo>
                      <a:lnTo>
                        <a:pt x="360" y="108"/>
                      </a:lnTo>
                      <a:lnTo>
                        <a:pt x="366" y="102"/>
                      </a:lnTo>
                      <a:lnTo>
                        <a:pt x="360" y="102"/>
                      </a:lnTo>
                      <a:lnTo>
                        <a:pt x="348" y="96"/>
                      </a:lnTo>
                      <a:lnTo>
                        <a:pt x="336" y="96"/>
                      </a:lnTo>
                      <a:lnTo>
                        <a:pt x="342" y="78"/>
                      </a:lnTo>
                      <a:lnTo>
                        <a:pt x="336" y="78"/>
                      </a:lnTo>
                      <a:lnTo>
                        <a:pt x="330" y="48"/>
                      </a:lnTo>
                      <a:lnTo>
                        <a:pt x="324" y="48"/>
                      </a:lnTo>
                      <a:lnTo>
                        <a:pt x="312" y="54"/>
                      </a:lnTo>
                      <a:lnTo>
                        <a:pt x="270" y="60"/>
                      </a:lnTo>
                      <a:lnTo>
                        <a:pt x="264" y="48"/>
                      </a:lnTo>
                      <a:lnTo>
                        <a:pt x="246" y="48"/>
                      </a:lnTo>
                      <a:lnTo>
                        <a:pt x="234" y="42"/>
                      </a:lnTo>
                      <a:lnTo>
                        <a:pt x="228" y="36"/>
                      </a:lnTo>
                      <a:lnTo>
                        <a:pt x="216" y="30"/>
                      </a:lnTo>
                      <a:lnTo>
                        <a:pt x="204" y="18"/>
                      </a:lnTo>
                      <a:lnTo>
                        <a:pt x="204" y="12"/>
                      </a:lnTo>
                      <a:lnTo>
                        <a:pt x="198" y="6"/>
                      </a:lnTo>
                      <a:lnTo>
                        <a:pt x="186" y="0"/>
                      </a:lnTo>
                      <a:lnTo>
                        <a:pt x="162" y="0"/>
                      </a:lnTo>
                      <a:lnTo>
                        <a:pt x="162" y="12"/>
                      </a:lnTo>
                      <a:lnTo>
                        <a:pt x="150" y="18"/>
                      </a:lnTo>
                      <a:lnTo>
                        <a:pt x="120" y="18"/>
                      </a:lnTo>
                      <a:lnTo>
                        <a:pt x="120" y="30"/>
                      </a:lnTo>
                      <a:lnTo>
                        <a:pt x="126" y="36"/>
                      </a:lnTo>
                      <a:lnTo>
                        <a:pt x="126" y="42"/>
                      </a:lnTo>
                      <a:lnTo>
                        <a:pt x="114" y="54"/>
                      </a:lnTo>
                      <a:lnTo>
                        <a:pt x="102" y="60"/>
                      </a:lnTo>
                      <a:lnTo>
                        <a:pt x="102" y="78"/>
                      </a:lnTo>
                      <a:lnTo>
                        <a:pt x="60" y="78"/>
                      </a:lnTo>
                      <a:lnTo>
                        <a:pt x="54" y="72"/>
                      </a:lnTo>
                      <a:lnTo>
                        <a:pt x="54" y="66"/>
                      </a:lnTo>
                      <a:lnTo>
                        <a:pt x="48" y="78"/>
                      </a:lnTo>
                      <a:lnTo>
                        <a:pt x="30" y="78"/>
                      </a:lnTo>
                      <a:lnTo>
                        <a:pt x="18" y="72"/>
                      </a:lnTo>
                      <a:lnTo>
                        <a:pt x="18" y="84"/>
                      </a:lnTo>
                      <a:lnTo>
                        <a:pt x="0" y="84"/>
                      </a:lnTo>
                      <a:lnTo>
                        <a:pt x="0" y="132"/>
                      </a:lnTo>
                      <a:lnTo>
                        <a:pt x="6" y="132"/>
                      </a:lnTo>
                      <a:lnTo>
                        <a:pt x="12" y="120"/>
                      </a:lnTo>
                      <a:lnTo>
                        <a:pt x="24" y="114"/>
                      </a:lnTo>
                      <a:lnTo>
                        <a:pt x="30" y="102"/>
                      </a:lnTo>
                      <a:lnTo>
                        <a:pt x="42" y="102"/>
                      </a:lnTo>
                      <a:lnTo>
                        <a:pt x="48" y="114"/>
                      </a:lnTo>
                      <a:lnTo>
                        <a:pt x="48" y="132"/>
                      </a:lnTo>
                      <a:lnTo>
                        <a:pt x="78" y="126"/>
                      </a:lnTo>
                      <a:lnTo>
                        <a:pt x="78" y="132"/>
                      </a:lnTo>
                      <a:lnTo>
                        <a:pt x="72" y="144"/>
                      </a:lnTo>
                      <a:lnTo>
                        <a:pt x="72" y="150"/>
                      </a:lnTo>
                      <a:lnTo>
                        <a:pt x="84" y="162"/>
                      </a:lnTo>
                      <a:lnTo>
                        <a:pt x="96" y="168"/>
                      </a:lnTo>
                      <a:lnTo>
                        <a:pt x="96" y="180"/>
                      </a:lnTo>
                      <a:lnTo>
                        <a:pt x="144" y="216"/>
                      </a:lnTo>
                      <a:lnTo>
                        <a:pt x="144" y="240"/>
                      </a:lnTo>
                      <a:lnTo>
                        <a:pt x="198" y="240"/>
                      </a:lnTo>
                      <a:lnTo>
                        <a:pt x="210" y="246"/>
                      </a:lnTo>
                      <a:lnTo>
                        <a:pt x="216" y="252"/>
                      </a:lnTo>
                      <a:lnTo>
                        <a:pt x="216" y="276"/>
                      </a:lnTo>
                      <a:lnTo>
                        <a:pt x="246" y="276"/>
                      </a:lnTo>
                      <a:lnTo>
                        <a:pt x="252" y="270"/>
                      </a:lnTo>
                      <a:lnTo>
                        <a:pt x="252" y="264"/>
                      </a:lnTo>
                      <a:lnTo>
                        <a:pt x="246" y="252"/>
                      </a:lnTo>
                      <a:lnTo>
                        <a:pt x="234" y="246"/>
                      </a:lnTo>
                      <a:lnTo>
                        <a:pt x="216" y="234"/>
                      </a:lnTo>
                      <a:lnTo>
                        <a:pt x="204" y="228"/>
                      </a:lnTo>
                      <a:lnTo>
                        <a:pt x="192" y="216"/>
                      </a:lnTo>
                      <a:lnTo>
                        <a:pt x="180" y="186"/>
                      </a:lnTo>
                      <a:lnTo>
                        <a:pt x="162" y="180"/>
                      </a:lnTo>
                      <a:lnTo>
                        <a:pt x="162" y="162"/>
                      </a:lnTo>
                      <a:lnTo>
                        <a:pt x="156" y="156"/>
                      </a:lnTo>
                      <a:lnTo>
                        <a:pt x="150" y="156"/>
                      </a:lnTo>
                      <a:lnTo>
                        <a:pt x="150" y="144"/>
                      </a:lnTo>
                      <a:lnTo>
                        <a:pt x="132" y="138"/>
                      </a:lnTo>
                      <a:lnTo>
                        <a:pt x="120" y="126"/>
                      </a:lnTo>
                      <a:lnTo>
                        <a:pt x="138" y="120"/>
                      </a:lnTo>
                      <a:lnTo>
                        <a:pt x="138" y="96"/>
                      </a:lnTo>
                      <a:lnTo>
                        <a:pt x="144" y="96"/>
                      </a:lnTo>
                      <a:lnTo>
                        <a:pt x="150" y="102"/>
                      </a:lnTo>
                      <a:lnTo>
                        <a:pt x="162" y="108"/>
                      </a:lnTo>
                      <a:lnTo>
                        <a:pt x="186" y="102"/>
                      </a:lnTo>
                      <a:lnTo>
                        <a:pt x="210" y="102"/>
                      </a:lnTo>
                      <a:lnTo>
                        <a:pt x="228" y="108"/>
                      </a:lnTo>
                      <a:lnTo>
                        <a:pt x="240" y="102"/>
                      </a:lnTo>
                      <a:lnTo>
                        <a:pt x="252" y="102"/>
                      </a:lnTo>
                      <a:lnTo>
                        <a:pt x="258" y="108"/>
                      </a:lnTo>
                      <a:lnTo>
                        <a:pt x="312" y="108"/>
                      </a:lnTo>
                      <a:lnTo>
                        <a:pt x="324" y="126"/>
                      </a:lnTo>
                      <a:lnTo>
                        <a:pt x="342" y="126"/>
                      </a:lnTo>
                      <a:close/>
                    </a:path>
                  </a:pathLst>
                </a:custGeom>
                <a:solidFill>
                  <a:srgbClr val="D40D8D"/>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310" name="Côte d'Ivoire" descr="© INSCALE GmbH, 05.05.2010&#10;http://www.presentationload.com/">
                  <a:extLst>
                    <a:ext uri="{FF2B5EF4-FFF2-40B4-BE49-F238E27FC236}">
                      <a16:creationId xmlns:a16="http://schemas.microsoft.com/office/drawing/2014/main" id="{69CB4630-733E-4533-B8CF-A3E107C71BC7}"/>
                    </a:ext>
                  </a:extLst>
                </p:cNvPr>
                <p:cNvSpPr>
                  <a:spLocks/>
                </p:cNvSpPr>
                <p:nvPr/>
              </p:nvSpPr>
              <p:spPr bwMode="gray">
                <a:xfrm>
                  <a:off x="5330558" y="3487692"/>
                  <a:ext cx="197843" cy="233172"/>
                </a:xfrm>
                <a:custGeom>
                  <a:avLst/>
                  <a:gdLst>
                    <a:gd name="T0" fmla="*/ 2147483647 w 438"/>
                    <a:gd name="T1" fmla="*/ 2147483647 h 516"/>
                    <a:gd name="T2" fmla="*/ 2147483647 w 438"/>
                    <a:gd name="T3" fmla="*/ 2147483647 h 516"/>
                    <a:gd name="T4" fmla="*/ 2147483647 w 438"/>
                    <a:gd name="T5" fmla="*/ 2147483647 h 516"/>
                    <a:gd name="T6" fmla="*/ 2147483647 w 438"/>
                    <a:gd name="T7" fmla="*/ 2147483647 h 516"/>
                    <a:gd name="T8" fmla="*/ 2147483647 w 438"/>
                    <a:gd name="T9" fmla="*/ 2147483647 h 516"/>
                    <a:gd name="T10" fmla="*/ 2147483647 w 438"/>
                    <a:gd name="T11" fmla="*/ 2147483647 h 516"/>
                    <a:gd name="T12" fmla="*/ 2147483647 w 438"/>
                    <a:gd name="T13" fmla="*/ 2147483647 h 516"/>
                    <a:gd name="T14" fmla="*/ 2147483647 w 438"/>
                    <a:gd name="T15" fmla="*/ 2147483647 h 516"/>
                    <a:gd name="T16" fmla="*/ 2147483647 w 438"/>
                    <a:gd name="T17" fmla="*/ 2147483647 h 516"/>
                    <a:gd name="T18" fmla="*/ 2147483647 w 438"/>
                    <a:gd name="T19" fmla="*/ 2147483647 h 516"/>
                    <a:gd name="T20" fmla="*/ 2147483647 w 438"/>
                    <a:gd name="T21" fmla="*/ 2147483647 h 516"/>
                    <a:gd name="T22" fmla="*/ 2147483647 w 438"/>
                    <a:gd name="T23" fmla="*/ 2147483647 h 516"/>
                    <a:gd name="T24" fmla="*/ 2147483647 w 438"/>
                    <a:gd name="T25" fmla="*/ 2147483647 h 516"/>
                    <a:gd name="T26" fmla="*/ 2147483647 w 438"/>
                    <a:gd name="T27" fmla="*/ 2147483647 h 516"/>
                    <a:gd name="T28" fmla="*/ 2147483647 w 438"/>
                    <a:gd name="T29" fmla="*/ 2147483647 h 516"/>
                    <a:gd name="T30" fmla="*/ 2147483647 w 438"/>
                    <a:gd name="T31" fmla="*/ 2147483647 h 516"/>
                    <a:gd name="T32" fmla="*/ 2147483647 w 438"/>
                    <a:gd name="T33" fmla="*/ 0 h 516"/>
                    <a:gd name="T34" fmla="*/ 2147483647 w 438"/>
                    <a:gd name="T35" fmla="*/ 2147483647 h 516"/>
                    <a:gd name="T36" fmla="*/ 2147483647 w 438"/>
                    <a:gd name="T37" fmla="*/ 2147483647 h 516"/>
                    <a:gd name="T38" fmla="*/ 2147483647 w 438"/>
                    <a:gd name="T39" fmla="*/ 2147483647 h 516"/>
                    <a:gd name="T40" fmla="*/ 2147483647 w 438"/>
                    <a:gd name="T41" fmla="*/ 2147483647 h 516"/>
                    <a:gd name="T42" fmla="*/ 2147483647 w 438"/>
                    <a:gd name="T43" fmla="*/ 2147483647 h 516"/>
                    <a:gd name="T44" fmla="*/ 2147483647 w 438"/>
                    <a:gd name="T45" fmla="*/ 2147483647 h 516"/>
                    <a:gd name="T46" fmla="*/ 2147483647 w 438"/>
                    <a:gd name="T47" fmla="*/ 2147483647 h 516"/>
                    <a:gd name="T48" fmla="*/ 2147483647 w 438"/>
                    <a:gd name="T49" fmla="*/ 2147483647 h 516"/>
                    <a:gd name="T50" fmla="*/ 2147483647 w 438"/>
                    <a:gd name="T51" fmla="*/ 2147483647 h 516"/>
                    <a:gd name="T52" fmla="*/ 2147483647 w 438"/>
                    <a:gd name="T53" fmla="*/ 2147483647 h 516"/>
                    <a:gd name="T54" fmla="*/ 2147483647 w 438"/>
                    <a:gd name="T55" fmla="*/ 2147483647 h 516"/>
                    <a:gd name="T56" fmla="*/ 2147483647 w 438"/>
                    <a:gd name="T57" fmla="*/ 2147483647 h 516"/>
                    <a:gd name="T58" fmla="*/ 2147483647 w 438"/>
                    <a:gd name="T59" fmla="*/ 2147483647 h 516"/>
                    <a:gd name="T60" fmla="*/ 2147483647 w 438"/>
                    <a:gd name="T61" fmla="*/ 2147483647 h 516"/>
                    <a:gd name="T62" fmla="*/ 2147483647 w 438"/>
                    <a:gd name="T63" fmla="*/ 2147483647 h 516"/>
                    <a:gd name="T64" fmla="*/ 2147483647 w 438"/>
                    <a:gd name="T65" fmla="*/ 2147483647 h 516"/>
                    <a:gd name="T66" fmla="*/ 2147483647 w 438"/>
                    <a:gd name="T67" fmla="*/ 2147483647 h 516"/>
                    <a:gd name="T68" fmla="*/ 2147483647 w 438"/>
                    <a:gd name="T69" fmla="*/ 2147483647 h 516"/>
                    <a:gd name="T70" fmla="*/ 2147483647 w 438"/>
                    <a:gd name="T71" fmla="*/ 2147483647 h 516"/>
                    <a:gd name="T72" fmla="*/ 2147483647 w 438"/>
                    <a:gd name="T73" fmla="*/ 2147483647 h 516"/>
                    <a:gd name="T74" fmla="*/ 2147483647 w 438"/>
                    <a:gd name="T75" fmla="*/ 2147483647 h 516"/>
                    <a:gd name="T76" fmla="*/ 2147483647 w 438"/>
                    <a:gd name="T77" fmla="*/ 2147483647 h 516"/>
                    <a:gd name="T78" fmla="*/ 2147483647 w 438"/>
                    <a:gd name="T79" fmla="*/ 2147483647 h 516"/>
                    <a:gd name="T80" fmla="*/ 2147483647 w 438"/>
                    <a:gd name="T81" fmla="*/ 2147483647 h 516"/>
                    <a:gd name="T82" fmla="*/ 2147483647 w 438"/>
                    <a:gd name="T83" fmla="*/ 2147483647 h 516"/>
                    <a:gd name="T84" fmla="*/ 2147483647 w 438"/>
                    <a:gd name="T85" fmla="*/ 2147483647 h 516"/>
                    <a:gd name="T86" fmla="*/ 2147483647 w 438"/>
                    <a:gd name="T87" fmla="*/ 2147483647 h 516"/>
                    <a:gd name="T88" fmla="*/ 2147483647 w 438"/>
                    <a:gd name="T89" fmla="*/ 2147483647 h 51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438"/>
                    <a:gd name="T136" fmla="*/ 0 h 516"/>
                    <a:gd name="T137" fmla="*/ 438 w 438"/>
                    <a:gd name="T138" fmla="*/ 516 h 51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438" h="516">
                      <a:moveTo>
                        <a:pt x="402" y="408"/>
                      </a:moveTo>
                      <a:lnTo>
                        <a:pt x="402" y="402"/>
                      </a:lnTo>
                      <a:lnTo>
                        <a:pt x="396" y="396"/>
                      </a:lnTo>
                      <a:lnTo>
                        <a:pt x="390" y="384"/>
                      </a:lnTo>
                      <a:lnTo>
                        <a:pt x="390" y="372"/>
                      </a:lnTo>
                      <a:lnTo>
                        <a:pt x="384" y="354"/>
                      </a:lnTo>
                      <a:lnTo>
                        <a:pt x="378" y="342"/>
                      </a:lnTo>
                      <a:lnTo>
                        <a:pt x="378" y="318"/>
                      </a:lnTo>
                      <a:lnTo>
                        <a:pt x="384" y="312"/>
                      </a:lnTo>
                      <a:lnTo>
                        <a:pt x="390" y="300"/>
                      </a:lnTo>
                      <a:lnTo>
                        <a:pt x="408" y="282"/>
                      </a:lnTo>
                      <a:lnTo>
                        <a:pt x="408" y="270"/>
                      </a:lnTo>
                      <a:lnTo>
                        <a:pt x="414" y="258"/>
                      </a:lnTo>
                      <a:lnTo>
                        <a:pt x="414" y="240"/>
                      </a:lnTo>
                      <a:lnTo>
                        <a:pt x="420" y="228"/>
                      </a:lnTo>
                      <a:lnTo>
                        <a:pt x="426" y="222"/>
                      </a:lnTo>
                      <a:lnTo>
                        <a:pt x="438" y="198"/>
                      </a:lnTo>
                      <a:lnTo>
                        <a:pt x="438" y="186"/>
                      </a:lnTo>
                      <a:lnTo>
                        <a:pt x="432" y="174"/>
                      </a:lnTo>
                      <a:lnTo>
                        <a:pt x="432" y="162"/>
                      </a:lnTo>
                      <a:lnTo>
                        <a:pt x="426" y="150"/>
                      </a:lnTo>
                      <a:lnTo>
                        <a:pt x="426" y="138"/>
                      </a:lnTo>
                      <a:lnTo>
                        <a:pt x="420" y="132"/>
                      </a:lnTo>
                      <a:lnTo>
                        <a:pt x="420" y="126"/>
                      </a:lnTo>
                      <a:lnTo>
                        <a:pt x="432" y="126"/>
                      </a:lnTo>
                      <a:lnTo>
                        <a:pt x="426" y="96"/>
                      </a:lnTo>
                      <a:lnTo>
                        <a:pt x="408" y="102"/>
                      </a:lnTo>
                      <a:lnTo>
                        <a:pt x="408" y="90"/>
                      </a:lnTo>
                      <a:lnTo>
                        <a:pt x="390" y="72"/>
                      </a:lnTo>
                      <a:lnTo>
                        <a:pt x="372" y="66"/>
                      </a:lnTo>
                      <a:lnTo>
                        <a:pt x="342" y="66"/>
                      </a:lnTo>
                      <a:lnTo>
                        <a:pt x="318" y="78"/>
                      </a:lnTo>
                      <a:lnTo>
                        <a:pt x="318" y="84"/>
                      </a:lnTo>
                      <a:lnTo>
                        <a:pt x="312" y="90"/>
                      </a:lnTo>
                      <a:lnTo>
                        <a:pt x="300" y="90"/>
                      </a:lnTo>
                      <a:lnTo>
                        <a:pt x="294" y="84"/>
                      </a:lnTo>
                      <a:lnTo>
                        <a:pt x="282" y="84"/>
                      </a:lnTo>
                      <a:lnTo>
                        <a:pt x="276" y="78"/>
                      </a:lnTo>
                      <a:lnTo>
                        <a:pt x="264" y="72"/>
                      </a:lnTo>
                      <a:lnTo>
                        <a:pt x="258" y="60"/>
                      </a:lnTo>
                      <a:lnTo>
                        <a:pt x="258" y="48"/>
                      </a:lnTo>
                      <a:lnTo>
                        <a:pt x="252" y="42"/>
                      </a:lnTo>
                      <a:lnTo>
                        <a:pt x="252" y="36"/>
                      </a:lnTo>
                      <a:lnTo>
                        <a:pt x="228" y="42"/>
                      </a:lnTo>
                      <a:lnTo>
                        <a:pt x="228" y="18"/>
                      </a:lnTo>
                      <a:lnTo>
                        <a:pt x="216" y="18"/>
                      </a:lnTo>
                      <a:lnTo>
                        <a:pt x="210" y="24"/>
                      </a:lnTo>
                      <a:lnTo>
                        <a:pt x="204" y="36"/>
                      </a:lnTo>
                      <a:lnTo>
                        <a:pt x="198" y="42"/>
                      </a:lnTo>
                      <a:lnTo>
                        <a:pt x="174" y="36"/>
                      </a:lnTo>
                      <a:lnTo>
                        <a:pt x="174" y="0"/>
                      </a:lnTo>
                      <a:lnTo>
                        <a:pt x="162" y="24"/>
                      </a:lnTo>
                      <a:lnTo>
                        <a:pt x="150" y="6"/>
                      </a:lnTo>
                      <a:lnTo>
                        <a:pt x="144" y="30"/>
                      </a:lnTo>
                      <a:lnTo>
                        <a:pt x="126" y="30"/>
                      </a:lnTo>
                      <a:lnTo>
                        <a:pt x="120" y="48"/>
                      </a:lnTo>
                      <a:lnTo>
                        <a:pt x="102" y="30"/>
                      </a:lnTo>
                      <a:lnTo>
                        <a:pt x="84" y="24"/>
                      </a:lnTo>
                      <a:lnTo>
                        <a:pt x="72" y="24"/>
                      </a:lnTo>
                      <a:lnTo>
                        <a:pt x="66" y="30"/>
                      </a:lnTo>
                      <a:lnTo>
                        <a:pt x="66" y="48"/>
                      </a:lnTo>
                      <a:lnTo>
                        <a:pt x="54" y="42"/>
                      </a:lnTo>
                      <a:lnTo>
                        <a:pt x="36" y="66"/>
                      </a:lnTo>
                      <a:lnTo>
                        <a:pt x="42" y="102"/>
                      </a:lnTo>
                      <a:lnTo>
                        <a:pt x="60" y="108"/>
                      </a:lnTo>
                      <a:lnTo>
                        <a:pt x="48" y="126"/>
                      </a:lnTo>
                      <a:lnTo>
                        <a:pt x="66" y="132"/>
                      </a:lnTo>
                      <a:lnTo>
                        <a:pt x="60" y="138"/>
                      </a:lnTo>
                      <a:lnTo>
                        <a:pt x="54" y="150"/>
                      </a:lnTo>
                      <a:lnTo>
                        <a:pt x="54" y="162"/>
                      </a:lnTo>
                      <a:lnTo>
                        <a:pt x="60" y="162"/>
                      </a:lnTo>
                      <a:lnTo>
                        <a:pt x="72" y="168"/>
                      </a:lnTo>
                      <a:lnTo>
                        <a:pt x="78" y="168"/>
                      </a:lnTo>
                      <a:lnTo>
                        <a:pt x="78" y="180"/>
                      </a:lnTo>
                      <a:lnTo>
                        <a:pt x="72" y="186"/>
                      </a:lnTo>
                      <a:lnTo>
                        <a:pt x="72" y="192"/>
                      </a:lnTo>
                      <a:lnTo>
                        <a:pt x="66" y="186"/>
                      </a:lnTo>
                      <a:lnTo>
                        <a:pt x="54" y="186"/>
                      </a:lnTo>
                      <a:lnTo>
                        <a:pt x="48" y="180"/>
                      </a:lnTo>
                      <a:lnTo>
                        <a:pt x="30" y="180"/>
                      </a:lnTo>
                      <a:lnTo>
                        <a:pt x="30" y="192"/>
                      </a:lnTo>
                      <a:lnTo>
                        <a:pt x="36" y="204"/>
                      </a:lnTo>
                      <a:lnTo>
                        <a:pt x="48" y="210"/>
                      </a:lnTo>
                      <a:lnTo>
                        <a:pt x="54" y="222"/>
                      </a:lnTo>
                      <a:lnTo>
                        <a:pt x="36" y="222"/>
                      </a:lnTo>
                      <a:lnTo>
                        <a:pt x="36" y="228"/>
                      </a:lnTo>
                      <a:lnTo>
                        <a:pt x="42" y="234"/>
                      </a:lnTo>
                      <a:lnTo>
                        <a:pt x="42" y="252"/>
                      </a:lnTo>
                      <a:lnTo>
                        <a:pt x="36" y="258"/>
                      </a:lnTo>
                      <a:lnTo>
                        <a:pt x="30" y="258"/>
                      </a:lnTo>
                      <a:lnTo>
                        <a:pt x="18" y="252"/>
                      </a:lnTo>
                      <a:lnTo>
                        <a:pt x="12" y="246"/>
                      </a:lnTo>
                      <a:lnTo>
                        <a:pt x="6" y="246"/>
                      </a:lnTo>
                      <a:lnTo>
                        <a:pt x="24" y="282"/>
                      </a:lnTo>
                      <a:lnTo>
                        <a:pt x="24" y="306"/>
                      </a:lnTo>
                      <a:lnTo>
                        <a:pt x="18" y="324"/>
                      </a:lnTo>
                      <a:lnTo>
                        <a:pt x="6" y="330"/>
                      </a:lnTo>
                      <a:lnTo>
                        <a:pt x="0" y="342"/>
                      </a:lnTo>
                      <a:lnTo>
                        <a:pt x="6" y="348"/>
                      </a:lnTo>
                      <a:lnTo>
                        <a:pt x="24" y="348"/>
                      </a:lnTo>
                      <a:lnTo>
                        <a:pt x="24" y="360"/>
                      </a:lnTo>
                      <a:lnTo>
                        <a:pt x="60" y="354"/>
                      </a:lnTo>
                      <a:lnTo>
                        <a:pt x="60" y="384"/>
                      </a:lnTo>
                      <a:lnTo>
                        <a:pt x="90" y="414"/>
                      </a:lnTo>
                      <a:lnTo>
                        <a:pt x="90" y="438"/>
                      </a:lnTo>
                      <a:lnTo>
                        <a:pt x="84" y="450"/>
                      </a:lnTo>
                      <a:lnTo>
                        <a:pt x="84" y="462"/>
                      </a:lnTo>
                      <a:lnTo>
                        <a:pt x="78" y="468"/>
                      </a:lnTo>
                      <a:lnTo>
                        <a:pt x="78" y="516"/>
                      </a:lnTo>
                      <a:lnTo>
                        <a:pt x="90" y="516"/>
                      </a:lnTo>
                      <a:lnTo>
                        <a:pt x="96" y="510"/>
                      </a:lnTo>
                      <a:lnTo>
                        <a:pt x="102" y="498"/>
                      </a:lnTo>
                      <a:lnTo>
                        <a:pt x="114" y="498"/>
                      </a:lnTo>
                      <a:lnTo>
                        <a:pt x="126" y="486"/>
                      </a:lnTo>
                      <a:lnTo>
                        <a:pt x="138" y="480"/>
                      </a:lnTo>
                      <a:lnTo>
                        <a:pt x="198" y="456"/>
                      </a:lnTo>
                      <a:lnTo>
                        <a:pt x="228" y="450"/>
                      </a:lnTo>
                      <a:lnTo>
                        <a:pt x="264" y="450"/>
                      </a:lnTo>
                      <a:lnTo>
                        <a:pt x="270" y="444"/>
                      </a:lnTo>
                      <a:lnTo>
                        <a:pt x="282" y="444"/>
                      </a:lnTo>
                      <a:lnTo>
                        <a:pt x="294" y="438"/>
                      </a:lnTo>
                      <a:lnTo>
                        <a:pt x="330" y="438"/>
                      </a:lnTo>
                      <a:lnTo>
                        <a:pt x="336" y="444"/>
                      </a:lnTo>
                      <a:lnTo>
                        <a:pt x="342" y="444"/>
                      </a:lnTo>
                      <a:lnTo>
                        <a:pt x="348" y="450"/>
                      </a:lnTo>
                      <a:lnTo>
                        <a:pt x="366" y="450"/>
                      </a:lnTo>
                      <a:lnTo>
                        <a:pt x="378" y="438"/>
                      </a:lnTo>
                      <a:lnTo>
                        <a:pt x="384" y="438"/>
                      </a:lnTo>
                      <a:lnTo>
                        <a:pt x="384" y="444"/>
                      </a:lnTo>
                      <a:lnTo>
                        <a:pt x="396" y="456"/>
                      </a:lnTo>
                      <a:lnTo>
                        <a:pt x="408" y="462"/>
                      </a:lnTo>
                      <a:lnTo>
                        <a:pt x="420" y="462"/>
                      </a:lnTo>
                      <a:lnTo>
                        <a:pt x="426" y="468"/>
                      </a:lnTo>
                      <a:lnTo>
                        <a:pt x="426" y="414"/>
                      </a:lnTo>
                      <a:lnTo>
                        <a:pt x="402" y="408"/>
                      </a:lnTo>
                      <a:close/>
                    </a:path>
                  </a:pathLst>
                </a:custGeom>
                <a:solidFill>
                  <a:srgbClr val="A29C97"/>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311" name="Costa Rica" descr="© INSCALE GmbH, 05.05.2010&#10;http://www.presentationload.com/">
                  <a:extLst>
                    <a:ext uri="{FF2B5EF4-FFF2-40B4-BE49-F238E27FC236}">
                      <a16:creationId xmlns:a16="http://schemas.microsoft.com/office/drawing/2014/main" id="{0C0E2A08-31EA-45F5-B31F-D3A3171C77CB}"/>
                    </a:ext>
                  </a:extLst>
                </p:cNvPr>
                <p:cNvSpPr>
                  <a:spLocks/>
                </p:cNvSpPr>
                <p:nvPr/>
              </p:nvSpPr>
              <p:spPr bwMode="gray">
                <a:xfrm>
                  <a:off x="2857525" y="3470027"/>
                  <a:ext cx="107755" cy="104222"/>
                </a:xfrm>
                <a:custGeom>
                  <a:avLst/>
                  <a:gdLst>
                    <a:gd name="T0" fmla="*/ 2147483647 w 240"/>
                    <a:gd name="T1" fmla="*/ 2147483647 h 228"/>
                    <a:gd name="T2" fmla="*/ 2147483647 w 240"/>
                    <a:gd name="T3" fmla="*/ 2147483647 h 228"/>
                    <a:gd name="T4" fmla="*/ 2147483647 w 240"/>
                    <a:gd name="T5" fmla="*/ 2147483647 h 228"/>
                    <a:gd name="T6" fmla="*/ 2147483647 w 240"/>
                    <a:gd name="T7" fmla="*/ 2147483647 h 228"/>
                    <a:gd name="T8" fmla="*/ 2147483647 w 240"/>
                    <a:gd name="T9" fmla="*/ 2147483647 h 228"/>
                    <a:gd name="T10" fmla="*/ 2147483647 w 240"/>
                    <a:gd name="T11" fmla="*/ 2147483647 h 228"/>
                    <a:gd name="T12" fmla="*/ 2147483647 w 240"/>
                    <a:gd name="T13" fmla="*/ 2147483647 h 228"/>
                    <a:gd name="T14" fmla="*/ 2147483647 w 240"/>
                    <a:gd name="T15" fmla="*/ 2147483647 h 228"/>
                    <a:gd name="T16" fmla="*/ 2147483647 w 240"/>
                    <a:gd name="T17" fmla="*/ 2147483647 h 228"/>
                    <a:gd name="T18" fmla="*/ 2147483647 w 240"/>
                    <a:gd name="T19" fmla="*/ 2147483647 h 228"/>
                    <a:gd name="T20" fmla="*/ 2147483647 w 240"/>
                    <a:gd name="T21" fmla="*/ 2147483647 h 228"/>
                    <a:gd name="T22" fmla="*/ 2147483647 w 240"/>
                    <a:gd name="T23" fmla="*/ 2147483647 h 228"/>
                    <a:gd name="T24" fmla="*/ 2147483647 w 240"/>
                    <a:gd name="T25" fmla="*/ 2147483647 h 228"/>
                    <a:gd name="T26" fmla="*/ 2147483647 w 240"/>
                    <a:gd name="T27" fmla="*/ 2147483647 h 228"/>
                    <a:gd name="T28" fmla="*/ 2147483647 w 240"/>
                    <a:gd name="T29" fmla="*/ 2147483647 h 228"/>
                    <a:gd name="T30" fmla="*/ 2147483647 w 240"/>
                    <a:gd name="T31" fmla="*/ 0 h 228"/>
                    <a:gd name="T32" fmla="*/ 2147483647 w 240"/>
                    <a:gd name="T33" fmla="*/ 2147483647 h 228"/>
                    <a:gd name="T34" fmla="*/ 2147483647 w 240"/>
                    <a:gd name="T35" fmla="*/ 2147483647 h 228"/>
                    <a:gd name="T36" fmla="*/ 0 w 240"/>
                    <a:gd name="T37" fmla="*/ 2147483647 h 228"/>
                    <a:gd name="T38" fmla="*/ 2147483647 w 240"/>
                    <a:gd name="T39" fmla="*/ 2147483647 h 228"/>
                    <a:gd name="T40" fmla="*/ 2147483647 w 240"/>
                    <a:gd name="T41" fmla="*/ 2147483647 h 228"/>
                    <a:gd name="T42" fmla="*/ 2147483647 w 240"/>
                    <a:gd name="T43" fmla="*/ 2147483647 h 228"/>
                    <a:gd name="T44" fmla="*/ 2147483647 w 240"/>
                    <a:gd name="T45" fmla="*/ 2147483647 h 228"/>
                    <a:gd name="T46" fmla="*/ 2147483647 w 240"/>
                    <a:gd name="T47" fmla="*/ 2147483647 h 228"/>
                    <a:gd name="T48" fmla="*/ 2147483647 w 240"/>
                    <a:gd name="T49" fmla="*/ 2147483647 h 228"/>
                    <a:gd name="T50" fmla="*/ 2147483647 w 240"/>
                    <a:gd name="T51" fmla="*/ 2147483647 h 228"/>
                    <a:gd name="T52" fmla="*/ 2147483647 w 240"/>
                    <a:gd name="T53" fmla="*/ 2147483647 h 228"/>
                    <a:gd name="T54" fmla="*/ 2147483647 w 240"/>
                    <a:gd name="T55" fmla="*/ 2147483647 h 228"/>
                    <a:gd name="T56" fmla="*/ 2147483647 w 240"/>
                    <a:gd name="T57" fmla="*/ 2147483647 h 228"/>
                    <a:gd name="T58" fmla="*/ 2147483647 w 240"/>
                    <a:gd name="T59" fmla="*/ 2147483647 h 228"/>
                    <a:gd name="T60" fmla="*/ 2147483647 w 240"/>
                    <a:gd name="T61" fmla="*/ 2147483647 h 228"/>
                    <a:gd name="T62" fmla="*/ 2147483647 w 240"/>
                    <a:gd name="T63" fmla="*/ 2147483647 h 228"/>
                    <a:gd name="T64" fmla="*/ 2147483647 w 240"/>
                    <a:gd name="T65" fmla="*/ 2147483647 h 228"/>
                    <a:gd name="T66" fmla="*/ 2147483647 w 240"/>
                    <a:gd name="T67" fmla="*/ 2147483647 h 2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40"/>
                    <a:gd name="T103" fmla="*/ 0 h 228"/>
                    <a:gd name="T104" fmla="*/ 240 w 240"/>
                    <a:gd name="T105" fmla="*/ 228 h 2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40" h="228">
                      <a:moveTo>
                        <a:pt x="210" y="198"/>
                      </a:moveTo>
                      <a:lnTo>
                        <a:pt x="216" y="198"/>
                      </a:lnTo>
                      <a:lnTo>
                        <a:pt x="234" y="180"/>
                      </a:lnTo>
                      <a:lnTo>
                        <a:pt x="228" y="174"/>
                      </a:lnTo>
                      <a:lnTo>
                        <a:pt x="210" y="174"/>
                      </a:lnTo>
                      <a:lnTo>
                        <a:pt x="210" y="168"/>
                      </a:lnTo>
                      <a:lnTo>
                        <a:pt x="204" y="162"/>
                      </a:lnTo>
                      <a:lnTo>
                        <a:pt x="204" y="144"/>
                      </a:lnTo>
                      <a:lnTo>
                        <a:pt x="210" y="138"/>
                      </a:lnTo>
                      <a:lnTo>
                        <a:pt x="222" y="138"/>
                      </a:lnTo>
                      <a:lnTo>
                        <a:pt x="228" y="132"/>
                      </a:lnTo>
                      <a:lnTo>
                        <a:pt x="240" y="132"/>
                      </a:lnTo>
                      <a:lnTo>
                        <a:pt x="228" y="126"/>
                      </a:lnTo>
                      <a:lnTo>
                        <a:pt x="210" y="108"/>
                      </a:lnTo>
                      <a:lnTo>
                        <a:pt x="198" y="84"/>
                      </a:lnTo>
                      <a:lnTo>
                        <a:pt x="192" y="78"/>
                      </a:lnTo>
                      <a:lnTo>
                        <a:pt x="186" y="66"/>
                      </a:lnTo>
                      <a:lnTo>
                        <a:pt x="180" y="60"/>
                      </a:lnTo>
                      <a:lnTo>
                        <a:pt x="174" y="36"/>
                      </a:lnTo>
                      <a:lnTo>
                        <a:pt x="138" y="36"/>
                      </a:lnTo>
                      <a:lnTo>
                        <a:pt x="126" y="24"/>
                      </a:lnTo>
                      <a:lnTo>
                        <a:pt x="126" y="18"/>
                      </a:lnTo>
                      <a:lnTo>
                        <a:pt x="120" y="18"/>
                      </a:lnTo>
                      <a:lnTo>
                        <a:pt x="114" y="12"/>
                      </a:lnTo>
                      <a:lnTo>
                        <a:pt x="84" y="12"/>
                      </a:lnTo>
                      <a:lnTo>
                        <a:pt x="84" y="18"/>
                      </a:lnTo>
                      <a:lnTo>
                        <a:pt x="78" y="18"/>
                      </a:lnTo>
                      <a:lnTo>
                        <a:pt x="72" y="12"/>
                      </a:lnTo>
                      <a:lnTo>
                        <a:pt x="60" y="6"/>
                      </a:lnTo>
                      <a:lnTo>
                        <a:pt x="48" y="6"/>
                      </a:lnTo>
                      <a:lnTo>
                        <a:pt x="42" y="0"/>
                      </a:lnTo>
                      <a:lnTo>
                        <a:pt x="24" y="0"/>
                      </a:lnTo>
                      <a:lnTo>
                        <a:pt x="6" y="30"/>
                      </a:lnTo>
                      <a:lnTo>
                        <a:pt x="18" y="42"/>
                      </a:lnTo>
                      <a:lnTo>
                        <a:pt x="24" y="42"/>
                      </a:lnTo>
                      <a:lnTo>
                        <a:pt x="24" y="48"/>
                      </a:lnTo>
                      <a:lnTo>
                        <a:pt x="6" y="66"/>
                      </a:lnTo>
                      <a:lnTo>
                        <a:pt x="0" y="78"/>
                      </a:lnTo>
                      <a:lnTo>
                        <a:pt x="6" y="90"/>
                      </a:lnTo>
                      <a:lnTo>
                        <a:pt x="18" y="102"/>
                      </a:lnTo>
                      <a:lnTo>
                        <a:pt x="30" y="108"/>
                      </a:lnTo>
                      <a:lnTo>
                        <a:pt x="42" y="108"/>
                      </a:lnTo>
                      <a:lnTo>
                        <a:pt x="60" y="126"/>
                      </a:lnTo>
                      <a:lnTo>
                        <a:pt x="72" y="126"/>
                      </a:lnTo>
                      <a:lnTo>
                        <a:pt x="72" y="102"/>
                      </a:lnTo>
                      <a:lnTo>
                        <a:pt x="66" y="96"/>
                      </a:lnTo>
                      <a:lnTo>
                        <a:pt x="54" y="90"/>
                      </a:lnTo>
                      <a:lnTo>
                        <a:pt x="42" y="78"/>
                      </a:lnTo>
                      <a:lnTo>
                        <a:pt x="42" y="72"/>
                      </a:lnTo>
                      <a:lnTo>
                        <a:pt x="48" y="72"/>
                      </a:lnTo>
                      <a:lnTo>
                        <a:pt x="60" y="78"/>
                      </a:lnTo>
                      <a:lnTo>
                        <a:pt x="66" y="84"/>
                      </a:lnTo>
                      <a:lnTo>
                        <a:pt x="90" y="96"/>
                      </a:lnTo>
                      <a:lnTo>
                        <a:pt x="96" y="102"/>
                      </a:lnTo>
                      <a:lnTo>
                        <a:pt x="96" y="132"/>
                      </a:lnTo>
                      <a:lnTo>
                        <a:pt x="114" y="132"/>
                      </a:lnTo>
                      <a:lnTo>
                        <a:pt x="126" y="138"/>
                      </a:lnTo>
                      <a:lnTo>
                        <a:pt x="138" y="138"/>
                      </a:lnTo>
                      <a:lnTo>
                        <a:pt x="156" y="180"/>
                      </a:lnTo>
                      <a:lnTo>
                        <a:pt x="150" y="186"/>
                      </a:lnTo>
                      <a:lnTo>
                        <a:pt x="150" y="198"/>
                      </a:lnTo>
                      <a:lnTo>
                        <a:pt x="168" y="216"/>
                      </a:lnTo>
                      <a:lnTo>
                        <a:pt x="180" y="222"/>
                      </a:lnTo>
                      <a:lnTo>
                        <a:pt x="192" y="222"/>
                      </a:lnTo>
                      <a:lnTo>
                        <a:pt x="174" y="198"/>
                      </a:lnTo>
                      <a:lnTo>
                        <a:pt x="204" y="228"/>
                      </a:lnTo>
                      <a:lnTo>
                        <a:pt x="210" y="222"/>
                      </a:lnTo>
                      <a:lnTo>
                        <a:pt x="210" y="198"/>
                      </a:lnTo>
                      <a:close/>
                    </a:path>
                  </a:pathLst>
                </a:custGeom>
                <a:solidFill>
                  <a:srgbClr val="572772"/>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312" name="Congo" descr="© INSCALE GmbH, 05.05.2010&#10;http://www.presentationload.com/">
                  <a:extLst>
                    <a:ext uri="{FF2B5EF4-FFF2-40B4-BE49-F238E27FC236}">
                      <a16:creationId xmlns:a16="http://schemas.microsoft.com/office/drawing/2014/main" id="{AFE786C5-C2E0-4A29-B4BB-CAEB69339910}"/>
                    </a:ext>
                  </a:extLst>
                </p:cNvPr>
                <p:cNvSpPr>
                  <a:spLocks/>
                </p:cNvSpPr>
                <p:nvPr/>
              </p:nvSpPr>
              <p:spPr bwMode="gray">
                <a:xfrm>
                  <a:off x="6003576" y="3682003"/>
                  <a:ext cx="609425" cy="685384"/>
                </a:xfrm>
                <a:custGeom>
                  <a:avLst/>
                  <a:gdLst>
                    <a:gd name="T0" fmla="*/ 2147483647 w 1350"/>
                    <a:gd name="T1" fmla="*/ 2147483647 h 1518"/>
                    <a:gd name="T2" fmla="*/ 2147483647 w 1350"/>
                    <a:gd name="T3" fmla="*/ 2147483647 h 1518"/>
                    <a:gd name="T4" fmla="*/ 2147483647 w 1350"/>
                    <a:gd name="T5" fmla="*/ 2147483647 h 1518"/>
                    <a:gd name="T6" fmla="*/ 2147483647 w 1350"/>
                    <a:gd name="T7" fmla="*/ 2147483647 h 1518"/>
                    <a:gd name="T8" fmla="*/ 2147483647 w 1350"/>
                    <a:gd name="T9" fmla="*/ 2147483647 h 1518"/>
                    <a:gd name="T10" fmla="*/ 2147483647 w 1350"/>
                    <a:gd name="T11" fmla="*/ 2147483647 h 1518"/>
                    <a:gd name="T12" fmla="*/ 2147483647 w 1350"/>
                    <a:gd name="T13" fmla="*/ 2147483647 h 1518"/>
                    <a:gd name="T14" fmla="*/ 2147483647 w 1350"/>
                    <a:gd name="T15" fmla="*/ 2147483647 h 1518"/>
                    <a:gd name="T16" fmla="*/ 2147483647 w 1350"/>
                    <a:gd name="T17" fmla="*/ 2147483647 h 1518"/>
                    <a:gd name="T18" fmla="*/ 2147483647 w 1350"/>
                    <a:gd name="T19" fmla="*/ 2147483647 h 1518"/>
                    <a:gd name="T20" fmla="*/ 2147483647 w 1350"/>
                    <a:gd name="T21" fmla="*/ 2147483647 h 1518"/>
                    <a:gd name="T22" fmla="*/ 2147483647 w 1350"/>
                    <a:gd name="T23" fmla="*/ 2147483647 h 1518"/>
                    <a:gd name="T24" fmla="*/ 2147483647 w 1350"/>
                    <a:gd name="T25" fmla="*/ 2147483647 h 1518"/>
                    <a:gd name="T26" fmla="*/ 2147483647 w 1350"/>
                    <a:gd name="T27" fmla="*/ 2147483647 h 1518"/>
                    <a:gd name="T28" fmla="*/ 2147483647 w 1350"/>
                    <a:gd name="T29" fmla="*/ 2147483647 h 1518"/>
                    <a:gd name="T30" fmla="*/ 2147483647 w 1350"/>
                    <a:gd name="T31" fmla="*/ 2147483647 h 1518"/>
                    <a:gd name="T32" fmla="*/ 2147483647 w 1350"/>
                    <a:gd name="T33" fmla="*/ 2147483647 h 1518"/>
                    <a:gd name="T34" fmla="*/ 2147483647 w 1350"/>
                    <a:gd name="T35" fmla="*/ 2147483647 h 1518"/>
                    <a:gd name="T36" fmla="*/ 2147483647 w 1350"/>
                    <a:gd name="T37" fmla="*/ 2147483647 h 1518"/>
                    <a:gd name="T38" fmla="*/ 2147483647 w 1350"/>
                    <a:gd name="T39" fmla="*/ 2147483647 h 1518"/>
                    <a:gd name="T40" fmla="*/ 2147483647 w 1350"/>
                    <a:gd name="T41" fmla="*/ 2147483647 h 1518"/>
                    <a:gd name="T42" fmla="*/ 2147483647 w 1350"/>
                    <a:gd name="T43" fmla="*/ 2147483647 h 1518"/>
                    <a:gd name="T44" fmla="*/ 2147483647 w 1350"/>
                    <a:gd name="T45" fmla="*/ 2147483647 h 1518"/>
                    <a:gd name="T46" fmla="*/ 2147483647 w 1350"/>
                    <a:gd name="T47" fmla="*/ 2147483647 h 1518"/>
                    <a:gd name="T48" fmla="*/ 2147483647 w 1350"/>
                    <a:gd name="T49" fmla="*/ 2147483647 h 1518"/>
                    <a:gd name="T50" fmla="*/ 2147483647 w 1350"/>
                    <a:gd name="T51" fmla="*/ 2147483647 h 1518"/>
                    <a:gd name="T52" fmla="*/ 2147483647 w 1350"/>
                    <a:gd name="T53" fmla="*/ 2147483647 h 1518"/>
                    <a:gd name="T54" fmla="*/ 2147483647 w 1350"/>
                    <a:gd name="T55" fmla="*/ 2147483647 h 1518"/>
                    <a:gd name="T56" fmla="*/ 2147483647 w 1350"/>
                    <a:gd name="T57" fmla="*/ 2147483647 h 1518"/>
                    <a:gd name="T58" fmla="*/ 2147483647 w 1350"/>
                    <a:gd name="T59" fmla="*/ 2147483647 h 1518"/>
                    <a:gd name="T60" fmla="*/ 2147483647 w 1350"/>
                    <a:gd name="T61" fmla="*/ 2147483647 h 1518"/>
                    <a:gd name="T62" fmla="*/ 2147483647 w 1350"/>
                    <a:gd name="T63" fmla="*/ 2147483647 h 1518"/>
                    <a:gd name="T64" fmla="*/ 2147483647 w 1350"/>
                    <a:gd name="T65" fmla="*/ 2147483647 h 1518"/>
                    <a:gd name="T66" fmla="*/ 2147483647 w 1350"/>
                    <a:gd name="T67" fmla="*/ 2147483647 h 1518"/>
                    <a:gd name="T68" fmla="*/ 2147483647 w 1350"/>
                    <a:gd name="T69" fmla="*/ 2147483647 h 1518"/>
                    <a:gd name="T70" fmla="*/ 2147483647 w 1350"/>
                    <a:gd name="T71" fmla="*/ 2147483647 h 1518"/>
                    <a:gd name="T72" fmla="*/ 2147483647 w 1350"/>
                    <a:gd name="T73" fmla="*/ 2147483647 h 1518"/>
                    <a:gd name="T74" fmla="*/ 2147483647 w 1350"/>
                    <a:gd name="T75" fmla="*/ 2147483647 h 1518"/>
                    <a:gd name="T76" fmla="*/ 2147483647 w 1350"/>
                    <a:gd name="T77" fmla="*/ 2147483647 h 1518"/>
                    <a:gd name="T78" fmla="*/ 2147483647 w 1350"/>
                    <a:gd name="T79" fmla="*/ 2147483647 h 1518"/>
                    <a:gd name="T80" fmla="*/ 2147483647 w 1350"/>
                    <a:gd name="T81" fmla="*/ 2147483647 h 1518"/>
                    <a:gd name="T82" fmla="*/ 2147483647 w 1350"/>
                    <a:gd name="T83" fmla="*/ 2147483647 h 1518"/>
                    <a:gd name="T84" fmla="*/ 2147483647 w 1350"/>
                    <a:gd name="T85" fmla="*/ 2147483647 h 1518"/>
                    <a:gd name="T86" fmla="*/ 2147483647 w 1350"/>
                    <a:gd name="T87" fmla="*/ 2147483647 h 1518"/>
                    <a:gd name="T88" fmla="*/ 2147483647 w 1350"/>
                    <a:gd name="T89" fmla="*/ 2147483647 h 1518"/>
                    <a:gd name="T90" fmla="*/ 2147483647 w 1350"/>
                    <a:gd name="T91" fmla="*/ 2147483647 h 1518"/>
                    <a:gd name="T92" fmla="*/ 2147483647 w 1350"/>
                    <a:gd name="T93" fmla="*/ 2147483647 h 1518"/>
                    <a:gd name="T94" fmla="*/ 2147483647 w 1350"/>
                    <a:gd name="T95" fmla="*/ 2147483647 h 1518"/>
                    <a:gd name="T96" fmla="*/ 2147483647 w 1350"/>
                    <a:gd name="T97" fmla="*/ 2147483647 h 1518"/>
                    <a:gd name="T98" fmla="*/ 2147483647 w 1350"/>
                    <a:gd name="T99" fmla="*/ 2147483647 h 1518"/>
                    <a:gd name="T100" fmla="*/ 2147483647 w 1350"/>
                    <a:gd name="T101" fmla="*/ 2147483647 h 1518"/>
                    <a:gd name="T102" fmla="*/ 2147483647 w 1350"/>
                    <a:gd name="T103" fmla="*/ 2147483647 h 1518"/>
                    <a:gd name="T104" fmla="*/ 2147483647 w 1350"/>
                    <a:gd name="T105" fmla="*/ 2147483647 h 1518"/>
                    <a:gd name="T106" fmla="*/ 2147483647 w 1350"/>
                    <a:gd name="T107" fmla="*/ 2147483647 h 1518"/>
                    <a:gd name="T108" fmla="*/ 2147483647 w 1350"/>
                    <a:gd name="T109" fmla="*/ 2147483647 h 1518"/>
                    <a:gd name="T110" fmla="*/ 2147483647 w 1350"/>
                    <a:gd name="T111" fmla="*/ 2147483647 h 1518"/>
                    <a:gd name="T112" fmla="*/ 2147483647 w 1350"/>
                    <a:gd name="T113" fmla="*/ 2147483647 h 1518"/>
                    <a:gd name="T114" fmla="*/ 2147483647 w 1350"/>
                    <a:gd name="T115" fmla="*/ 2147483647 h 1518"/>
                    <a:gd name="T116" fmla="*/ 2147483647 w 1350"/>
                    <a:gd name="T117" fmla="*/ 2147483647 h 1518"/>
                    <a:gd name="T118" fmla="*/ 2147483647 w 1350"/>
                    <a:gd name="T119" fmla="*/ 2147483647 h 1518"/>
                    <a:gd name="T120" fmla="*/ 2147483647 w 1350"/>
                    <a:gd name="T121" fmla="*/ 2147483647 h 1518"/>
                    <a:gd name="T122" fmla="*/ 2147483647 w 1350"/>
                    <a:gd name="T123" fmla="*/ 2147483647 h 1518"/>
                    <a:gd name="T124" fmla="*/ 2147483647 w 1350"/>
                    <a:gd name="T125" fmla="*/ 2147483647 h 1518"/>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1350"/>
                    <a:gd name="T190" fmla="*/ 0 h 1518"/>
                    <a:gd name="T191" fmla="*/ 1350 w 1350"/>
                    <a:gd name="T192" fmla="*/ 1518 h 1518"/>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1350" h="1518">
                      <a:moveTo>
                        <a:pt x="1242" y="468"/>
                      </a:moveTo>
                      <a:lnTo>
                        <a:pt x="1242" y="438"/>
                      </a:lnTo>
                      <a:lnTo>
                        <a:pt x="1260" y="366"/>
                      </a:lnTo>
                      <a:lnTo>
                        <a:pt x="1278" y="354"/>
                      </a:lnTo>
                      <a:lnTo>
                        <a:pt x="1278" y="342"/>
                      </a:lnTo>
                      <a:lnTo>
                        <a:pt x="1302" y="330"/>
                      </a:lnTo>
                      <a:lnTo>
                        <a:pt x="1308" y="318"/>
                      </a:lnTo>
                      <a:lnTo>
                        <a:pt x="1320" y="312"/>
                      </a:lnTo>
                      <a:lnTo>
                        <a:pt x="1332" y="288"/>
                      </a:lnTo>
                      <a:lnTo>
                        <a:pt x="1344" y="276"/>
                      </a:lnTo>
                      <a:lnTo>
                        <a:pt x="1350" y="264"/>
                      </a:lnTo>
                      <a:lnTo>
                        <a:pt x="1350" y="252"/>
                      </a:lnTo>
                      <a:lnTo>
                        <a:pt x="1344" y="246"/>
                      </a:lnTo>
                      <a:lnTo>
                        <a:pt x="1332" y="240"/>
                      </a:lnTo>
                      <a:lnTo>
                        <a:pt x="1320" y="240"/>
                      </a:lnTo>
                      <a:lnTo>
                        <a:pt x="1314" y="234"/>
                      </a:lnTo>
                      <a:lnTo>
                        <a:pt x="1314" y="222"/>
                      </a:lnTo>
                      <a:lnTo>
                        <a:pt x="1320" y="210"/>
                      </a:lnTo>
                      <a:lnTo>
                        <a:pt x="1326" y="204"/>
                      </a:lnTo>
                      <a:lnTo>
                        <a:pt x="1326" y="198"/>
                      </a:lnTo>
                      <a:lnTo>
                        <a:pt x="1320" y="192"/>
                      </a:lnTo>
                      <a:lnTo>
                        <a:pt x="1308" y="186"/>
                      </a:lnTo>
                      <a:lnTo>
                        <a:pt x="1326" y="168"/>
                      </a:lnTo>
                      <a:lnTo>
                        <a:pt x="1320" y="144"/>
                      </a:lnTo>
                      <a:lnTo>
                        <a:pt x="1302" y="144"/>
                      </a:lnTo>
                      <a:lnTo>
                        <a:pt x="1296" y="120"/>
                      </a:lnTo>
                      <a:lnTo>
                        <a:pt x="1290" y="120"/>
                      </a:lnTo>
                      <a:lnTo>
                        <a:pt x="1284" y="114"/>
                      </a:lnTo>
                      <a:lnTo>
                        <a:pt x="1272" y="108"/>
                      </a:lnTo>
                      <a:lnTo>
                        <a:pt x="1260" y="96"/>
                      </a:lnTo>
                      <a:lnTo>
                        <a:pt x="1254" y="84"/>
                      </a:lnTo>
                      <a:lnTo>
                        <a:pt x="1248" y="66"/>
                      </a:lnTo>
                      <a:lnTo>
                        <a:pt x="1236" y="60"/>
                      </a:lnTo>
                      <a:lnTo>
                        <a:pt x="1230" y="54"/>
                      </a:lnTo>
                      <a:lnTo>
                        <a:pt x="1218" y="66"/>
                      </a:lnTo>
                      <a:lnTo>
                        <a:pt x="1218" y="72"/>
                      </a:lnTo>
                      <a:lnTo>
                        <a:pt x="1206" y="84"/>
                      </a:lnTo>
                      <a:lnTo>
                        <a:pt x="1200" y="84"/>
                      </a:lnTo>
                      <a:lnTo>
                        <a:pt x="1188" y="78"/>
                      </a:lnTo>
                      <a:lnTo>
                        <a:pt x="1188" y="72"/>
                      </a:lnTo>
                      <a:lnTo>
                        <a:pt x="1176" y="66"/>
                      </a:lnTo>
                      <a:lnTo>
                        <a:pt x="1164" y="66"/>
                      </a:lnTo>
                      <a:lnTo>
                        <a:pt x="1158" y="72"/>
                      </a:lnTo>
                      <a:lnTo>
                        <a:pt x="1152" y="84"/>
                      </a:lnTo>
                      <a:lnTo>
                        <a:pt x="1146" y="90"/>
                      </a:lnTo>
                      <a:lnTo>
                        <a:pt x="1098" y="66"/>
                      </a:lnTo>
                      <a:lnTo>
                        <a:pt x="1098" y="42"/>
                      </a:lnTo>
                      <a:lnTo>
                        <a:pt x="1068" y="18"/>
                      </a:lnTo>
                      <a:lnTo>
                        <a:pt x="1062" y="6"/>
                      </a:lnTo>
                      <a:lnTo>
                        <a:pt x="1044" y="24"/>
                      </a:lnTo>
                      <a:lnTo>
                        <a:pt x="1026" y="30"/>
                      </a:lnTo>
                      <a:lnTo>
                        <a:pt x="1002" y="30"/>
                      </a:lnTo>
                      <a:lnTo>
                        <a:pt x="990" y="18"/>
                      </a:lnTo>
                      <a:lnTo>
                        <a:pt x="990" y="12"/>
                      </a:lnTo>
                      <a:lnTo>
                        <a:pt x="954" y="18"/>
                      </a:lnTo>
                      <a:lnTo>
                        <a:pt x="942" y="6"/>
                      </a:lnTo>
                      <a:lnTo>
                        <a:pt x="942" y="0"/>
                      </a:lnTo>
                      <a:lnTo>
                        <a:pt x="936" y="0"/>
                      </a:lnTo>
                      <a:lnTo>
                        <a:pt x="918" y="18"/>
                      </a:lnTo>
                      <a:lnTo>
                        <a:pt x="918" y="30"/>
                      </a:lnTo>
                      <a:lnTo>
                        <a:pt x="906" y="30"/>
                      </a:lnTo>
                      <a:lnTo>
                        <a:pt x="900" y="36"/>
                      </a:lnTo>
                      <a:lnTo>
                        <a:pt x="876" y="36"/>
                      </a:lnTo>
                      <a:lnTo>
                        <a:pt x="864" y="24"/>
                      </a:lnTo>
                      <a:lnTo>
                        <a:pt x="840" y="42"/>
                      </a:lnTo>
                      <a:lnTo>
                        <a:pt x="822" y="42"/>
                      </a:lnTo>
                      <a:lnTo>
                        <a:pt x="810" y="54"/>
                      </a:lnTo>
                      <a:lnTo>
                        <a:pt x="798" y="60"/>
                      </a:lnTo>
                      <a:lnTo>
                        <a:pt x="792" y="66"/>
                      </a:lnTo>
                      <a:lnTo>
                        <a:pt x="786" y="66"/>
                      </a:lnTo>
                      <a:lnTo>
                        <a:pt x="762" y="42"/>
                      </a:lnTo>
                      <a:lnTo>
                        <a:pt x="756" y="54"/>
                      </a:lnTo>
                      <a:lnTo>
                        <a:pt x="738" y="72"/>
                      </a:lnTo>
                      <a:lnTo>
                        <a:pt x="738" y="84"/>
                      </a:lnTo>
                      <a:lnTo>
                        <a:pt x="732" y="90"/>
                      </a:lnTo>
                      <a:lnTo>
                        <a:pt x="726" y="102"/>
                      </a:lnTo>
                      <a:lnTo>
                        <a:pt x="720" y="108"/>
                      </a:lnTo>
                      <a:lnTo>
                        <a:pt x="708" y="102"/>
                      </a:lnTo>
                      <a:lnTo>
                        <a:pt x="702" y="96"/>
                      </a:lnTo>
                      <a:lnTo>
                        <a:pt x="690" y="90"/>
                      </a:lnTo>
                      <a:lnTo>
                        <a:pt x="642" y="90"/>
                      </a:lnTo>
                      <a:lnTo>
                        <a:pt x="630" y="84"/>
                      </a:lnTo>
                      <a:lnTo>
                        <a:pt x="624" y="78"/>
                      </a:lnTo>
                      <a:lnTo>
                        <a:pt x="582" y="78"/>
                      </a:lnTo>
                      <a:lnTo>
                        <a:pt x="582" y="48"/>
                      </a:lnTo>
                      <a:lnTo>
                        <a:pt x="576" y="42"/>
                      </a:lnTo>
                      <a:lnTo>
                        <a:pt x="558" y="42"/>
                      </a:lnTo>
                      <a:lnTo>
                        <a:pt x="558" y="30"/>
                      </a:lnTo>
                      <a:lnTo>
                        <a:pt x="546" y="24"/>
                      </a:lnTo>
                      <a:lnTo>
                        <a:pt x="534" y="24"/>
                      </a:lnTo>
                      <a:lnTo>
                        <a:pt x="516" y="18"/>
                      </a:lnTo>
                      <a:lnTo>
                        <a:pt x="504" y="18"/>
                      </a:lnTo>
                      <a:lnTo>
                        <a:pt x="492" y="24"/>
                      </a:lnTo>
                      <a:lnTo>
                        <a:pt x="486" y="30"/>
                      </a:lnTo>
                      <a:lnTo>
                        <a:pt x="486" y="36"/>
                      </a:lnTo>
                      <a:lnTo>
                        <a:pt x="480" y="48"/>
                      </a:lnTo>
                      <a:lnTo>
                        <a:pt x="480" y="54"/>
                      </a:lnTo>
                      <a:lnTo>
                        <a:pt x="474" y="66"/>
                      </a:lnTo>
                      <a:lnTo>
                        <a:pt x="462" y="78"/>
                      </a:lnTo>
                      <a:lnTo>
                        <a:pt x="456" y="78"/>
                      </a:lnTo>
                      <a:lnTo>
                        <a:pt x="444" y="90"/>
                      </a:lnTo>
                      <a:lnTo>
                        <a:pt x="444" y="102"/>
                      </a:lnTo>
                      <a:lnTo>
                        <a:pt x="450" y="102"/>
                      </a:lnTo>
                      <a:lnTo>
                        <a:pt x="450" y="120"/>
                      </a:lnTo>
                      <a:lnTo>
                        <a:pt x="438" y="138"/>
                      </a:lnTo>
                      <a:lnTo>
                        <a:pt x="450" y="150"/>
                      </a:lnTo>
                      <a:lnTo>
                        <a:pt x="450" y="186"/>
                      </a:lnTo>
                      <a:lnTo>
                        <a:pt x="444" y="198"/>
                      </a:lnTo>
                      <a:lnTo>
                        <a:pt x="438" y="216"/>
                      </a:lnTo>
                      <a:lnTo>
                        <a:pt x="426" y="228"/>
                      </a:lnTo>
                      <a:lnTo>
                        <a:pt x="414" y="252"/>
                      </a:lnTo>
                      <a:lnTo>
                        <a:pt x="408" y="258"/>
                      </a:lnTo>
                      <a:lnTo>
                        <a:pt x="408" y="288"/>
                      </a:lnTo>
                      <a:lnTo>
                        <a:pt x="414" y="300"/>
                      </a:lnTo>
                      <a:lnTo>
                        <a:pt x="414" y="324"/>
                      </a:lnTo>
                      <a:lnTo>
                        <a:pt x="396" y="360"/>
                      </a:lnTo>
                      <a:lnTo>
                        <a:pt x="396" y="372"/>
                      </a:lnTo>
                      <a:lnTo>
                        <a:pt x="402" y="378"/>
                      </a:lnTo>
                      <a:lnTo>
                        <a:pt x="408" y="390"/>
                      </a:lnTo>
                      <a:lnTo>
                        <a:pt x="408" y="414"/>
                      </a:lnTo>
                      <a:lnTo>
                        <a:pt x="402" y="426"/>
                      </a:lnTo>
                      <a:lnTo>
                        <a:pt x="390" y="432"/>
                      </a:lnTo>
                      <a:lnTo>
                        <a:pt x="390" y="486"/>
                      </a:lnTo>
                      <a:lnTo>
                        <a:pt x="384" y="492"/>
                      </a:lnTo>
                      <a:lnTo>
                        <a:pt x="372" y="498"/>
                      </a:lnTo>
                      <a:lnTo>
                        <a:pt x="366" y="510"/>
                      </a:lnTo>
                      <a:lnTo>
                        <a:pt x="318" y="534"/>
                      </a:lnTo>
                      <a:lnTo>
                        <a:pt x="312" y="540"/>
                      </a:lnTo>
                      <a:lnTo>
                        <a:pt x="306" y="552"/>
                      </a:lnTo>
                      <a:lnTo>
                        <a:pt x="306" y="588"/>
                      </a:lnTo>
                      <a:lnTo>
                        <a:pt x="282" y="612"/>
                      </a:lnTo>
                      <a:lnTo>
                        <a:pt x="276" y="612"/>
                      </a:lnTo>
                      <a:lnTo>
                        <a:pt x="282" y="714"/>
                      </a:lnTo>
                      <a:lnTo>
                        <a:pt x="252" y="756"/>
                      </a:lnTo>
                      <a:lnTo>
                        <a:pt x="246" y="762"/>
                      </a:lnTo>
                      <a:lnTo>
                        <a:pt x="228" y="762"/>
                      </a:lnTo>
                      <a:lnTo>
                        <a:pt x="216" y="774"/>
                      </a:lnTo>
                      <a:lnTo>
                        <a:pt x="210" y="786"/>
                      </a:lnTo>
                      <a:lnTo>
                        <a:pt x="192" y="804"/>
                      </a:lnTo>
                      <a:lnTo>
                        <a:pt x="186" y="816"/>
                      </a:lnTo>
                      <a:lnTo>
                        <a:pt x="180" y="822"/>
                      </a:lnTo>
                      <a:lnTo>
                        <a:pt x="168" y="828"/>
                      </a:lnTo>
                      <a:lnTo>
                        <a:pt x="150" y="828"/>
                      </a:lnTo>
                      <a:lnTo>
                        <a:pt x="144" y="822"/>
                      </a:lnTo>
                      <a:lnTo>
                        <a:pt x="150" y="810"/>
                      </a:lnTo>
                      <a:lnTo>
                        <a:pt x="150" y="780"/>
                      </a:lnTo>
                      <a:lnTo>
                        <a:pt x="144" y="780"/>
                      </a:lnTo>
                      <a:lnTo>
                        <a:pt x="126" y="798"/>
                      </a:lnTo>
                      <a:lnTo>
                        <a:pt x="102" y="792"/>
                      </a:lnTo>
                      <a:lnTo>
                        <a:pt x="102" y="810"/>
                      </a:lnTo>
                      <a:lnTo>
                        <a:pt x="96" y="822"/>
                      </a:lnTo>
                      <a:lnTo>
                        <a:pt x="90" y="828"/>
                      </a:lnTo>
                      <a:lnTo>
                        <a:pt x="78" y="828"/>
                      </a:lnTo>
                      <a:lnTo>
                        <a:pt x="72" y="822"/>
                      </a:lnTo>
                      <a:lnTo>
                        <a:pt x="72" y="816"/>
                      </a:lnTo>
                      <a:lnTo>
                        <a:pt x="66" y="810"/>
                      </a:lnTo>
                      <a:lnTo>
                        <a:pt x="66" y="804"/>
                      </a:lnTo>
                      <a:lnTo>
                        <a:pt x="54" y="804"/>
                      </a:lnTo>
                      <a:lnTo>
                        <a:pt x="48" y="816"/>
                      </a:lnTo>
                      <a:lnTo>
                        <a:pt x="12" y="846"/>
                      </a:lnTo>
                      <a:lnTo>
                        <a:pt x="18" y="858"/>
                      </a:lnTo>
                      <a:lnTo>
                        <a:pt x="18" y="864"/>
                      </a:lnTo>
                      <a:lnTo>
                        <a:pt x="24" y="876"/>
                      </a:lnTo>
                      <a:lnTo>
                        <a:pt x="24" y="882"/>
                      </a:lnTo>
                      <a:lnTo>
                        <a:pt x="18" y="888"/>
                      </a:lnTo>
                      <a:lnTo>
                        <a:pt x="6" y="894"/>
                      </a:lnTo>
                      <a:lnTo>
                        <a:pt x="0" y="900"/>
                      </a:lnTo>
                      <a:lnTo>
                        <a:pt x="6" y="906"/>
                      </a:lnTo>
                      <a:lnTo>
                        <a:pt x="6" y="912"/>
                      </a:lnTo>
                      <a:lnTo>
                        <a:pt x="18" y="918"/>
                      </a:lnTo>
                      <a:lnTo>
                        <a:pt x="18" y="924"/>
                      </a:lnTo>
                      <a:lnTo>
                        <a:pt x="54" y="906"/>
                      </a:lnTo>
                      <a:lnTo>
                        <a:pt x="78" y="912"/>
                      </a:lnTo>
                      <a:lnTo>
                        <a:pt x="84" y="906"/>
                      </a:lnTo>
                      <a:lnTo>
                        <a:pt x="96" y="912"/>
                      </a:lnTo>
                      <a:lnTo>
                        <a:pt x="120" y="906"/>
                      </a:lnTo>
                      <a:lnTo>
                        <a:pt x="132" y="912"/>
                      </a:lnTo>
                      <a:lnTo>
                        <a:pt x="162" y="912"/>
                      </a:lnTo>
                      <a:lnTo>
                        <a:pt x="174" y="906"/>
                      </a:lnTo>
                      <a:lnTo>
                        <a:pt x="186" y="906"/>
                      </a:lnTo>
                      <a:lnTo>
                        <a:pt x="198" y="912"/>
                      </a:lnTo>
                      <a:lnTo>
                        <a:pt x="228" y="912"/>
                      </a:lnTo>
                      <a:lnTo>
                        <a:pt x="246" y="906"/>
                      </a:lnTo>
                      <a:lnTo>
                        <a:pt x="270" y="906"/>
                      </a:lnTo>
                      <a:lnTo>
                        <a:pt x="276" y="900"/>
                      </a:lnTo>
                      <a:lnTo>
                        <a:pt x="294" y="900"/>
                      </a:lnTo>
                      <a:lnTo>
                        <a:pt x="300" y="906"/>
                      </a:lnTo>
                      <a:lnTo>
                        <a:pt x="306" y="918"/>
                      </a:lnTo>
                      <a:lnTo>
                        <a:pt x="318" y="930"/>
                      </a:lnTo>
                      <a:lnTo>
                        <a:pt x="318" y="972"/>
                      </a:lnTo>
                      <a:lnTo>
                        <a:pt x="336" y="990"/>
                      </a:lnTo>
                      <a:lnTo>
                        <a:pt x="336" y="1014"/>
                      </a:lnTo>
                      <a:lnTo>
                        <a:pt x="330" y="1020"/>
                      </a:lnTo>
                      <a:lnTo>
                        <a:pt x="330" y="1026"/>
                      </a:lnTo>
                      <a:lnTo>
                        <a:pt x="336" y="1032"/>
                      </a:lnTo>
                      <a:lnTo>
                        <a:pt x="342" y="1032"/>
                      </a:lnTo>
                      <a:lnTo>
                        <a:pt x="354" y="1044"/>
                      </a:lnTo>
                      <a:lnTo>
                        <a:pt x="354" y="1056"/>
                      </a:lnTo>
                      <a:lnTo>
                        <a:pt x="360" y="1062"/>
                      </a:lnTo>
                      <a:lnTo>
                        <a:pt x="372" y="1086"/>
                      </a:lnTo>
                      <a:lnTo>
                        <a:pt x="402" y="1086"/>
                      </a:lnTo>
                      <a:lnTo>
                        <a:pt x="414" y="1092"/>
                      </a:lnTo>
                      <a:lnTo>
                        <a:pt x="420" y="1080"/>
                      </a:lnTo>
                      <a:lnTo>
                        <a:pt x="444" y="1080"/>
                      </a:lnTo>
                      <a:lnTo>
                        <a:pt x="456" y="1074"/>
                      </a:lnTo>
                      <a:lnTo>
                        <a:pt x="462" y="1080"/>
                      </a:lnTo>
                      <a:lnTo>
                        <a:pt x="504" y="1074"/>
                      </a:lnTo>
                      <a:lnTo>
                        <a:pt x="504" y="1056"/>
                      </a:lnTo>
                      <a:lnTo>
                        <a:pt x="510" y="1050"/>
                      </a:lnTo>
                      <a:lnTo>
                        <a:pt x="510" y="1044"/>
                      </a:lnTo>
                      <a:lnTo>
                        <a:pt x="522" y="1044"/>
                      </a:lnTo>
                      <a:lnTo>
                        <a:pt x="522" y="1032"/>
                      </a:lnTo>
                      <a:lnTo>
                        <a:pt x="516" y="1020"/>
                      </a:lnTo>
                      <a:lnTo>
                        <a:pt x="510" y="1014"/>
                      </a:lnTo>
                      <a:lnTo>
                        <a:pt x="510" y="1008"/>
                      </a:lnTo>
                      <a:lnTo>
                        <a:pt x="516" y="1002"/>
                      </a:lnTo>
                      <a:lnTo>
                        <a:pt x="564" y="1002"/>
                      </a:lnTo>
                      <a:lnTo>
                        <a:pt x="564" y="996"/>
                      </a:lnTo>
                      <a:lnTo>
                        <a:pt x="576" y="996"/>
                      </a:lnTo>
                      <a:lnTo>
                        <a:pt x="588" y="1002"/>
                      </a:lnTo>
                      <a:lnTo>
                        <a:pt x="588" y="1026"/>
                      </a:lnTo>
                      <a:lnTo>
                        <a:pt x="678" y="1026"/>
                      </a:lnTo>
                      <a:lnTo>
                        <a:pt x="678" y="1050"/>
                      </a:lnTo>
                      <a:lnTo>
                        <a:pt x="666" y="1068"/>
                      </a:lnTo>
                      <a:lnTo>
                        <a:pt x="672" y="1086"/>
                      </a:lnTo>
                      <a:lnTo>
                        <a:pt x="684" y="1098"/>
                      </a:lnTo>
                      <a:lnTo>
                        <a:pt x="690" y="1110"/>
                      </a:lnTo>
                      <a:lnTo>
                        <a:pt x="690" y="1122"/>
                      </a:lnTo>
                      <a:lnTo>
                        <a:pt x="684" y="1134"/>
                      </a:lnTo>
                      <a:lnTo>
                        <a:pt x="678" y="1140"/>
                      </a:lnTo>
                      <a:lnTo>
                        <a:pt x="684" y="1164"/>
                      </a:lnTo>
                      <a:lnTo>
                        <a:pt x="684" y="1176"/>
                      </a:lnTo>
                      <a:lnTo>
                        <a:pt x="678" y="1182"/>
                      </a:lnTo>
                      <a:lnTo>
                        <a:pt x="678" y="1194"/>
                      </a:lnTo>
                      <a:lnTo>
                        <a:pt x="684" y="1212"/>
                      </a:lnTo>
                      <a:lnTo>
                        <a:pt x="696" y="1230"/>
                      </a:lnTo>
                      <a:lnTo>
                        <a:pt x="708" y="1254"/>
                      </a:lnTo>
                      <a:lnTo>
                        <a:pt x="714" y="1260"/>
                      </a:lnTo>
                      <a:lnTo>
                        <a:pt x="714" y="1278"/>
                      </a:lnTo>
                      <a:lnTo>
                        <a:pt x="708" y="1290"/>
                      </a:lnTo>
                      <a:lnTo>
                        <a:pt x="708" y="1302"/>
                      </a:lnTo>
                      <a:lnTo>
                        <a:pt x="702" y="1308"/>
                      </a:lnTo>
                      <a:lnTo>
                        <a:pt x="702" y="1332"/>
                      </a:lnTo>
                      <a:lnTo>
                        <a:pt x="708" y="1338"/>
                      </a:lnTo>
                      <a:lnTo>
                        <a:pt x="714" y="1338"/>
                      </a:lnTo>
                      <a:lnTo>
                        <a:pt x="720" y="1344"/>
                      </a:lnTo>
                      <a:lnTo>
                        <a:pt x="726" y="1326"/>
                      </a:lnTo>
                      <a:lnTo>
                        <a:pt x="756" y="1332"/>
                      </a:lnTo>
                      <a:lnTo>
                        <a:pt x="780" y="1326"/>
                      </a:lnTo>
                      <a:lnTo>
                        <a:pt x="780" y="1314"/>
                      </a:lnTo>
                      <a:lnTo>
                        <a:pt x="792" y="1314"/>
                      </a:lnTo>
                      <a:lnTo>
                        <a:pt x="804" y="1326"/>
                      </a:lnTo>
                      <a:lnTo>
                        <a:pt x="828" y="1326"/>
                      </a:lnTo>
                      <a:lnTo>
                        <a:pt x="834" y="1308"/>
                      </a:lnTo>
                      <a:lnTo>
                        <a:pt x="840" y="1320"/>
                      </a:lnTo>
                      <a:lnTo>
                        <a:pt x="858" y="1320"/>
                      </a:lnTo>
                      <a:lnTo>
                        <a:pt x="858" y="1350"/>
                      </a:lnTo>
                      <a:lnTo>
                        <a:pt x="864" y="1356"/>
                      </a:lnTo>
                      <a:lnTo>
                        <a:pt x="882" y="1356"/>
                      </a:lnTo>
                      <a:lnTo>
                        <a:pt x="882" y="1350"/>
                      </a:lnTo>
                      <a:lnTo>
                        <a:pt x="876" y="1344"/>
                      </a:lnTo>
                      <a:lnTo>
                        <a:pt x="918" y="1338"/>
                      </a:lnTo>
                      <a:lnTo>
                        <a:pt x="918" y="1356"/>
                      </a:lnTo>
                      <a:lnTo>
                        <a:pt x="924" y="1368"/>
                      </a:lnTo>
                      <a:lnTo>
                        <a:pt x="930" y="1374"/>
                      </a:lnTo>
                      <a:lnTo>
                        <a:pt x="948" y="1386"/>
                      </a:lnTo>
                      <a:lnTo>
                        <a:pt x="984" y="1392"/>
                      </a:lnTo>
                      <a:lnTo>
                        <a:pt x="1014" y="1398"/>
                      </a:lnTo>
                      <a:lnTo>
                        <a:pt x="1032" y="1398"/>
                      </a:lnTo>
                      <a:lnTo>
                        <a:pt x="1032" y="1392"/>
                      </a:lnTo>
                      <a:lnTo>
                        <a:pt x="1038" y="1386"/>
                      </a:lnTo>
                      <a:lnTo>
                        <a:pt x="1038" y="1368"/>
                      </a:lnTo>
                      <a:lnTo>
                        <a:pt x="1044" y="1362"/>
                      </a:lnTo>
                      <a:lnTo>
                        <a:pt x="1050" y="1362"/>
                      </a:lnTo>
                      <a:lnTo>
                        <a:pt x="1062" y="1374"/>
                      </a:lnTo>
                      <a:lnTo>
                        <a:pt x="1062" y="1386"/>
                      </a:lnTo>
                      <a:lnTo>
                        <a:pt x="1068" y="1392"/>
                      </a:lnTo>
                      <a:lnTo>
                        <a:pt x="1080" y="1392"/>
                      </a:lnTo>
                      <a:lnTo>
                        <a:pt x="1080" y="1404"/>
                      </a:lnTo>
                      <a:lnTo>
                        <a:pt x="1074" y="1404"/>
                      </a:lnTo>
                      <a:lnTo>
                        <a:pt x="1074" y="1416"/>
                      </a:lnTo>
                      <a:lnTo>
                        <a:pt x="1104" y="1416"/>
                      </a:lnTo>
                      <a:lnTo>
                        <a:pt x="1110" y="1422"/>
                      </a:lnTo>
                      <a:lnTo>
                        <a:pt x="1110" y="1434"/>
                      </a:lnTo>
                      <a:lnTo>
                        <a:pt x="1122" y="1434"/>
                      </a:lnTo>
                      <a:lnTo>
                        <a:pt x="1128" y="1428"/>
                      </a:lnTo>
                      <a:lnTo>
                        <a:pt x="1134" y="1428"/>
                      </a:lnTo>
                      <a:lnTo>
                        <a:pt x="1140" y="1434"/>
                      </a:lnTo>
                      <a:lnTo>
                        <a:pt x="1146" y="1446"/>
                      </a:lnTo>
                      <a:lnTo>
                        <a:pt x="1146" y="1452"/>
                      </a:lnTo>
                      <a:lnTo>
                        <a:pt x="1152" y="1464"/>
                      </a:lnTo>
                      <a:lnTo>
                        <a:pt x="1164" y="1464"/>
                      </a:lnTo>
                      <a:lnTo>
                        <a:pt x="1176" y="1476"/>
                      </a:lnTo>
                      <a:lnTo>
                        <a:pt x="1176" y="1488"/>
                      </a:lnTo>
                      <a:lnTo>
                        <a:pt x="1182" y="1500"/>
                      </a:lnTo>
                      <a:lnTo>
                        <a:pt x="1182" y="1512"/>
                      </a:lnTo>
                      <a:lnTo>
                        <a:pt x="1200" y="1512"/>
                      </a:lnTo>
                      <a:lnTo>
                        <a:pt x="1218" y="1500"/>
                      </a:lnTo>
                      <a:lnTo>
                        <a:pt x="1224" y="1512"/>
                      </a:lnTo>
                      <a:lnTo>
                        <a:pt x="1224" y="1518"/>
                      </a:lnTo>
                      <a:lnTo>
                        <a:pt x="1230" y="1518"/>
                      </a:lnTo>
                      <a:lnTo>
                        <a:pt x="1236" y="1500"/>
                      </a:lnTo>
                      <a:lnTo>
                        <a:pt x="1242" y="1464"/>
                      </a:lnTo>
                      <a:lnTo>
                        <a:pt x="1242" y="1416"/>
                      </a:lnTo>
                      <a:lnTo>
                        <a:pt x="1218" y="1416"/>
                      </a:lnTo>
                      <a:lnTo>
                        <a:pt x="1218" y="1434"/>
                      </a:lnTo>
                      <a:lnTo>
                        <a:pt x="1212" y="1440"/>
                      </a:lnTo>
                      <a:lnTo>
                        <a:pt x="1206" y="1440"/>
                      </a:lnTo>
                      <a:lnTo>
                        <a:pt x="1194" y="1434"/>
                      </a:lnTo>
                      <a:lnTo>
                        <a:pt x="1164" y="1404"/>
                      </a:lnTo>
                      <a:lnTo>
                        <a:pt x="1158" y="1404"/>
                      </a:lnTo>
                      <a:lnTo>
                        <a:pt x="1158" y="1398"/>
                      </a:lnTo>
                      <a:lnTo>
                        <a:pt x="1152" y="1398"/>
                      </a:lnTo>
                      <a:lnTo>
                        <a:pt x="1140" y="1386"/>
                      </a:lnTo>
                      <a:lnTo>
                        <a:pt x="1140" y="1362"/>
                      </a:lnTo>
                      <a:lnTo>
                        <a:pt x="1146" y="1350"/>
                      </a:lnTo>
                      <a:lnTo>
                        <a:pt x="1152" y="1332"/>
                      </a:lnTo>
                      <a:lnTo>
                        <a:pt x="1158" y="1320"/>
                      </a:lnTo>
                      <a:lnTo>
                        <a:pt x="1170" y="1308"/>
                      </a:lnTo>
                      <a:lnTo>
                        <a:pt x="1170" y="1254"/>
                      </a:lnTo>
                      <a:lnTo>
                        <a:pt x="1164" y="1236"/>
                      </a:lnTo>
                      <a:lnTo>
                        <a:pt x="1164" y="1212"/>
                      </a:lnTo>
                      <a:lnTo>
                        <a:pt x="1158" y="1206"/>
                      </a:lnTo>
                      <a:lnTo>
                        <a:pt x="1158" y="1200"/>
                      </a:lnTo>
                      <a:lnTo>
                        <a:pt x="1152" y="1194"/>
                      </a:lnTo>
                      <a:lnTo>
                        <a:pt x="1152" y="1188"/>
                      </a:lnTo>
                      <a:lnTo>
                        <a:pt x="1140" y="1176"/>
                      </a:lnTo>
                      <a:lnTo>
                        <a:pt x="1146" y="1176"/>
                      </a:lnTo>
                      <a:lnTo>
                        <a:pt x="1152" y="1170"/>
                      </a:lnTo>
                      <a:lnTo>
                        <a:pt x="1164" y="1164"/>
                      </a:lnTo>
                      <a:lnTo>
                        <a:pt x="1182" y="1146"/>
                      </a:lnTo>
                      <a:lnTo>
                        <a:pt x="1182" y="1116"/>
                      </a:lnTo>
                      <a:lnTo>
                        <a:pt x="1194" y="1116"/>
                      </a:lnTo>
                      <a:lnTo>
                        <a:pt x="1212" y="1110"/>
                      </a:lnTo>
                      <a:lnTo>
                        <a:pt x="1230" y="1110"/>
                      </a:lnTo>
                      <a:lnTo>
                        <a:pt x="1242" y="1104"/>
                      </a:lnTo>
                      <a:lnTo>
                        <a:pt x="1260" y="1104"/>
                      </a:lnTo>
                      <a:lnTo>
                        <a:pt x="1284" y="1092"/>
                      </a:lnTo>
                      <a:lnTo>
                        <a:pt x="1290" y="1092"/>
                      </a:lnTo>
                      <a:lnTo>
                        <a:pt x="1290" y="1086"/>
                      </a:lnTo>
                      <a:lnTo>
                        <a:pt x="1284" y="1074"/>
                      </a:lnTo>
                      <a:lnTo>
                        <a:pt x="1272" y="1062"/>
                      </a:lnTo>
                      <a:lnTo>
                        <a:pt x="1272" y="1014"/>
                      </a:lnTo>
                      <a:lnTo>
                        <a:pt x="1248" y="1014"/>
                      </a:lnTo>
                      <a:lnTo>
                        <a:pt x="1248" y="1008"/>
                      </a:lnTo>
                      <a:lnTo>
                        <a:pt x="1242" y="996"/>
                      </a:lnTo>
                      <a:lnTo>
                        <a:pt x="1242" y="978"/>
                      </a:lnTo>
                      <a:lnTo>
                        <a:pt x="1236" y="972"/>
                      </a:lnTo>
                      <a:lnTo>
                        <a:pt x="1224" y="966"/>
                      </a:lnTo>
                      <a:lnTo>
                        <a:pt x="1218" y="960"/>
                      </a:lnTo>
                      <a:lnTo>
                        <a:pt x="1206" y="936"/>
                      </a:lnTo>
                      <a:lnTo>
                        <a:pt x="1206" y="906"/>
                      </a:lnTo>
                      <a:lnTo>
                        <a:pt x="1212" y="900"/>
                      </a:lnTo>
                      <a:lnTo>
                        <a:pt x="1212" y="876"/>
                      </a:lnTo>
                      <a:lnTo>
                        <a:pt x="1200" y="864"/>
                      </a:lnTo>
                      <a:lnTo>
                        <a:pt x="1194" y="852"/>
                      </a:lnTo>
                      <a:lnTo>
                        <a:pt x="1194" y="804"/>
                      </a:lnTo>
                      <a:lnTo>
                        <a:pt x="1200" y="780"/>
                      </a:lnTo>
                      <a:lnTo>
                        <a:pt x="1200" y="750"/>
                      </a:lnTo>
                      <a:lnTo>
                        <a:pt x="1212" y="738"/>
                      </a:lnTo>
                      <a:lnTo>
                        <a:pt x="1218" y="744"/>
                      </a:lnTo>
                      <a:lnTo>
                        <a:pt x="1218" y="732"/>
                      </a:lnTo>
                      <a:lnTo>
                        <a:pt x="1224" y="726"/>
                      </a:lnTo>
                      <a:lnTo>
                        <a:pt x="1224" y="696"/>
                      </a:lnTo>
                      <a:lnTo>
                        <a:pt x="1218" y="690"/>
                      </a:lnTo>
                      <a:lnTo>
                        <a:pt x="1206" y="684"/>
                      </a:lnTo>
                      <a:lnTo>
                        <a:pt x="1200" y="678"/>
                      </a:lnTo>
                      <a:lnTo>
                        <a:pt x="1188" y="648"/>
                      </a:lnTo>
                      <a:lnTo>
                        <a:pt x="1182" y="642"/>
                      </a:lnTo>
                      <a:lnTo>
                        <a:pt x="1176" y="642"/>
                      </a:lnTo>
                      <a:lnTo>
                        <a:pt x="1176" y="636"/>
                      </a:lnTo>
                      <a:lnTo>
                        <a:pt x="1182" y="624"/>
                      </a:lnTo>
                      <a:lnTo>
                        <a:pt x="1194" y="618"/>
                      </a:lnTo>
                      <a:lnTo>
                        <a:pt x="1206" y="606"/>
                      </a:lnTo>
                      <a:lnTo>
                        <a:pt x="1206" y="594"/>
                      </a:lnTo>
                      <a:lnTo>
                        <a:pt x="1200" y="588"/>
                      </a:lnTo>
                      <a:lnTo>
                        <a:pt x="1194" y="576"/>
                      </a:lnTo>
                      <a:lnTo>
                        <a:pt x="1194" y="570"/>
                      </a:lnTo>
                      <a:lnTo>
                        <a:pt x="1200" y="564"/>
                      </a:lnTo>
                      <a:lnTo>
                        <a:pt x="1224" y="552"/>
                      </a:lnTo>
                      <a:lnTo>
                        <a:pt x="1230" y="546"/>
                      </a:lnTo>
                      <a:lnTo>
                        <a:pt x="1236" y="546"/>
                      </a:lnTo>
                      <a:lnTo>
                        <a:pt x="1242" y="468"/>
                      </a:lnTo>
                      <a:close/>
                    </a:path>
                  </a:pathLst>
                </a:custGeom>
                <a:solidFill>
                  <a:srgbClr val="A29C97"/>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313" name="Congo (Brazzaville)" descr="© INSCALE GmbH, 05.05.2010&#10;http://www.presentationload.com/">
                  <a:extLst>
                    <a:ext uri="{FF2B5EF4-FFF2-40B4-BE49-F238E27FC236}">
                      <a16:creationId xmlns:a16="http://schemas.microsoft.com/office/drawing/2014/main" id="{7945C408-58E5-4E24-8F2A-B6B514E1E96D}"/>
                    </a:ext>
                  </a:extLst>
                </p:cNvPr>
                <p:cNvSpPr>
                  <a:spLocks/>
                </p:cNvSpPr>
                <p:nvPr/>
              </p:nvSpPr>
              <p:spPr bwMode="gray">
                <a:xfrm>
                  <a:off x="5964714" y="3742062"/>
                  <a:ext cx="242004" cy="316197"/>
                </a:xfrm>
                <a:custGeom>
                  <a:avLst/>
                  <a:gdLst>
                    <a:gd name="T0" fmla="*/ 2147483647 w 534"/>
                    <a:gd name="T1" fmla="*/ 2147483647 h 702"/>
                    <a:gd name="T2" fmla="*/ 2147483647 w 534"/>
                    <a:gd name="T3" fmla="*/ 2147483647 h 702"/>
                    <a:gd name="T4" fmla="*/ 2147483647 w 534"/>
                    <a:gd name="T5" fmla="*/ 2147483647 h 702"/>
                    <a:gd name="T6" fmla="*/ 2147483647 w 534"/>
                    <a:gd name="T7" fmla="*/ 2147483647 h 702"/>
                    <a:gd name="T8" fmla="*/ 2147483647 w 534"/>
                    <a:gd name="T9" fmla="*/ 2147483647 h 702"/>
                    <a:gd name="T10" fmla="*/ 2147483647 w 534"/>
                    <a:gd name="T11" fmla="*/ 2147483647 h 702"/>
                    <a:gd name="T12" fmla="*/ 2147483647 w 534"/>
                    <a:gd name="T13" fmla="*/ 2147483647 h 702"/>
                    <a:gd name="T14" fmla="*/ 2147483647 w 534"/>
                    <a:gd name="T15" fmla="*/ 2147483647 h 702"/>
                    <a:gd name="T16" fmla="*/ 2147483647 w 534"/>
                    <a:gd name="T17" fmla="*/ 2147483647 h 702"/>
                    <a:gd name="T18" fmla="*/ 2147483647 w 534"/>
                    <a:gd name="T19" fmla="*/ 2147483647 h 702"/>
                    <a:gd name="T20" fmla="*/ 2147483647 w 534"/>
                    <a:gd name="T21" fmla="*/ 2147483647 h 702"/>
                    <a:gd name="T22" fmla="*/ 2147483647 w 534"/>
                    <a:gd name="T23" fmla="*/ 2147483647 h 702"/>
                    <a:gd name="T24" fmla="*/ 2147483647 w 534"/>
                    <a:gd name="T25" fmla="*/ 2147483647 h 702"/>
                    <a:gd name="T26" fmla="*/ 2147483647 w 534"/>
                    <a:gd name="T27" fmla="*/ 2147483647 h 702"/>
                    <a:gd name="T28" fmla="*/ 2147483647 w 534"/>
                    <a:gd name="T29" fmla="*/ 2147483647 h 702"/>
                    <a:gd name="T30" fmla="*/ 2147483647 w 534"/>
                    <a:gd name="T31" fmla="*/ 2147483647 h 702"/>
                    <a:gd name="T32" fmla="*/ 2147483647 w 534"/>
                    <a:gd name="T33" fmla="*/ 2147483647 h 702"/>
                    <a:gd name="T34" fmla="*/ 2147483647 w 534"/>
                    <a:gd name="T35" fmla="*/ 2147483647 h 702"/>
                    <a:gd name="T36" fmla="*/ 2147483647 w 534"/>
                    <a:gd name="T37" fmla="*/ 2147483647 h 702"/>
                    <a:gd name="T38" fmla="*/ 2147483647 w 534"/>
                    <a:gd name="T39" fmla="*/ 2147483647 h 702"/>
                    <a:gd name="T40" fmla="*/ 2147483647 w 534"/>
                    <a:gd name="T41" fmla="*/ 2147483647 h 702"/>
                    <a:gd name="T42" fmla="*/ 2147483647 w 534"/>
                    <a:gd name="T43" fmla="*/ 2147483647 h 702"/>
                    <a:gd name="T44" fmla="*/ 2147483647 w 534"/>
                    <a:gd name="T45" fmla="*/ 2147483647 h 702"/>
                    <a:gd name="T46" fmla="*/ 2147483647 w 534"/>
                    <a:gd name="T47" fmla="*/ 2147483647 h 702"/>
                    <a:gd name="T48" fmla="*/ 2147483647 w 534"/>
                    <a:gd name="T49" fmla="*/ 2147483647 h 702"/>
                    <a:gd name="T50" fmla="*/ 0 w 534"/>
                    <a:gd name="T51" fmla="*/ 2147483647 h 702"/>
                    <a:gd name="T52" fmla="*/ 2147483647 w 534"/>
                    <a:gd name="T53" fmla="*/ 2147483647 h 702"/>
                    <a:gd name="T54" fmla="*/ 2147483647 w 534"/>
                    <a:gd name="T55" fmla="*/ 2147483647 h 702"/>
                    <a:gd name="T56" fmla="*/ 2147483647 w 534"/>
                    <a:gd name="T57" fmla="*/ 2147483647 h 702"/>
                    <a:gd name="T58" fmla="*/ 2147483647 w 534"/>
                    <a:gd name="T59" fmla="*/ 2147483647 h 702"/>
                    <a:gd name="T60" fmla="*/ 2147483647 w 534"/>
                    <a:gd name="T61" fmla="*/ 2147483647 h 702"/>
                    <a:gd name="T62" fmla="*/ 2147483647 w 534"/>
                    <a:gd name="T63" fmla="*/ 2147483647 h 702"/>
                    <a:gd name="T64" fmla="*/ 2147483647 w 534"/>
                    <a:gd name="T65" fmla="*/ 2147483647 h 702"/>
                    <a:gd name="T66" fmla="*/ 2147483647 w 534"/>
                    <a:gd name="T67" fmla="*/ 2147483647 h 702"/>
                    <a:gd name="T68" fmla="*/ 2147483647 w 534"/>
                    <a:gd name="T69" fmla="*/ 2147483647 h 702"/>
                    <a:gd name="T70" fmla="*/ 2147483647 w 534"/>
                    <a:gd name="T71" fmla="*/ 2147483647 h 702"/>
                    <a:gd name="T72" fmla="*/ 2147483647 w 534"/>
                    <a:gd name="T73" fmla="*/ 2147483647 h 702"/>
                    <a:gd name="T74" fmla="*/ 2147483647 w 534"/>
                    <a:gd name="T75" fmla="*/ 2147483647 h 702"/>
                    <a:gd name="T76" fmla="*/ 2147483647 w 534"/>
                    <a:gd name="T77" fmla="*/ 2147483647 h 702"/>
                    <a:gd name="T78" fmla="*/ 2147483647 w 534"/>
                    <a:gd name="T79" fmla="*/ 2147483647 h 702"/>
                    <a:gd name="T80" fmla="*/ 2147483647 w 534"/>
                    <a:gd name="T81" fmla="*/ 2147483647 h 702"/>
                    <a:gd name="T82" fmla="*/ 2147483647 w 534"/>
                    <a:gd name="T83" fmla="*/ 2147483647 h 702"/>
                    <a:gd name="T84" fmla="*/ 2147483647 w 534"/>
                    <a:gd name="T85" fmla="*/ 2147483647 h 702"/>
                    <a:gd name="T86" fmla="*/ 2147483647 w 534"/>
                    <a:gd name="T87" fmla="*/ 2147483647 h 702"/>
                    <a:gd name="T88" fmla="*/ 2147483647 w 534"/>
                    <a:gd name="T89" fmla="*/ 2147483647 h 702"/>
                    <a:gd name="T90" fmla="*/ 2147483647 w 534"/>
                    <a:gd name="T91" fmla="*/ 2147483647 h 702"/>
                    <a:gd name="T92" fmla="*/ 2147483647 w 534"/>
                    <a:gd name="T93" fmla="*/ 2147483647 h 702"/>
                    <a:gd name="T94" fmla="*/ 2147483647 w 534"/>
                    <a:gd name="T95" fmla="*/ 2147483647 h 702"/>
                    <a:gd name="T96" fmla="*/ 2147483647 w 534"/>
                    <a:gd name="T97" fmla="*/ 2147483647 h 702"/>
                    <a:gd name="T98" fmla="*/ 2147483647 w 534"/>
                    <a:gd name="T99" fmla="*/ 2147483647 h 702"/>
                    <a:gd name="T100" fmla="*/ 2147483647 w 534"/>
                    <a:gd name="T101" fmla="*/ 2147483647 h 702"/>
                    <a:gd name="T102" fmla="*/ 2147483647 w 534"/>
                    <a:gd name="T103" fmla="*/ 2147483647 h 702"/>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534"/>
                    <a:gd name="T157" fmla="*/ 0 h 702"/>
                    <a:gd name="T158" fmla="*/ 534 w 534"/>
                    <a:gd name="T159" fmla="*/ 702 h 702"/>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534" h="702">
                      <a:moveTo>
                        <a:pt x="366" y="120"/>
                      </a:moveTo>
                      <a:lnTo>
                        <a:pt x="360" y="126"/>
                      </a:lnTo>
                      <a:lnTo>
                        <a:pt x="354" y="168"/>
                      </a:lnTo>
                      <a:lnTo>
                        <a:pt x="330" y="144"/>
                      </a:lnTo>
                      <a:lnTo>
                        <a:pt x="294" y="144"/>
                      </a:lnTo>
                      <a:lnTo>
                        <a:pt x="288" y="138"/>
                      </a:lnTo>
                      <a:lnTo>
                        <a:pt x="276" y="138"/>
                      </a:lnTo>
                      <a:lnTo>
                        <a:pt x="270" y="132"/>
                      </a:lnTo>
                      <a:lnTo>
                        <a:pt x="258" y="126"/>
                      </a:lnTo>
                      <a:lnTo>
                        <a:pt x="210" y="126"/>
                      </a:lnTo>
                      <a:lnTo>
                        <a:pt x="192" y="132"/>
                      </a:lnTo>
                      <a:lnTo>
                        <a:pt x="162" y="132"/>
                      </a:lnTo>
                      <a:lnTo>
                        <a:pt x="144" y="162"/>
                      </a:lnTo>
                      <a:lnTo>
                        <a:pt x="150" y="198"/>
                      </a:lnTo>
                      <a:lnTo>
                        <a:pt x="156" y="204"/>
                      </a:lnTo>
                      <a:lnTo>
                        <a:pt x="180" y="204"/>
                      </a:lnTo>
                      <a:lnTo>
                        <a:pt x="186" y="198"/>
                      </a:lnTo>
                      <a:lnTo>
                        <a:pt x="186" y="180"/>
                      </a:lnTo>
                      <a:lnTo>
                        <a:pt x="204" y="180"/>
                      </a:lnTo>
                      <a:lnTo>
                        <a:pt x="210" y="186"/>
                      </a:lnTo>
                      <a:lnTo>
                        <a:pt x="222" y="186"/>
                      </a:lnTo>
                      <a:lnTo>
                        <a:pt x="222" y="192"/>
                      </a:lnTo>
                      <a:lnTo>
                        <a:pt x="228" y="198"/>
                      </a:lnTo>
                      <a:lnTo>
                        <a:pt x="228" y="216"/>
                      </a:lnTo>
                      <a:lnTo>
                        <a:pt x="240" y="222"/>
                      </a:lnTo>
                      <a:lnTo>
                        <a:pt x="240" y="234"/>
                      </a:lnTo>
                      <a:lnTo>
                        <a:pt x="234" y="240"/>
                      </a:lnTo>
                      <a:lnTo>
                        <a:pt x="228" y="252"/>
                      </a:lnTo>
                      <a:lnTo>
                        <a:pt x="222" y="258"/>
                      </a:lnTo>
                      <a:lnTo>
                        <a:pt x="210" y="258"/>
                      </a:lnTo>
                      <a:lnTo>
                        <a:pt x="198" y="282"/>
                      </a:lnTo>
                      <a:lnTo>
                        <a:pt x="198" y="318"/>
                      </a:lnTo>
                      <a:lnTo>
                        <a:pt x="216" y="324"/>
                      </a:lnTo>
                      <a:lnTo>
                        <a:pt x="222" y="342"/>
                      </a:lnTo>
                      <a:lnTo>
                        <a:pt x="240" y="342"/>
                      </a:lnTo>
                      <a:lnTo>
                        <a:pt x="246" y="348"/>
                      </a:lnTo>
                      <a:lnTo>
                        <a:pt x="246" y="360"/>
                      </a:lnTo>
                      <a:lnTo>
                        <a:pt x="240" y="366"/>
                      </a:lnTo>
                      <a:lnTo>
                        <a:pt x="240" y="414"/>
                      </a:lnTo>
                      <a:lnTo>
                        <a:pt x="234" y="426"/>
                      </a:lnTo>
                      <a:lnTo>
                        <a:pt x="240" y="450"/>
                      </a:lnTo>
                      <a:lnTo>
                        <a:pt x="234" y="456"/>
                      </a:lnTo>
                      <a:lnTo>
                        <a:pt x="222" y="462"/>
                      </a:lnTo>
                      <a:lnTo>
                        <a:pt x="222" y="486"/>
                      </a:lnTo>
                      <a:lnTo>
                        <a:pt x="216" y="498"/>
                      </a:lnTo>
                      <a:lnTo>
                        <a:pt x="210" y="504"/>
                      </a:lnTo>
                      <a:lnTo>
                        <a:pt x="198" y="504"/>
                      </a:lnTo>
                      <a:lnTo>
                        <a:pt x="192" y="498"/>
                      </a:lnTo>
                      <a:lnTo>
                        <a:pt x="192" y="468"/>
                      </a:lnTo>
                      <a:lnTo>
                        <a:pt x="186" y="468"/>
                      </a:lnTo>
                      <a:lnTo>
                        <a:pt x="180" y="474"/>
                      </a:lnTo>
                      <a:lnTo>
                        <a:pt x="174" y="486"/>
                      </a:lnTo>
                      <a:lnTo>
                        <a:pt x="168" y="492"/>
                      </a:lnTo>
                      <a:lnTo>
                        <a:pt x="138" y="492"/>
                      </a:lnTo>
                      <a:lnTo>
                        <a:pt x="120" y="450"/>
                      </a:lnTo>
                      <a:lnTo>
                        <a:pt x="90" y="450"/>
                      </a:lnTo>
                      <a:lnTo>
                        <a:pt x="90" y="456"/>
                      </a:lnTo>
                      <a:lnTo>
                        <a:pt x="108" y="474"/>
                      </a:lnTo>
                      <a:lnTo>
                        <a:pt x="96" y="480"/>
                      </a:lnTo>
                      <a:lnTo>
                        <a:pt x="90" y="492"/>
                      </a:lnTo>
                      <a:lnTo>
                        <a:pt x="84" y="498"/>
                      </a:lnTo>
                      <a:lnTo>
                        <a:pt x="66" y="498"/>
                      </a:lnTo>
                      <a:lnTo>
                        <a:pt x="54" y="492"/>
                      </a:lnTo>
                      <a:lnTo>
                        <a:pt x="42" y="492"/>
                      </a:lnTo>
                      <a:lnTo>
                        <a:pt x="36" y="486"/>
                      </a:lnTo>
                      <a:lnTo>
                        <a:pt x="30" y="486"/>
                      </a:lnTo>
                      <a:lnTo>
                        <a:pt x="30" y="504"/>
                      </a:lnTo>
                      <a:lnTo>
                        <a:pt x="36" y="510"/>
                      </a:lnTo>
                      <a:lnTo>
                        <a:pt x="36" y="522"/>
                      </a:lnTo>
                      <a:lnTo>
                        <a:pt x="24" y="522"/>
                      </a:lnTo>
                      <a:lnTo>
                        <a:pt x="54" y="540"/>
                      </a:lnTo>
                      <a:lnTo>
                        <a:pt x="36" y="552"/>
                      </a:lnTo>
                      <a:lnTo>
                        <a:pt x="54" y="564"/>
                      </a:lnTo>
                      <a:lnTo>
                        <a:pt x="54" y="600"/>
                      </a:lnTo>
                      <a:lnTo>
                        <a:pt x="48" y="606"/>
                      </a:lnTo>
                      <a:lnTo>
                        <a:pt x="30" y="588"/>
                      </a:lnTo>
                      <a:lnTo>
                        <a:pt x="6" y="600"/>
                      </a:lnTo>
                      <a:lnTo>
                        <a:pt x="0" y="618"/>
                      </a:lnTo>
                      <a:lnTo>
                        <a:pt x="54" y="666"/>
                      </a:lnTo>
                      <a:lnTo>
                        <a:pt x="54" y="684"/>
                      </a:lnTo>
                      <a:lnTo>
                        <a:pt x="72" y="702"/>
                      </a:lnTo>
                      <a:lnTo>
                        <a:pt x="72" y="690"/>
                      </a:lnTo>
                      <a:lnTo>
                        <a:pt x="90" y="690"/>
                      </a:lnTo>
                      <a:lnTo>
                        <a:pt x="90" y="672"/>
                      </a:lnTo>
                      <a:lnTo>
                        <a:pt x="102" y="666"/>
                      </a:lnTo>
                      <a:lnTo>
                        <a:pt x="108" y="660"/>
                      </a:lnTo>
                      <a:lnTo>
                        <a:pt x="120" y="654"/>
                      </a:lnTo>
                      <a:lnTo>
                        <a:pt x="126" y="648"/>
                      </a:lnTo>
                      <a:lnTo>
                        <a:pt x="132" y="654"/>
                      </a:lnTo>
                      <a:lnTo>
                        <a:pt x="132" y="660"/>
                      </a:lnTo>
                      <a:lnTo>
                        <a:pt x="138" y="666"/>
                      </a:lnTo>
                      <a:lnTo>
                        <a:pt x="138" y="672"/>
                      </a:lnTo>
                      <a:lnTo>
                        <a:pt x="150" y="672"/>
                      </a:lnTo>
                      <a:lnTo>
                        <a:pt x="150" y="678"/>
                      </a:lnTo>
                      <a:lnTo>
                        <a:pt x="156" y="684"/>
                      </a:lnTo>
                      <a:lnTo>
                        <a:pt x="156" y="690"/>
                      </a:lnTo>
                      <a:lnTo>
                        <a:pt x="162" y="696"/>
                      </a:lnTo>
                      <a:lnTo>
                        <a:pt x="174" y="696"/>
                      </a:lnTo>
                      <a:lnTo>
                        <a:pt x="180" y="690"/>
                      </a:lnTo>
                      <a:lnTo>
                        <a:pt x="186" y="678"/>
                      </a:lnTo>
                      <a:lnTo>
                        <a:pt x="186" y="660"/>
                      </a:lnTo>
                      <a:lnTo>
                        <a:pt x="210" y="666"/>
                      </a:lnTo>
                      <a:lnTo>
                        <a:pt x="228" y="648"/>
                      </a:lnTo>
                      <a:lnTo>
                        <a:pt x="234" y="648"/>
                      </a:lnTo>
                      <a:lnTo>
                        <a:pt x="234" y="678"/>
                      </a:lnTo>
                      <a:lnTo>
                        <a:pt x="228" y="690"/>
                      </a:lnTo>
                      <a:lnTo>
                        <a:pt x="234" y="696"/>
                      </a:lnTo>
                      <a:lnTo>
                        <a:pt x="252" y="696"/>
                      </a:lnTo>
                      <a:lnTo>
                        <a:pt x="264" y="690"/>
                      </a:lnTo>
                      <a:lnTo>
                        <a:pt x="270" y="684"/>
                      </a:lnTo>
                      <a:lnTo>
                        <a:pt x="276" y="672"/>
                      </a:lnTo>
                      <a:lnTo>
                        <a:pt x="294" y="654"/>
                      </a:lnTo>
                      <a:lnTo>
                        <a:pt x="300" y="642"/>
                      </a:lnTo>
                      <a:lnTo>
                        <a:pt x="312" y="630"/>
                      </a:lnTo>
                      <a:lnTo>
                        <a:pt x="330" y="630"/>
                      </a:lnTo>
                      <a:lnTo>
                        <a:pt x="336" y="624"/>
                      </a:lnTo>
                      <a:lnTo>
                        <a:pt x="366" y="582"/>
                      </a:lnTo>
                      <a:lnTo>
                        <a:pt x="360" y="480"/>
                      </a:lnTo>
                      <a:lnTo>
                        <a:pt x="366" y="480"/>
                      </a:lnTo>
                      <a:lnTo>
                        <a:pt x="390" y="456"/>
                      </a:lnTo>
                      <a:lnTo>
                        <a:pt x="390" y="420"/>
                      </a:lnTo>
                      <a:lnTo>
                        <a:pt x="396" y="408"/>
                      </a:lnTo>
                      <a:lnTo>
                        <a:pt x="402" y="402"/>
                      </a:lnTo>
                      <a:lnTo>
                        <a:pt x="450" y="378"/>
                      </a:lnTo>
                      <a:lnTo>
                        <a:pt x="456" y="366"/>
                      </a:lnTo>
                      <a:lnTo>
                        <a:pt x="468" y="360"/>
                      </a:lnTo>
                      <a:lnTo>
                        <a:pt x="474" y="354"/>
                      </a:lnTo>
                      <a:lnTo>
                        <a:pt x="474" y="300"/>
                      </a:lnTo>
                      <a:lnTo>
                        <a:pt x="486" y="294"/>
                      </a:lnTo>
                      <a:lnTo>
                        <a:pt x="492" y="282"/>
                      </a:lnTo>
                      <a:lnTo>
                        <a:pt x="492" y="258"/>
                      </a:lnTo>
                      <a:lnTo>
                        <a:pt x="486" y="246"/>
                      </a:lnTo>
                      <a:lnTo>
                        <a:pt x="480" y="240"/>
                      </a:lnTo>
                      <a:lnTo>
                        <a:pt x="480" y="228"/>
                      </a:lnTo>
                      <a:lnTo>
                        <a:pt x="498" y="192"/>
                      </a:lnTo>
                      <a:lnTo>
                        <a:pt x="498" y="168"/>
                      </a:lnTo>
                      <a:lnTo>
                        <a:pt x="492" y="156"/>
                      </a:lnTo>
                      <a:lnTo>
                        <a:pt x="492" y="126"/>
                      </a:lnTo>
                      <a:lnTo>
                        <a:pt x="498" y="120"/>
                      </a:lnTo>
                      <a:lnTo>
                        <a:pt x="510" y="96"/>
                      </a:lnTo>
                      <a:lnTo>
                        <a:pt x="522" y="84"/>
                      </a:lnTo>
                      <a:lnTo>
                        <a:pt x="528" y="66"/>
                      </a:lnTo>
                      <a:lnTo>
                        <a:pt x="534" y="54"/>
                      </a:lnTo>
                      <a:lnTo>
                        <a:pt x="534" y="18"/>
                      </a:lnTo>
                      <a:lnTo>
                        <a:pt x="522" y="6"/>
                      </a:lnTo>
                      <a:lnTo>
                        <a:pt x="510" y="18"/>
                      </a:lnTo>
                      <a:lnTo>
                        <a:pt x="498" y="18"/>
                      </a:lnTo>
                      <a:lnTo>
                        <a:pt x="462" y="0"/>
                      </a:lnTo>
                      <a:lnTo>
                        <a:pt x="444" y="0"/>
                      </a:lnTo>
                      <a:lnTo>
                        <a:pt x="426" y="18"/>
                      </a:lnTo>
                      <a:lnTo>
                        <a:pt x="396" y="18"/>
                      </a:lnTo>
                      <a:lnTo>
                        <a:pt x="378" y="48"/>
                      </a:lnTo>
                      <a:lnTo>
                        <a:pt x="390" y="60"/>
                      </a:lnTo>
                      <a:lnTo>
                        <a:pt x="390" y="84"/>
                      </a:lnTo>
                      <a:lnTo>
                        <a:pt x="384" y="96"/>
                      </a:lnTo>
                      <a:lnTo>
                        <a:pt x="378" y="102"/>
                      </a:lnTo>
                      <a:lnTo>
                        <a:pt x="372" y="114"/>
                      </a:lnTo>
                      <a:lnTo>
                        <a:pt x="366" y="120"/>
                      </a:lnTo>
                      <a:close/>
                    </a:path>
                  </a:pathLst>
                </a:custGeom>
                <a:solidFill>
                  <a:srgbClr val="A29C97"/>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314" name="Colombia" descr="© INSCALE GmbH, 05.05.2010&#10;http://www.presentationload.com/">
                  <a:extLst>
                    <a:ext uri="{FF2B5EF4-FFF2-40B4-BE49-F238E27FC236}">
                      <a16:creationId xmlns:a16="http://schemas.microsoft.com/office/drawing/2014/main" id="{695D0BE1-0ACA-42FC-AA0B-ACE22A42115D}"/>
                    </a:ext>
                  </a:extLst>
                </p:cNvPr>
                <p:cNvSpPr>
                  <a:spLocks/>
                </p:cNvSpPr>
                <p:nvPr/>
              </p:nvSpPr>
              <p:spPr bwMode="gray">
                <a:xfrm>
                  <a:off x="3065966" y="3424100"/>
                  <a:ext cx="392152" cy="607662"/>
                </a:xfrm>
                <a:custGeom>
                  <a:avLst/>
                  <a:gdLst>
                    <a:gd name="T0" fmla="*/ 2147483647 w 870"/>
                    <a:gd name="T1" fmla="*/ 2147483647 h 1344"/>
                    <a:gd name="T2" fmla="*/ 2147483647 w 870"/>
                    <a:gd name="T3" fmla="*/ 2147483647 h 1344"/>
                    <a:gd name="T4" fmla="*/ 2147483647 w 870"/>
                    <a:gd name="T5" fmla="*/ 2147483647 h 1344"/>
                    <a:gd name="T6" fmla="*/ 2147483647 w 870"/>
                    <a:gd name="T7" fmla="*/ 2147483647 h 1344"/>
                    <a:gd name="T8" fmla="*/ 2147483647 w 870"/>
                    <a:gd name="T9" fmla="*/ 2147483647 h 1344"/>
                    <a:gd name="T10" fmla="*/ 2147483647 w 870"/>
                    <a:gd name="T11" fmla="*/ 2147483647 h 1344"/>
                    <a:gd name="T12" fmla="*/ 2147483647 w 870"/>
                    <a:gd name="T13" fmla="*/ 2147483647 h 1344"/>
                    <a:gd name="T14" fmla="*/ 2147483647 w 870"/>
                    <a:gd name="T15" fmla="*/ 2147483647 h 1344"/>
                    <a:gd name="T16" fmla="*/ 2147483647 w 870"/>
                    <a:gd name="T17" fmla="*/ 2147483647 h 1344"/>
                    <a:gd name="T18" fmla="*/ 2147483647 w 870"/>
                    <a:gd name="T19" fmla="*/ 2147483647 h 1344"/>
                    <a:gd name="T20" fmla="*/ 2147483647 w 870"/>
                    <a:gd name="T21" fmla="*/ 2147483647 h 1344"/>
                    <a:gd name="T22" fmla="*/ 2147483647 w 870"/>
                    <a:gd name="T23" fmla="*/ 2147483647 h 1344"/>
                    <a:gd name="T24" fmla="*/ 2147483647 w 870"/>
                    <a:gd name="T25" fmla="*/ 2147483647 h 1344"/>
                    <a:gd name="T26" fmla="*/ 2147483647 w 870"/>
                    <a:gd name="T27" fmla="*/ 2147483647 h 1344"/>
                    <a:gd name="T28" fmla="*/ 2147483647 w 870"/>
                    <a:gd name="T29" fmla="*/ 2147483647 h 1344"/>
                    <a:gd name="T30" fmla="*/ 2147483647 w 870"/>
                    <a:gd name="T31" fmla="*/ 2147483647 h 1344"/>
                    <a:gd name="T32" fmla="*/ 2147483647 w 870"/>
                    <a:gd name="T33" fmla="*/ 2147483647 h 1344"/>
                    <a:gd name="T34" fmla="*/ 2147483647 w 870"/>
                    <a:gd name="T35" fmla="*/ 2147483647 h 1344"/>
                    <a:gd name="T36" fmla="*/ 2147483647 w 870"/>
                    <a:gd name="T37" fmla="*/ 2147483647 h 1344"/>
                    <a:gd name="T38" fmla="*/ 2147483647 w 870"/>
                    <a:gd name="T39" fmla="*/ 2147483647 h 1344"/>
                    <a:gd name="T40" fmla="*/ 2147483647 w 870"/>
                    <a:gd name="T41" fmla="*/ 2147483647 h 1344"/>
                    <a:gd name="T42" fmla="*/ 2147483647 w 870"/>
                    <a:gd name="T43" fmla="*/ 2147483647 h 1344"/>
                    <a:gd name="T44" fmla="*/ 2147483647 w 870"/>
                    <a:gd name="T45" fmla="*/ 2147483647 h 1344"/>
                    <a:gd name="T46" fmla="*/ 2147483647 w 870"/>
                    <a:gd name="T47" fmla="*/ 2147483647 h 1344"/>
                    <a:gd name="T48" fmla="*/ 2147483647 w 870"/>
                    <a:gd name="T49" fmla="*/ 2147483647 h 1344"/>
                    <a:gd name="T50" fmla="*/ 2147483647 w 870"/>
                    <a:gd name="T51" fmla="*/ 2147483647 h 1344"/>
                    <a:gd name="T52" fmla="*/ 2147483647 w 870"/>
                    <a:gd name="T53" fmla="*/ 2147483647 h 1344"/>
                    <a:gd name="T54" fmla="*/ 2147483647 w 870"/>
                    <a:gd name="T55" fmla="*/ 2147483647 h 1344"/>
                    <a:gd name="T56" fmla="*/ 2147483647 w 870"/>
                    <a:gd name="T57" fmla="*/ 2147483647 h 1344"/>
                    <a:gd name="T58" fmla="*/ 2147483647 w 870"/>
                    <a:gd name="T59" fmla="*/ 2147483647 h 1344"/>
                    <a:gd name="T60" fmla="*/ 2147483647 w 870"/>
                    <a:gd name="T61" fmla="*/ 2147483647 h 1344"/>
                    <a:gd name="T62" fmla="*/ 2147483647 w 870"/>
                    <a:gd name="T63" fmla="*/ 2147483647 h 1344"/>
                    <a:gd name="T64" fmla="*/ 2147483647 w 870"/>
                    <a:gd name="T65" fmla="*/ 2147483647 h 1344"/>
                    <a:gd name="T66" fmla="*/ 2147483647 w 870"/>
                    <a:gd name="T67" fmla="*/ 2147483647 h 1344"/>
                    <a:gd name="T68" fmla="*/ 2147483647 w 870"/>
                    <a:gd name="T69" fmla="*/ 2147483647 h 1344"/>
                    <a:gd name="T70" fmla="*/ 2147483647 w 870"/>
                    <a:gd name="T71" fmla="*/ 2147483647 h 1344"/>
                    <a:gd name="T72" fmla="*/ 2147483647 w 870"/>
                    <a:gd name="T73" fmla="*/ 0 h 1344"/>
                    <a:gd name="T74" fmla="*/ 2147483647 w 870"/>
                    <a:gd name="T75" fmla="*/ 2147483647 h 1344"/>
                    <a:gd name="T76" fmla="*/ 2147483647 w 870"/>
                    <a:gd name="T77" fmla="*/ 2147483647 h 1344"/>
                    <a:gd name="T78" fmla="*/ 2147483647 w 870"/>
                    <a:gd name="T79" fmla="*/ 2147483647 h 1344"/>
                    <a:gd name="T80" fmla="*/ 2147483647 w 870"/>
                    <a:gd name="T81" fmla="*/ 2147483647 h 1344"/>
                    <a:gd name="T82" fmla="*/ 2147483647 w 870"/>
                    <a:gd name="T83" fmla="*/ 2147483647 h 1344"/>
                    <a:gd name="T84" fmla="*/ 2147483647 w 870"/>
                    <a:gd name="T85" fmla="*/ 2147483647 h 1344"/>
                    <a:gd name="T86" fmla="*/ 2147483647 w 870"/>
                    <a:gd name="T87" fmla="*/ 2147483647 h 1344"/>
                    <a:gd name="T88" fmla="*/ 2147483647 w 870"/>
                    <a:gd name="T89" fmla="*/ 2147483647 h 1344"/>
                    <a:gd name="T90" fmla="*/ 2147483647 w 870"/>
                    <a:gd name="T91" fmla="*/ 2147483647 h 1344"/>
                    <a:gd name="T92" fmla="*/ 2147483647 w 870"/>
                    <a:gd name="T93" fmla="*/ 2147483647 h 1344"/>
                    <a:gd name="T94" fmla="*/ 2147483647 w 870"/>
                    <a:gd name="T95" fmla="*/ 2147483647 h 1344"/>
                    <a:gd name="T96" fmla="*/ 2147483647 w 870"/>
                    <a:gd name="T97" fmla="*/ 2147483647 h 1344"/>
                    <a:gd name="T98" fmla="*/ 2147483647 w 870"/>
                    <a:gd name="T99" fmla="*/ 2147483647 h 1344"/>
                    <a:gd name="T100" fmla="*/ 2147483647 w 870"/>
                    <a:gd name="T101" fmla="*/ 2147483647 h 1344"/>
                    <a:gd name="T102" fmla="*/ 2147483647 w 870"/>
                    <a:gd name="T103" fmla="*/ 2147483647 h 1344"/>
                    <a:gd name="T104" fmla="*/ 2147483647 w 870"/>
                    <a:gd name="T105" fmla="*/ 2147483647 h 1344"/>
                    <a:gd name="T106" fmla="*/ 2147483647 w 870"/>
                    <a:gd name="T107" fmla="*/ 2147483647 h 1344"/>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870"/>
                    <a:gd name="T163" fmla="*/ 0 h 1344"/>
                    <a:gd name="T164" fmla="*/ 870 w 870"/>
                    <a:gd name="T165" fmla="*/ 1344 h 1344"/>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870" h="1344">
                      <a:moveTo>
                        <a:pt x="36" y="912"/>
                      </a:moveTo>
                      <a:lnTo>
                        <a:pt x="60" y="924"/>
                      </a:lnTo>
                      <a:lnTo>
                        <a:pt x="66" y="936"/>
                      </a:lnTo>
                      <a:lnTo>
                        <a:pt x="84" y="936"/>
                      </a:lnTo>
                      <a:lnTo>
                        <a:pt x="96" y="942"/>
                      </a:lnTo>
                      <a:lnTo>
                        <a:pt x="102" y="948"/>
                      </a:lnTo>
                      <a:lnTo>
                        <a:pt x="108" y="960"/>
                      </a:lnTo>
                      <a:lnTo>
                        <a:pt x="108" y="966"/>
                      </a:lnTo>
                      <a:lnTo>
                        <a:pt x="114" y="972"/>
                      </a:lnTo>
                      <a:lnTo>
                        <a:pt x="126" y="978"/>
                      </a:lnTo>
                      <a:lnTo>
                        <a:pt x="138" y="978"/>
                      </a:lnTo>
                      <a:lnTo>
                        <a:pt x="144" y="972"/>
                      </a:lnTo>
                      <a:lnTo>
                        <a:pt x="156" y="978"/>
                      </a:lnTo>
                      <a:lnTo>
                        <a:pt x="162" y="984"/>
                      </a:lnTo>
                      <a:lnTo>
                        <a:pt x="186" y="984"/>
                      </a:lnTo>
                      <a:lnTo>
                        <a:pt x="186" y="972"/>
                      </a:lnTo>
                      <a:lnTo>
                        <a:pt x="192" y="966"/>
                      </a:lnTo>
                      <a:lnTo>
                        <a:pt x="198" y="966"/>
                      </a:lnTo>
                      <a:lnTo>
                        <a:pt x="210" y="972"/>
                      </a:lnTo>
                      <a:lnTo>
                        <a:pt x="210" y="978"/>
                      </a:lnTo>
                      <a:lnTo>
                        <a:pt x="216" y="984"/>
                      </a:lnTo>
                      <a:lnTo>
                        <a:pt x="216" y="990"/>
                      </a:lnTo>
                      <a:lnTo>
                        <a:pt x="228" y="1002"/>
                      </a:lnTo>
                      <a:lnTo>
                        <a:pt x="264" y="1002"/>
                      </a:lnTo>
                      <a:lnTo>
                        <a:pt x="276" y="1008"/>
                      </a:lnTo>
                      <a:lnTo>
                        <a:pt x="282" y="1014"/>
                      </a:lnTo>
                      <a:lnTo>
                        <a:pt x="294" y="1020"/>
                      </a:lnTo>
                      <a:lnTo>
                        <a:pt x="312" y="1038"/>
                      </a:lnTo>
                      <a:lnTo>
                        <a:pt x="324" y="1044"/>
                      </a:lnTo>
                      <a:lnTo>
                        <a:pt x="330" y="1050"/>
                      </a:lnTo>
                      <a:lnTo>
                        <a:pt x="342" y="1086"/>
                      </a:lnTo>
                      <a:lnTo>
                        <a:pt x="360" y="1086"/>
                      </a:lnTo>
                      <a:lnTo>
                        <a:pt x="372" y="1104"/>
                      </a:lnTo>
                      <a:lnTo>
                        <a:pt x="384" y="1104"/>
                      </a:lnTo>
                      <a:lnTo>
                        <a:pt x="390" y="1110"/>
                      </a:lnTo>
                      <a:lnTo>
                        <a:pt x="390" y="1134"/>
                      </a:lnTo>
                      <a:lnTo>
                        <a:pt x="396" y="1140"/>
                      </a:lnTo>
                      <a:lnTo>
                        <a:pt x="396" y="1146"/>
                      </a:lnTo>
                      <a:lnTo>
                        <a:pt x="408" y="1146"/>
                      </a:lnTo>
                      <a:lnTo>
                        <a:pt x="420" y="1152"/>
                      </a:lnTo>
                      <a:lnTo>
                        <a:pt x="426" y="1158"/>
                      </a:lnTo>
                      <a:lnTo>
                        <a:pt x="426" y="1164"/>
                      </a:lnTo>
                      <a:lnTo>
                        <a:pt x="420" y="1170"/>
                      </a:lnTo>
                      <a:lnTo>
                        <a:pt x="420" y="1194"/>
                      </a:lnTo>
                      <a:lnTo>
                        <a:pt x="432" y="1200"/>
                      </a:lnTo>
                      <a:lnTo>
                        <a:pt x="456" y="1206"/>
                      </a:lnTo>
                      <a:lnTo>
                        <a:pt x="492" y="1206"/>
                      </a:lnTo>
                      <a:lnTo>
                        <a:pt x="492" y="1194"/>
                      </a:lnTo>
                      <a:lnTo>
                        <a:pt x="504" y="1182"/>
                      </a:lnTo>
                      <a:lnTo>
                        <a:pt x="528" y="1182"/>
                      </a:lnTo>
                      <a:lnTo>
                        <a:pt x="534" y="1188"/>
                      </a:lnTo>
                      <a:lnTo>
                        <a:pt x="540" y="1188"/>
                      </a:lnTo>
                      <a:lnTo>
                        <a:pt x="546" y="1194"/>
                      </a:lnTo>
                      <a:lnTo>
                        <a:pt x="558" y="1194"/>
                      </a:lnTo>
                      <a:lnTo>
                        <a:pt x="570" y="1188"/>
                      </a:lnTo>
                      <a:lnTo>
                        <a:pt x="576" y="1182"/>
                      </a:lnTo>
                      <a:lnTo>
                        <a:pt x="588" y="1182"/>
                      </a:lnTo>
                      <a:lnTo>
                        <a:pt x="588" y="1188"/>
                      </a:lnTo>
                      <a:lnTo>
                        <a:pt x="594" y="1200"/>
                      </a:lnTo>
                      <a:lnTo>
                        <a:pt x="600" y="1206"/>
                      </a:lnTo>
                      <a:lnTo>
                        <a:pt x="624" y="1206"/>
                      </a:lnTo>
                      <a:lnTo>
                        <a:pt x="636" y="1212"/>
                      </a:lnTo>
                      <a:lnTo>
                        <a:pt x="642" y="1218"/>
                      </a:lnTo>
                      <a:lnTo>
                        <a:pt x="642" y="1236"/>
                      </a:lnTo>
                      <a:lnTo>
                        <a:pt x="636" y="1248"/>
                      </a:lnTo>
                      <a:lnTo>
                        <a:pt x="630" y="1254"/>
                      </a:lnTo>
                      <a:lnTo>
                        <a:pt x="624" y="1254"/>
                      </a:lnTo>
                      <a:lnTo>
                        <a:pt x="618" y="1260"/>
                      </a:lnTo>
                      <a:lnTo>
                        <a:pt x="618" y="1266"/>
                      </a:lnTo>
                      <a:lnTo>
                        <a:pt x="606" y="1290"/>
                      </a:lnTo>
                      <a:lnTo>
                        <a:pt x="606" y="1308"/>
                      </a:lnTo>
                      <a:lnTo>
                        <a:pt x="612" y="1314"/>
                      </a:lnTo>
                      <a:lnTo>
                        <a:pt x="630" y="1314"/>
                      </a:lnTo>
                      <a:lnTo>
                        <a:pt x="642" y="1332"/>
                      </a:lnTo>
                      <a:lnTo>
                        <a:pt x="660" y="1344"/>
                      </a:lnTo>
                      <a:lnTo>
                        <a:pt x="660" y="1308"/>
                      </a:lnTo>
                      <a:lnTo>
                        <a:pt x="666" y="1236"/>
                      </a:lnTo>
                      <a:lnTo>
                        <a:pt x="684" y="1188"/>
                      </a:lnTo>
                      <a:lnTo>
                        <a:pt x="678" y="1140"/>
                      </a:lnTo>
                      <a:lnTo>
                        <a:pt x="690" y="1128"/>
                      </a:lnTo>
                      <a:lnTo>
                        <a:pt x="696" y="1116"/>
                      </a:lnTo>
                      <a:lnTo>
                        <a:pt x="696" y="1104"/>
                      </a:lnTo>
                      <a:lnTo>
                        <a:pt x="690" y="1092"/>
                      </a:lnTo>
                      <a:lnTo>
                        <a:pt x="678" y="1080"/>
                      </a:lnTo>
                      <a:lnTo>
                        <a:pt x="678" y="1074"/>
                      </a:lnTo>
                      <a:lnTo>
                        <a:pt x="672" y="1068"/>
                      </a:lnTo>
                      <a:lnTo>
                        <a:pt x="672" y="1044"/>
                      </a:lnTo>
                      <a:lnTo>
                        <a:pt x="666" y="1038"/>
                      </a:lnTo>
                      <a:lnTo>
                        <a:pt x="654" y="1032"/>
                      </a:lnTo>
                      <a:lnTo>
                        <a:pt x="642" y="1020"/>
                      </a:lnTo>
                      <a:lnTo>
                        <a:pt x="636" y="1020"/>
                      </a:lnTo>
                      <a:lnTo>
                        <a:pt x="642" y="954"/>
                      </a:lnTo>
                      <a:lnTo>
                        <a:pt x="672" y="948"/>
                      </a:lnTo>
                      <a:lnTo>
                        <a:pt x="678" y="954"/>
                      </a:lnTo>
                      <a:lnTo>
                        <a:pt x="708" y="954"/>
                      </a:lnTo>
                      <a:lnTo>
                        <a:pt x="714" y="948"/>
                      </a:lnTo>
                      <a:lnTo>
                        <a:pt x="714" y="942"/>
                      </a:lnTo>
                      <a:lnTo>
                        <a:pt x="708" y="936"/>
                      </a:lnTo>
                      <a:lnTo>
                        <a:pt x="708" y="930"/>
                      </a:lnTo>
                      <a:lnTo>
                        <a:pt x="696" y="918"/>
                      </a:lnTo>
                      <a:lnTo>
                        <a:pt x="684" y="924"/>
                      </a:lnTo>
                      <a:lnTo>
                        <a:pt x="660" y="912"/>
                      </a:lnTo>
                      <a:lnTo>
                        <a:pt x="660" y="900"/>
                      </a:lnTo>
                      <a:lnTo>
                        <a:pt x="654" y="888"/>
                      </a:lnTo>
                      <a:lnTo>
                        <a:pt x="654" y="876"/>
                      </a:lnTo>
                      <a:lnTo>
                        <a:pt x="660" y="864"/>
                      </a:lnTo>
                      <a:lnTo>
                        <a:pt x="666" y="858"/>
                      </a:lnTo>
                      <a:lnTo>
                        <a:pt x="684" y="858"/>
                      </a:lnTo>
                      <a:lnTo>
                        <a:pt x="696" y="870"/>
                      </a:lnTo>
                      <a:lnTo>
                        <a:pt x="762" y="864"/>
                      </a:lnTo>
                      <a:lnTo>
                        <a:pt x="762" y="846"/>
                      </a:lnTo>
                      <a:lnTo>
                        <a:pt x="768" y="840"/>
                      </a:lnTo>
                      <a:lnTo>
                        <a:pt x="774" y="840"/>
                      </a:lnTo>
                      <a:lnTo>
                        <a:pt x="798" y="864"/>
                      </a:lnTo>
                      <a:lnTo>
                        <a:pt x="828" y="834"/>
                      </a:lnTo>
                      <a:lnTo>
                        <a:pt x="834" y="834"/>
                      </a:lnTo>
                      <a:lnTo>
                        <a:pt x="834" y="846"/>
                      </a:lnTo>
                      <a:lnTo>
                        <a:pt x="840" y="852"/>
                      </a:lnTo>
                      <a:lnTo>
                        <a:pt x="840" y="864"/>
                      </a:lnTo>
                      <a:lnTo>
                        <a:pt x="846" y="876"/>
                      </a:lnTo>
                      <a:lnTo>
                        <a:pt x="846" y="906"/>
                      </a:lnTo>
                      <a:lnTo>
                        <a:pt x="870" y="906"/>
                      </a:lnTo>
                      <a:lnTo>
                        <a:pt x="864" y="900"/>
                      </a:lnTo>
                      <a:lnTo>
                        <a:pt x="864" y="882"/>
                      </a:lnTo>
                      <a:lnTo>
                        <a:pt x="858" y="870"/>
                      </a:lnTo>
                      <a:lnTo>
                        <a:pt x="858" y="852"/>
                      </a:lnTo>
                      <a:lnTo>
                        <a:pt x="852" y="846"/>
                      </a:lnTo>
                      <a:lnTo>
                        <a:pt x="852" y="828"/>
                      </a:lnTo>
                      <a:lnTo>
                        <a:pt x="846" y="822"/>
                      </a:lnTo>
                      <a:lnTo>
                        <a:pt x="846" y="798"/>
                      </a:lnTo>
                      <a:lnTo>
                        <a:pt x="834" y="798"/>
                      </a:lnTo>
                      <a:lnTo>
                        <a:pt x="822" y="786"/>
                      </a:lnTo>
                      <a:lnTo>
                        <a:pt x="798" y="774"/>
                      </a:lnTo>
                      <a:lnTo>
                        <a:pt x="804" y="774"/>
                      </a:lnTo>
                      <a:lnTo>
                        <a:pt x="834" y="744"/>
                      </a:lnTo>
                      <a:lnTo>
                        <a:pt x="840" y="732"/>
                      </a:lnTo>
                      <a:lnTo>
                        <a:pt x="840" y="726"/>
                      </a:lnTo>
                      <a:lnTo>
                        <a:pt x="834" y="714"/>
                      </a:lnTo>
                      <a:lnTo>
                        <a:pt x="822" y="708"/>
                      </a:lnTo>
                      <a:lnTo>
                        <a:pt x="816" y="696"/>
                      </a:lnTo>
                      <a:lnTo>
                        <a:pt x="816" y="672"/>
                      </a:lnTo>
                      <a:lnTo>
                        <a:pt x="804" y="672"/>
                      </a:lnTo>
                      <a:lnTo>
                        <a:pt x="798" y="666"/>
                      </a:lnTo>
                      <a:lnTo>
                        <a:pt x="798" y="654"/>
                      </a:lnTo>
                      <a:lnTo>
                        <a:pt x="804" y="642"/>
                      </a:lnTo>
                      <a:lnTo>
                        <a:pt x="804" y="612"/>
                      </a:lnTo>
                      <a:lnTo>
                        <a:pt x="798" y="600"/>
                      </a:lnTo>
                      <a:lnTo>
                        <a:pt x="798" y="576"/>
                      </a:lnTo>
                      <a:lnTo>
                        <a:pt x="810" y="564"/>
                      </a:lnTo>
                      <a:lnTo>
                        <a:pt x="816" y="564"/>
                      </a:lnTo>
                      <a:lnTo>
                        <a:pt x="822" y="558"/>
                      </a:lnTo>
                      <a:lnTo>
                        <a:pt x="822" y="534"/>
                      </a:lnTo>
                      <a:lnTo>
                        <a:pt x="840" y="516"/>
                      </a:lnTo>
                      <a:lnTo>
                        <a:pt x="840" y="504"/>
                      </a:lnTo>
                      <a:lnTo>
                        <a:pt x="834" y="498"/>
                      </a:lnTo>
                      <a:lnTo>
                        <a:pt x="816" y="498"/>
                      </a:lnTo>
                      <a:lnTo>
                        <a:pt x="804" y="504"/>
                      </a:lnTo>
                      <a:lnTo>
                        <a:pt x="798" y="510"/>
                      </a:lnTo>
                      <a:lnTo>
                        <a:pt x="774" y="504"/>
                      </a:lnTo>
                      <a:lnTo>
                        <a:pt x="768" y="510"/>
                      </a:lnTo>
                      <a:lnTo>
                        <a:pt x="744" y="510"/>
                      </a:lnTo>
                      <a:lnTo>
                        <a:pt x="738" y="504"/>
                      </a:lnTo>
                      <a:lnTo>
                        <a:pt x="720" y="504"/>
                      </a:lnTo>
                      <a:lnTo>
                        <a:pt x="720" y="510"/>
                      </a:lnTo>
                      <a:lnTo>
                        <a:pt x="696" y="510"/>
                      </a:lnTo>
                      <a:lnTo>
                        <a:pt x="672" y="486"/>
                      </a:lnTo>
                      <a:lnTo>
                        <a:pt x="666" y="468"/>
                      </a:lnTo>
                      <a:lnTo>
                        <a:pt x="660" y="456"/>
                      </a:lnTo>
                      <a:lnTo>
                        <a:pt x="654" y="450"/>
                      </a:lnTo>
                      <a:lnTo>
                        <a:pt x="654" y="444"/>
                      </a:lnTo>
                      <a:lnTo>
                        <a:pt x="630" y="444"/>
                      </a:lnTo>
                      <a:lnTo>
                        <a:pt x="618" y="438"/>
                      </a:lnTo>
                      <a:lnTo>
                        <a:pt x="612" y="432"/>
                      </a:lnTo>
                      <a:lnTo>
                        <a:pt x="600" y="432"/>
                      </a:lnTo>
                      <a:lnTo>
                        <a:pt x="600" y="438"/>
                      </a:lnTo>
                      <a:lnTo>
                        <a:pt x="594" y="444"/>
                      </a:lnTo>
                      <a:lnTo>
                        <a:pt x="582" y="444"/>
                      </a:lnTo>
                      <a:lnTo>
                        <a:pt x="570" y="438"/>
                      </a:lnTo>
                      <a:lnTo>
                        <a:pt x="564" y="438"/>
                      </a:lnTo>
                      <a:lnTo>
                        <a:pt x="552" y="432"/>
                      </a:lnTo>
                      <a:lnTo>
                        <a:pt x="540" y="432"/>
                      </a:lnTo>
                      <a:lnTo>
                        <a:pt x="534" y="438"/>
                      </a:lnTo>
                      <a:lnTo>
                        <a:pt x="510" y="438"/>
                      </a:lnTo>
                      <a:lnTo>
                        <a:pt x="504" y="432"/>
                      </a:lnTo>
                      <a:lnTo>
                        <a:pt x="498" y="420"/>
                      </a:lnTo>
                      <a:lnTo>
                        <a:pt x="498" y="408"/>
                      </a:lnTo>
                      <a:lnTo>
                        <a:pt x="486" y="408"/>
                      </a:lnTo>
                      <a:lnTo>
                        <a:pt x="486" y="366"/>
                      </a:lnTo>
                      <a:lnTo>
                        <a:pt x="498" y="342"/>
                      </a:lnTo>
                      <a:lnTo>
                        <a:pt x="498" y="330"/>
                      </a:lnTo>
                      <a:lnTo>
                        <a:pt x="492" y="324"/>
                      </a:lnTo>
                      <a:lnTo>
                        <a:pt x="480" y="318"/>
                      </a:lnTo>
                      <a:lnTo>
                        <a:pt x="474" y="312"/>
                      </a:lnTo>
                      <a:lnTo>
                        <a:pt x="474" y="276"/>
                      </a:lnTo>
                      <a:lnTo>
                        <a:pt x="468" y="264"/>
                      </a:lnTo>
                      <a:lnTo>
                        <a:pt x="456" y="252"/>
                      </a:lnTo>
                      <a:lnTo>
                        <a:pt x="450" y="252"/>
                      </a:lnTo>
                      <a:lnTo>
                        <a:pt x="438" y="264"/>
                      </a:lnTo>
                      <a:lnTo>
                        <a:pt x="438" y="270"/>
                      </a:lnTo>
                      <a:lnTo>
                        <a:pt x="432" y="264"/>
                      </a:lnTo>
                      <a:lnTo>
                        <a:pt x="432" y="252"/>
                      </a:lnTo>
                      <a:lnTo>
                        <a:pt x="438" y="240"/>
                      </a:lnTo>
                      <a:lnTo>
                        <a:pt x="462" y="216"/>
                      </a:lnTo>
                      <a:lnTo>
                        <a:pt x="462" y="192"/>
                      </a:lnTo>
                      <a:lnTo>
                        <a:pt x="468" y="186"/>
                      </a:lnTo>
                      <a:lnTo>
                        <a:pt x="468" y="168"/>
                      </a:lnTo>
                      <a:lnTo>
                        <a:pt x="480" y="132"/>
                      </a:lnTo>
                      <a:lnTo>
                        <a:pt x="504" y="108"/>
                      </a:lnTo>
                      <a:lnTo>
                        <a:pt x="522" y="102"/>
                      </a:lnTo>
                      <a:lnTo>
                        <a:pt x="534" y="90"/>
                      </a:lnTo>
                      <a:lnTo>
                        <a:pt x="540" y="78"/>
                      </a:lnTo>
                      <a:lnTo>
                        <a:pt x="540" y="72"/>
                      </a:lnTo>
                      <a:lnTo>
                        <a:pt x="546" y="66"/>
                      </a:lnTo>
                      <a:lnTo>
                        <a:pt x="558" y="66"/>
                      </a:lnTo>
                      <a:lnTo>
                        <a:pt x="564" y="60"/>
                      </a:lnTo>
                      <a:lnTo>
                        <a:pt x="570" y="60"/>
                      </a:lnTo>
                      <a:lnTo>
                        <a:pt x="576" y="54"/>
                      </a:lnTo>
                      <a:lnTo>
                        <a:pt x="582" y="54"/>
                      </a:lnTo>
                      <a:lnTo>
                        <a:pt x="600" y="36"/>
                      </a:lnTo>
                      <a:lnTo>
                        <a:pt x="600" y="12"/>
                      </a:lnTo>
                      <a:lnTo>
                        <a:pt x="594" y="6"/>
                      </a:lnTo>
                      <a:lnTo>
                        <a:pt x="582" y="0"/>
                      </a:lnTo>
                      <a:lnTo>
                        <a:pt x="570" y="6"/>
                      </a:lnTo>
                      <a:lnTo>
                        <a:pt x="546" y="6"/>
                      </a:lnTo>
                      <a:lnTo>
                        <a:pt x="540" y="12"/>
                      </a:lnTo>
                      <a:lnTo>
                        <a:pt x="534" y="12"/>
                      </a:lnTo>
                      <a:lnTo>
                        <a:pt x="522" y="24"/>
                      </a:lnTo>
                      <a:lnTo>
                        <a:pt x="522" y="36"/>
                      </a:lnTo>
                      <a:lnTo>
                        <a:pt x="516" y="48"/>
                      </a:lnTo>
                      <a:lnTo>
                        <a:pt x="504" y="60"/>
                      </a:lnTo>
                      <a:lnTo>
                        <a:pt x="492" y="60"/>
                      </a:lnTo>
                      <a:lnTo>
                        <a:pt x="480" y="54"/>
                      </a:lnTo>
                      <a:lnTo>
                        <a:pt x="474" y="54"/>
                      </a:lnTo>
                      <a:lnTo>
                        <a:pt x="444" y="84"/>
                      </a:lnTo>
                      <a:lnTo>
                        <a:pt x="444" y="90"/>
                      </a:lnTo>
                      <a:lnTo>
                        <a:pt x="408" y="102"/>
                      </a:lnTo>
                      <a:lnTo>
                        <a:pt x="402" y="96"/>
                      </a:lnTo>
                      <a:lnTo>
                        <a:pt x="390" y="90"/>
                      </a:lnTo>
                      <a:lnTo>
                        <a:pt x="384" y="90"/>
                      </a:lnTo>
                      <a:lnTo>
                        <a:pt x="378" y="102"/>
                      </a:lnTo>
                      <a:lnTo>
                        <a:pt x="378" y="120"/>
                      </a:lnTo>
                      <a:lnTo>
                        <a:pt x="372" y="132"/>
                      </a:lnTo>
                      <a:lnTo>
                        <a:pt x="366" y="138"/>
                      </a:lnTo>
                      <a:lnTo>
                        <a:pt x="354" y="138"/>
                      </a:lnTo>
                      <a:lnTo>
                        <a:pt x="354" y="132"/>
                      </a:lnTo>
                      <a:lnTo>
                        <a:pt x="360" y="126"/>
                      </a:lnTo>
                      <a:lnTo>
                        <a:pt x="354" y="120"/>
                      </a:lnTo>
                      <a:lnTo>
                        <a:pt x="342" y="120"/>
                      </a:lnTo>
                      <a:lnTo>
                        <a:pt x="330" y="126"/>
                      </a:lnTo>
                      <a:lnTo>
                        <a:pt x="318" y="126"/>
                      </a:lnTo>
                      <a:lnTo>
                        <a:pt x="312" y="132"/>
                      </a:lnTo>
                      <a:lnTo>
                        <a:pt x="306" y="132"/>
                      </a:lnTo>
                      <a:lnTo>
                        <a:pt x="300" y="144"/>
                      </a:lnTo>
                      <a:lnTo>
                        <a:pt x="288" y="150"/>
                      </a:lnTo>
                      <a:lnTo>
                        <a:pt x="282" y="162"/>
                      </a:lnTo>
                      <a:lnTo>
                        <a:pt x="276" y="168"/>
                      </a:lnTo>
                      <a:lnTo>
                        <a:pt x="276" y="186"/>
                      </a:lnTo>
                      <a:lnTo>
                        <a:pt x="282" y="192"/>
                      </a:lnTo>
                      <a:lnTo>
                        <a:pt x="264" y="222"/>
                      </a:lnTo>
                      <a:lnTo>
                        <a:pt x="276" y="246"/>
                      </a:lnTo>
                      <a:lnTo>
                        <a:pt x="252" y="246"/>
                      </a:lnTo>
                      <a:lnTo>
                        <a:pt x="240" y="252"/>
                      </a:lnTo>
                      <a:lnTo>
                        <a:pt x="228" y="264"/>
                      </a:lnTo>
                      <a:lnTo>
                        <a:pt x="228" y="276"/>
                      </a:lnTo>
                      <a:lnTo>
                        <a:pt x="222" y="288"/>
                      </a:lnTo>
                      <a:lnTo>
                        <a:pt x="216" y="294"/>
                      </a:lnTo>
                      <a:lnTo>
                        <a:pt x="204" y="294"/>
                      </a:lnTo>
                      <a:lnTo>
                        <a:pt x="198" y="300"/>
                      </a:lnTo>
                      <a:lnTo>
                        <a:pt x="192" y="300"/>
                      </a:lnTo>
                      <a:lnTo>
                        <a:pt x="174" y="306"/>
                      </a:lnTo>
                      <a:lnTo>
                        <a:pt x="186" y="330"/>
                      </a:lnTo>
                      <a:lnTo>
                        <a:pt x="186" y="366"/>
                      </a:lnTo>
                      <a:lnTo>
                        <a:pt x="168" y="366"/>
                      </a:lnTo>
                      <a:lnTo>
                        <a:pt x="168" y="360"/>
                      </a:lnTo>
                      <a:lnTo>
                        <a:pt x="174" y="354"/>
                      </a:lnTo>
                      <a:lnTo>
                        <a:pt x="174" y="342"/>
                      </a:lnTo>
                      <a:lnTo>
                        <a:pt x="144" y="312"/>
                      </a:lnTo>
                      <a:lnTo>
                        <a:pt x="138" y="312"/>
                      </a:lnTo>
                      <a:lnTo>
                        <a:pt x="132" y="318"/>
                      </a:lnTo>
                      <a:lnTo>
                        <a:pt x="132" y="336"/>
                      </a:lnTo>
                      <a:lnTo>
                        <a:pt x="138" y="348"/>
                      </a:lnTo>
                      <a:lnTo>
                        <a:pt x="150" y="354"/>
                      </a:lnTo>
                      <a:lnTo>
                        <a:pt x="150" y="366"/>
                      </a:lnTo>
                      <a:lnTo>
                        <a:pt x="138" y="390"/>
                      </a:lnTo>
                      <a:lnTo>
                        <a:pt x="132" y="396"/>
                      </a:lnTo>
                      <a:lnTo>
                        <a:pt x="120" y="390"/>
                      </a:lnTo>
                      <a:lnTo>
                        <a:pt x="114" y="384"/>
                      </a:lnTo>
                      <a:lnTo>
                        <a:pt x="102" y="414"/>
                      </a:lnTo>
                      <a:lnTo>
                        <a:pt x="114" y="438"/>
                      </a:lnTo>
                      <a:lnTo>
                        <a:pt x="114" y="450"/>
                      </a:lnTo>
                      <a:lnTo>
                        <a:pt x="126" y="462"/>
                      </a:lnTo>
                      <a:lnTo>
                        <a:pt x="132" y="474"/>
                      </a:lnTo>
                      <a:lnTo>
                        <a:pt x="132" y="480"/>
                      </a:lnTo>
                      <a:lnTo>
                        <a:pt x="120" y="492"/>
                      </a:lnTo>
                      <a:lnTo>
                        <a:pt x="114" y="492"/>
                      </a:lnTo>
                      <a:lnTo>
                        <a:pt x="132" y="516"/>
                      </a:lnTo>
                      <a:lnTo>
                        <a:pt x="138" y="552"/>
                      </a:lnTo>
                      <a:lnTo>
                        <a:pt x="114" y="558"/>
                      </a:lnTo>
                      <a:lnTo>
                        <a:pt x="132" y="576"/>
                      </a:lnTo>
                      <a:lnTo>
                        <a:pt x="132" y="636"/>
                      </a:lnTo>
                      <a:lnTo>
                        <a:pt x="120" y="642"/>
                      </a:lnTo>
                      <a:lnTo>
                        <a:pt x="114" y="654"/>
                      </a:lnTo>
                      <a:lnTo>
                        <a:pt x="114" y="678"/>
                      </a:lnTo>
                      <a:lnTo>
                        <a:pt x="138" y="702"/>
                      </a:lnTo>
                      <a:lnTo>
                        <a:pt x="138" y="720"/>
                      </a:lnTo>
                      <a:lnTo>
                        <a:pt x="132" y="732"/>
                      </a:lnTo>
                      <a:lnTo>
                        <a:pt x="120" y="738"/>
                      </a:lnTo>
                      <a:lnTo>
                        <a:pt x="114" y="750"/>
                      </a:lnTo>
                      <a:lnTo>
                        <a:pt x="102" y="756"/>
                      </a:lnTo>
                      <a:lnTo>
                        <a:pt x="96" y="762"/>
                      </a:lnTo>
                      <a:lnTo>
                        <a:pt x="114" y="774"/>
                      </a:lnTo>
                      <a:lnTo>
                        <a:pt x="84" y="798"/>
                      </a:lnTo>
                      <a:lnTo>
                        <a:pt x="66" y="798"/>
                      </a:lnTo>
                      <a:lnTo>
                        <a:pt x="54" y="804"/>
                      </a:lnTo>
                      <a:lnTo>
                        <a:pt x="36" y="810"/>
                      </a:lnTo>
                      <a:lnTo>
                        <a:pt x="30" y="822"/>
                      </a:lnTo>
                      <a:lnTo>
                        <a:pt x="30" y="846"/>
                      </a:lnTo>
                      <a:lnTo>
                        <a:pt x="36" y="852"/>
                      </a:lnTo>
                      <a:lnTo>
                        <a:pt x="36" y="858"/>
                      </a:lnTo>
                      <a:lnTo>
                        <a:pt x="6" y="858"/>
                      </a:lnTo>
                      <a:lnTo>
                        <a:pt x="0" y="864"/>
                      </a:lnTo>
                      <a:lnTo>
                        <a:pt x="0" y="876"/>
                      </a:lnTo>
                      <a:lnTo>
                        <a:pt x="6" y="888"/>
                      </a:lnTo>
                      <a:lnTo>
                        <a:pt x="18" y="894"/>
                      </a:lnTo>
                      <a:lnTo>
                        <a:pt x="24" y="906"/>
                      </a:lnTo>
                      <a:lnTo>
                        <a:pt x="36" y="912"/>
                      </a:lnTo>
                      <a:close/>
                    </a:path>
                  </a:pathLst>
                </a:custGeom>
                <a:solidFill>
                  <a:srgbClr val="572772"/>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315" name="Chile" descr="© INSCALE GmbH, 05.05.2010&#10;http://www.presentationload.com/">
                  <a:extLst>
                    <a:ext uri="{FF2B5EF4-FFF2-40B4-BE49-F238E27FC236}">
                      <a16:creationId xmlns:a16="http://schemas.microsoft.com/office/drawing/2014/main" id="{CB9B5050-51DF-4816-8445-B958F7F59DC6}"/>
                    </a:ext>
                  </a:extLst>
                </p:cNvPr>
                <p:cNvSpPr>
                  <a:spLocks noEditPoints="1"/>
                </p:cNvSpPr>
                <p:nvPr/>
              </p:nvSpPr>
              <p:spPr bwMode="gray">
                <a:xfrm>
                  <a:off x="3382161" y="4519302"/>
                  <a:ext cx="522869" cy="1369005"/>
                </a:xfrm>
                <a:custGeom>
                  <a:avLst/>
                  <a:gdLst>
                    <a:gd name="T0" fmla="*/ 2147483647 w 1158"/>
                    <a:gd name="T1" fmla="*/ 2147483647 h 3030"/>
                    <a:gd name="T2" fmla="*/ 2147483647 w 1158"/>
                    <a:gd name="T3" fmla="*/ 2147483647 h 3030"/>
                    <a:gd name="T4" fmla="*/ 2147483647 w 1158"/>
                    <a:gd name="T5" fmla="*/ 2147483647 h 3030"/>
                    <a:gd name="T6" fmla="*/ 2147483647 w 1158"/>
                    <a:gd name="T7" fmla="*/ 2147483647 h 3030"/>
                    <a:gd name="T8" fmla="*/ 2147483647 w 1158"/>
                    <a:gd name="T9" fmla="*/ 2147483647 h 3030"/>
                    <a:gd name="T10" fmla="*/ 2147483647 w 1158"/>
                    <a:gd name="T11" fmla="*/ 2147483647 h 3030"/>
                    <a:gd name="T12" fmla="*/ 2147483647 w 1158"/>
                    <a:gd name="T13" fmla="*/ 2147483647 h 3030"/>
                    <a:gd name="T14" fmla="*/ 2147483647 w 1158"/>
                    <a:gd name="T15" fmla="*/ 2147483647 h 3030"/>
                    <a:gd name="T16" fmla="*/ 2147483647 w 1158"/>
                    <a:gd name="T17" fmla="*/ 2147483647 h 3030"/>
                    <a:gd name="T18" fmla="*/ 2147483647 w 1158"/>
                    <a:gd name="T19" fmla="*/ 2147483647 h 3030"/>
                    <a:gd name="T20" fmla="*/ 2147483647 w 1158"/>
                    <a:gd name="T21" fmla="*/ 2147483647 h 3030"/>
                    <a:gd name="T22" fmla="*/ 2147483647 w 1158"/>
                    <a:gd name="T23" fmla="*/ 2147483647 h 3030"/>
                    <a:gd name="T24" fmla="*/ 2147483647 w 1158"/>
                    <a:gd name="T25" fmla="*/ 2147483647 h 3030"/>
                    <a:gd name="T26" fmla="*/ 2147483647 w 1158"/>
                    <a:gd name="T27" fmla="*/ 2147483647 h 3030"/>
                    <a:gd name="T28" fmla="*/ 2147483647 w 1158"/>
                    <a:gd name="T29" fmla="*/ 2147483647 h 3030"/>
                    <a:gd name="T30" fmla="*/ 2147483647 w 1158"/>
                    <a:gd name="T31" fmla="*/ 2147483647 h 3030"/>
                    <a:gd name="T32" fmla="*/ 2147483647 w 1158"/>
                    <a:gd name="T33" fmla="*/ 2147483647 h 3030"/>
                    <a:gd name="T34" fmla="*/ 2147483647 w 1158"/>
                    <a:gd name="T35" fmla="*/ 2147483647 h 3030"/>
                    <a:gd name="T36" fmla="*/ 2147483647 w 1158"/>
                    <a:gd name="T37" fmla="*/ 2147483647 h 3030"/>
                    <a:gd name="T38" fmla="*/ 2147483647 w 1158"/>
                    <a:gd name="T39" fmla="*/ 2147483647 h 3030"/>
                    <a:gd name="T40" fmla="*/ 2147483647 w 1158"/>
                    <a:gd name="T41" fmla="*/ 2147483647 h 3030"/>
                    <a:gd name="T42" fmla="*/ 2147483647 w 1158"/>
                    <a:gd name="T43" fmla="*/ 2147483647 h 3030"/>
                    <a:gd name="T44" fmla="*/ 2147483647 w 1158"/>
                    <a:gd name="T45" fmla="*/ 2147483647 h 3030"/>
                    <a:gd name="T46" fmla="*/ 2147483647 w 1158"/>
                    <a:gd name="T47" fmla="*/ 2147483647 h 3030"/>
                    <a:gd name="T48" fmla="*/ 2147483647 w 1158"/>
                    <a:gd name="T49" fmla="*/ 2147483647 h 3030"/>
                    <a:gd name="T50" fmla="*/ 2147483647 w 1158"/>
                    <a:gd name="T51" fmla="*/ 2147483647 h 3030"/>
                    <a:gd name="T52" fmla="*/ 2147483647 w 1158"/>
                    <a:gd name="T53" fmla="*/ 2147483647 h 3030"/>
                    <a:gd name="T54" fmla="*/ 2147483647 w 1158"/>
                    <a:gd name="T55" fmla="*/ 2147483647 h 3030"/>
                    <a:gd name="T56" fmla="*/ 2147483647 w 1158"/>
                    <a:gd name="T57" fmla="*/ 2147483647 h 3030"/>
                    <a:gd name="T58" fmla="*/ 2147483647 w 1158"/>
                    <a:gd name="T59" fmla="*/ 2147483647 h 3030"/>
                    <a:gd name="T60" fmla="*/ 2147483647 w 1158"/>
                    <a:gd name="T61" fmla="*/ 2147483647 h 3030"/>
                    <a:gd name="T62" fmla="*/ 2147483647 w 1158"/>
                    <a:gd name="T63" fmla="*/ 2147483647 h 3030"/>
                    <a:gd name="T64" fmla="*/ 2147483647 w 1158"/>
                    <a:gd name="T65" fmla="*/ 2147483647 h 3030"/>
                    <a:gd name="T66" fmla="*/ 2147483647 w 1158"/>
                    <a:gd name="T67" fmla="*/ 2147483647 h 3030"/>
                    <a:gd name="T68" fmla="*/ 2147483647 w 1158"/>
                    <a:gd name="T69" fmla="*/ 2147483647 h 3030"/>
                    <a:gd name="T70" fmla="*/ 2147483647 w 1158"/>
                    <a:gd name="T71" fmla="*/ 2147483647 h 3030"/>
                    <a:gd name="T72" fmla="*/ 2147483647 w 1158"/>
                    <a:gd name="T73" fmla="*/ 2147483647 h 3030"/>
                    <a:gd name="T74" fmla="*/ 2147483647 w 1158"/>
                    <a:gd name="T75" fmla="*/ 2147483647 h 3030"/>
                    <a:gd name="T76" fmla="*/ 2147483647 w 1158"/>
                    <a:gd name="T77" fmla="*/ 2147483647 h 3030"/>
                    <a:gd name="T78" fmla="*/ 0 w 1158"/>
                    <a:gd name="T79" fmla="*/ 2147483647 h 3030"/>
                    <a:gd name="T80" fmla="*/ 2147483647 w 1158"/>
                    <a:gd name="T81" fmla="*/ 2147483647 h 3030"/>
                    <a:gd name="T82" fmla="*/ 2147483647 w 1158"/>
                    <a:gd name="T83" fmla="*/ 2147483647 h 3030"/>
                    <a:gd name="T84" fmla="*/ 2147483647 w 1158"/>
                    <a:gd name="T85" fmla="*/ 2147483647 h 3030"/>
                    <a:gd name="T86" fmla="*/ 2147483647 w 1158"/>
                    <a:gd name="T87" fmla="*/ 2147483647 h 3030"/>
                    <a:gd name="T88" fmla="*/ 2147483647 w 1158"/>
                    <a:gd name="T89" fmla="*/ 2147483647 h 3030"/>
                    <a:gd name="T90" fmla="*/ 2147483647 w 1158"/>
                    <a:gd name="T91" fmla="*/ 2147483647 h 3030"/>
                    <a:gd name="T92" fmla="*/ 2147483647 w 1158"/>
                    <a:gd name="T93" fmla="*/ 2147483647 h 3030"/>
                    <a:gd name="T94" fmla="*/ 2147483647 w 1158"/>
                    <a:gd name="T95" fmla="*/ 2147483647 h 3030"/>
                    <a:gd name="T96" fmla="*/ 2147483647 w 1158"/>
                    <a:gd name="T97" fmla="*/ 2147483647 h 3030"/>
                    <a:gd name="T98" fmla="*/ 2147483647 w 1158"/>
                    <a:gd name="T99" fmla="*/ 2147483647 h 3030"/>
                    <a:gd name="T100" fmla="*/ 2147483647 w 1158"/>
                    <a:gd name="T101" fmla="*/ 2147483647 h 3030"/>
                    <a:gd name="T102" fmla="*/ 2147483647 w 1158"/>
                    <a:gd name="T103" fmla="*/ 2147483647 h 3030"/>
                    <a:gd name="T104" fmla="*/ 2147483647 w 1158"/>
                    <a:gd name="T105" fmla="*/ 2147483647 h 3030"/>
                    <a:gd name="T106" fmla="*/ 2147483647 w 1158"/>
                    <a:gd name="T107" fmla="*/ 2147483647 h 3030"/>
                    <a:gd name="T108" fmla="*/ 2147483647 w 1158"/>
                    <a:gd name="T109" fmla="*/ 2147483647 h 3030"/>
                    <a:gd name="T110" fmla="*/ 2147483647 w 1158"/>
                    <a:gd name="T111" fmla="*/ 2147483647 h 3030"/>
                    <a:gd name="T112" fmla="*/ 2147483647 w 1158"/>
                    <a:gd name="T113" fmla="*/ 2147483647 h 3030"/>
                    <a:gd name="T114" fmla="*/ 2147483647 w 1158"/>
                    <a:gd name="T115" fmla="*/ 2147483647 h 3030"/>
                    <a:gd name="T116" fmla="*/ 2147483647 w 1158"/>
                    <a:gd name="T117" fmla="*/ 2147483647 h 3030"/>
                    <a:gd name="T118" fmla="*/ 2147483647 w 1158"/>
                    <a:gd name="T119" fmla="*/ 2147483647 h 3030"/>
                    <a:gd name="T120" fmla="*/ 2147483647 w 1158"/>
                    <a:gd name="T121" fmla="*/ 2147483647 h 3030"/>
                    <a:gd name="T122" fmla="*/ 2147483647 w 1158"/>
                    <a:gd name="T123" fmla="*/ 2147483647 h 3030"/>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158"/>
                    <a:gd name="T187" fmla="*/ 0 h 3030"/>
                    <a:gd name="T188" fmla="*/ 1158 w 1158"/>
                    <a:gd name="T189" fmla="*/ 3030 h 3030"/>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158" h="3030">
                      <a:moveTo>
                        <a:pt x="1014" y="2910"/>
                      </a:moveTo>
                      <a:lnTo>
                        <a:pt x="984" y="2898"/>
                      </a:lnTo>
                      <a:lnTo>
                        <a:pt x="966" y="2880"/>
                      </a:lnTo>
                      <a:lnTo>
                        <a:pt x="948" y="2874"/>
                      </a:lnTo>
                      <a:lnTo>
                        <a:pt x="942" y="2862"/>
                      </a:lnTo>
                      <a:lnTo>
                        <a:pt x="936" y="2856"/>
                      </a:lnTo>
                      <a:lnTo>
                        <a:pt x="936" y="2850"/>
                      </a:lnTo>
                      <a:lnTo>
                        <a:pt x="906" y="2850"/>
                      </a:lnTo>
                      <a:lnTo>
                        <a:pt x="912" y="2832"/>
                      </a:lnTo>
                      <a:lnTo>
                        <a:pt x="870" y="2796"/>
                      </a:lnTo>
                      <a:lnTo>
                        <a:pt x="840" y="2802"/>
                      </a:lnTo>
                      <a:lnTo>
                        <a:pt x="828" y="2796"/>
                      </a:lnTo>
                      <a:lnTo>
                        <a:pt x="816" y="2808"/>
                      </a:lnTo>
                      <a:lnTo>
                        <a:pt x="792" y="2814"/>
                      </a:lnTo>
                      <a:lnTo>
                        <a:pt x="798" y="2832"/>
                      </a:lnTo>
                      <a:lnTo>
                        <a:pt x="780" y="2832"/>
                      </a:lnTo>
                      <a:lnTo>
                        <a:pt x="780" y="2862"/>
                      </a:lnTo>
                      <a:lnTo>
                        <a:pt x="786" y="2868"/>
                      </a:lnTo>
                      <a:lnTo>
                        <a:pt x="798" y="2868"/>
                      </a:lnTo>
                      <a:lnTo>
                        <a:pt x="810" y="2862"/>
                      </a:lnTo>
                      <a:lnTo>
                        <a:pt x="816" y="2856"/>
                      </a:lnTo>
                      <a:lnTo>
                        <a:pt x="828" y="2850"/>
                      </a:lnTo>
                      <a:lnTo>
                        <a:pt x="834" y="2844"/>
                      </a:lnTo>
                      <a:lnTo>
                        <a:pt x="858" y="2856"/>
                      </a:lnTo>
                      <a:lnTo>
                        <a:pt x="858" y="2874"/>
                      </a:lnTo>
                      <a:lnTo>
                        <a:pt x="846" y="2880"/>
                      </a:lnTo>
                      <a:lnTo>
                        <a:pt x="828" y="2898"/>
                      </a:lnTo>
                      <a:lnTo>
                        <a:pt x="822" y="2898"/>
                      </a:lnTo>
                      <a:lnTo>
                        <a:pt x="828" y="2904"/>
                      </a:lnTo>
                      <a:lnTo>
                        <a:pt x="882" y="2922"/>
                      </a:lnTo>
                      <a:lnTo>
                        <a:pt x="912" y="2928"/>
                      </a:lnTo>
                      <a:lnTo>
                        <a:pt x="924" y="2934"/>
                      </a:lnTo>
                      <a:lnTo>
                        <a:pt x="906" y="2958"/>
                      </a:lnTo>
                      <a:lnTo>
                        <a:pt x="906" y="2952"/>
                      </a:lnTo>
                      <a:lnTo>
                        <a:pt x="894" y="2940"/>
                      </a:lnTo>
                      <a:lnTo>
                        <a:pt x="876" y="2940"/>
                      </a:lnTo>
                      <a:lnTo>
                        <a:pt x="870" y="2946"/>
                      </a:lnTo>
                      <a:lnTo>
                        <a:pt x="870" y="2952"/>
                      </a:lnTo>
                      <a:lnTo>
                        <a:pt x="852" y="2928"/>
                      </a:lnTo>
                      <a:lnTo>
                        <a:pt x="834" y="2934"/>
                      </a:lnTo>
                      <a:lnTo>
                        <a:pt x="846" y="2946"/>
                      </a:lnTo>
                      <a:lnTo>
                        <a:pt x="816" y="2940"/>
                      </a:lnTo>
                      <a:lnTo>
                        <a:pt x="822" y="2946"/>
                      </a:lnTo>
                      <a:lnTo>
                        <a:pt x="828" y="2958"/>
                      </a:lnTo>
                      <a:lnTo>
                        <a:pt x="834" y="2964"/>
                      </a:lnTo>
                      <a:lnTo>
                        <a:pt x="894" y="2964"/>
                      </a:lnTo>
                      <a:lnTo>
                        <a:pt x="906" y="2970"/>
                      </a:lnTo>
                      <a:lnTo>
                        <a:pt x="1050" y="2970"/>
                      </a:lnTo>
                      <a:lnTo>
                        <a:pt x="1074" y="2982"/>
                      </a:lnTo>
                      <a:lnTo>
                        <a:pt x="1080" y="2988"/>
                      </a:lnTo>
                      <a:lnTo>
                        <a:pt x="1086" y="2988"/>
                      </a:lnTo>
                      <a:lnTo>
                        <a:pt x="1122" y="2970"/>
                      </a:lnTo>
                      <a:lnTo>
                        <a:pt x="1140" y="2976"/>
                      </a:lnTo>
                      <a:lnTo>
                        <a:pt x="1152" y="2976"/>
                      </a:lnTo>
                      <a:lnTo>
                        <a:pt x="1158" y="2952"/>
                      </a:lnTo>
                      <a:lnTo>
                        <a:pt x="1140" y="2952"/>
                      </a:lnTo>
                      <a:lnTo>
                        <a:pt x="1086" y="2940"/>
                      </a:lnTo>
                      <a:lnTo>
                        <a:pt x="1014" y="2910"/>
                      </a:lnTo>
                      <a:close/>
                      <a:moveTo>
                        <a:pt x="990" y="2988"/>
                      </a:moveTo>
                      <a:lnTo>
                        <a:pt x="1014" y="3000"/>
                      </a:lnTo>
                      <a:lnTo>
                        <a:pt x="1068" y="3006"/>
                      </a:lnTo>
                      <a:lnTo>
                        <a:pt x="1038" y="2982"/>
                      </a:lnTo>
                      <a:lnTo>
                        <a:pt x="990" y="2988"/>
                      </a:lnTo>
                      <a:close/>
                      <a:moveTo>
                        <a:pt x="960" y="2994"/>
                      </a:moveTo>
                      <a:lnTo>
                        <a:pt x="966" y="2982"/>
                      </a:lnTo>
                      <a:lnTo>
                        <a:pt x="888" y="2982"/>
                      </a:lnTo>
                      <a:lnTo>
                        <a:pt x="906" y="3012"/>
                      </a:lnTo>
                      <a:lnTo>
                        <a:pt x="936" y="3018"/>
                      </a:lnTo>
                      <a:lnTo>
                        <a:pt x="930" y="3006"/>
                      </a:lnTo>
                      <a:lnTo>
                        <a:pt x="936" y="3000"/>
                      </a:lnTo>
                      <a:lnTo>
                        <a:pt x="948" y="3012"/>
                      </a:lnTo>
                      <a:lnTo>
                        <a:pt x="996" y="3012"/>
                      </a:lnTo>
                      <a:lnTo>
                        <a:pt x="1008" y="3030"/>
                      </a:lnTo>
                      <a:lnTo>
                        <a:pt x="1026" y="3030"/>
                      </a:lnTo>
                      <a:lnTo>
                        <a:pt x="996" y="3000"/>
                      </a:lnTo>
                      <a:lnTo>
                        <a:pt x="960" y="2994"/>
                      </a:lnTo>
                      <a:close/>
                      <a:moveTo>
                        <a:pt x="804" y="2946"/>
                      </a:moveTo>
                      <a:lnTo>
                        <a:pt x="744" y="2940"/>
                      </a:lnTo>
                      <a:lnTo>
                        <a:pt x="750" y="2958"/>
                      </a:lnTo>
                      <a:lnTo>
                        <a:pt x="792" y="2958"/>
                      </a:lnTo>
                      <a:lnTo>
                        <a:pt x="804" y="2976"/>
                      </a:lnTo>
                      <a:lnTo>
                        <a:pt x="864" y="3000"/>
                      </a:lnTo>
                      <a:lnTo>
                        <a:pt x="828" y="2970"/>
                      </a:lnTo>
                      <a:lnTo>
                        <a:pt x="804" y="2946"/>
                      </a:lnTo>
                      <a:close/>
                      <a:moveTo>
                        <a:pt x="804" y="2880"/>
                      </a:moveTo>
                      <a:lnTo>
                        <a:pt x="786" y="2898"/>
                      </a:lnTo>
                      <a:lnTo>
                        <a:pt x="792" y="2928"/>
                      </a:lnTo>
                      <a:lnTo>
                        <a:pt x="816" y="2922"/>
                      </a:lnTo>
                      <a:lnTo>
                        <a:pt x="804" y="2880"/>
                      </a:lnTo>
                      <a:close/>
                      <a:moveTo>
                        <a:pt x="774" y="2928"/>
                      </a:moveTo>
                      <a:lnTo>
                        <a:pt x="768" y="2910"/>
                      </a:lnTo>
                      <a:lnTo>
                        <a:pt x="720" y="2898"/>
                      </a:lnTo>
                      <a:lnTo>
                        <a:pt x="708" y="2916"/>
                      </a:lnTo>
                      <a:lnTo>
                        <a:pt x="708" y="2934"/>
                      </a:lnTo>
                      <a:lnTo>
                        <a:pt x="744" y="2922"/>
                      </a:lnTo>
                      <a:lnTo>
                        <a:pt x="774" y="2928"/>
                      </a:lnTo>
                      <a:close/>
                      <a:moveTo>
                        <a:pt x="612" y="2772"/>
                      </a:moveTo>
                      <a:lnTo>
                        <a:pt x="606" y="2766"/>
                      </a:lnTo>
                      <a:lnTo>
                        <a:pt x="594" y="2766"/>
                      </a:lnTo>
                      <a:lnTo>
                        <a:pt x="588" y="2760"/>
                      </a:lnTo>
                      <a:lnTo>
                        <a:pt x="570" y="2760"/>
                      </a:lnTo>
                      <a:lnTo>
                        <a:pt x="570" y="2766"/>
                      </a:lnTo>
                      <a:lnTo>
                        <a:pt x="564" y="2778"/>
                      </a:lnTo>
                      <a:lnTo>
                        <a:pt x="564" y="2808"/>
                      </a:lnTo>
                      <a:lnTo>
                        <a:pt x="570" y="2808"/>
                      </a:lnTo>
                      <a:lnTo>
                        <a:pt x="576" y="2802"/>
                      </a:lnTo>
                      <a:lnTo>
                        <a:pt x="588" y="2802"/>
                      </a:lnTo>
                      <a:lnTo>
                        <a:pt x="594" y="2796"/>
                      </a:lnTo>
                      <a:lnTo>
                        <a:pt x="600" y="2820"/>
                      </a:lnTo>
                      <a:lnTo>
                        <a:pt x="630" y="2808"/>
                      </a:lnTo>
                      <a:lnTo>
                        <a:pt x="612" y="2790"/>
                      </a:lnTo>
                      <a:lnTo>
                        <a:pt x="618" y="2772"/>
                      </a:lnTo>
                      <a:lnTo>
                        <a:pt x="612" y="2772"/>
                      </a:lnTo>
                      <a:close/>
                      <a:moveTo>
                        <a:pt x="552" y="2826"/>
                      </a:moveTo>
                      <a:lnTo>
                        <a:pt x="516" y="2808"/>
                      </a:lnTo>
                      <a:lnTo>
                        <a:pt x="546" y="2832"/>
                      </a:lnTo>
                      <a:lnTo>
                        <a:pt x="588" y="2844"/>
                      </a:lnTo>
                      <a:lnTo>
                        <a:pt x="606" y="2850"/>
                      </a:lnTo>
                      <a:lnTo>
                        <a:pt x="588" y="2832"/>
                      </a:lnTo>
                      <a:lnTo>
                        <a:pt x="552" y="2826"/>
                      </a:lnTo>
                      <a:close/>
                      <a:moveTo>
                        <a:pt x="552" y="2748"/>
                      </a:moveTo>
                      <a:lnTo>
                        <a:pt x="534" y="2730"/>
                      </a:lnTo>
                      <a:lnTo>
                        <a:pt x="528" y="2766"/>
                      </a:lnTo>
                      <a:lnTo>
                        <a:pt x="504" y="2772"/>
                      </a:lnTo>
                      <a:lnTo>
                        <a:pt x="546" y="2784"/>
                      </a:lnTo>
                      <a:lnTo>
                        <a:pt x="552" y="2748"/>
                      </a:lnTo>
                      <a:close/>
                      <a:moveTo>
                        <a:pt x="444" y="2736"/>
                      </a:moveTo>
                      <a:lnTo>
                        <a:pt x="480" y="2772"/>
                      </a:lnTo>
                      <a:lnTo>
                        <a:pt x="492" y="2760"/>
                      </a:lnTo>
                      <a:lnTo>
                        <a:pt x="462" y="2724"/>
                      </a:lnTo>
                      <a:lnTo>
                        <a:pt x="444" y="2736"/>
                      </a:lnTo>
                      <a:close/>
                      <a:moveTo>
                        <a:pt x="516" y="2724"/>
                      </a:moveTo>
                      <a:lnTo>
                        <a:pt x="504" y="2718"/>
                      </a:lnTo>
                      <a:lnTo>
                        <a:pt x="492" y="2730"/>
                      </a:lnTo>
                      <a:lnTo>
                        <a:pt x="504" y="2748"/>
                      </a:lnTo>
                      <a:lnTo>
                        <a:pt x="516" y="2724"/>
                      </a:lnTo>
                      <a:close/>
                      <a:moveTo>
                        <a:pt x="456" y="2706"/>
                      </a:moveTo>
                      <a:lnTo>
                        <a:pt x="462" y="2676"/>
                      </a:lnTo>
                      <a:lnTo>
                        <a:pt x="456" y="2640"/>
                      </a:lnTo>
                      <a:lnTo>
                        <a:pt x="438" y="2634"/>
                      </a:lnTo>
                      <a:lnTo>
                        <a:pt x="438" y="2652"/>
                      </a:lnTo>
                      <a:lnTo>
                        <a:pt x="408" y="2646"/>
                      </a:lnTo>
                      <a:lnTo>
                        <a:pt x="432" y="2682"/>
                      </a:lnTo>
                      <a:lnTo>
                        <a:pt x="426" y="2724"/>
                      </a:lnTo>
                      <a:lnTo>
                        <a:pt x="456" y="2706"/>
                      </a:lnTo>
                      <a:close/>
                      <a:moveTo>
                        <a:pt x="366" y="2622"/>
                      </a:moveTo>
                      <a:lnTo>
                        <a:pt x="384" y="2628"/>
                      </a:lnTo>
                      <a:lnTo>
                        <a:pt x="390" y="2658"/>
                      </a:lnTo>
                      <a:lnTo>
                        <a:pt x="396" y="2628"/>
                      </a:lnTo>
                      <a:lnTo>
                        <a:pt x="402" y="2604"/>
                      </a:lnTo>
                      <a:lnTo>
                        <a:pt x="372" y="2598"/>
                      </a:lnTo>
                      <a:lnTo>
                        <a:pt x="366" y="2622"/>
                      </a:lnTo>
                      <a:close/>
                      <a:moveTo>
                        <a:pt x="372" y="2586"/>
                      </a:moveTo>
                      <a:lnTo>
                        <a:pt x="378" y="2586"/>
                      </a:lnTo>
                      <a:lnTo>
                        <a:pt x="378" y="2580"/>
                      </a:lnTo>
                      <a:lnTo>
                        <a:pt x="384" y="2574"/>
                      </a:lnTo>
                      <a:lnTo>
                        <a:pt x="414" y="2598"/>
                      </a:lnTo>
                      <a:lnTo>
                        <a:pt x="414" y="2574"/>
                      </a:lnTo>
                      <a:lnTo>
                        <a:pt x="384" y="2544"/>
                      </a:lnTo>
                      <a:lnTo>
                        <a:pt x="378" y="2532"/>
                      </a:lnTo>
                      <a:lnTo>
                        <a:pt x="372" y="2526"/>
                      </a:lnTo>
                      <a:lnTo>
                        <a:pt x="360" y="2502"/>
                      </a:lnTo>
                      <a:lnTo>
                        <a:pt x="360" y="2490"/>
                      </a:lnTo>
                      <a:lnTo>
                        <a:pt x="342" y="2454"/>
                      </a:lnTo>
                      <a:lnTo>
                        <a:pt x="330" y="2448"/>
                      </a:lnTo>
                      <a:lnTo>
                        <a:pt x="324" y="2442"/>
                      </a:lnTo>
                      <a:lnTo>
                        <a:pt x="318" y="2442"/>
                      </a:lnTo>
                      <a:lnTo>
                        <a:pt x="312" y="2448"/>
                      </a:lnTo>
                      <a:lnTo>
                        <a:pt x="312" y="2454"/>
                      </a:lnTo>
                      <a:lnTo>
                        <a:pt x="294" y="2448"/>
                      </a:lnTo>
                      <a:lnTo>
                        <a:pt x="288" y="2454"/>
                      </a:lnTo>
                      <a:lnTo>
                        <a:pt x="288" y="2466"/>
                      </a:lnTo>
                      <a:lnTo>
                        <a:pt x="282" y="2472"/>
                      </a:lnTo>
                      <a:lnTo>
                        <a:pt x="282" y="2490"/>
                      </a:lnTo>
                      <a:lnTo>
                        <a:pt x="330" y="2490"/>
                      </a:lnTo>
                      <a:lnTo>
                        <a:pt x="312" y="2532"/>
                      </a:lnTo>
                      <a:lnTo>
                        <a:pt x="324" y="2532"/>
                      </a:lnTo>
                      <a:lnTo>
                        <a:pt x="348" y="2508"/>
                      </a:lnTo>
                      <a:lnTo>
                        <a:pt x="342" y="2532"/>
                      </a:lnTo>
                      <a:lnTo>
                        <a:pt x="342" y="2538"/>
                      </a:lnTo>
                      <a:lnTo>
                        <a:pt x="348" y="2544"/>
                      </a:lnTo>
                      <a:lnTo>
                        <a:pt x="366" y="2580"/>
                      </a:lnTo>
                      <a:lnTo>
                        <a:pt x="366" y="2586"/>
                      </a:lnTo>
                      <a:lnTo>
                        <a:pt x="372" y="2586"/>
                      </a:lnTo>
                      <a:close/>
                      <a:moveTo>
                        <a:pt x="246" y="2082"/>
                      </a:moveTo>
                      <a:lnTo>
                        <a:pt x="246" y="2034"/>
                      </a:lnTo>
                      <a:lnTo>
                        <a:pt x="216" y="2004"/>
                      </a:lnTo>
                      <a:lnTo>
                        <a:pt x="234" y="1992"/>
                      </a:lnTo>
                      <a:lnTo>
                        <a:pt x="210" y="1968"/>
                      </a:lnTo>
                      <a:lnTo>
                        <a:pt x="174" y="1956"/>
                      </a:lnTo>
                      <a:lnTo>
                        <a:pt x="174" y="1986"/>
                      </a:lnTo>
                      <a:lnTo>
                        <a:pt x="180" y="1998"/>
                      </a:lnTo>
                      <a:lnTo>
                        <a:pt x="180" y="2004"/>
                      </a:lnTo>
                      <a:lnTo>
                        <a:pt x="192" y="2016"/>
                      </a:lnTo>
                      <a:lnTo>
                        <a:pt x="198" y="2028"/>
                      </a:lnTo>
                      <a:lnTo>
                        <a:pt x="204" y="2034"/>
                      </a:lnTo>
                      <a:lnTo>
                        <a:pt x="204" y="2046"/>
                      </a:lnTo>
                      <a:lnTo>
                        <a:pt x="198" y="2064"/>
                      </a:lnTo>
                      <a:lnTo>
                        <a:pt x="246" y="2082"/>
                      </a:lnTo>
                      <a:close/>
                      <a:moveTo>
                        <a:pt x="246" y="2178"/>
                      </a:moveTo>
                      <a:lnTo>
                        <a:pt x="258" y="2190"/>
                      </a:lnTo>
                      <a:lnTo>
                        <a:pt x="282" y="2190"/>
                      </a:lnTo>
                      <a:lnTo>
                        <a:pt x="294" y="2172"/>
                      </a:lnTo>
                      <a:lnTo>
                        <a:pt x="264" y="2178"/>
                      </a:lnTo>
                      <a:lnTo>
                        <a:pt x="246" y="2178"/>
                      </a:lnTo>
                      <a:close/>
                      <a:moveTo>
                        <a:pt x="282" y="2220"/>
                      </a:moveTo>
                      <a:lnTo>
                        <a:pt x="282" y="2238"/>
                      </a:lnTo>
                      <a:lnTo>
                        <a:pt x="306" y="2256"/>
                      </a:lnTo>
                      <a:lnTo>
                        <a:pt x="306" y="2232"/>
                      </a:lnTo>
                      <a:lnTo>
                        <a:pt x="294" y="2208"/>
                      </a:lnTo>
                      <a:lnTo>
                        <a:pt x="258" y="2208"/>
                      </a:lnTo>
                      <a:lnTo>
                        <a:pt x="282" y="2220"/>
                      </a:lnTo>
                      <a:close/>
                      <a:moveTo>
                        <a:pt x="318" y="2190"/>
                      </a:moveTo>
                      <a:lnTo>
                        <a:pt x="324" y="2184"/>
                      </a:lnTo>
                      <a:lnTo>
                        <a:pt x="336" y="2178"/>
                      </a:lnTo>
                      <a:lnTo>
                        <a:pt x="348" y="2166"/>
                      </a:lnTo>
                      <a:lnTo>
                        <a:pt x="336" y="2154"/>
                      </a:lnTo>
                      <a:lnTo>
                        <a:pt x="324" y="2154"/>
                      </a:lnTo>
                      <a:lnTo>
                        <a:pt x="312" y="2160"/>
                      </a:lnTo>
                      <a:lnTo>
                        <a:pt x="306" y="2166"/>
                      </a:lnTo>
                      <a:lnTo>
                        <a:pt x="306" y="2184"/>
                      </a:lnTo>
                      <a:lnTo>
                        <a:pt x="312" y="2190"/>
                      </a:lnTo>
                      <a:lnTo>
                        <a:pt x="318" y="2190"/>
                      </a:lnTo>
                      <a:close/>
                      <a:moveTo>
                        <a:pt x="252" y="2112"/>
                      </a:moveTo>
                      <a:lnTo>
                        <a:pt x="240" y="2118"/>
                      </a:lnTo>
                      <a:lnTo>
                        <a:pt x="240" y="2136"/>
                      </a:lnTo>
                      <a:lnTo>
                        <a:pt x="252" y="2136"/>
                      </a:lnTo>
                      <a:lnTo>
                        <a:pt x="264" y="2124"/>
                      </a:lnTo>
                      <a:lnTo>
                        <a:pt x="264" y="2106"/>
                      </a:lnTo>
                      <a:lnTo>
                        <a:pt x="258" y="2106"/>
                      </a:lnTo>
                      <a:lnTo>
                        <a:pt x="252" y="2112"/>
                      </a:lnTo>
                      <a:close/>
                      <a:moveTo>
                        <a:pt x="234" y="2154"/>
                      </a:moveTo>
                      <a:lnTo>
                        <a:pt x="216" y="2154"/>
                      </a:lnTo>
                      <a:lnTo>
                        <a:pt x="228" y="2178"/>
                      </a:lnTo>
                      <a:lnTo>
                        <a:pt x="234" y="2154"/>
                      </a:lnTo>
                      <a:close/>
                      <a:moveTo>
                        <a:pt x="714" y="2874"/>
                      </a:moveTo>
                      <a:lnTo>
                        <a:pt x="726" y="2874"/>
                      </a:lnTo>
                      <a:lnTo>
                        <a:pt x="726" y="2886"/>
                      </a:lnTo>
                      <a:lnTo>
                        <a:pt x="768" y="2886"/>
                      </a:lnTo>
                      <a:lnTo>
                        <a:pt x="774" y="2880"/>
                      </a:lnTo>
                      <a:lnTo>
                        <a:pt x="774" y="2874"/>
                      </a:lnTo>
                      <a:lnTo>
                        <a:pt x="744" y="2844"/>
                      </a:lnTo>
                      <a:lnTo>
                        <a:pt x="744" y="2808"/>
                      </a:lnTo>
                      <a:lnTo>
                        <a:pt x="786" y="2802"/>
                      </a:lnTo>
                      <a:lnTo>
                        <a:pt x="780" y="2790"/>
                      </a:lnTo>
                      <a:lnTo>
                        <a:pt x="804" y="2790"/>
                      </a:lnTo>
                      <a:lnTo>
                        <a:pt x="816" y="2772"/>
                      </a:lnTo>
                      <a:lnTo>
                        <a:pt x="792" y="2754"/>
                      </a:lnTo>
                      <a:lnTo>
                        <a:pt x="696" y="2754"/>
                      </a:lnTo>
                      <a:lnTo>
                        <a:pt x="684" y="2760"/>
                      </a:lnTo>
                      <a:lnTo>
                        <a:pt x="672" y="2760"/>
                      </a:lnTo>
                      <a:lnTo>
                        <a:pt x="654" y="2742"/>
                      </a:lnTo>
                      <a:lnTo>
                        <a:pt x="618" y="2724"/>
                      </a:lnTo>
                      <a:lnTo>
                        <a:pt x="606" y="2706"/>
                      </a:lnTo>
                      <a:lnTo>
                        <a:pt x="588" y="2682"/>
                      </a:lnTo>
                      <a:lnTo>
                        <a:pt x="588" y="2658"/>
                      </a:lnTo>
                      <a:lnTo>
                        <a:pt x="576" y="2646"/>
                      </a:lnTo>
                      <a:lnTo>
                        <a:pt x="564" y="2640"/>
                      </a:lnTo>
                      <a:lnTo>
                        <a:pt x="546" y="2640"/>
                      </a:lnTo>
                      <a:lnTo>
                        <a:pt x="534" y="2652"/>
                      </a:lnTo>
                      <a:lnTo>
                        <a:pt x="528" y="2652"/>
                      </a:lnTo>
                      <a:lnTo>
                        <a:pt x="516" y="2646"/>
                      </a:lnTo>
                      <a:lnTo>
                        <a:pt x="510" y="2640"/>
                      </a:lnTo>
                      <a:lnTo>
                        <a:pt x="510" y="2628"/>
                      </a:lnTo>
                      <a:lnTo>
                        <a:pt x="504" y="2622"/>
                      </a:lnTo>
                      <a:lnTo>
                        <a:pt x="504" y="2616"/>
                      </a:lnTo>
                      <a:lnTo>
                        <a:pt x="474" y="2610"/>
                      </a:lnTo>
                      <a:lnTo>
                        <a:pt x="474" y="2574"/>
                      </a:lnTo>
                      <a:lnTo>
                        <a:pt x="468" y="2568"/>
                      </a:lnTo>
                      <a:lnTo>
                        <a:pt x="462" y="2556"/>
                      </a:lnTo>
                      <a:lnTo>
                        <a:pt x="462" y="2544"/>
                      </a:lnTo>
                      <a:lnTo>
                        <a:pt x="474" y="2538"/>
                      </a:lnTo>
                      <a:lnTo>
                        <a:pt x="474" y="2514"/>
                      </a:lnTo>
                      <a:lnTo>
                        <a:pt x="480" y="2514"/>
                      </a:lnTo>
                      <a:lnTo>
                        <a:pt x="486" y="2508"/>
                      </a:lnTo>
                      <a:lnTo>
                        <a:pt x="492" y="2508"/>
                      </a:lnTo>
                      <a:lnTo>
                        <a:pt x="498" y="2502"/>
                      </a:lnTo>
                      <a:lnTo>
                        <a:pt x="498" y="2496"/>
                      </a:lnTo>
                      <a:lnTo>
                        <a:pt x="474" y="2472"/>
                      </a:lnTo>
                      <a:lnTo>
                        <a:pt x="480" y="2466"/>
                      </a:lnTo>
                      <a:lnTo>
                        <a:pt x="492" y="2460"/>
                      </a:lnTo>
                      <a:lnTo>
                        <a:pt x="498" y="2460"/>
                      </a:lnTo>
                      <a:lnTo>
                        <a:pt x="498" y="2454"/>
                      </a:lnTo>
                      <a:lnTo>
                        <a:pt x="474" y="2430"/>
                      </a:lnTo>
                      <a:lnTo>
                        <a:pt x="468" y="2430"/>
                      </a:lnTo>
                      <a:lnTo>
                        <a:pt x="474" y="2388"/>
                      </a:lnTo>
                      <a:lnTo>
                        <a:pt x="486" y="2382"/>
                      </a:lnTo>
                      <a:lnTo>
                        <a:pt x="474" y="2358"/>
                      </a:lnTo>
                      <a:lnTo>
                        <a:pt x="480" y="2322"/>
                      </a:lnTo>
                      <a:lnTo>
                        <a:pt x="456" y="2298"/>
                      </a:lnTo>
                      <a:lnTo>
                        <a:pt x="462" y="2274"/>
                      </a:lnTo>
                      <a:lnTo>
                        <a:pt x="438" y="2256"/>
                      </a:lnTo>
                      <a:lnTo>
                        <a:pt x="450" y="2244"/>
                      </a:lnTo>
                      <a:lnTo>
                        <a:pt x="456" y="2232"/>
                      </a:lnTo>
                      <a:lnTo>
                        <a:pt x="462" y="2226"/>
                      </a:lnTo>
                      <a:lnTo>
                        <a:pt x="438" y="2202"/>
                      </a:lnTo>
                      <a:lnTo>
                        <a:pt x="426" y="2202"/>
                      </a:lnTo>
                      <a:lnTo>
                        <a:pt x="420" y="2196"/>
                      </a:lnTo>
                      <a:lnTo>
                        <a:pt x="408" y="2190"/>
                      </a:lnTo>
                      <a:lnTo>
                        <a:pt x="402" y="2190"/>
                      </a:lnTo>
                      <a:lnTo>
                        <a:pt x="396" y="2184"/>
                      </a:lnTo>
                      <a:lnTo>
                        <a:pt x="414" y="2184"/>
                      </a:lnTo>
                      <a:lnTo>
                        <a:pt x="426" y="2178"/>
                      </a:lnTo>
                      <a:lnTo>
                        <a:pt x="438" y="2178"/>
                      </a:lnTo>
                      <a:lnTo>
                        <a:pt x="444" y="2172"/>
                      </a:lnTo>
                      <a:lnTo>
                        <a:pt x="444" y="2166"/>
                      </a:lnTo>
                      <a:lnTo>
                        <a:pt x="432" y="2160"/>
                      </a:lnTo>
                      <a:lnTo>
                        <a:pt x="402" y="2160"/>
                      </a:lnTo>
                      <a:lnTo>
                        <a:pt x="390" y="2148"/>
                      </a:lnTo>
                      <a:lnTo>
                        <a:pt x="390" y="2118"/>
                      </a:lnTo>
                      <a:lnTo>
                        <a:pt x="384" y="2106"/>
                      </a:lnTo>
                      <a:lnTo>
                        <a:pt x="384" y="2100"/>
                      </a:lnTo>
                      <a:lnTo>
                        <a:pt x="378" y="2094"/>
                      </a:lnTo>
                      <a:lnTo>
                        <a:pt x="366" y="2088"/>
                      </a:lnTo>
                      <a:lnTo>
                        <a:pt x="360" y="2088"/>
                      </a:lnTo>
                      <a:lnTo>
                        <a:pt x="366" y="2058"/>
                      </a:lnTo>
                      <a:lnTo>
                        <a:pt x="342" y="2046"/>
                      </a:lnTo>
                      <a:lnTo>
                        <a:pt x="336" y="2040"/>
                      </a:lnTo>
                      <a:lnTo>
                        <a:pt x="336" y="2028"/>
                      </a:lnTo>
                      <a:lnTo>
                        <a:pt x="330" y="2016"/>
                      </a:lnTo>
                      <a:lnTo>
                        <a:pt x="330" y="1998"/>
                      </a:lnTo>
                      <a:lnTo>
                        <a:pt x="324" y="1986"/>
                      </a:lnTo>
                      <a:lnTo>
                        <a:pt x="324" y="1974"/>
                      </a:lnTo>
                      <a:lnTo>
                        <a:pt x="330" y="1968"/>
                      </a:lnTo>
                      <a:lnTo>
                        <a:pt x="342" y="1962"/>
                      </a:lnTo>
                      <a:lnTo>
                        <a:pt x="348" y="1962"/>
                      </a:lnTo>
                      <a:lnTo>
                        <a:pt x="336" y="1950"/>
                      </a:lnTo>
                      <a:lnTo>
                        <a:pt x="324" y="1944"/>
                      </a:lnTo>
                      <a:lnTo>
                        <a:pt x="306" y="1926"/>
                      </a:lnTo>
                      <a:lnTo>
                        <a:pt x="300" y="1914"/>
                      </a:lnTo>
                      <a:lnTo>
                        <a:pt x="300" y="1890"/>
                      </a:lnTo>
                      <a:lnTo>
                        <a:pt x="294" y="1878"/>
                      </a:lnTo>
                      <a:lnTo>
                        <a:pt x="288" y="1872"/>
                      </a:lnTo>
                      <a:lnTo>
                        <a:pt x="288" y="1842"/>
                      </a:lnTo>
                      <a:lnTo>
                        <a:pt x="294" y="1836"/>
                      </a:lnTo>
                      <a:lnTo>
                        <a:pt x="294" y="1824"/>
                      </a:lnTo>
                      <a:lnTo>
                        <a:pt x="276" y="1812"/>
                      </a:lnTo>
                      <a:lnTo>
                        <a:pt x="276" y="1806"/>
                      </a:lnTo>
                      <a:lnTo>
                        <a:pt x="282" y="1794"/>
                      </a:lnTo>
                      <a:lnTo>
                        <a:pt x="282" y="1788"/>
                      </a:lnTo>
                      <a:lnTo>
                        <a:pt x="264" y="1770"/>
                      </a:lnTo>
                      <a:lnTo>
                        <a:pt x="282" y="1758"/>
                      </a:lnTo>
                      <a:lnTo>
                        <a:pt x="270" y="1716"/>
                      </a:lnTo>
                      <a:lnTo>
                        <a:pt x="276" y="1716"/>
                      </a:lnTo>
                      <a:lnTo>
                        <a:pt x="282" y="1710"/>
                      </a:lnTo>
                      <a:lnTo>
                        <a:pt x="294" y="1704"/>
                      </a:lnTo>
                      <a:lnTo>
                        <a:pt x="300" y="1692"/>
                      </a:lnTo>
                      <a:lnTo>
                        <a:pt x="300" y="1686"/>
                      </a:lnTo>
                      <a:lnTo>
                        <a:pt x="282" y="1668"/>
                      </a:lnTo>
                      <a:lnTo>
                        <a:pt x="276" y="1668"/>
                      </a:lnTo>
                      <a:lnTo>
                        <a:pt x="276" y="1650"/>
                      </a:lnTo>
                      <a:lnTo>
                        <a:pt x="246" y="1626"/>
                      </a:lnTo>
                      <a:lnTo>
                        <a:pt x="246" y="1578"/>
                      </a:lnTo>
                      <a:lnTo>
                        <a:pt x="240" y="1566"/>
                      </a:lnTo>
                      <a:lnTo>
                        <a:pt x="234" y="1548"/>
                      </a:lnTo>
                      <a:lnTo>
                        <a:pt x="234" y="1536"/>
                      </a:lnTo>
                      <a:lnTo>
                        <a:pt x="228" y="1530"/>
                      </a:lnTo>
                      <a:lnTo>
                        <a:pt x="228" y="1524"/>
                      </a:lnTo>
                      <a:lnTo>
                        <a:pt x="252" y="1518"/>
                      </a:lnTo>
                      <a:lnTo>
                        <a:pt x="258" y="1500"/>
                      </a:lnTo>
                      <a:lnTo>
                        <a:pt x="258" y="1494"/>
                      </a:lnTo>
                      <a:lnTo>
                        <a:pt x="264" y="1482"/>
                      </a:lnTo>
                      <a:lnTo>
                        <a:pt x="264" y="1470"/>
                      </a:lnTo>
                      <a:lnTo>
                        <a:pt x="258" y="1464"/>
                      </a:lnTo>
                      <a:lnTo>
                        <a:pt x="252" y="1452"/>
                      </a:lnTo>
                      <a:lnTo>
                        <a:pt x="246" y="1446"/>
                      </a:lnTo>
                      <a:lnTo>
                        <a:pt x="240" y="1434"/>
                      </a:lnTo>
                      <a:lnTo>
                        <a:pt x="234" y="1428"/>
                      </a:lnTo>
                      <a:lnTo>
                        <a:pt x="246" y="1428"/>
                      </a:lnTo>
                      <a:lnTo>
                        <a:pt x="246" y="1398"/>
                      </a:lnTo>
                      <a:lnTo>
                        <a:pt x="252" y="1380"/>
                      </a:lnTo>
                      <a:lnTo>
                        <a:pt x="252" y="1356"/>
                      </a:lnTo>
                      <a:lnTo>
                        <a:pt x="270" y="1338"/>
                      </a:lnTo>
                      <a:lnTo>
                        <a:pt x="270" y="1332"/>
                      </a:lnTo>
                      <a:lnTo>
                        <a:pt x="264" y="1320"/>
                      </a:lnTo>
                      <a:lnTo>
                        <a:pt x="258" y="1314"/>
                      </a:lnTo>
                      <a:lnTo>
                        <a:pt x="252" y="1302"/>
                      </a:lnTo>
                      <a:lnTo>
                        <a:pt x="246" y="1260"/>
                      </a:lnTo>
                      <a:lnTo>
                        <a:pt x="222" y="1260"/>
                      </a:lnTo>
                      <a:lnTo>
                        <a:pt x="210" y="1248"/>
                      </a:lnTo>
                      <a:lnTo>
                        <a:pt x="210" y="1236"/>
                      </a:lnTo>
                      <a:lnTo>
                        <a:pt x="216" y="1230"/>
                      </a:lnTo>
                      <a:lnTo>
                        <a:pt x="210" y="1218"/>
                      </a:lnTo>
                      <a:lnTo>
                        <a:pt x="198" y="1188"/>
                      </a:lnTo>
                      <a:lnTo>
                        <a:pt x="180" y="1170"/>
                      </a:lnTo>
                      <a:lnTo>
                        <a:pt x="180" y="1164"/>
                      </a:lnTo>
                      <a:lnTo>
                        <a:pt x="186" y="1158"/>
                      </a:lnTo>
                      <a:lnTo>
                        <a:pt x="186" y="1146"/>
                      </a:lnTo>
                      <a:lnTo>
                        <a:pt x="168" y="1128"/>
                      </a:lnTo>
                      <a:lnTo>
                        <a:pt x="156" y="1122"/>
                      </a:lnTo>
                      <a:lnTo>
                        <a:pt x="156" y="1116"/>
                      </a:lnTo>
                      <a:lnTo>
                        <a:pt x="150" y="1110"/>
                      </a:lnTo>
                      <a:lnTo>
                        <a:pt x="150" y="1086"/>
                      </a:lnTo>
                      <a:lnTo>
                        <a:pt x="156" y="1086"/>
                      </a:lnTo>
                      <a:lnTo>
                        <a:pt x="168" y="1080"/>
                      </a:lnTo>
                      <a:lnTo>
                        <a:pt x="162" y="1026"/>
                      </a:lnTo>
                      <a:lnTo>
                        <a:pt x="186" y="1026"/>
                      </a:lnTo>
                      <a:lnTo>
                        <a:pt x="186" y="1020"/>
                      </a:lnTo>
                      <a:lnTo>
                        <a:pt x="180" y="1008"/>
                      </a:lnTo>
                      <a:lnTo>
                        <a:pt x="168" y="972"/>
                      </a:lnTo>
                      <a:lnTo>
                        <a:pt x="156" y="948"/>
                      </a:lnTo>
                      <a:lnTo>
                        <a:pt x="156" y="936"/>
                      </a:lnTo>
                      <a:lnTo>
                        <a:pt x="168" y="924"/>
                      </a:lnTo>
                      <a:lnTo>
                        <a:pt x="168" y="858"/>
                      </a:lnTo>
                      <a:lnTo>
                        <a:pt x="174" y="852"/>
                      </a:lnTo>
                      <a:lnTo>
                        <a:pt x="180" y="840"/>
                      </a:lnTo>
                      <a:lnTo>
                        <a:pt x="192" y="828"/>
                      </a:lnTo>
                      <a:lnTo>
                        <a:pt x="192" y="816"/>
                      </a:lnTo>
                      <a:lnTo>
                        <a:pt x="198" y="804"/>
                      </a:lnTo>
                      <a:lnTo>
                        <a:pt x="198" y="792"/>
                      </a:lnTo>
                      <a:lnTo>
                        <a:pt x="204" y="774"/>
                      </a:lnTo>
                      <a:lnTo>
                        <a:pt x="204" y="762"/>
                      </a:lnTo>
                      <a:lnTo>
                        <a:pt x="222" y="762"/>
                      </a:lnTo>
                      <a:lnTo>
                        <a:pt x="228" y="756"/>
                      </a:lnTo>
                      <a:lnTo>
                        <a:pt x="240" y="750"/>
                      </a:lnTo>
                      <a:lnTo>
                        <a:pt x="240" y="738"/>
                      </a:lnTo>
                      <a:lnTo>
                        <a:pt x="234" y="726"/>
                      </a:lnTo>
                      <a:lnTo>
                        <a:pt x="210" y="714"/>
                      </a:lnTo>
                      <a:lnTo>
                        <a:pt x="204" y="708"/>
                      </a:lnTo>
                      <a:lnTo>
                        <a:pt x="198" y="708"/>
                      </a:lnTo>
                      <a:lnTo>
                        <a:pt x="204" y="708"/>
                      </a:lnTo>
                      <a:lnTo>
                        <a:pt x="216" y="696"/>
                      </a:lnTo>
                      <a:lnTo>
                        <a:pt x="222" y="684"/>
                      </a:lnTo>
                      <a:lnTo>
                        <a:pt x="228" y="678"/>
                      </a:lnTo>
                      <a:lnTo>
                        <a:pt x="222" y="666"/>
                      </a:lnTo>
                      <a:lnTo>
                        <a:pt x="210" y="654"/>
                      </a:lnTo>
                      <a:lnTo>
                        <a:pt x="198" y="648"/>
                      </a:lnTo>
                      <a:lnTo>
                        <a:pt x="192" y="642"/>
                      </a:lnTo>
                      <a:lnTo>
                        <a:pt x="192" y="624"/>
                      </a:lnTo>
                      <a:lnTo>
                        <a:pt x="216" y="600"/>
                      </a:lnTo>
                      <a:lnTo>
                        <a:pt x="216" y="594"/>
                      </a:lnTo>
                      <a:lnTo>
                        <a:pt x="204" y="594"/>
                      </a:lnTo>
                      <a:lnTo>
                        <a:pt x="192" y="588"/>
                      </a:lnTo>
                      <a:lnTo>
                        <a:pt x="186" y="582"/>
                      </a:lnTo>
                      <a:lnTo>
                        <a:pt x="186" y="576"/>
                      </a:lnTo>
                      <a:lnTo>
                        <a:pt x="192" y="570"/>
                      </a:lnTo>
                      <a:lnTo>
                        <a:pt x="198" y="558"/>
                      </a:lnTo>
                      <a:lnTo>
                        <a:pt x="210" y="552"/>
                      </a:lnTo>
                      <a:lnTo>
                        <a:pt x="222" y="540"/>
                      </a:lnTo>
                      <a:lnTo>
                        <a:pt x="240" y="534"/>
                      </a:lnTo>
                      <a:lnTo>
                        <a:pt x="252" y="528"/>
                      </a:lnTo>
                      <a:lnTo>
                        <a:pt x="258" y="522"/>
                      </a:lnTo>
                      <a:lnTo>
                        <a:pt x="264" y="522"/>
                      </a:lnTo>
                      <a:lnTo>
                        <a:pt x="276" y="438"/>
                      </a:lnTo>
                      <a:lnTo>
                        <a:pt x="264" y="420"/>
                      </a:lnTo>
                      <a:lnTo>
                        <a:pt x="222" y="420"/>
                      </a:lnTo>
                      <a:lnTo>
                        <a:pt x="216" y="408"/>
                      </a:lnTo>
                      <a:lnTo>
                        <a:pt x="216" y="384"/>
                      </a:lnTo>
                      <a:lnTo>
                        <a:pt x="192" y="360"/>
                      </a:lnTo>
                      <a:lnTo>
                        <a:pt x="192" y="294"/>
                      </a:lnTo>
                      <a:lnTo>
                        <a:pt x="186" y="288"/>
                      </a:lnTo>
                      <a:lnTo>
                        <a:pt x="174" y="282"/>
                      </a:lnTo>
                      <a:lnTo>
                        <a:pt x="168" y="276"/>
                      </a:lnTo>
                      <a:lnTo>
                        <a:pt x="156" y="270"/>
                      </a:lnTo>
                      <a:lnTo>
                        <a:pt x="150" y="264"/>
                      </a:lnTo>
                      <a:lnTo>
                        <a:pt x="144" y="264"/>
                      </a:lnTo>
                      <a:lnTo>
                        <a:pt x="144" y="240"/>
                      </a:lnTo>
                      <a:lnTo>
                        <a:pt x="138" y="234"/>
                      </a:lnTo>
                      <a:lnTo>
                        <a:pt x="132" y="222"/>
                      </a:lnTo>
                      <a:lnTo>
                        <a:pt x="132" y="210"/>
                      </a:lnTo>
                      <a:lnTo>
                        <a:pt x="138" y="204"/>
                      </a:lnTo>
                      <a:lnTo>
                        <a:pt x="144" y="192"/>
                      </a:lnTo>
                      <a:lnTo>
                        <a:pt x="150" y="186"/>
                      </a:lnTo>
                      <a:lnTo>
                        <a:pt x="132" y="168"/>
                      </a:lnTo>
                      <a:lnTo>
                        <a:pt x="144" y="156"/>
                      </a:lnTo>
                      <a:lnTo>
                        <a:pt x="150" y="144"/>
                      </a:lnTo>
                      <a:lnTo>
                        <a:pt x="150" y="138"/>
                      </a:lnTo>
                      <a:lnTo>
                        <a:pt x="144" y="126"/>
                      </a:lnTo>
                      <a:lnTo>
                        <a:pt x="120" y="114"/>
                      </a:lnTo>
                      <a:lnTo>
                        <a:pt x="114" y="114"/>
                      </a:lnTo>
                      <a:lnTo>
                        <a:pt x="102" y="108"/>
                      </a:lnTo>
                      <a:lnTo>
                        <a:pt x="90" y="30"/>
                      </a:lnTo>
                      <a:lnTo>
                        <a:pt x="66" y="30"/>
                      </a:lnTo>
                      <a:lnTo>
                        <a:pt x="48" y="0"/>
                      </a:lnTo>
                      <a:lnTo>
                        <a:pt x="36" y="6"/>
                      </a:lnTo>
                      <a:lnTo>
                        <a:pt x="42" y="18"/>
                      </a:lnTo>
                      <a:lnTo>
                        <a:pt x="42" y="36"/>
                      </a:lnTo>
                      <a:lnTo>
                        <a:pt x="36" y="42"/>
                      </a:lnTo>
                      <a:lnTo>
                        <a:pt x="0" y="66"/>
                      </a:lnTo>
                      <a:lnTo>
                        <a:pt x="0" y="108"/>
                      </a:lnTo>
                      <a:lnTo>
                        <a:pt x="24" y="156"/>
                      </a:lnTo>
                      <a:lnTo>
                        <a:pt x="30" y="174"/>
                      </a:lnTo>
                      <a:lnTo>
                        <a:pt x="36" y="228"/>
                      </a:lnTo>
                      <a:lnTo>
                        <a:pt x="36" y="282"/>
                      </a:lnTo>
                      <a:lnTo>
                        <a:pt x="48" y="318"/>
                      </a:lnTo>
                      <a:lnTo>
                        <a:pt x="48" y="360"/>
                      </a:lnTo>
                      <a:lnTo>
                        <a:pt x="54" y="384"/>
                      </a:lnTo>
                      <a:lnTo>
                        <a:pt x="54" y="432"/>
                      </a:lnTo>
                      <a:lnTo>
                        <a:pt x="30" y="444"/>
                      </a:lnTo>
                      <a:lnTo>
                        <a:pt x="36" y="474"/>
                      </a:lnTo>
                      <a:lnTo>
                        <a:pt x="54" y="486"/>
                      </a:lnTo>
                      <a:lnTo>
                        <a:pt x="48" y="582"/>
                      </a:lnTo>
                      <a:lnTo>
                        <a:pt x="72" y="624"/>
                      </a:lnTo>
                      <a:lnTo>
                        <a:pt x="54" y="642"/>
                      </a:lnTo>
                      <a:lnTo>
                        <a:pt x="60" y="702"/>
                      </a:lnTo>
                      <a:lnTo>
                        <a:pt x="66" y="708"/>
                      </a:lnTo>
                      <a:lnTo>
                        <a:pt x="78" y="732"/>
                      </a:lnTo>
                      <a:lnTo>
                        <a:pt x="78" y="744"/>
                      </a:lnTo>
                      <a:lnTo>
                        <a:pt x="72" y="756"/>
                      </a:lnTo>
                      <a:lnTo>
                        <a:pt x="66" y="762"/>
                      </a:lnTo>
                      <a:lnTo>
                        <a:pt x="60" y="762"/>
                      </a:lnTo>
                      <a:lnTo>
                        <a:pt x="60" y="792"/>
                      </a:lnTo>
                      <a:lnTo>
                        <a:pt x="72" y="810"/>
                      </a:lnTo>
                      <a:lnTo>
                        <a:pt x="60" y="822"/>
                      </a:lnTo>
                      <a:lnTo>
                        <a:pt x="48" y="846"/>
                      </a:lnTo>
                      <a:lnTo>
                        <a:pt x="48" y="852"/>
                      </a:lnTo>
                      <a:lnTo>
                        <a:pt x="60" y="852"/>
                      </a:lnTo>
                      <a:lnTo>
                        <a:pt x="60" y="864"/>
                      </a:lnTo>
                      <a:lnTo>
                        <a:pt x="66" y="870"/>
                      </a:lnTo>
                      <a:lnTo>
                        <a:pt x="66" y="888"/>
                      </a:lnTo>
                      <a:lnTo>
                        <a:pt x="54" y="900"/>
                      </a:lnTo>
                      <a:lnTo>
                        <a:pt x="54" y="906"/>
                      </a:lnTo>
                      <a:lnTo>
                        <a:pt x="48" y="912"/>
                      </a:lnTo>
                      <a:lnTo>
                        <a:pt x="48" y="936"/>
                      </a:lnTo>
                      <a:lnTo>
                        <a:pt x="54" y="948"/>
                      </a:lnTo>
                      <a:lnTo>
                        <a:pt x="60" y="954"/>
                      </a:lnTo>
                      <a:lnTo>
                        <a:pt x="66" y="954"/>
                      </a:lnTo>
                      <a:lnTo>
                        <a:pt x="78" y="966"/>
                      </a:lnTo>
                      <a:lnTo>
                        <a:pt x="78" y="1020"/>
                      </a:lnTo>
                      <a:lnTo>
                        <a:pt x="60" y="1020"/>
                      </a:lnTo>
                      <a:lnTo>
                        <a:pt x="60" y="1044"/>
                      </a:lnTo>
                      <a:lnTo>
                        <a:pt x="66" y="1056"/>
                      </a:lnTo>
                      <a:lnTo>
                        <a:pt x="90" y="1128"/>
                      </a:lnTo>
                      <a:lnTo>
                        <a:pt x="96" y="1140"/>
                      </a:lnTo>
                      <a:lnTo>
                        <a:pt x="102" y="1146"/>
                      </a:lnTo>
                      <a:lnTo>
                        <a:pt x="102" y="1164"/>
                      </a:lnTo>
                      <a:lnTo>
                        <a:pt x="108" y="1170"/>
                      </a:lnTo>
                      <a:lnTo>
                        <a:pt x="114" y="1182"/>
                      </a:lnTo>
                      <a:lnTo>
                        <a:pt x="120" y="1188"/>
                      </a:lnTo>
                      <a:lnTo>
                        <a:pt x="120" y="1236"/>
                      </a:lnTo>
                      <a:lnTo>
                        <a:pt x="114" y="1266"/>
                      </a:lnTo>
                      <a:lnTo>
                        <a:pt x="138" y="1290"/>
                      </a:lnTo>
                      <a:lnTo>
                        <a:pt x="138" y="1296"/>
                      </a:lnTo>
                      <a:lnTo>
                        <a:pt x="132" y="1302"/>
                      </a:lnTo>
                      <a:lnTo>
                        <a:pt x="126" y="1314"/>
                      </a:lnTo>
                      <a:lnTo>
                        <a:pt x="126" y="1326"/>
                      </a:lnTo>
                      <a:lnTo>
                        <a:pt x="120" y="1338"/>
                      </a:lnTo>
                      <a:lnTo>
                        <a:pt x="120" y="1416"/>
                      </a:lnTo>
                      <a:lnTo>
                        <a:pt x="102" y="1452"/>
                      </a:lnTo>
                      <a:lnTo>
                        <a:pt x="114" y="1464"/>
                      </a:lnTo>
                      <a:lnTo>
                        <a:pt x="114" y="1470"/>
                      </a:lnTo>
                      <a:lnTo>
                        <a:pt x="108" y="1476"/>
                      </a:lnTo>
                      <a:lnTo>
                        <a:pt x="108" y="1536"/>
                      </a:lnTo>
                      <a:lnTo>
                        <a:pt x="102" y="1554"/>
                      </a:lnTo>
                      <a:lnTo>
                        <a:pt x="102" y="1578"/>
                      </a:lnTo>
                      <a:lnTo>
                        <a:pt x="84" y="1584"/>
                      </a:lnTo>
                      <a:lnTo>
                        <a:pt x="84" y="1608"/>
                      </a:lnTo>
                      <a:lnTo>
                        <a:pt x="108" y="1650"/>
                      </a:lnTo>
                      <a:lnTo>
                        <a:pt x="108" y="1692"/>
                      </a:lnTo>
                      <a:lnTo>
                        <a:pt x="114" y="1704"/>
                      </a:lnTo>
                      <a:lnTo>
                        <a:pt x="144" y="1734"/>
                      </a:lnTo>
                      <a:lnTo>
                        <a:pt x="156" y="1758"/>
                      </a:lnTo>
                      <a:lnTo>
                        <a:pt x="156" y="1800"/>
                      </a:lnTo>
                      <a:lnTo>
                        <a:pt x="150" y="1812"/>
                      </a:lnTo>
                      <a:lnTo>
                        <a:pt x="150" y="1824"/>
                      </a:lnTo>
                      <a:lnTo>
                        <a:pt x="162" y="1836"/>
                      </a:lnTo>
                      <a:lnTo>
                        <a:pt x="162" y="1896"/>
                      </a:lnTo>
                      <a:lnTo>
                        <a:pt x="168" y="1908"/>
                      </a:lnTo>
                      <a:lnTo>
                        <a:pt x="174" y="1914"/>
                      </a:lnTo>
                      <a:lnTo>
                        <a:pt x="186" y="1920"/>
                      </a:lnTo>
                      <a:lnTo>
                        <a:pt x="192" y="1926"/>
                      </a:lnTo>
                      <a:lnTo>
                        <a:pt x="198" y="1926"/>
                      </a:lnTo>
                      <a:lnTo>
                        <a:pt x="192" y="1944"/>
                      </a:lnTo>
                      <a:lnTo>
                        <a:pt x="234" y="1944"/>
                      </a:lnTo>
                      <a:lnTo>
                        <a:pt x="234" y="1914"/>
                      </a:lnTo>
                      <a:lnTo>
                        <a:pt x="246" y="1926"/>
                      </a:lnTo>
                      <a:lnTo>
                        <a:pt x="258" y="1932"/>
                      </a:lnTo>
                      <a:lnTo>
                        <a:pt x="270" y="1932"/>
                      </a:lnTo>
                      <a:lnTo>
                        <a:pt x="276" y="1926"/>
                      </a:lnTo>
                      <a:lnTo>
                        <a:pt x="276" y="1914"/>
                      </a:lnTo>
                      <a:lnTo>
                        <a:pt x="288" y="1932"/>
                      </a:lnTo>
                      <a:lnTo>
                        <a:pt x="282" y="1938"/>
                      </a:lnTo>
                      <a:lnTo>
                        <a:pt x="270" y="1944"/>
                      </a:lnTo>
                      <a:lnTo>
                        <a:pt x="264" y="1956"/>
                      </a:lnTo>
                      <a:lnTo>
                        <a:pt x="258" y="1962"/>
                      </a:lnTo>
                      <a:lnTo>
                        <a:pt x="258" y="1968"/>
                      </a:lnTo>
                      <a:lnTo>
                        <a:pt x="288" y="1968"/>
                      </a:lnTo>
                      <a:lnTo>
                        <a:pt x="294" y="1974"/>
                      </a:lnTo>
                      <a:lnTo>
                        <a:pt x="294" y="1992"/>
                      </a:lnTo>
                      <a:lnTo>
                        <a:pt x="270" y="1986"/>
                      </a:lnTo>
                      <a:lnTo>
                        <a:pt x="288" y="2010"/>
                      </a:lnTo>
                      <a:lnTo>
                        <a:pt x="276" y="2022"/>
                      </a:lnTo>
                      <a:lnTo>
                        <a:pt x="294" y="2046"/>
                      </a:lnTo>
                      <a:lnTo>
                        <a:pt x="276" y="2064"/>
                      </a:lnTo>
                      <a:lnTo>
                        <a:pt x="270" y="2076"/>
                      </a:lnTo>
                      <a:lnTo>
                        <a:pt x="270" y="2082"/>
                      </a:lnTo>
                      <a:lnTo>
                        <a:pt x="276" y="2088"/>
                      </a:lnTo>
                      <a:lnTo>
                        <a:pt x="282" y="2088"/>
                      </a:lnTo>
                      <a:lnTo>
                        <a:pt x="306" y="2100"/>
                      </a:lnTo>
                      <a:lnTo>
                        <a:pt x="318" y="2100"/>
                      </a:lnTo>
                      <a:lnTo>
                        <a:pt x="300" y="2118"/>
                      </a:lnTo>
                      <a:lnTo>
                        <a:pt x="300" y="2130"/>
                      </a:lnTo>
                      <a:lnTo>
                        <a:pt x="312" y="2136"/>
                      </a:lnTo>
                      <a:lnTo>
                        <a:pt x="318" y="2142"/>
                      </a:lnTo>
                      <a:lnTo>
                        <a:pt x="330" y="2148"/>
                      </a:lnTo>
                      <a:lnTo>
                        <a:pt x="354" y="2148"/>
                      </a:lnTo>
                      <a:lnTo>
                        <a:pt x="360" y="2184"/>
                      </a:lnTo>
                      <a:lnTo>
                        <a:pt x="354" y="2184"/>
                      </a:lnTo>
                      <a:lnTo>
                        <a:pt x="324" y="2214"/>
                      </a:lnTo>
                      <a:lnTo>
                        <a:pt x="324" y="2220"/>
                      </a:lnTo>
                      <a:lnTo>
                        <a:pt x="330" y="2226"/>
                      </a:lnTo>
                      <a:lnTo>
                        <a:pt x="354" y="2226"/>
                      </a:lnTo>
                      <a:lnTo>
                        <a:pt x="366" y="2232"/>
                      </a:lnTo>
                      <a:lnTo>
                        <a:pt x="378" y="2244"/>
                      </a:lnTo>
                      <a:lnTo>
                        <a:pt x="348" y="2244"/>
                      </a:lnTo>
                      <a:lnTo>
                        <a:pt x="342" y="2238"/>
                      </a:lnTo>
                      <a:lnTo>
                        <a:pt x="330" y="2238"/>
                      </a:lnTo>
                      <a:lnTo>
                        <a:pt x="324" y="2244"/>
                      </a:lnTo>
                      <a:lnTo>
                        <a:pt x="324" y="2250"/>
                      </a:lnTo>
                      <a:lnTo>
                        <a:pt x="354" y="2256"/>
                      </a:lnTo>
                      <a:lnTo>
                        <a:pt x="330" y="2268"/>
                      </a:lnTo>
                      <a:lnTo>
                        <a:pt x="336" y="2292"/>
                      </a:lnTo>
                      <a:lnTo>
                        <a:pt x="348" y="2292"/>
                      </a:lnTo>
                      <a:lnTo>
                        <a:pt x="348" y="2316"/>
                      </a:lnTo>
                      <a:lnTo>
                        <a:pt x="336" y="2328"/>
                      </a:lnTo>
                      <a:lnTo>
                        <a:pt x="336" y="2322"/>
                      </a:lnTo>
                      <a:lnTo>
                        <a:pt x="330" y="2316"/>
                      </a:lnTo>
                      <a:lnTo>
                        <a:pt x="324" y="2304"/>
                      </a:lnTo>
                      <a:lnTo>
                        <a:pt x="324" y="2298"/>
                      </a:lnTo>
                      <a:lnTo>
                        <a:pt x="288" y="2298"/>
                      </a:lnTo>
                      <a:lnTo>
                        <a:pt x="306" y="2292"/>
                      </a:lnTo>
                      <a:lnTo>
                        <a:pt x="282" y="2268"/>
                      </a:lnTo>
                      <a:lnTo>
                        <a:pt x="276" y="2268"/>
                      </a:lnTo>
                      <a:lnTo>
                        <a:pt x="276" y="2280"/>
                      </a:lnTo>
                      <a:lnTo>
                        <a:pt x="270" y="2268"/>
                      </a:lnTo>
                      <a:lnTo>
                        <a:pt x="228" y="2280"/>
                      </a:lnTo>
                      <a:lnTo>
                        <a:pt x="264" y="2286"/>
                      </a:lnTo>
                      <a:lnTo>
                        <a:pt x="258" y="2292"/>
                      </a:lnTo>
                      <a:lnTo>
                        <a:pt x="252" y="2304"/>
                      </a:lnTo>
                      <a:lnTo>
                        <a:pt x="246" y="2310"/>
                      </a:lnTo>
                      <a:lnTo>
                        <a:pt x="234" y="2316"/>
                      </a:lnTo>
                      <a:lnTo>
                        <a:pt x="228" y="2328"/>
                      </a:lnTo>
                      <a:lnTo>
                        <a:pt x="222" y="2334"/>
                      </a:lnTo>
                      <a:lnTo>
                        <a:pt x="222" y="2340"/>
                      </a:lnTo>
                      <a:lnTo>
                        <a:pt x="228" y="2346"/>
                      </a:lnTo>
                      <a:lnTo>
                        <a:pt x="240" y="2352"/>
                      </a:lnTo>
                      <a:lnTo>
                        <a:pt x="252" y="2352"/>
                      </a:lnTo>
                      <a:lnTo>
                        <a:pt x="252" y="2346"/>
                      </a:lnTo>
                      <a:lnTo>
                        <a:pt x="240" y="2334"/>
                      </a:lnTo>
                      <a:lnTo>
                        <a:pt x="264" y="2328"/>
                      </a:lnTo>
                      <a:lnTo>
                        <a:pt x="282" y="2346"/>
                      </a:lnTo>
                      <a:lnTo>
                        <a:pt x="324" y="2346"/>
                      </a:lnTo>
                      <a:lnTo>
                        <a:pt x="336" y="2352"/>
                      </a:lnTo>
                      <a:lnTo>
                        <a:pt x="342" y="2364"/>
                      </a:lnTo>
                      <a:lnTo>
                        <a:pt x="354" y="2370"/>
                      </a:lnTo>
                      <a:lnTo>
                        <a:pt x="354" y="2376"/>
                      </a:lnTo>
                      <a:lnTo>
                        <a:pt x="336" y="2394"/>
                      </a:lnTo>
                      <a:lnTo>
                        <a:pt x="342" y="2406"/>
                      </a:lnTo>
                      <a:lnTo>
                        <a:pt x="360" y="2406"/>
                      </a:lnTo>
                      <a:lnTo>
                        <a:pt x="360" y="2418"/>
                      </a:lnTo>
                      <a:lnTo>
                        <a:pt x="378" y="2424"/>
                      </a:lnTo>
                      <a:lnTo>
                        <a:pt x="384" y="2406"/>
                      </a:lnTo>
                      <a:lnTo>
                        <a:pt x="402" y="2424"/>
                      </a:lnTo>
                      <a:lnTo>
                        <a:pt x="408" y="2424"/>
                      </a:lnTo>
                      <a:lnTo>
                        <a:pt x="420" y="2430"/>
                      </a:lnTo>
                      <a:lnTo>
                        <a:pt x="426" y="2436"/>
                      </a:lnTo>
                      <a:lnTo>
                        <a:pt x="426" y="2448"/>
                      </a:lnTo>
                      <a:lnTo>
                        <a:pt x="414" y="2460"/>
                      </a:lnTo>
                      <a:lnTo>
                        <a:pt x="408" y="2454"/>
                      </a:lnTo>
                      <a:lnTo>
                        <a:pt x="396" y="2454"/>
                      </a:lnTo>
                      <a:lnTo>
                        <a:pt x="384" y="2448"/>
                      </a:lnTo>
                      <a:lnTo>
                        <a:pt x="378" y="2442"/>
                      </a:lnTo>
                      <a:lnTo>
                        <a:pt x="366" y="2442"/>
                      </a:lnTo>
                      <a:lnTo>
                        <a:pt x="366" y="2454"/>
                      </a:lnTo>
                      <a:lnTo>
                        <a:pt x="372" y="2460"/>
                      </a:lnTo>
                      <a:lnTo>
                        <a:pt x="378" y="2460"/>
                      </a:lnTo>
                      <a:lnTo>
                        <a:pt x="390" y="2472"/>
                      </a:lnTo>
                      <a:lnTo>
                        <a:pt x="402" y="2496"/>
                      </a:lnTo>
                      <a:lnTo>
                        <a:pt x="402" y="2508"/>
                      </a:lnTo>
                      <a:lnTo>
                        <a:pt x="384" y="2508"/>
                      </a:lnTo>
                      <a:lnTo>
                        <a:pt x="396" y="2526"/>
                      </a:lnTo>
                      <a:lnTo>
                        <a:pt x="414" y="2562"/>
                      </a:lnTo>
                      <a:lnTo>
                        <a:pt x="426" y="2520"/>
                      </a:lnTo>
                      <a:lnTo>
                        <a:pt x="426" y="2550"/>
                      </a:lnTo>
                      <a:lnTo>
                        <a:pt x="444" y="2574"/>
                      </a:lnTo>
                      <a:lnTo>
                        <a:pt x="420" y="2574"/>
                      </a:lnTo>
                      <a:lnTo>
                        <a:pt x="426" y="2592"/>
                      </a:lnTo>
                      <a:lnTo>
                        <a:pt x="450" y="2592"/>
                      </a:lnTo>
                      <a:lnTo>
                        <a:pt x="432" y="2604"/>
                      </a:lnTo>
                      <a:lnTo>
                        <a:pt x="462" y="2616"/>
                      </a:lnTo>
                      <a:lnTo>
                        <a:pt x="444" y="2628"/>
                      </a:lnTo>
                      <a:lnTo>
                        <a:pt x="474" y="2640"/>
                      </a:lnTo>
                      <a:lnTo>
                        <a:pt x="462" y="2652"/>
                      </a:lnTo>
                      <a:lnTo>
                        <a:pt x="480" y="2658"/>
                      </a:lnTo>
                      <a:lnTo>
                        <a:pt x="480" y="2652"/>
                      </a:lnTo>
                      <a:lnTo>
                        <a:pt x="486" y="2640"/>
                      </a:lnTo>
                      <a:lnTo>
                        <a:pt x="486" y="2634"/>
                      </a:lnTo>
                      <a:lnTo>
                        <a:pt x="492" y="2634"/>
                      </a:lnTo>
                      <a:lnTo>
                        <a:pt x="498" y="2640"/>
                      </a:lnTo>
                      <a:lnTo>
                        <a:pt x="504" y="2652"/>
                      </a:lnTo>
                      <a:lnTo>
                        <a:pt x="498" y="2658"/>
                      </a:lnTo>
                      <a:lnTo>
                        <a:pt x="498" y="2664"/>
                      </a:lnTo>
                      <a:lnTo>
                        <a:pt x="492" y="2664"/>
                      </a:lnTo>
                      <a:lnTo>
                        <a:pt x="480" y="2676"/>
                      </a:lnTo>
                      <a:lnTo>
                        <a:pt x="480" y="2682"/>
                      </a:lnTo>
                      <a:lnTo>
                        <a:pt x="486" y="2688"/>
                      </a:lnTo>
                      <a:lnTo>
                        <a:pt x="516" y="2688"/>
                      </a:lnTo>
                      <a:lnTo>
                        <a:pt x="516" y="2700"/>
                      </a:lnTo>
                      <a:lnTo>
                        <a:pt x="540" y="2724"/>
                      </a:lnTo>
                      <a:lnTo>
                        <a:pt x="552" y="2730"/>
                      </a:lnTo>
                      <a:lnTo>
                        <a:pt x="558" y="2736"/>
                      </a:lnTo>
                      <a:lnTo>
                        <a:pt x="558" y="2700"/>
                      </a:lnTo>
                      <a:lnTo>
                        <a:pt x="564" y="2700"/>
                      </a:lnTo>
                      <a:lnTo>
                        <a:pt x="570" y="2706"/>
                      </a:lnTo>
                      <a:lnTo>
                        <a:pt x="582" y="2712"/>
                      </a:lnTo>
                      <a:lnTo>
                        <a:pt x="600" y="2718"/>
                      </a:lnTo>
                      <a:lnTo>
                        <a:pt x="624" y="2742"/>
                      </a:lnTo>
                      <a:lnTo>
                        <a:pt x="618" y="2748"/>
                      </a:lnTo>
                      <a:lnTo>
                        <a:pt x="618" y="2754"/>
                      </a:lnTo>
                      <a:lnTo>
                        <a:pt x="612" y="2760"/>
                      </a:lnTo>
                      <a:lnTo>
                        <a:pt x="630" y="2766"/>
                      </a:lnTo>
                      <a:lnTo>
                        <a:pt x="630" y="2790"/>
                      </a:lnTo>
                      <a:lnTo>
                        <a:pt x="684" y="2790"/>
                      </a:lnTo>
                      <a:lnTo>
                        <a:pt x="696" y="2802"/>
                      </a:lnTo>
                      <a:lnTo>
                        <a:pt x="666" y="2802"/>
                      </a:lnTo>
                      <a:lnTo>
                        <a:pt x="654" y="2814"/>
                      </a:lnTo>
                      <a:lnTo>
                        <a:pt x="630" y="2814"/>
                      </a:lnTo>
                      <a:lnTo>
                        <a:pt x="618" y="2832"/>
                      </a:lnTo>
                      <a:lnTo>
                        <a:pt x="648" y="2832"/>
                      </a:lnTo>
                      <a:lnTo>
                        <a:pt x="636" y="2850"/>
                      </a:lnTo>
                      <a:lnTo>
                        <a:pt x="666" y="2844"/>
                      </a:lnTo>
                      <a:lnTo>
                        <a:pt x="666" y="2826"/>
                      </a:lnTo>
                      <a:lnTo>
                        <a:pt x="690" y="2838"/>
                      </a:lnTo>
                      <a:lnTo>
                        <a:pt x="696" y="2826"/>
                      </a:lnTo>
                      <a:lnTo>
                        <a:pt x="702" y="2820"/>
                      </a:lnTo>
                      <a:lnTo>
                        <a:pt x="714" y="2814"/>
                      </a:lnTo>
                      <a:lnTo>
                        <a:pt x="720" y="2808"/>
                      </a:lnTo>
                      <a:lnTo>
                        <a:pt x="732" y="2808"/>
                      </a:lnTo>
                      <a:lnTo>
                        <a:pt x="732" y="2820"/>
                      </a:lnTo>
                      <a:lnTo>
                        <a:pt x="726" y="2832"/>
                      </a:lnTo>
                      <a:lnTo>
                        <a:pt x="702" y="2856"/>
                      </a:lnTo>
                      <a:lnTo>
                        <a:pt x="696" y="2850"/>
                      </a:lnTo>
                      <a:lnTo>
                        <a:pt x="678" y="2850"/>
                      </a:lnTo>
                      <a:lnTo>
                        <a:pt x="678" y="2868"/>
                      </a:lnTo>
                      <a:lnTo>
                        <a:pt x="642" y="2868"/>
                      </a:lnTo>
                      <a:lnTo>
                        <a:pt x="630" y="2880"/>
                      </a:lnTo>
                      <a:lnTo>
                        <a:pt x="642" y="2886"/>
                      </a:lnTo>
                      <a:lnTo>
                        <a:pt x="648" y="2916"/>
                      </a:lnTo>
                      <a:lnTo>
                        <a:pt x="678" y="2898"/>
                      </a:lnTo>
                      <a:lnTo>
                        <a:pt x="684" y="2910"/>
                      </a:lnTo>
                      <a:lnTo>
                        <a:pt x="684" y="2916"/>
                      </a:lnTo>
                      <a:lnTo>
                        <a:pt x="690" y="2916"/>
                      </a:lnTo>
                      <a:lnTo>
                        <a:pt x="696" y="2910"/>
                      </a:lnTo>
                      <a:lnTo>
                        <a:pt x="702" y="2898"/>
                      </a:lnTo>
                      <a:lnTo>
                        <a:pt x="702" y="2892"/>
                      </a:lnTo>
                      <a:lnTo>
                        <a:pt x="708" y="2880"/>
                      </a:lnTo>
                      <a:lnTo>
                        <a:pt x="714" y="2874"/>
                      </a:lnTo>
                      <a:close/>
                    </a:path>
                  </a:pathLst>
                </a:custGeom>
                <a:solidFill>
                  <a:srgbClr val="572772"/>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316" name="China" descr="© INSCALE GmbH, 05.05.2010&#10;http://www.presentationload.com/">
                  <a:extLst>
                    <a:ext uri="{FF2B5EF4-FFF2-40B4-BE49-F238E27FC236}">
                      <a16:creationId xmlns:a16="http://schemas.microsoft.com/office/drawing/2014/main" id="{F0D38207-D62B-42CA-9691-7096429311C8}"/>
                    </a:ext>
                  </a:extLst>
                </p:cNvPr>
                <p:cNvSpPr>
                  <a:spLocks noEditPoints="1"/>
                </p:cNvSpPr>
                <p:nvPr/>
              </p:nvSpPr>
              <p:spPr bwMode="gray">
                <a:xfrm>
                  <a:off x="7824787" y="1936741"/>
                  <a:ext cx="1653397" cy="1277148"/>
                </a:xfrm>
                <a:custGeom>
                  <a:avLst/>
                  <a:gdLst>
                    <a:gd name="T0" fmla="*/ 2147483647 w 3660"/>
                    <a:gd name="T1" fmla="*/ 2147483647 h 2826"/>
                    <a:gd name="T2" fmla="*/ 2147483647 w 3660"/>
                    <a:gd name="T3" fmla="*/ 2147483647 h 2826"/>
                    <a:gd name="T4" fmla="*/ 2147483647 w 3660"/>
                    <a:gd name="T5" fmla="*/ 2147483647 h 2826"/>
                    <a:gd name="T6" fmla="*/ 2147483647 w 3660"/>
                    <a:gd name="T7" fmla="*/ 2147483647 h 2826"/>
                    <a:gd name="T8" fmla="*/ 2147483647 w 3660"/>
                    <a:gd name="T9" fmla="*/ 2147483647 h 2826"/>
                    <a:gd name="T10" fmla="*/ 2147483647 w 3660"/>
                    <a:gd name="T11" fmla="*/ 2147483647 h 2826"/>
                    <a:gd name="T12" fmla="*/ 2147483647 w 3660"/>
                    <a:gd name="T13" fmla="*/ 2147483647 h 2826"/>
                    <a:gd name="T14" fmla="*/ 2147483647 w 3660"/>
                    <a:gd name="T15" fmla="*/ 2147483647 h 2826"/>
                    <a:gd name="T16" fmla="*/ 2147483647 w 3660"/>
                    <a:gd name="T17" fmla="*/ 2147483647 h 2826"/>
                    <a:gd name="T18" fmla="*/ 2147483647 w 3660"/>
                    <a:gd name="T19" fmla="*/ 2147483647 h 2826"/>
                    <a:gd name="T20" fmla="*/ 2147483647 w 3660"/>
                    <a:gd name="T21" fmla="*/ 2147483647 h 2826"/>
                    <a:gd name="T22" fmla="*/ 2147483647 w 3660"/>
                    <a:gd name="T23" fmla="*/ 2147483647 h 2826"/>
                    <a:gd name="T24" fmla="*/ 2147483647 w 3660"/>
                    <a:gd name="T25" fmla="*/ 2147483647 h 2826"/>
                    <a:gd name="T26" fmla="*/ 2147483647 w 3660"/>
                    <a:gd name="T27" fmla="*/ 2147483647 h 2826"/>
                    <a:gd name="T28" fmla="*/ 2147483647 w 3660"/>
                    <a:gd name="T29" fmla="*/ 2147483647 h 2826"/>
                    <a:gd name="T30" fmla="*/ 2147483647 w 3660"/>
                    <a:gd name="T31" fmla="*/ 2147483647 h 2826"/>
                    <a:gd name="T32" fmla="*/ 2147483647 w 3660"/>
                    <a:gd name="T33" fmla="*/ 2147483647 h 2826"/>
                    <a:gd name="T34" fmla="*/ 2147483647 w 3660"/>
                    <a:gd name="T35" fmla="*/ 2147483647 h 2826"/>
                    <a:gd name="T36" fmla="*/ 2147483647 w 3660"/>
                    <a:gd name="T37" fmla="*/ 2147483647 h 2826"/>
                    <a:gd name="T38" fmla="*/ 2147483647 w 3660"/>
                    <a:gd name="T39" fmla="*/ 2147483647 h 2826"/>
                    <a:gd name="T40" fmla="*/ 2147483647 w 3660"/>
                    <a:gd name="T41" fmla="*/ 2147483647 h 2826"/>
                    <a:gd name="T42" fmla="*/ 2147483647 w 3660"/>
                    <a:gd name="T43" fmla="*/ 2147483647 h 2826"/>
                    <a:gd name="T44" fmla="*/ 2147483647 w 3660"/>
                    <a:gd name="T45" fmla="*/ 2147483647 h 2826"/>
                    <a:gd name="T46" fmla="*/ 0 w 3660"/>
                    <a:gd name="T47" fmla="*/ 2147483647 h 2826"/>
                    <a:gd name="T48" fmla="*/ 2147483647 w 3660"/>
                    <a:gd name="T49" fmla="*/ 2147483647 h 2826"/>
                    <a:gd name="T50" fmla="*/ 2147483647 w 3660"/>
                    <a:gd name="T51" fmla="*/ 2147483647 h 2826"/>
                    <a:gd name="T52" fmla="*/ 2147483647 w 3660"/>
                    <a:gd name="T53" fmla="*/ 2147483647 h 2826"/>
                    <a:gd name="T54" fmla="*/ 2147483647 w 3660"/>
                    <a:gd name="T55" fmla="*/ 2147483647 h 2826"/>
                    <a:gd name="T56" fmla="*/ 2147483647 w 3660"/>
                    <a:gd name="T57" fmla="*/ 2147483647 h 2826"/>
                    <a:gd name="T58" fmla="*/ 2147483647 w 3660"/>
                    <a:gd name="T59" fmla="*/ 2147483647 h 2826"/>
                    <a:gd name="T60" fmla="*/ 2147483647 w 3660"/>
                    <a:gd name="T61" fmla="*/ 2147483647 h 2826"/>
                    <a:gd name="T62" fmla="*/ 2147483647 w 3660"/>
                    <a:gd name="T63" fmla="*/ 2147483647 h 2826"/>
                    <a:gd name="T64" fmla="*/ 2147483647 w 3660"/>
                    <a:gd name="T65" fmla="*/ 2147483647 h 2826"/>
                    <a:gd name="T66" fmla="*/ 2147483647 w 3660"/>
                    <a:gd name="T67" fmla="*/ 2147483647 h 2826"/>
                    <a:gd name="T68" fmla="*/ 2147483647 w 3660"/>
                    <a:gd name="T69" fmla="*/ 2147483647 h 2826"/>
                    <a:gd name="T70" fmla="*/ 2147483647 w 3660"/>
                    <a:gd name="T71" fmla="*/ 2147483647 h 2826"/>
                    <a:gd name="T72" fmla="*/ 2147483647 w 3660"/>
                    <a:gd name="T73" fmla="*/ 2147483647 h 2826"/>
                    <a:gd name="T74" fmla="*/ 2147483647 w 3660"/>
                    <a:gd name="T75" fmla="*/ 2147483647 h 2826"/>
                    <a:gd name="T76" fmla="*/ 2147483647 w 3660"/>
                    <a:gd name="T77" fmla="*/ 2147483647 h 2826"/>
                    <a:gd name="T78" fmla="*/ 2147483647 w 3660"/>
                    <a:gd name="T79" fmla="*/ 2147483647 h 2826"/>
                    <a:gd name="T80" fmla="*/ 2147483647 w 3660"/>
                    <a:gd name="T81" fmla="*/ 2147483647 h 2826"/>
                    <a:gd name="T82" fmla="*/ 2147483647 w 3660"/>
                    <a:gd name="T83" fmla="*/ 2147483647 h 2826"/>
                    <a:gd name="T84" fmla="*/ 2147483647 w 3660"/>
                    <a:gd name="T85" fmla="*/ 2147483647 h 2826"/>
                    <a:gd name="T86" fmla="*/ 2147483647 w 3660"/>
                    <a:gd name="T87" fmla="*/ 2147483647 h 2826"/>
                    <a:gd name="T88" fmla="*/ 2147483647 w 3660"/>
                    <a:gd name="T89" fmla="*/ 2147483647 h 2826"/>
                    <a:gd name="T90" fmla="*/ 2147483647 w 3660"/>
                    <a:gd name="T91" fmla="*/ 2147483647 h 2826"/>
                    <a:gd name="T92" fmla="*/ 2147483647 w 3660"/>
                    <a:gd name="T93" fmla="*/ 2147483647 h 2826"/>
                    <a:gd name="T94" fmla="*/ 2147483647 w 3660"/>
                    <a:gd name="T95" fmla="*/ 2147483647 h 2826"/>
                    <a:gd name="T96" fmla="*/ 2147483647 w 3660"/>
                    <a:gd name="T97" fmla="*/ 2147483647 h 2826"/>
                    <a:gd name="T98" fmla="*/ 2147483647 w 3660"/>
                    <a:gd name="T99" fmla="*/ 2147483647 h 2826"/>
                    <a:gd name="T100" fmla="*/ 2147483647 w 3660"/>
                    <a:gd name="T101" fmla="*/ 2147483647 h 2826"/>
                    <a:gd name="T102" fmla="*/ 2147483647 w 3660"/>
                    <a:gd name="T103" fmla="*/ 2147483647 h 2826"/>
                    <a:gd name="T104" fmla="*/ 2147483647 w 3660"/>
                    <a:gd name="T105" fmla="*/ 2147483647 h 2826"/>
                    <a:gd name="T106" fmla="*/ 2147483647 w 3660"/>
                    <a:gd name="T107" fmla="*/ 2147483647 h 2826"/>
                    <a:gd name="T108" fmla="*/ 2147483647 w 3660"/>
                    <a:gd name="T109" fmla="*/ 2147483647 h 2826"/>
                    <a:gd name="T110" fmla="*/ 2147483647 w 3660"/>
                    <a:gd name="T111" fmla="*/ 2147483647 h 2826"/>
                    <a:gd name="T112" fmla="*/ 2147483647 w 3660"/>
                    <a:gd name="T113" fmla="*/ 2147483647 h 2826"/>
                    <a:gd name="T114" fmla="*/ 2147483647 w 3660"/>
                    <a:gd name="T115" fmla="*/ 2147483647 h 2826"/>
                    <a:gd name="T116" fmla="*/ 2147483647 w 3660"/>
                    <a:gd name="T117" fmla="*/ 2147483647 h 2826"/>
                    <a:gd name="T118" fmla="*/ 2147483647 w 3660"/>
                    <a:gd name="T119" fmla="*/ 2147483647 h 2826"/>
                    <a:gd name="T120" fmla="*/ 2147483647 w 3660"/>
                    <a:gd name="T121" fmla="*/ 2147483647 h 2826"/>
                    <a:gd name="T122" fmla="*/ 2147483647 w 3660"/>
                    <a:gd name="T123" fmla="*/ 2147483647 h 282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3660"/>
                    <a:gd name="T187" fmla="*/ 0 h 2826"/>
                    <a:gd name="T188" fmla="*/ 3660 w 3660"/>
                    <a:gd name="T189" fmla="*/ 2826 h 282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3660" h="2826">
                      <a:moveTo>
                        <a:pt x="2862" y="2688"/>
                      </a:moveTo>
                      <a:lnTo>
                        <a:pt x="2850" y="2682"/>
                      </a:lnTo>
                      <a:lnTo>
                        <a:pt x="2772" y="2682"/>
                      </a:lnTo>
                      <a:lnTo>
                        <a:pt x="2766" y="2700"/>
                      </a:lnTo>
                      <a:lnTo>
                        <a:pt x="2748" y="2694"/>
                      </a:lnTo>
                      <a:lnTo>
                        <a:pt x="2736" y="2718"/>
                      </a:lnTo>
                      <a:lnTo>
                        <a:pt x="2730" y="2724"/>
                      </a:lnTo>
                      <a:lnTo>
                        <a:pt x="2712" y="2760"/>
                      </a:lnTo>
                      <a:lnTo>
                        <a:pt x="2718" y="2772"/>
                      </a:lnTo>
                      <a:lnTo>
                        <a:pt x="2724" y="2790"/>
                      </a:lnTo>
                      <a:lnTo>
                        <a:pt x="2754" y="2820"/>
                      </a:lnTo>
                      <a:lnTo>
                        <a:pt x="2766" y="2826"/>
                      </a:lnTo>
                      <a:lnTo>
                        <a:pt x="2772" y="2826"/>
                      </a:lnTo>
                      <a:lnTo>
                        <a:pt x="2802" y="2820"/>
                      </a:lnTo>
                      <a:lnTo>
                        <a:pt x="2820" y="2820"/>
                      </a:lnTo>
                      <a:lnTo>
                        <a:pt x="2844" y="2808"/>
                      </a:lnTo>
                      <a:lnTo>
                        <a:pt x="2850" y="2802"/>
                      </a:lnTo>
                      <a:lnTo>
                        <a:pt x="2850" y="2754"/>
                      </a:lnTo>
                      <a:lnTo>
                        <a:pt x="2856" y="2742"/>
                      </a:lnTo>
                      <a:lnTo>
                        <a:pt x="2862" y="2736"/>
                      </a:lnTo>
                      <a:lnTo>
                        <a:pt x="2868" y="2724"/>
                      </a:lnTo>
                      <a:lnTo>
                        <a:pt x="2868" y="2700"/>
                      </a:lnTo>
                      <a:lnTo>
                        <a:pt x="2862" y="2688"/>
                      </a:lnTo>
                      <a:close/>
                      <a:moveTo>
                        <a:pt x="3660" y="624"/>
                      </a:moveTo>
                      <a:lnTo>
                        <a:pt x="3654" y="600"/>
                      </a:lnTo>
                      <a:lnTo>
                        <a:pt x="3660" y="570"/>
                      </a:lnTo>
                      <a:lnTo>
                        <a:pt x="3642" y="564"/>
                      </a:lnTo>
                      <a:lnTo>
                        <a:pt x="3642" y="540"/>
                      </a:lnTo>
                      <a:lnTo>
                        <a:pt x="3630" y="528"/>
                      </a:lnTo>
                      <a:lnTo>
                        <a:pt x="3630" y="510"/>
                      </a:lnTo>
                      <a:lnTo>
                        <a:pt x="3618" y="492"/>
                      </a:lnTo>
                      <a:lnTo>
                        <a:pt x="3636" y="486"/>
                      </a:lnTo>
                      <a:lnTo>
                        <a:pt x="3636" y="456"/>
                      </a:lnTo>
                      <a:lnTo>
                        <a:pt x="3612" y="444"/>
                      </a:lnTo>
                      <a:lnTo>
                        <a:pt x="3612" y="426"/>
                      </a:lnTo>
                      <a:lnTo>
                        <a:pt x="3606" y="414"/>
                      </a:lnTo>
                      <a:lnTo>
                        <a:pt x="3594" y="408"/>
                      </a:lnTo>
                      <a:lnTo>
                        <a:pt x="3552" y="408"/>
                      </a:lnTo>
                      <a:lnTo>
                        <a:pt x="3546" y="432"/>
                      </a:lnTo>
                      <a:lnTo>
                        <a:pt x="3516" y="432"/>
                      </a:lnTo>
                      <a:lnTo>
                        <a:pt x="3504" y="438"/>
                      </a:lnTo>
                      <a:lnTo>
                        <a:pt x="3498" y="438"/>
                      </a:lnTo>
                      <a:lnTo>
                        <a:pt x="3492" y="444"/>
                      </a:lnTo>
                      <a:lnTo>
                        <a:pt x="3492" y="462"/>
                      </a:lnTo>
                      <a:lnTo>
                        <a:pt x="3462" y="456"/>
                      </a:lnTo>
                      <a:lnTo>
                        <a:pt x="3462" y="468"/>
                      </a:lnTo>
                      <a:lnTo>
                        <a:pt x="3444" y="468"/>
                      </a:lnTo>
                      <a:lnTo>
                        <a:pt x="3432" y="456"/>
                      </a:lnTo>
                      <a:lnTo>
                        <a:pt x="3408" y="462"/>
                      </a:lnTo>
                      <a:lnTo>
                        <a:pt x="3366" y="432"/>
                      </a:lnTo>
                      <a:lnTo>
                        <a:pt x="3366" y="420"/>
                      </a:lnTo>
                      <a:lnTo>
                        <a:pt x="3360" y="408"/>
                      </a:lnTo>
                      <a:lnTo>
                        <a:pt x="3360" y="402"/>
                      </a:lnTo>
                      <a:lnTo>
                        <a:pt x="3354" y="396"/>
                      </a:lnTo>
                      <a:lnTo>
                        <a:pt x="3336" y="396"/>
                      </a:lnTo>
                      <a:lnTo>
                        <a:pt x="3318" y="366"/>
                      </a:lnTo>
                      <a:lnTo>
                        <a:pt x="3276" y="366"/>
                      </a:lnTo>
                      <a:lnTo>
                        <a:pt x="3258" y="348"/>
                      </a:lnTo>
                      <a:lnTo>
                        <a:pt x="3246" y="342"/>
                      </a:lnTo>
                      <a:lnTo>
                        <a:pt x="3228" y="324"/>
                      </a:lnTo>
                      <a:lnTo>
                        <a:pt x="3216" y="324"/>
                      </a:lnTo>
                      <a:lnTo>
                        <a:pt x="3204" y="336"/>
                      </a:lnTo>
                      <a:lnTo>
                        <a:pt x="3192" y="330"/>
                      </a:lnTo>
                      <a:lnTo>
                        <a:pt x="3186" y="324"/>
                      </a:lnTo>
                      <a:lnTo>
                        <a:pt x="3174" y="318"/>
                      </a:lnTo>
                      <a:lnTo>
                        <a:pt x="3126" y="318"/>
                      </a:lnTo>
                      <a:lnTo>
                        <a:pt x="3114" y="312"/>
                      </a:lnTo>
                      <a:lnTo>
                        <a:pt x="3108" y="306"/>
                      </a:lnTo>
                      <a:lnTo>
                        <a:pt x="3084" y="294"/>
                      </a:lnTo>
                      <a:lnTo>
                        <a:pt x="3078" y="288"/>
                      </a:lnTo>
                      <a:lnTo>
                        <a:pt x="3072" y="288"/>
                      </a:lnTo>
                      <a:lnTo>
                        <a:pt x="3066" y="264"/>
                      </a:lnTo>
                      <a:lnTo>
                        <a:pt x="3054" y="264"/>
                      </a:lnTo>
                      <a:lnTo>
                        <a:pt x="3048" y="252"/>
                      </a:lnTo>
                      <a:lnTo>
                        <a:pt x="3030" y="234"/>
                      </a:lnTo>
                      <a:lnTo>
                        <a:pt x="3024" y="222"/>
                      </a:lnTo>
                      <a:lnTo>
                        <a:pt x="2976" y="198"/>
                      </a:lnTo>
                      <a:lnTo>
                        <a:pt x="2964" y="198"/>
                      </a:lnTo>
                      <a:lnTo>
                        <a:pt x="2952" y="168"/>
                      </a:lnTo>
                      <a:lnTo>
                        <a:pt x="2904" y="144"/>
                      </a:lnTo>
                      <a:lnTo>
                        <a:pt x="2898" y="114"/>
                      </a:lnTo>
                      <a:lnTo>
                        <a:pt x="2892" y="114"/>
                      </a:lnTo>
                      <a:lnTo>
                        <a:pt x="2886" y="108"/>
                      </a:lnTo>
                      <a:lnTo>
                        <a:pt x="2874" y="108"/>
                      </a:lnTo>
                      <a:lnTo>
                        <a:pt x="2862" y="96"/>
                      </a:lnTo>
                      <a:lnTo>
                        <a:pt x="2850" y="90"/>
                      </a:lnTo>
                      <a:lnTo>
                        <a:pt x="2838" y="78"/>
                      </a:lnTo>
                      <a:lnTo>
                        <a:pt x="2832" y="78"/>
                      </a:lnTo>
                      <a:lnTo>
                        <a:pt x="2832" y="66"/>
                      </a:lnTo>
                      <a:lnTo>
                        <a:pt x="2820" y="60"/>
                      </a:lnTo>
                      <a:lnTo>
                        <a:pt x="2814" y="54"/>
                      </a:lnTo>
                      <a:lnTo>
                        <a:pt x="2802" y="48"/>
                      </a:lnTo>
                      <a:lnTo>
                        <a:pt x="2796" y="42"/>
                      </a:lnTo>
                      <a:lnTo>
                        <a:pt x="2724" y="42"/>
                      </a:lnTo>
                      <a:lnTo>
                        <a:pt x="2688" y="18"/>
                      </a:lnTo>
                      <a:lnTo>
                        <a:pt x="2652" y="0"/>
                      </a:lnTo>
                      <a:lnTo>
                        <a:pt x="2598" y="12"/>
                      </a:lnTo>
                      <a:lnTo>
                        <a:pt x="2556" y="6"/>
                      </a:lnTo>
                      <a:lnTo>
                        <a:pt x="2550" y="18"/>
                      </a:lnTo>
                      <a:lnTo>
                        <a:pt x="2514" y="24"/>
                      </a:lnTo>
                      <a:lnTo>
                        <a:pt x="2472" y="66"/>
                      </a:lnTo>
                      <a:lnTo>
                        <a:pt x="2466" y="66"/>
                      </a:lnTo>
                      <a:lnTo>
                        <a:pt x="2466" y="78"/>
                      </a:lnTo>
                      <a:lnTo>
                        <a:pt x="2472" y="78"/>
                      </a:lnTo>
                      <a:lnTo>
                        <a:pt x="2490" y="84"/>
                      </a:lnTo>
                      <a:lnTo>
                        <a:pt x="2502" y="84"/>
                      </a:lnTo>
                      <a:lnTo>
                        <a:pt x="2508" y="90"/>
                      </a:lnTo>
                      <a:lnTo>
                        <a:pt x="2520" y="90"/>
                      </a:lnTo>
                      <a:lnTo>
                        <a:pt x="2532" y="102"/>
                      </a:lnTo>
                      <a:lnTo>
                        <a:pt x="2544" y="108"/>
                      </a:lnTo>
                      <a:lnTo>
                        <a:pt x="2550" y="114"/>
                      </a:lnTo>
                      <a:lnTo>
                        <a:pt x="2550" y="126"/>
                      </a:lnTo>
                      <a:lnTo>
                        <a:pt x="2532" y="144"/>
                      </a:lnTo>
                      <a:lnTo>
                        <a:pt x="2532" y="216"/>
                      </a:lnTo>
                      <a:lnTo>
                        <a:pt x="2538" y="258"/>
                      </a:lnTo>
                      <a:lnTo>
                        <a:pt x="2544" y="264"/>
                      </a:lnTo>
                      <a:lnTo>
                        <a:pt x="2556" y="264"/>
                      </a:lnTo>
                      <a:lnTo>
                        <a:pt x="2556" y="276"/>
                      </a:lnTo>
                      <a:lnTo>
                        <a:pt x="2550" y="282"/>
                      </a:lnTo>
                      <a:lnTo>
                        <a:pt x="2538" y="288"/>
                      </a:lnTo>
                      <a:lnTo>
                        <a:pt x="2514" y="288"/>
                      </a:lnTo>
                      <a:lnTo>
                        <a:pt x="2514" y="300"/>
                      </a:lnTo>
                      <a:lnTo>
                        <a:pt x="2496" y="318"/>
                      </a:lnTo>
                      <a:lnTo>
                        <a:pt x="2484" y="318"/>
                      </a:lnTo>
                      <a:lnTo>
                        <a:pt x="2478" y="312"/>
                      </a:lnTo>
                      <a:lnTo>
                        <a:pt x="2442" y="312"/>
                      </a:lnTo>
                      <a:lnTo>
                        <a:pt x="2406" y="288"/>
                      </a:lnTo>
                      <a:lnTo>
                        <a:pt x="2406" y="372"/>
                      </a:lnTo>
                      <a:lnTo>
                        <a:pt x="2412" y="384"/>
                      </a:lnTo>
                      <a:lnTo>
                        <a:pt x="2418" y="408"/>
                      </a:lnTo>
                      <a:lnTo>
                        <a:pt x="2424" y="420"/>
                      </a:lnTo>
                      <a:lnTo>
                        <a:pt x="2418" y="420"/>
                      </a:lnTo>
                      <a:lnTo>
                        <a:pt x="2418" y="438"/>
                      </a:lnTo>
                      <a:lnTo>
                        <a:pt x="2424" y="450"/>
                      </a:lnTo>
                      <a:lnTo>
                        <a:pt x="2436" y="456"/>
                      </a:lnTo>
                      <a:lnTo>
                        <a:pt x="2442" y="462"/>
                      </a:lnTo>
                      <a:lnTo>
                        <a:pt x="2460" y="462"/>
                      </a:lnTo>
                      <a:lnTo>
                        <a:pt x="2460" y="456"/>
                      </a:lnTo>
                      <a:lnTo>
                        <a:pt x="2454" y="456"/>
                      </a:lnTo>
                      <a:lnTo>
                        <a:pt x="2460" y="450"/>
                      </a:lnTo>
                      <a:lnTo>
                        <a:pt x="2514" y="450"/>
                      </a:lnTo>
                      <a:lnTo>
                        <a:pt x="2526" y="462"/>
                      </a:lnTo>
                      <a:lnTo>
                        <a:pt x="2538" y="468"/>
                      </a:lnTo>
                      <a:lnTo>
                        <a:pt x="2544" y="468"/>
                      </a:lnTo>
                      <a:lnTo>
                        <a:pt x="2550" y="462"/>
                      </a:lnTo>
                      <a:lnTo>
                        <a:pt x="2550" y="438"/>
                      </a:lnTo>
                      <a:lnTo>
                        <a:pt x="2616" y="438"/>
                      </a:lnTo>
                      <a:lnTo>
                        <a:pt x="2616" y="450"/>
                      </a:lnTo>
                      <a:lnTo>
                        <a:pt x="2622" y="456"/>
                      </a:lnTo>
                      <a:lnTo>
                        <a:pt x="2634" y="462"/>
                      </a:lnTo>
                      <a:lnTo>
                        <a:pt x="2652" y="462"/>
                      </a:lnTo>
                      <a:lnTo>
                        <a:pt x="2658" y="468"/>
                      </a:lnTo>
                      <a:lnTo>
                        <a:pt x="2670" y="474"/>
                      </a:lnTo>
                      <a:lnTo>
                        <a:pt x="2682" y="486"/>
                      </a:lnTo>
                      <a:lnTo>
                        <a:pt x="2706" y="498"/>
                      </a:lnTo>
                      <a:lnTo>
                        <a:pt x="2718" y="498"/>
                      </a:lnTo>
                      <a:lnTo>
                        <a:pt x="2724" y="510"/>
                      </a:lnTo>
                      <a:lnTo>
                        <a:pt x="2748" y="534"/>
                      </a:lnTo>
                      <a:lnTo>
                        <a:pt x="2748" y="540"/>
                      </a:lnTo>
                      <a:lnTo>
                        <a:pt x="2742" y="546"/>
                      </a:lnTo>
                      <a:lnTo>
                        <a:pt x="2706" y="546"/>
                      </a:lnTo>
                      <a:lnTo>
                        <a:pt x="2700" y="540"/>
                      </a:lnTo>
                      <a:lnTo>
                        <a:pt x="2688" y="534"/>
                      </a:lnTo>
                      <a:lnTo>
                        <a:pt x="2658" y="534"/>
                      </a:lnTo>
                      <a:lnTo>
                        <a:pt x="2652" y="540"/>
                      </a:lnTo>
                      <a:lnTo>
                        <a:pt x="2646" y="540"/>
                      </a:lnTo>
                      <a:lnTo>
                        <a:pt x="2628" y="558"/>
                      </a:lnTo>
                      <a:lnTo>
                        <a:pt x="2598" y="552"/>
                      </a:lnTo>
                      <a:lnTo>
                        <a:pt x="2598" y="570"/>
                      </a:lnTo>
                      <a:lnTo>
                        <a:pt x="2586" y="570"/>
                      </a:lnTo>
                      <a:lnTo>
                        <a:pt x="2550" y="588"/>
                      </a:lnTo>
                      <a:lnTo>
                        <a:pt x="2544" y="594"/>
                      </a:lnTo>
                      <a:lnTo>
                        <a:pt x="2550" y="606"/>
                      </a:lnTo>
                      <a:lnTo>
                        <a:pt x="2562" y="618"/>
                      </a:lnTo>
                      <a:lnTo>
                        <a:pt x="2538" y="642"/>
                      </a:lnTo>
                      <a:lnTo>
                        <a:pt x="2466" y="642"/>
                      </a:lnTo>
                      <a:lnTo>
                        <a:pt x="2466" y="666"/>
                      </a:lnTo>
                      <a:lnTo>
                        <a:pt x="2460" y="672"/>
                      </a:lnTo>
                      <a:lnTo>
                        <a:pt x="2454" y="684"/>
                      </a:lnTo>
                      <a:lnTo>
                        <a:pt x="2442" y="690"/>
                      </a:lnTo>
                      <a:lnTo>
                        <a:pt x="2424" y="690"/>
                      </a:lnTo>
                      <a:lnTo>
                        <a:pt x="2412" y="696"/>
                      </a:lnTo>
                      <a:lnTo>
                        <a:pt x="2388" y="696"/>
                      </a:lnTo>
                      <a:lnTo>
                        <a:pt x="2376" y="690"/>
                      </a:lnTo>
                      <a:lnTo>
                        <a:pt x="2370" y="684"/>
                      </a:lnTo>
                      <a:lnTo>
                        <a:pt x="2358" y="678"/>
                      </a:lnTo>
                      <a:lnTo>
                        <a:pt x="2352" y="672"/>
                      </a:lnTo>
                      <a:lnTo>
                        <a:pt x="2346" y="672"/>
                      </a:lnTo>
                      <a:lnTo>
                        <a:pt x="2340" y="666"/>
                      </a:lnTo>
                      <a:lnTo>
                        <a:pt x="2316" y="666"/>
                      </a:lnTo>
                      <a:lnTo>
                        <a:pt x="2304" y="672"/>
                      </a:lnTo>
                      <a:lnTo>
                        <a:pt x="2304" y="684"/>
                      </a:lnTo>
                      <a:lnTo>
                        <a:pt x="2298" y="696"/>
                      </a:lnTo>
                      <a:lnTo>
                        <a:pt x="2298" y="708"/>
                      </a:lnTo>
                      <a:lnTo>
                        <a:pt x="2304" y="720"/>
                      </a:lnTo>
                      <a:lnTo>
                        <a:pt x="2322" y="738"/>
                      </a:lnTo>
                      <a:lnTo>
                        <a:pt x="2334" y="744"/>
                      </a:lnTo>
                      <a:lnTo>
                        <a:pt x="2352" y="762"/>
                      </a:lnTo>
                      <a:lnTo>
                        <a:pt x="2364" y="768"/>
                      </a:lnTo>
                      <a:lnTo>
                        <a:pt x="2364" y="774"/>
                      </a:lnTo>
                      <a:lnTo>
                        <a:pt x="2358" y="780"/>
                      </a:lnTo>
                      <a:lnTo>
                        <a:pt x="2352" y="792"/>
                      </a:lnTo>
                      <a:lnTo>
                        <a:pt x="2340" y="804"/>
                      </a:lnTo>
                      <a:lnTo>
                        <a:pt x="2316" y="804"/>
                      </a:lnTo>
                      <a:lnTo>
                        <a:pt x="2316" y="810"/>
                      </a:lnTo>
                      <a:lnTo>
                        <a:pt x="2310" y="822"/>
                      </a:lnTo>
                      <a:lnTo>
                        <a:pt x="2310" y="828"/>
                      </a:lnTo>
                      <a:lnTo>
                        <a:pt x="2298" y="852"/>
                      </a:lnTo>
                      <a:lnTo>
                        <a:pt x="2286" y="858"/>
                      </a:lnTo>
                      <a:lnTo>
                        <a:pt x="2262" y="858"/>
                      </a:lnTo>
                      <a:lnTo>
                        <a:pt x="2244" y="882"/>
                      </a:lnTo>
                      <a:lnTo>
                        <a:pt x="2088" y="882"/>
                      </a:lnTo>
                      <a:lnTo>
                        <a:pt x="2070" y="894"/>
                      </a:lnTo>
                      <a:lnTo>
                        <a:pt x="2010" y="930"/>
                      </a:lnTo>
                      <a:lnTo>
                        <a:pt x="1992" y="942"/>
                      </a:lnTo>
                      <a:lnTo>
                        <a:pt x="1986" y="948"/>
                      </a:lnTo>
                      <a:lnTo>
                        <a:pt x="1968" y="948"/>
                      </a:lnTo>
                      <a:lnTo>
                        <a:pt x="1962" y="942"/>
                      </a:lnTo>
                      <a:lnTo>
                        <a:pt x="1956" y="942"/>
                      </a:lnTo>
                      <a:lnTo>
                        <a:pt x="1950" y="930"/>
                      </a:lnTo>
                      <a:lnTo>
                        <a:pt x="1950" y="924"/>
                      </a:lnTo>
                      <a:lnTo>
                        <a:pt x="1938" y="924"/>
                      </a:lnTo>
                      <a:lnTo>
                        <a:pt x="1926" y="930"/>
                      </a:lnTo>
                      <a:lnTo>
                        <a:pt x="1914" y="930"/>
                      </a:lnTo>
                      <a:lnTo>
                        <a:pt x="1908" y="936"/>
                      </a:lnTo>
                      <a:lnTo>
                        <a:pt x="1896" y="936"/>
                      </a:lnTo>
                      <a:lnTo>
                        <a:pt x="1890" y="930"/>
                      </a:lnTo>
                      <a:lnTo>
                        <a:pt x="1866" y="918"/>
                      </a:lnTo>
                      <a:lnTo>
                        <a:pt x="1848" y="912"/>
                      </a:lnTo>
                      <a:lnTo>
                        <a:pt x="1800" y="912"/>
                      </a:lnTo>
                      <a:lnTo>
                        <a:pt x="1776" y="906"/>
                      </a:lnTo>
                      <a:lnTo>
                        <a:pt x="1764" y="900"/>
                      </a:lnTo>
                      <a:lnTo>
                        <a:pt x="1758" y="888"/>
                      </a:lnTo>
                      <a:lnTo>
                        <a:pt x="1740" y="870"/>
                      </a:lnTo>
                      <a:lnTo>
                        <a:pt x="1728" y="870"/>
                      </a:lnTo>
                      <a:lnTo>
                        <a:pt x="1710" y="864"/>
                      </a:lnTo>
                      <a:lnTo>
                        <a:pt x="1656" y="864"/>
                      </a:lnTo>
                      <a:lnTo>
                        <a:pt x="1650" y="858"/>
                      </a:lnTo>
                      <a:lnTo>
                        <a:pt x="1644" y="858"/>
                      </a:lnTo>
                      <a:lnTo>
                        <a:pt x="1632" y="852"/>
                      </a:lnTo>
                      <a:lnTo>
                        <a:pt x="1620" y="852"/>
                      </a:lnTo>
                      <a:lnTo>
                        <a:pt x="1614" y="858"/>
                      </a:lnTo>
                      <a:lnTo>
                        <a:pt x="1602" y="864"/>
                      </a:lnTo>
                      <a:lnTo>
                        <a:pt x="1596" y="870"/>
                      </a:lnTo>
                      <a:lnTo>
                        <a:pt x="1560" y="864"/>
                      </a:lnTo>
                      <a:lnTo>
                        <a:pt x="1512" y="864"/>
                      </a:lnTo>
                      <a:lnTo>
                        <a:pt x="1458" y="858"/>
                      </a:lnTo>
                      <a:lnTo>
                        <a:pt x="1398" y="864"/>
                      </a:lnTo>
                      <a:lnTo>
                        <a:pt x="1386" y="858"/>
                      </a:lnTo>
                      <a:lnTo>
                        <a:pt x="1380" y="846"/>
                      </a:lnTo>
                      <a:lnTo>
                        <a:pt x="1368" y="840"/>
                      </a:lnTo>
                      <a:lnTo>
                        <a:pt x="1338" y="810"/>
                      </a:lnTo>
                      <a:lnTo>
                        <a:pt x="1332" y="798"/>
                      </a:lnTo>
                      <a:lnTo>
                        <a:pt x="1290" y="756"/>
                      </a:lnTo>
                      <a:lnTo>
                        <a:pt x="1278" y="732"/>
                      </a:lnTo>
                      <a:lnTo>
                        <a:pt x="1242" y="732"/>
                      </a:lnTo>
                      <a:lnTo>
                        <a:pt x="1236" y="726"/>
                      </a:lnTo>
                      <a:lnTo>
                        <a:pt x="1224" y="726"/>
                      </a:lnTo>
                      <a:lnTo>
                        <a:pt x="1200" y="714"/>
                      </a:lnTo>
                      <a:lnTo>
                        <a:pt x="1194" y="714"/>
                      </a:lnTo>
                      <a:lnTo>
                        <a:pt x="1188" y="708"/>
                      </a:lnTo>
                      <a:lnTo>
                        <a:pt x="1182" y="708"/>
                      </a:lnTo>
                      <a:lnTo>
                        <a:pt x="1176" y="696"/>
                      </a:lnTo>
                      <a:lnTo>
                        <a:pt x="1164" y="690"/>
                      </a:lnTo>
                      <a:lnTo>
                        <a:pt x="1158" y="690"/>
                      </a:lnTo>
                      <a:lnTo>
                        <a:pt x="1146" y="684"/>
                      </a:lnTo>
                      <a:lnTo>
                        <a:pt x="1140" y="684"/>
                      </a:lnTo>
                      <a:lnTo>
                        <a:pt x="1134" y="678"/>
                      </a:lnTo>
                      <a:lnTo>
                        <a:pt x="1038" y="678"/>
                      </a:lnTo>
                      <a:lnTo>
                        <a:pt x="1014" y="672"/>
                      </a:lnTo>
                      <a:lnTo>
                        <a:pt x="996" y="666"/>
                      </a:lnTo>
                      <a:lnTo>
                        <a:pt x="990" y="666"/>
                      </a:lnTo>
                      <a:lnTo>
                        <a:pt x="978" y="660"/>
                      </a:lnTo>
                      <a:lnTo>
                        <a:pt x="966" y="660"/>
                      </a:lnTo>
                      <a:lnTo>
                        <a:pt x="954" y="654"/>
                      </a:lnTo>
                      <a:lnTo>
                        <a:pt x="948" y="648"/>
                      </a:lnTo>
                      <a:lnTo>
                        <a:pt x="942" y="636"/>
                      </a:lnTo>
                      <a:lnTo>
                        <a:pt x="936" y="618"/>
                      </a:lnTo>
                      <a:lnTo>
                        <a:pt x="936" y="606"/>
                      </a:lnTo>
                      <a:lnTo>
                        <a:pt x="948" y="594"/>
                      </a:lnTo>
                      <a:lnTo>
                        <a:pt x="948" y="588"/>
                      </a:lnTo>
                      <a:lnTo>
                        <a:pt x="942" y="582"/>
                      </a:lnTo>
                      <a:lnTo>
                        <a:pt x="936" y="570"/>
                      </a:lnTo>
                      <a:lnTo>
                        <a:pt x="930" y="564"/>
                      </a:lnTo>
                      <a:lnTo>
                        <a:pt x="930" y="552"/>
                      </a:lnTo>
                      <a:lnTo>
                        <a:pt x="924" y="540"/>
                      </a:lnTo>
                      <a:lnTo>
                        <a:pt x="912" y="528"/>
                      </a:lnTo>
                      <a:lnTo>
                        <a:pt x="888" y="510"/>
                      </a:lnTo>
                      <a:lnTo>
                        <a:pt x="876" y="492"/>
                      </a:lnTo>
                      <a:lnTo>
                        <a:pt x="870" y="480"/>
                      </a:lnTo>
                      <a:lnTo>
                        <a:pt x="852" y="462"/>
                      </a:lnTo>
                      <a:lnTo>
                        <a:pt x="834" y="456"/>
                      </a:lnTo>
                      <a:lnTo>
                        <a:pt x="822" y="450"/>
                      </a:lnTo>
                      <a:lnTo>
                        <a:pt x="810" y="450"/>
                      </a:lnTo>
                      <a:lnTo>
                        <a:pt x="804" y="444"/>
                      </a:lnTo>
                      <a:lnTo>
                        <a:pt x="786" y="432"/>
                      </a:lnTo>
                      <a:lnTo>
                        <a:pt x="750" y="444"/>
                      </a:lnTo>
                      <a:lnTo>
                        <a:pt x="726" y="420"/>
                      </a:lnTo>
                      <a:lnTo>
                        <a:pt x="720" y="408"/>
                      </a:lnTo>
                      <a:lnTo>
                        <a:pt x="708" y="408"/>
                      </a:lnTo>
                      <a:lnTo>
                        <a:pt x="696" y="402"/>
                      </a:lnTo>
                      <a:lnTo>
                        <a:pt x="684" y="402"/>
                      </a:lnTo>
                      <a:lnTo>
                        <a:pt x="672" y="396"/>
                      </a:lnTo>
                      <a:lnTo>
                        <a:pt x="672" y="378"/>
                      </a:lnTo>
                      <a:lnTo>
                        <a:pt x="648" y="378"/>
                      </a:lnTo>
                      <a:lnTo>
                        <a:pt x="654" y="372"/>
                      </a:lnTo>
                      <a:lnTo>
                        <a:pt x="654" y="360"/>
                      </a:lnTo>
                      <a:lnTo>
                        <a:pt x="648" y="354"/>
                      </a:lnTo>
                      <a:lnTo>
                        <a:pt x="612" y="354"/>
                      </a:lnTo>
                      <a:lnTo>
                        <a:pt x="600" y="348"/>
                      </a:lnTo>
                      <a:lnTo>
                        <a:pt x="582" y="348"/>
                      </a:lnTo>
                      <a:lnTo>
                        <a:pt x="576" y="354"/>
                      </a:lnTo>
                      <a:lnTo>
                        <a:pt x="576" y="360"/>
                      </a:lnTo>
                      <a:lnTo>
                        <a:pt x="594" y="378"/>
                      </a:lnTo>
                      <a:lnTo>
                        <a:pt x="594" y="390"/>
                      </a:lnTo>
                      <a:lnTo>
                        <a:pt x="588" y="396"/>
                      </a:lnTo>
                      <a:lnTo>
                        <a:pt x="546" y="396"/>
                      </a:lnTo>
                      <a:lnTo>
                        <a:pt x="534" y="408"/>
                      </a:lnTo>
                      <a:lnTo>
                        <a:pt x="534" y="426"/>
                      </a:lnTo>
                      <a:lnTo>
                        <a:pt x="546" y="450"/>
                      </a:lnTo>
                      <a:lnTo>
                        <a:pt x="558" y="462"/>
                      </a:lnTo>
                      <a:lnTo>
                        <a:pt x="570" y="486"/>
                      </a:lnTo>
                      <a:lnTo>
                        <a:pt x="570" y="504"/>
                      </a:lnTo>
                      <a:lnTo>
                        <a:pt x="564" y="510"/>
                      </a:lnTo>
                      <a:lnTo>
                        <a:pt x="546" y="510"/>
                      </a:lnTo>
                      <a:lnTo>
                        <a:pt x="528" y="528"/>
                      </a:lnTo>
                      <a:lnTo>
                        <a:pt x="516" y="516"/>
                      </a:lnTo>
                      <a:lnTo>
                        <a:pt x="468" y="516"/>
                      </a:lnTo>
                      <a:lnTo>
                        <a:pt x="444" y="504"/>
                      </a:lnTo>
                      <a:lnTo>
                        <a:pt x="432" y="504"/>
                      </a:lnTo>
                      <a:lnTo>
                        <a:pt x="420" y="498"/>
                      </a:lnTo>
                      <a:lnTo>
                        <a:pt x="408" y="498"/>
                      </a:lnTo>
                      <a:lnTo>
                        <a:pt x="408" y="636"/>
                      </a:lnTo>
                      <a:lnTo>
                        <a:pt x="414" y="636"/>
                      </a:lnTo>
                      <a:lnTo>
                        <a:pt x="420" y="642"/>
                      </a:lnTo>
                      <a:lnTo>
                        <a:pt x="426" y="642"/>
                      </a:lnTo>
                      <a:lnTo>
                        <a:pt x="432" y="648"/>
                      </a:lnTo>
                      <a:lnTo>
                        <a:pt x="432" y="660"/>
                      </a:lnTo>
                      <a:lnTo>
                        <a:pt x="426" y="666"/>
                      </a:lnTo>
                      <a:lnTo>
                        <a:pt x="420" y="666"/>
                      </a:lnTo>
                      <a:lnTo>
                        <a:pt x="408" y="654"/>
                      </a:lnTo>
                      <a:lnTo>
                        <a:pt x="390" y="666"/>
                      </a:lnTo>
                      <a:lnTo>
                        <a:pt x="384" y="660"/>
                      </a:lnTo>
                      <a:lnTo>
                        <a:pt x="378" y="648"/>
                      </a:lnTo>
                      <a:lnTo>
                        <a:pt x="372" y="642"/>
                      </a:lnTo>
                      <a:lnTo>
                        <a:pt x="360" y="642"/>
                      </a:lnTo>
                      <a:lnTo>
                        <a:pt x="324" y="660"/>
                      </a:lnTo>
                      <a:lnTo>
                        <a:pt x="312" y="660"/>
                      </a:lnTo>
                      <a:lnTo>
                        <a:pt x="300" y="666"/>
                      </a:lnTo>
                      <a:lnTo>
                        <a:pt x="288" y="666"/>
                      </a:lnTo>
                      <a:lnTo>
                        <a:pt x="276" y="672"/>
                      </a:lnTo>
                      <a:lnTo>
                        <a:pt x="270" y="678"/>
                      </a:lnTo>
                      <a:lnTo>
                        <a:pt x="270" y="684"/>
                      </a:lnTo>
                      <a:lnTo>
                        <a:pt x="276" y="690"/>
                      </a:lnTo>
                      <a:lnTo>
                        <a:pt x="288" y="696"/>
                      </a:lnTo>
                      <a:lnTo>
                        <a:pt x="306" y="696"/>
                      </a:lnTo>
                      <a:lnTo>
                        <a:pt x="306" y="726"/>
                      </a:lnTo>
                      <a:lnTo>
                        <a:pt x="318" y="750"/>
                      </a:lnTo>
                      <a:lnTo>
                        <a:pt x="360" y="792"/>
                      </a:lnTo>
                      <a:lnTo>
                        <a:pt x="366" y="804"/>
                      </a:lnTo>
                      <a:lnTo>
                        <a:pt x="378" y="810"/>
                      </a:lnTo>
                      <a:lnTo>
                        <a:pt x="378" y="822"/>
                      </a:lnTo>
                      <a:lnTo>
                        <a:pt x="360" y="822"/>
                      </a:lnTo>
                      <a:lnTo>
                        <a:pt x="354" y="828"/>
                      </a:lnTo>
                      <a:lnTo>
                        <a:pt x="354" y="834"/>
                      </a:lnTo>
                      <a:lnTo>
                        <a:pt x="372" y="852"/>
                      </a:lnTo>
                      <a:lnTo>
                        <a:pt x="348" y="852"/>
                      </a:lnTo>
                      <a:lnTo>
                        <a:pt x="348" y="864"/>
                      </a:lnTo>
                      <a:lnTo>
                        <a:pt x="354" y="870"/>
                      </a:lnTo>
                      <a:lnTo>
                        <a:pt x="354" y="882"/>
                      </a:lnTo>
                      <a:lnTo>
                        <a:pt x="372" y="900"/>
                      </a:lnTo>
                      <a:lnTo>
                        <a:pt x="372" y="912"/>
                      </a:lnTo>
                      <a:lnTo>
                        <a:pt x="366" y="918"/>
                      </a:lnTo>
                      <a:lnTo>
                        <a:pt x="342" y="918"/>
                      </a:lnTo>
                      <a:lnTo>
                        <a:pt x="294" y="936"/>
                      </a:lnTo>
                      <a:lnTo>
                        <a:pt x="282" y="948"/>
                      </a:lnTo>
                      <a:lnTo>
                        <a:pt x="270" y="954"/>
                      </a:lnTo>
                      <a:lnTo>
                        <a:pt x="264" y="960"/>
                      </a:lnTo>
                      <a:lnTo>
                        <a:pt x="264" y="978"/>
                      </a:lnTo>
                      <a:lnTo>
                        <a:pt x="258" y="990"/>
                      </a:lnTo>
                      <a:lnTo>
                        <a:pt x="252" y="996"/>
                      </a:lnTo>
                      <a:lnTo>
                        <a:pt x="234" y="996"/>
                      </a:lnTo>
                      <a:lnTo>
                        <a:pt x="216" y="990"/>
                      </a:lnTo>
                      <a:lnTo>
                        <a:pt x="186" y="990"/>
                      </a:lnTo>
                      <a:lnTo>
                        <a:pt x="168" y="1008"/>
                      </a:lnTo>
                      <a:lnTo>
                        <a:pt x="162" y="1020"/>
                      </a:lnTo>
                      <a:lnTo>
                        <a:pt x="162" y="1044"/>
                      </a:lnTo>
                      <a:lnTo>
                        <a:pt x="156" y="1050"/>
                      </a:lnTo>
                      <a:lnTo>
                        <a:pt x="126" y="1044"/>
                      </a:lnTo>
                      <a:lnTo>
                        <a:pt x="114" y="1050"/>
                      </a:lnTo>
                      <a:lnTo>
                        <a:pt x="108" y="1044"/>
                      </a:lnTo>
                      <a:lnTo>
                        <a:pt x="102" y="1032"/>
                      </a:lnTo>
                      <a:lnTo>
                        <a:pt x="96" y="1026"/>
                      </a:lnTo>
                      <a:lnTo>
                        <a:pt x="84" y="1026"/>
                      </a:lnTo>
                      <a:lnTo>
                        <a:pt x="72" y="1038"/>
                      </a:lnTo>
                      <a:lnTo>
                        <a:pt x="48" y="1038"/>
                      </a:lnTo>
                      <a:lnTo>
                        <a:pt x="48" y="1056"/>
                      </a:lnTo>
                      <a:lnTo>
                        <a:pt x="36" y="1062"/>
                      </a:lnTo>
                      <a:lnTo>
                        <a:pt x="30" y="1068"/>
                      </a:lnTo>
                      <a:lnTo>
                        <a:pt x="18" y="1068"/>
                      </a:lnTo>
                      <a:lnTo>
                        <a:pt x="6" y="1074"/>
                      </a:lnTo>
                      <a:lnTo>
                        <a:pt x="0" y="1080"/>
                      </a:lnTo>
                      <a:lnTo>
                        <a:pt x="0" y="1086"/>
                      </a:lnTo>
                      <a:lnTo>
                        <a:pt x="12" y="1092"/>
                      </a:lnTo>
                      <a:lnTo>
                        <a:pt x="18" y="1104"/>
                      </a:lnTo>
                      <a:lnTo>
                        <a:pt x="18" y="1116"/>
                      </a:lnTo>
                      <a:lnTo>
                        <a:pt x="0" y="1116"/>
                      </a:lnTo>
                      <a:lnTo>
                        <a:pt x="0" y="1140"/>
                      </a:lnTo>
                      <a:lnTo>
                        <a:pt x="18" y="1140"/>
                      </a:lnTo>
                      <a:lnTo>
                        <a:pt x="18" y="1152"/>
                      </a:lnTo>
                      <a:lnTo>
                        <a:pt x="12" y="1164"/>
                      </a:lnTo>
                      <a:lnTo>
                        <a:pt x="12" y="1176"/>
                      </a:lnTo>
                      <a:lnTo>
                        <a:pt x="24" y="1188"/>
                      </a:lnTo>
                      <a:lnTo>
                        <a:pt x="36" y="1188"/>
                      </a:lnTo>
                      <a:lnTo>
                        <a:pt x="42" y="1182"/>
                      </a:lnTo>
                      <a:lnTo>
                        <a:pt x="66" y="1182"/>
                      </a:lnTo>
                      <a:lnTo>
                        <a:pt x="78" y="1188"/>
                      </a:lnTo>
                      <a:lnTo>
                        <a:pt x="84" y="1188"/>
                      </a:lnTo>
                      <a:lnTo>
                        <a:pt x="96" y="1194"/>
                      </a:lnTo>
                      <a:lnTo>
                        <a:pt x="102" y="1200"/>
                      </a:lnTo>
                      <a:lnTo>
                        <a:pt x="102" y="1242"/>
                      </a:lnTo>
                      <a:lnTo>
                        <a:pt x="114" y="1266"/>
                      </a:lnTo>
                      <a:lnTo>
                        <a:pt x="120" y="1272"/>
                      </a:lnTo>
                      <a:lnTo>
                        <a:pt x="126" y="1272"/>
                      </a:lnTo>
                      <a:lnTo>
                        <a:pt x="138" y="1284"/>
                      </a:lnTo>
                      <a:lnTo>
                        <a:pt x="132" y="1290"/>
                      </a:lnTo>
                      <a:lnTo>
                        <a:pt x="102" y="1290"/>
                      </a:lnTo>
                      <a:lnTo>
                        <a:pt x="96" y="1296"/>
                      </a:lnTo>
                      <a:lnTo>
                        <a:pt x="96" y="1308"/>
                      </a:lnTo>
                      <a:lnTo>
                        <a:pt x="108" y="1314"/>
                      </a:lnTo>
                      <a:lnTo>
                        <a:pt x="114" y="1320"/>
                      </a:lnTo>
                      <a:lnTo>
                        <a:pt x="162" y="1320"/>
                      </a:lnTo>
                      <a:lnTo>
                        <a:pt x="168" y="1332"/>
                      </a:lnTo>
                      <a:lnTo>
                        <a:pt x="180" y="1332"/>
                      </a:lnTo>
                      <a:lnTo>
                        <a:pt x="192" y="1338"/>
                      </a:lnTo>
                      <a:lnTo>
                        <a:pt x="204" y="1350"/>
                      </a:lnTo>
                      <a:lnTo>
                        <a:pt x="216" y="1374"/>
                      </a:lnTo>
                      <a:lnTo>
                        <a:pt x="216" y="1398"/>
                      </a:lnTo>
                      <a:lnTo>
                        <a:pt x="252" y="1410"/>
                      </a:lnTo>
                      <a:lnTo>
                        <a:pt x="264" y="1404"/>
                      </a:lnTo>
                      <a:lnTo>
                        <a:pt x="264" y="1410"/>
                      </a:lnTo>
                      <a:lnTo>
                        <a:pt x="270" y="1416"/>
                      </a:lnTo>
                      <a:lnTo>
                        <a:pt x="276" y="1428"/>
                      </a:lnTo>
                      <a:lnTo>
                        <a:pt x="288" y="1434"/>
                      </a:lnTo>
                      <a:lnTo>
                        <a:pt x="366" y="1434"/>
                      </a:lnTo>
                      <a:lnTo>
                        <a:pt x="378" y="1428"/>
                      </a:lnTo>
                      <a:lnTo>
                        <a:pt x="384" y="1416"/>
                      </a:lnTo>
                      <a:lnTo>
                        <a:pt x="402" y="1410"/>
                      </a:lnTo>
                      <a:lnTo>
                        <a:pt x="426" y="1398"/>
                      </a:lnTo>
                      <a:lnTo>
                        <a:pt x="438" y="1398"/>
                      </a:lnTo>
                      <a:lnTo>
                        <a:pt x="456" y="1410"/>
                      </a:lnTo>
                      <a:lnTo>
                        <a:pt x="480" y="1434"/>
                      </a:lnTo>
                      <a:lnTo>
                        <a:pt x="522" y="1434"/>
                      </a:lnTo>
                      <a:lnTo>
                        <a:pt x="522" y="1494"/>
                      </a:lnTo>
                      <a:lnTo>
                        <a:pt x="516" y="1500"/>
                      </a:lnTo>
                      <a:lnTo>
                        <a:pt x="498" y="1500"/>
                      </a:lnTo>
                      <a:lnTo>
                        <a:pt x="498" y="1506"/>
                      </a:lnTo>
                      <a:lnTo>
                        <a:pt x="504" y="1512"/>
                      </a:lnTo>
                      <a:lnTo>
                        <a:pt x="504" y="1536"/>
                      </a:lnTo>
                      <a:lnTo>
                        <a:pt x="498" y="1548"/>
                      </a:lnTo>
                      <a:lnTo>
                        <a:pt x="486" y="1554"/>
                      </a:lnTo>
                      <a:lnTo>
                        <a:pt x="456" y="1554"/>
                      </a:lnTo>
                      <a:lnTo>
                        <a:pt x="474" y="1578"/>
                      </a:lnTo>
                      <a:lnTo>
                        <a:pt x="456" y="1584"/>
                      </a:lnTo>
                      <a:lnTo>
                        <a:pt x="456" y="1608"/>
                      </a:lnTo>
                      <a:lnTo>
                        <a:pt x="480" y="1620"/>
                      </a:lnTo>
                      <a:lnTo>
                        <a:pt x="492" y="1620"/>
                      </a:lnTo>
                      <a:lnTo>
                        <a:pt x="498" y="1626"/>
                      </a:lnTo>
                      <a:lnTo>
                        <a:pt x="504" y="1638"/>
                      </a:lnTo>
                      <a:lnTo>
                        <a:pt x="522" y="1656"/>
                      </a:lnTo>
                      <a:lnTo>
                        <a:pt x="522" y="1668"/>
                      </a:lnTo>
                      <a:lnTo>
                        <a:pt x="510" y="1674"/>
                      </a:lnTo>
                      <a:lnTo>
                        <a:pt x="504" y="1680"/>
                      </a:lnTo>
                      <a:lnTo>
                        <a:pt x="498" y="1680"/>
                      </a:lnTo>
                      <a:lnTo>
                        <a:pt x="486" y="1698"/>
                      </a:lnTo>
                      <a:lnTo>
                        <a:pt x="474" y="1686"/>
                      </a:lnTo>
                      <a:lnTo>
                        <a:pt x="474" y="1668"/>
                      </a:lnTo>
                      <a:lnTo>
                        <a:pt x="462" y="1668"/>
                      </a:lnTo>
                      <a:lnTo>
                        <a:pt x="456" y="1674"/>
                      </a:lnTo>
                      <a:lnTo>
                        <a:pt x="450" y="1674"/>
                      </a:lnTo>
                      <a:lnTo>
                        <a:pt x="450" y="1692"/>
                      </a:lnTo>
                      <a:lnTo>
                        <a:pt x="456" y="1698"/>
                      </a:lnTo>
                      <a:lnTo>
                        <a:pt x="462" y="1710"/>
                      </a:lnTo>
                      <a:lnTo>
                        <a:pt x="474" y="1722"/>
                      </a:lnTo>
                      <a:lnTo>
                        <a:pt x="480" y="1722"/>
                      </a:lnTo>
                      <a:lnTo>
                        <a:pt x="480" y="1734"/>
                      </a:lnTo>
                      <a:lnTo>
                        <a:pt x="474" y="1740"/>
                      </a:lnTo>
                      <a:lnTo>
                        <a:pt x="474" y="1758"/>
                      </a:lnTo>
                      <a:lnTo>
                        <a:pt x="480" y="1764"/>
                      </a:lnTo>
                      <a:lnTo>
                        <a:pt x="510" y="1764"/>
                      </a:lnTo>
                      <a:lnTo>
                        <a:pt x="516" y="1776"/>
                      </a:lnTo>
                      <a:lnTo>
                        <a:pt x="528" y="1788"/>
                      </a:lnTo>
                      <a:lnTo>
                        <a:pt x="540" y="1794"/>
                      </a:lnTo>
                      <a:lnTo>
                        <a:pt x="552" y="1794"/>
                      </a:lnTo>
                      <a:lnTo>
                        <a:pt x="558" y="1800"/>
                      </a:lnTo>
                      <a:lnTo>
                        <a:pt x="564" y="1800"/>
                      </a:lnTo>
                      <a:lnTo>
                        <a:pt x="582" y="1818"/>
                      </a:lnTo>
                      <a:lnTo>
                        <a:pt x="600" y="1812"/>
                      </a:lnTo>
                      <a:lnTo>
                        <a:pt x="600" y="1830"/>
                      </a:lnTo>
                      <a:lnTo>
                        <a:pt x="612" y="1836"/>
                      </a:lnTo>
                      <a:lnTo>
                        <a:pt x="624" y="1836"/>
                      </a:lnTo>
                      <a:lnTo>
                        <a:pt x="666" y="1872"/>
                      </a:lnTo>
                      <a:lnTo>
                        <a:pt x="690" y="1854"/>
                      </a:lnTo>
                      <a:lnTo>
                        <a:pt x="696" y="1848"/>
                      </a:lnTo>
                      <a:lnTo>
                        <a:pt x="708" y="1842"/>
                      </a:lnTo>
                      <a:lnTo>
                        <a:pt x="720" y="1842"/>
                      </a:lnTo>
                      <a:lnTo>
                        <a:pt x="732" y="1848"/>
                      </a:lnTo>
                      <a:lnTo>
                        <a:pt x="744" y="1860"/>
                      </a:lnTo>
                      <a:lnTo>
                        <a:pt x="750" y="1872"/>
                      </a:lnTo>
                      <a:lnTo>
                        <a:pt x="762" y="1878"/>
                      </a:lnTo>
                      <a:lnTo>
                        <a:pt x="780" y="1896"/>
                      </a:lnTo>
                      <a:lnTo>
                        <a:pt x="822" y="1902"/>
                      </a:lnTo>
                      <a:lnTo>
                        <a:pt x="828" y="1914"/>
                      </a:lnTo>
                      <a:lnTo>
                        <a:pt x="834" y="1920"/>
                      </a:lnTo>
                      <a:lnTo>
                        <a:pt x="840" y="1932"/>
                      </a:lnTo>
                      <a:lnTo>
                        <a:pt x="846" y="1938"/>
                      </a:lnTo>
                      <a:lnTo>
                        <a:pt x="846" y="1950"/>
                      </a:lnTo>
                      <a:lnTo>
                        <a:pt x="858" y="1950"/>
                      </a:lnTo>
                      <a:lnTo>
                        <a:pt x="858" y="1944"/>
                      </a:lnTo>
                      <a:lnTo>
                        <a:pt x="864" y="1938"/>
                      </a:lnTo>
                      <a:lnTo>
                        <a:pt x="870" y="1926"/>
                      </a:lnTo>
                      <a:lnTo>
                        <a:pt x="882" y="1926"/>
                      </a:lnTo>
                      <a:lnTo>
                        <a:pt x="888" y="1932"/>
                      </a:lnTo>
                      <a:lnTo>
                        <a:pt x="894" y="1944"/>
                      </a:lnTo>
                      <a:lnTo>
                        <a:pt x="894" y="1962"/>
                      </a:lnTo>
                      <a:lnTo>
                        <a:pt x="924" y="1992"/>
                      </a:lnTo>
                      <a:lnTo>
                        <a:pt x="936" y="1998"/>
                      </a:lnTo>
                      <a:lnTo>
                        <a:pt x="942" y="1992"/>
                      </a:lnTo>
                      <a:lnTo>
                        <a:pt x="954" y="1986"/>
                      </a:lnTo>
                      <a:lnTo>
                        <a:pt x="960" y="1986"/>
                      </a:lnTo>
                      <a:lnTo>
                        <a:pt x="966" y="1992"/>
                      </a:lnTo>
                      <a:lnTo>
                        <a:pt x="966" y="1998"/>
                      </a:lnTo>
                      <a:lnTo>
                        <a:pt x="960" y="2004"/>
                      </a:lnTo>
                      <a:lnTo>
                        <a:pt x="960" y="2010"/>
                      </a:lnTo>
                      <a:lnTo>
                        <a:pt x="966" y="2010"/>
                      </a:lnTo>
                      <a:lnTo>
                        <a:pt x="972" y="2016"/>
                      </a:lnTo>
                      <a:lnTo>
                        <a:pt x="990" y="2022"/>
                      </a:lnTo>
                      <a:lnTo>
                        <a:pt x="1002" y="2022"/>
                      </a:lnTo>
                      <a:lnTo>
                        <a:pt x="1008" y="2016"/>
                      </a:lnTo>
                      <a:lnTo>
                        <a:pt x="1014" y="2016"/>
                      </a:lnTo>
                      <a:lnTo>
                        <a:pt x="1014" y="2034"/>
                      </a:lnTo>
                      <a:lnTo>
                        <a:pt x="1020" y="2040"/>
                      </a:lnTo>
                      <a:lnTo>
                        <a:pt x="1032" y="2040"/>
                      </a:lnTo>
                      <a:lnTo>
                        <a:pt x="1044" y="2028"/>
                      </a:lnTo>
                      <a:lnTo>
                        <a:pt x="1044" y="2022"/>
                      </a:lnTo>
                      <a:lnTo>
                        <a:pt x="1044" y="2034"/>
                      </a:lnTo>
                      <a:lnTo>
                        <a:pt x="1050" y="2040"/>
                      </a:lnTo>
                      <a:lnTo>
                        <a:pt x="1068" y="2040"/>
                      </a:lnTo>
                      <a:lnTo>
                        <a:pt x="1074" y="2034"/>
                      </a:lnTo>
                      <a:lnTo>
                        <a:pt x="1074" y="2028"/>
                      </a:lnTo>
                      <a:lnTo>
                        <a:pt x="1086" y="2034"/>
                      </a:lnTo>
                      <a:lnTo>
                        <a:pt x="1092" y="2040"/>
                      </a:lnTo>
                      <a:lnTo>
                        <a:pt x="1110" y="2046"/>
                      </a:lnTo>
                      <a:lnTo>
                        <a:pt x="1134" y="2058"/>
                      </a:lnTo>
                      <a:lnTo>
                        <a:pt x="1158" y="2058"/>
                      </a:lnTo>
                      <a:lnTo>
                        <a:pt x="1176" y="2040"/>
                      </a:lnTo>
                      <a:lnTo>
                        <a:pt x="1194" y="2034"/>
                      </a:lnTo>
                      <a:lnTo>
                        <a:pt x="1206" y="2028"/>
                      </a:lnTo>
                      <a:lnTo>
                        <a:pt x="1212" y="2028"/>
                      </a:lnTo>
                      <a:lnTo>
                        <a:pt x="1224" y="2034"/>
                      </a:lnTo>
                      <a:lnTo>
                        <a:pt x="1230" y="2040"/>
                      </a:lnTo>
                      <a:lnTo>
                        <a:pt x="1230" y="2088"/>
                      </a:lnTo>
                      <a:lnTo>
                        <a:pt x="1236" y="2094"/>
                      </a:lnTo>
                      <a:lnTo>
                        <a:pt x="1242" y="2094"/>
                      </a:lnTo>
                      <a:lnTo>
                        <a:pt x="1242" y="2088"/>
                      </a:lnTo>
                      <a:lnTo>
                        <a:pt x="1248" y="2082"/>
                      </a:lnTo>
                      <a:lnTo>
                        <a:pt x="1254" y="2070"/>
                      </a:lnTo>
                      <a:lnTo>
                        <a:pt x="1266" y="2052"/>
                      </a:lnTo>
                      <a:lnTo>
                        <a:pt x="1272" y="2040"/>
                      </a:lnTo>
                      <a:lnTo>
                        <a:pt x="1284" y="2028"/>
                      </a:lnTo>
                      <a:lnTo>
                        <a:pt x="1290" y="2016"/>
                      </a:lnTo>
                      <a:lnTo>
                        <a:pt x="1302" y="2016"/>
                      </a:lnTo>
                      <a:lnTo>
                        <a:pt x="1314" y="2022"/>
                      </a:lnTo>
                      <a:lnTo>
                        <a:pt x="1338" y="2022"/>
                      </a:lnTo>
                      <a:lnTo>
                        <a:pt x="1338" y="2046"/>
                      </a:lnTo>
                      <a:lnTo>
                        <a:pt x="1344" y="2046"/>
                      </a:lnTo>
                      <a:lnTo>
                        <a:pt x="1350" y="2040"/>
                      </a:lnTo>
                      <a:lnTo>
                        <a:pt x="1362" y="2034"/>
                      </a:lnTo>
                      <a:lnTo>
                        <a:pt x="1374" y="2034"/>
                      </a:lnTo>
                      <a:lnTo>
                        <a:pt x="1386" y="2028"/>
                      </a:lnTo>
                      <a:lnTo>
                        <a:pt x="1398" y="2028"/>
                      </a:lnTo>
                      <a:lnTo>
                        <a:pt x="1410" y="2034"/>
                      </a:lnTo>
                      <a:lnTo>
                        <a:pt x="1422" y="2046"/>
                      </a:lnTo>
                      <a:lnTo>
                        <a:pt x="1428" y="2058"/>
                      </a:lnTo>
                      <a:lnTo>
                        <a:pt x="1428" y="2064"/>
                      </a:lnTo>
                      <a:lnTo>
                        <a:pt x="1482" y="2064"/>
                      </a:lnTo>
                      <a:lnTo>
                        <a:pt x="1494" y="2052"/>
                      </a:lnTo>
                      <a:lnTo>
                        <a:pt x="1494" y="2034"/>
                      </a:lnTo>
                      <a:lnTo>
                        <a:pt x="1488" y="2022"/>
                      </a:lnTo>
                      <a:lnTo>
                        <a:pt x="1518" y="2022"/>
                      </a:lnTo>
                      <a:lnTo>
                        <a:pt x="1524" y="2016"/>
                      </a:lnTo>
                      <a:lnTo>
                        <a:pt x="1524" y="1992"/>
                      </a:lnTo>
                      <a:lnTo>
                        <a:pt x="1518" y="1986"/>
                      </a:lnTo>
                      <a:lnTo>
                        <a:pt x="1518" y="1980"/>
                      </a:lnTo>
                      <a:lnTo>
                        <a:pt x="1554" y="1980"/>
                      </a:lnTo>
                      <a:lnTo>
                        <a:pt x="1578" y="1956"/>
                      </a:lnTo>
                      <a:lnTo>
                        <a:pt x="1590" y="1950"/>
                      </a:lnTo>
                      <a:lnTo>
                        <a:pt x="1602" y="1938"/>
                      </a:lnTo>
                      <a:lnTo>
                        <a:pt x="1620" y="1938"/>
                      </a:lnTo>
                      <a:lnTo>
                        <a:pt x="1632" y="1944"/>
                      </a:lnTo>
                      <a:lnTo>
                        <a:pt x="1650" y="1956"/>
                      </a:lnTo>
                      <a:lnTo>
                        <a:pt x="1668" y="1956"/>
                      </a:lnTo>
                      <a:lnTo>
                        <a:pt x="1668" y="1932"/>
                      </a:lnTo>
                      <a:lnTo>
                        <a:pt x="1680" y="1920"/>
                      </a:lnTo>
                      <a:lnTo>
                        <a:pt x="1716" y="1938"/>
                      </a:lnTo>
                      <a:lnTo>
                        <a:pt x="1722" y="1944"/>
                      </a:lnTo>
                      <a:lnTo>
                        <a:pt x="1710" y="1956"/>
                      </a:lnTo>
                      <a:lnTo>
                        <a:pt x="1704" y="1956"/>
                      </a:lnTo>
                      <a:lnTo>
                        <a:pt x="1710" y="1962"/>
                      </a:lnTo>
                      <a:lnTo>
                        <a:pt x="1740" y="1962"/>
                      </a:lnTo>
                      <a:lnTo>
                        <a:pt x="1758" y="1992"/>
                      </a:lnTo>
                      <a:lnTo>
                        <a:pt x="1752" y="1992"/>
                      </a:lnTo>
                      <a:lnTo>
                        <a:pt x="1740" y="2004"/>
                      </a:lnTo>
                      <a:lnTo>
                        <a:pt x="1740" y="2010"/>
                      </a:lnTo>
                      <a:lnTo>
                        <a:pt x="1806" y="2010"/>
                      </a:lnTo>
                      <a:lnTo>
                        <a:pt x="1812" y="2016"/>
                      </a:lnTo>
                      <a:lnTo>
                        <a:pt x="1818" y="2016"/>
                      </a:lnTo>
                      <a:lnTo>
                        <a:pt x="1824" y="1998"/>
                      </a:lnTo>
                      <a:lnTo>
                        <a:pt x="1830" y="1998"/>
                      </a:lnTo>
                      <a:lnTo>
                        <a:pt x="1836" y="2004"/>
                      </a:lnTo>
                      <a:lnTo>
                        <a:pt x="1842" y="2016"/>
                      </a:lnTo>
                      <a:lnTo>
                        <a:pt x="1854" y="2022"/>
                      </a:lnTo>
                      <a:lnTo>
                        <a:pt x="1872" y="2058"/>
                      </a:lnTo>
                      <a:lnTo>
                        <a:pt x="1878" y="2064"/>
                      </a:lnTo>
                      <a:lnTo>
                        <a:pt x="1878" y="2070"/>
                      </a:lnTo>
                      <a:lnTo>
                        <a:pt x="1914" y="2070"/>
                      </a:lnTo>
                      <a:lnTo>
                        <a:pt x="1920" y="2076"/>
                      </a:lnTo>
                      <a:lnTo>
                        <a:pt x="1920" y="2106"/>
                      </a:lnTo>
                      <a:lnTo>
                        <a:pt x="1932" y="2130"/>
                      </a:lnTo>
                      <a:lnTo>
                        <a:pt x="1944" y="2190"/>
                      </a:lnTo>
                      <a:lnTo>
                        <a:pt x="1932" y="2190"/>
                      </a:lnTo>
                      <a:lnTo>
                        <a:pt x="1926" y="2196"/>
                      </a:lnTo>
                      <a:lnTo>
                        <a:pt x="1914" y="2196"/>
                      </a:lnTo>
                      <a:lnTo>
                        <a:pt x="1932" y="2214"/>
                      </a:lnTo>
                      <a:lnTo>
                        <a:pt x="1932" y="2220"/>
                      </a:lnTo>
                      <a:lnTo>
                        <a:pt x="1926" y="2232"/>
                      </a:lnTo>
                      <a:lnTo>
                        <a:pt x="1920" y="2238"/>
                      </a:lnTo>
                      <a:lnTo>
                        <a:pt x="1908" y="2238"/>
                      </a:lnTo>
                      <a:lnTo>
                        <a:pt x="1902" y="2232"/>
                      </a:lnTo>
                      <a:lnTo>
                        <a:pt x="1902" y="2268"/>
                      </a:lnTo>
                      <a:lnTo>
                        <a:pt x="1896" y="2274"/>
                      </a:lnTo>
                      <a:lnTo>
                        <a:pt x="1884" y="2274"/>
                      </a:lnTo>
                      <a:lnTo>
                        <a:pt x="1890" y="2304"/>
                      </a:lnTo>
                      <a:lnTo>
                        <a:pt x="1878" y="2304"/>
                      </a:lnTo>
                      <a:lnTo>
                        <a:pt x="1878" y="2322"/>
                      </a:lnTo>
                      <a:lnTo>
                        <a:pt x="1896" y="2340"/>
                      </a:lnTo>
                      <a:lnTo>
                        <a:pt x="1902" y="2352"/>
                      </a:lnTo>
                      <a:lnTo>
                        <a:pt x="1890" y="2370"/>
                      </a:lnTo>
                      <a:lnTo>
                        <a:pt x="1902" y="2364"/>
                      </a:lnTo>
                      <a:lnTo>
                        <a:pt x="1908" y="2358"/>
                      </a:lnTo>
                      <a:lnTo>
                        <a:pt x="1920" y="2358"/>
                      </a:lnTo>
                      <a:lnTo>
                        <a:pt x="1926" y="2352"/>
                      </a:lnTo>
                      <a:lnTo>
                        <a:pt x="1986" y="2352"/>
                      </a:lnTo>
                      <a:lnTo>
                        <a:pt x="1956" y="2376"/>
                      </a:lnTo>
                      <a:lnTo>
                        <a:pt x="1980" y="2394"/>
                      </a:lnTo>
                      <a:lnTo>
                        <a:pt x="1992" y="2436"/>
                      </a:lnTo>
                      <a:lnTo>
                        <a:pt x="2022" y="2436"/>
                      </a:lnTo>
                      <a:lnTo>
                        <a:pt x="2034" y="2442"/>
                      </a:lnTo>
                      <a:lnTo>
                        <a:pt x="2040" y="2448"/>
                      </a:lnTo>
                      <a:lnTo>
                        <a:pt x="2040" y="2454"/>
                      </a:lnTo>
                      <a:lnTo>
                        <a:pt x="2034" y="2460"/>
                      </a:lnTo>
                      <a:lnTo>
                        <a:pt x="2022" y="2460"/>
                      </a:lnTo>
                      <a:lnTo>
                        <a:pt x="2016" y="2466"/>
                      </a:lnTo>
                      <a:lnTo>
                        <a:pt x="2028" y="2478"/>
                      </a:lnTo>
                      <a:lnTo>
                        <a:pt x="2028" y="2490"/>
                      </a:lnTo>
                      <a:lnTo>
                        <a:pt x="2022" y="2496"/>
                      </a:lnTo>
                      <a:lnTo>
                        <a:pt x="2022" y="2502"/>
                      </a:lnTo>
                      <a:lnTo>
                        <a:pt x="2016" y="2514"/>
                      </a:lnTo>
                      <a:lnTo>
                        <a:pt x="2070" y="2520"/>
                      </a:lnTo>
                      <a:lnTo>
                        <a:pt x="2082" y="2550"/>
                      </a:lnTo>
                      <a:lnTo>
                        <a:pt x="2094" y="2550"/>
                      </a:lnTo>
                      <a:lnTo>
                        <a:pt x="2094" y="2568"/>
                      </a:lnTo>
                      <a:lnTo>
                        <a:pt x="2136" y="2568"/>
                      </a:lnTo>
                      <a:lnTo>
                        <a:pt x="2136" y="2562"/>
                      </a:lnTo>
                      <a:lnTo>
                        <a:pt x="2154" y="2544"/>
                      </a:lnTo>
                      <a:lnTo>
                        <a:pt x="2166" y="2544"/>
                      </a:lnTo>
                      <a:lnTo>
                        <a:pt x="2172" y="2550"/>
                      </a:lnTo>
                      <a:lnTo>
                        <a:pt x="2172" y="2592"/>
                      </a:lnTo>
                      <a:lnTo>
                        <a:pt x="2214" y="2592"/>
                      </a:lnTo>
                      <a:lnTo>
                        <a:pt x="2214" y="2556"/>
                      </a:lnTo>
                      <a:lnTo>
                        <a:pt x="2190" y="2532"/>
                      </a:lnTo>
                      <a:lnTo>
                        <a:pt x="2190" y="2490"/>
                      </a:lnTo>
                      <a:lnTo>
                        <a:pt x="2196" y="2484"/>
                      </a:lnTo>
                      <a:lnTo>
                        <a:pt x="2232" y="2490"/>
                      </a:lnTo>
                      <a:lnTo>
                        <a:pt x="2232" y="2472"/>
                      </a:lnTo>
                      <a:lnTo>
                        <a:pt x="2238" y="2460"/>
                      </a:lnTo>
                      <a:lnTo>
                        <a:pt x="2250" y="2460"/>
                      </a:lnTo>
                      <a:lnTo>
                        <a:pt x="2274" y="2484"/>
                      </a:lnTo>
                      <a:lnTo>
                        <a:pt x="2286" y="2484"/>
                      </a:lnTo>
                      <a:lnTo>
                        <a:pt x="2292" y="2478"/>
                      </a:lnTo>
                      <a:lnTo>
                        <a:pt x="2298" y="2466"/>
                      </a:lnTo>
                      <a:lnTo>
                        <a:pt x="2304" y="2460"/>
                      </a:lnTo>
                      <a:lnTo>
                        <a:pt x="2322" y="2478"/>
                      </a:lnTo>
                      <a:lnTo>
                        <a:pt x="2322" y="2460"/>
                      </a:lnTo>
                      <a:lnTo>
                        <a:pt x="2328" y="2460"/>
                      </a:lnTo>
                      <a:lnTo>
                        <a:pt x="2340" y="2478"/>
                      </a:lnTo>
                      <a:lnTo>
                        <a:pt x="2346" y="2484"/>
                      </a:lnTo>
                      <a:lnTo>
                        <a:pt x="2364" y="2484"/>
                      </a:lnTo>
                      <a:lnTo>
                        <a:pt x="2364" y="2472"/>
                      </a:lnTo>
                      <a:lnTo>
                        <a:pt x="2352" y="2460"/>
                      </a:lnTo>
                      <a:lnTo>
                        <a:pt x="2370" y="2460"/>
                      </a:lnTo>
                      <a:lnTo>
                        <a:pt x="2376" y="2466"/>
                      </a:lnTo>
                      <a:lnTo>
                        <a:pt x="2382" y="2460"/>
                      </a:lnTo>
                      <a:lnTo>
                        <a:pt x="2400" y="2460"/>
                      </a:lnTo>
                      <a:lnTo>
                        <a:pt x="2400" y="2454"/>
                      </a:lnTo>
                      <a:lnTo>
                        <a:pt x="2406" y="2442"/>
                      </a:lnTo>
                      <a:lnTo>
                        <a:pt x="2406" y="2430"/>
                      </a:lnTo>
                      <a:lnTo>
                        <a:pt x="2412" y="2424"/>
                      </a:lnTo>
                      <a:lnTo>
                        <a:pt x="2424" y="2418"/>
                      </a:lnTo>
                      <a:lnTo>
                        <a:pt x="2430" y="2412"/>
                      </a:lnTo>
                      <a:lnTo>
                        <a:pt x="2436" y="2412"/>
                      </a:lnTo>
                      <a:lnTo>
                        <a:pt x="2466" y="2448"/>
                      </a:lnTo>
                      <a:lnTo>
                        <a:pt x="2496" y="2442"/>
                      </a:lnTo>
                      <a:lnTo>
                        <a:pt x="2508" y="2454"/>
                      </a:lnTo>
                      <a:lnTo>
                        <a:pt x="2538" y="2454"/>
                      </a:lnTo>
                      <a:lnTo>
                        <a:pt x="2544" y="2460"/>
                      </a:lnTo>
                      <a:lnTo>
                        <a:pt x="2544" y="2466"/>
                      </a:lnTo>
                      <a:lnTo>
                        <a:pt x="2526" y="2484"/>
                      </a:lnTo>
                      <a:lnTo>
                        <a:pt x="2532" y="2502"/>
                      </a:lnTo>
                      <a:lnTo>
                        <a:pt x="2544" y="2508"/>
                      </a:lnTo>
                      <a:lnTo>
                        <a:pt x="2544" y="2526"/>
                      </a:lnTo>
                      <a:lnTo>
                        <a:pt x="2562" y="2526"/>
                      </a:lnTo>
                      <a:lnTo>
                        <a:pt x="2568" y="2532"/>
                      </a:lnTo>
                      <a:lnTo>
                        <a:pt x="2574" y="2544"/>
                      </a:lnTo>
                      <a:lnTo>
                        <a:pt x="2586" y="2550"/>
                      </a:lnTo>
                      <a:lnTo>
                        <a:pt x="2616" y="2550"/>
                      </a:lnTo>
                      <a:lnTo>
                        <a:pt x="2622" y="2556"/>
                      </a:lnTo>
                      <a:lnTo>
                        <a:pt x="2628" y="2556"/>
                      </a:lnTo>
                      <a:lnTo>
                        <a:pt x="2676" y="2526"/>
                      </a:lnTo>
                      <a:lnTo>
                        <a:pt x="2694" y="2538"/>
                      </a:lnTo>
                      <a:lnTo>
                        <a:pt x="2718" y="2538"/>
                      </a:lnTo>
                      <a:lnTo>
                        <a:pt x="2736" y="2544"/>
                      </a:lnTo>
                      <a:lnTo>
                        <a:pt x="2748" y="2544"/>
                      </a:lnTo>
                      <a:lnTo>
                        <a:pt x="2760" y="2550"/>
                      </a:lnTo>
                      <a:lnTo>
                        <a:pt x="2766" y="2556"/>
                      </a:lnTo>
                      <a:lnTo>
                        <a:pt x="2772" y="2568"/>
                      </a:lnTo>
                      <a:lnTo>
                        <a:pt x="2766" y="2580"/>
                      </a:lnTo>
                      <a:lnTo>
                        <a:pt x="2766" y="2604"/>
                      </a:lnTo>
                      <a:lnTo>
                        <a:pt x="2760" y="2616"/>
                      </a:lnTo>
                      <a:lnTo>
                        <a:pt x="2766" y="2628"/>
                      </a:lnTo>
                      <a:lnTo>
                        <a:pt x="2772" y="2634"/>
                      </a:lnTo>
                      <a:lnTo>
                        <a:pt x="2784" y="2640"/>
                      </a:lnTo>
                      <a:lnTo>
                        <a:pt x="2790" y="2652"/>
                      </a:lnTo>
                      <a:lnTo>
                        <a:pt x="2802" y="2658"/>
                      </a:lnTo>
                      <a:lnTo>
                        <a:pt x="2808" y="2664"/>
                      </a:lnTo>
                      <a:lnTo>
                        <a:pt x="2826" y="2664"/>
                      </a:lnTo>
                      <a:lnTo>
                        <a:pt x="2832" y="2640"/>
                      </a:lnTo>
                      <a:lnTo>
                        <a:pt x="2832" y="2634"/>
                      </a:lnTo>
                      <a:lnTo>
                        <a:pt x="2826" y="2628"/>
                      </a:lnTo>
                      <a:lnTo>
                        <a:pt x="2826" y="2586"/>
                      </a:lnTo>
                      <a:lnTo>
                        <a:pt x="2832" y="2568"/>
                      </a:lnTo>
                      <a:lnTo>
                        <a:pt x="2844" y="2556"/>
                      </a:lnTo>
                      <a:lnTo>
                        <a:pt x="2856" y="2550"/>
                      </a:lnTo>
                      <a:lnTo>
                        <a:pt x="2886" y="2550"/>
                      </a:lnTo>
                      <a:lnTo>
                        <a:pt x="2898" y="2544"/>
                      </a:lnTo>
                      <a:lnTo>
                        <a:pt x="2910" y="2544"/>
                      </a:lnTo>
                      <a:lnTo>
                        <a:pt x="2922" y="2538"/>
                      </a:lnTo>
                      <a:lnTo>
                        <a:pt x="2940" y="2538"/>
                      </a:lnTo>
                      <a:lnTo>
                        <a:pt x="2964" y="2532"/>
                      </a:lnTo>
                      <a:lnTo>
                        <a:pt x="2982" y="2526"/>
                      </a:lnTo>
                      <a:lnTo>
                        <a:pt x="3000" y="2508"/>
                      </a:lnTo>
                      <a:lnTo>
                        <a:pt x="3000" y="2466"/>
                      </a:lnTo>
                      <a:lnTo>
                        <a:pt x="3006" y="2454"/>
                      </a:lnTo>
                      <a:lnTo>
                        <a:pt x="3012" y="2448"/>
                      </a:lnTo>
                      <a:lnTo>
                        <a:pt x="3024" y="2460"/>
                      </a:lnTo>
                      <a:lnTo>
                        <a:pt x="3036" y="2484"/>
                      </a:lnTo>
                      <a:lnTo>
                        <a:pt x="3042" y="2490"/>
                      </a:lnTo>
                      <a:lnTo>
                        <a:pt x="3048" y="2490"/>
                      </a:lnTo>
                      <a:lnTo>
                        <a:pt x="3054" y="2484"/>
                      </a:lnTo>
                      <a:lnTo>
                        <a:pt x="3066" y="2478"/>
                      </a:lnTo>
                      <a:lnTo>
                        <a:pt x="3072" y="2466"/>
                      </a:lnTo>
                      <a:lnTo>
                        <a:pt x="3090" y="2448"/>
                      </a:lnTo>
                      <a:lnTo>
                        <a:pt x="3096" y="2436"/>
                      </a:lnTo>
                      <a:lnTo>
                        <a:pt x="3114" y="2454"/>
                      </a:lnTo>
                      <a:lnTo>
                        <a:pt x="3144" y="2442"/>
                      </a:lnTo>
                      <a:lnTo>
                        <a:pt x="3150" y="2442"/>
                      </a:lnTo>
                      <a:lnTo>
                        <a:pt x="3156" y="2448"/>
                      </a:lnTo>
                      <a:lnTo>
                        <a:pt x="3186" y="2448"/>
                      </a:lnTo>
                      <a:lnTo>
                        <a:pt x="3234" y="2424"/>
                      </a:lnTo>
                      <a:lnTo>
                        <a:pt x="3288" y="2370"/>
                      </a:lnTo>
                      <a:lnTo>
                        <a:pt x="3294" y="2358"/>
                      </a:lnTo>
                      <a:lnTo>
                        <a:pt x="3300" y="2352"/>
                      </a:lnTo>
                      <a:lnTo>
                        <a:pt x="3294" y="2340"/>
                      </a:lnTo>
                      <a:lnTo>
                        <a:pt x="3294" y="2334"/>
                      </a:lnTo>
                      <a:lnTo>
                        <a:pt x="3288" y="2322"/>
                      </a:lnTo>
                      <a:lnTo>
                        <a:pt x="3282" y="2316"/>
                      </a:lnTo>
                      <a:lnTo>
                        <a:pt x="3300" y="2316"/>
                      </a:lnTo>
                      <a:lnTo>
                        <a:pt x="3312" y="2286"/>
                      </a:lnTo>
                      <a:lnTo>
                        <a:pt x="3336" y="2286"/>
                      </a:lnTo>
                      <a:lnTo>
                        <a:pt x="3348" y="2250"/>
                      </a:lnTo>
                      <a:lnTo>
                        <a:pt x="3360" y="2250"/>
                      </a:lnTo>
                      <a:lnTo>
                        <a:pt x="3360" y="2208"/>
                      </a:lnTo>
                      <a:lnTo>
                        <a:pt x="3372" y="2208"/>
                      </a:lnTo>
                      <a:lnTo>
                        <a:pt x="3384" y="2196"/>
                      </a:lnTo>
                      <a:lnTo>
                        <a:pt x="3384" y="2172"/>
                      </a:lnTo>
                      <a:lnTo>
                        <a:pt x="3378" y="2160"/>
                      </a:lnTo>
                      <a:lnTo>
                        <a:pt x="3372" y="2154"/>
                      </a:lnTo>
                      <a:lnTo>
                        <a:pt x="3372" y="2142"/>
                      </a:lnTo>
                      <a:lnTo>
                        <a:pt x="3378" y="2136"/>
                      </a:lnTo>
                      <a:lnTo>
                        <a:pt x="3384" y="2136"/>
                      </a:lnTo>
                      <a:lnTo>
                        <a:pt x="3390" y="2130"/>
                      </a:lnTo>
                      <a:lnTo>
                        <a:pt x="3402" y="2124"/>
                      </a:lnTo>
                      <a:lnTo>
                        <a:pt x="3408" y="2118"/>
                      </a:lnTo>
                      <a:lnTo>
                        <a:pt x="3408" y="2094"/>
                      </a:lnTo>
                      <a:lnTo>
                        <a:pt x="3390" y="2076"/>
                      </a:lnTo>
                      <a:lnTo>
                        <a:pt x="3390" y="2064"/>
                      </a:lnTo>
                      <a:lnTo>
                        <a:pt x="3402" y="2058"/>
                      </a:lnTo>
                      <a:lnTo>
                        <a:pt x="3408" y="2052"/>
                      </a:lnTo>
                      <a:lnTo>
                        <a:pt x="3408" y="2016"/>
                      </a:lnTo>
                      <a:lnTo>
                        <a:pt x="3414" y="2016"/>
                      </a:lnTo>
                      <a:lnTo>
                        <a:pt x="3420" y="2010"/>
                      </a:lnTo>
                      <a:lnTo>
                        <a:pt x="3456" y="1992"/>
                      </a:lnTo>
                      <a:lnTo>
                        <a:pt x="3462" y="1980"/>
                      </a:lnTo>
                      <a:lnTo>
                        <a:pt x="3462" y="1962"/>
                      </a:lnTo>
                      <a:lnTo>
                        <a:pt x="3456" y="1956"/>
                      </a:lnTo>
                      <a:lnTo>
                        <a:pt x="3444" y="1956"/>
                      </a:lnTo>
                      <a:lnTo>
                        <a:pt x="3450" y="1956"/>
                      </a:lnTo>
                      <a:lnTo>
                        <a:pt x="3456" y="1950"/>
                      </a:lnTo>
                      <a:lnTo>
                        <a:pt x="3468" y="1950"/>
                      </a:lnTo>
                      <a:lnTo>
                        <a:pt x="3480" y="1944"/>
                      </a:lnTo>
                      <a:lnTo>
                        <a:pt x="3492" y="1932"/>
                      </a:lnTo>
                      <a:lnTo>
                        <a:pt x="3474" y="1914"/>
                      </a:lnTo>
                      <a:lnTo>
                        <a:pt x="3468" y="1914"/>
                      </a:lnTo>
                      <a:lnTo>
                        <a:pt x="3486" y="1896"/>
                      </a:lnTo>
                      <a:lnTo>
                        <a:pt x="3498" y="1872"/>
                      </a:lnTo>
                      <a:lnTo>
                        <a:pt x="3504" y="1866"/>
                      </a:lnTo>
                      <a:lnTo>
                        <a:pt x="3504" y="1854"/>
                      </a:lnTo>
                      <a:lnTo>
                        <a:pt x="3498" y="1848"/>
                      </a:lnTo>
                      <a:lnTo>
                        <a:pt x="3474" y="1842"/>
                      </a:lnTo>
                      <a:lnTo>
                        <a:pt x="3438" y="1848"/>
                      </a:lnTo>
                      <a:lnTo>
                        <a:pt x="3396" y="1854"/>
                      </a:lnTo>
                      <a:lnTo>
                        <a:pt x="3366" y="1860"/>
                      </a:lnTo>
                      <a:lnTo>
                        <a:pt x="3354" y="1866"/>
                      </a:lnTo>
                      <a:lnTo>
                        <a:pt x="3336" y="1848"/>
                      </a:lnTo>
                      <a:lnTo>
                        <a:pt x="3378" y="1848"/>
                      </a:lnTo>
                      <a:lnTo>
                        <a:pt x="3378" y="1836"/>
                      </a:lnTo>
                      <a:lnTo>
                        <a:pt x="3384" y="1824"/>
                      </a:lnTo>
                      <a:lnTo>
                        <a:pt x="3390" y="1818"/>
                      </a:lnTo>
                      <a:lnTo>
                        <a:pt x="3402" y="1812"/>
                      </a:lnTo>
                      <a:lnTo>
                        <a:pt x="3432" y="1812"/>
                      </a:lnTo>
                      <a:lnTo>
                        <a:pt x="3426" y="1800"/>
                      </a:lnTo>
                      <a:lnTo>
                        <a:pt x="3420" y="1794"/>
                      </a:lnTo>
                      <a:lnTo>
                        <a:pt x="3414" y="1782"/>
                      </a:lnTo>
                      <a:lnTo>
                        <a:pt x="3414" y="1776"/>
                      </a:lnTo>
                      <a:lnTo>
                        <a:pt x="3408" y="1770"/>
                      </a:lnTo>
                      <a:lnTo>
                        <a:pt x="3390" y="1770"/>
                      </a:lnTo>
                      <a:lnTo>
                        <a:pt x="3378" y="1764"/>
                      </a:lnTo>
                      <a:lnTo>
                        <a:pt x="3366" y="1764"/>
                      </a:lnTo>
                      <a:lnTo>
                        <a:pt x="3354" y="1746"/>
                      </a:lnTo>
                      <a:lnTo>
                        <a:pt x="3342" y="1746"/>
                      </a:lnTo>
                      <a:lnTo>
                        <a:pt x="3336" y="1734"/>
                      </a:lnTo>
                      <a:lnTo>
                        <a:pt x="3324" y="1728"/>
                      </a:lnTo>
                      <a:lnTo>
                        <a:pt x="3294" y="1728"/>
                      </a:lnTo>
                      <a:lnTo>
                        <a:pt x="3288" y="1734"/>
                      </a:lnTo>
                      <a:lnTo>
                        <a:pt x="3282" y="1734"/>
                      </a:lnTo>
                      <a:lnTo>
                        <a:pt x="3246" y="1686"/>
                      </a:lnTo>
                      <a:lnTo>
                        <a:pt x="3252" y="1698"/>
                      </a:lnTo>
                      <a:lnTo>
                        <a:pt x="3264" y="1704"/>
                      </a:lnTo>
                      <a:lnTo>
                        <a:pt x="3270" y="1710"/>
                      </a:lnTo>
                      <a:lnTo>
                        <a:pt x="3282" y="1716"/>
                      </a:lnTo>
                      <a:lnTo>
                        <a:pt x="3294" y="1716"/>
                      </a:lnTo>
                      <a:lnTo>
                        <a:pt x="3300" y="1710"/>
                      </a:lnTo>
                      <a:lnTo>
                        <a:pt x="3306" y="1710"/>
                      </a:lnTo>
                      <a:lnTo>
                        <a:pt x="3336" y="1716"/>
                      </a:lnTo>
                      <a:lnTo>
                        <a:pt x="3348" y="1734"/>
                      </a:lnTo>
                      <a:lnTo>
                        <a:pt x="3366" y="1728"/>
                      </a:lnTo>
                      <a:lnTo>
                        <a:pt x="3408" y="1740"/>
                      </a:lnTo>
                      <a:lnTo>
                        <a:pt x="3390" y="1716"/>
                      </a:lnTo>
                      <a:lnTo>
                        <a:pt x="3372" y="1710"/>
                      </a:lnTo>
                      <a:lnTo>
                        <a:pt x="3372" y="1692"/>
                      </a:lnTo>
                      <a:lnTo>
                        <a:pt x="3360" y="1680"/>
                      </a:lnTo>
                      <a:lnTo>
                        <a:pt x="3348" y="1674"/>
                      </a:lnTo>
                      <a:lnTo>
                        <a:pt x="3330" y="1674"/>
                      </a:lnTo>
                      <a:lnTo>
                        <a:pt x="3318" y="1662"/>
                      </a:lnTo>
                      <a:lnTo>
                        <a:pt x="3318" y="1650"/>
                      </a:lnTo>
                      <a:lnTo>
                        <a:pt x="3312" y="1644"/>
                      </a:lnTo>
                      <a:lnTo>
                        <a:pt x="3312" y="1632"/>
                      </a:lnTo>
                      <a:lnTo>
                        <a:pt x="3234" y="1530"/>
                      </a:lnTo>
                      <a:lnTo>
                        <a:pt x="3198" y="1524"/>
                      </a:lnTo>
                      <a:lnTo>
                        <a:pt x="3162" y="1494"/>
                      </a:lnTo>
                      <a:lnTo>
                        <a:pt x="3144" y="1500"/>
                      </a:lnTo>
                      <a:lnTo>
                        <a:pt x="3138" y="1488"/>
                      </a:lnTo>
                      <a:lnTo>
                        <a:pt x="3132" y="1482"/>
                      </a:lnTo>
                      <a:lnTo>
                        <a:pt x="3132" y="1470"/>
                      </a:lnTo>
                      <a:lnTo>
                        <a:pt x="3126" y="1464"/>
                      </a:lnTo>
                      <a:lnTo>
                        <a:pt x="3138" y="1452"/>
                      </a:lnTo>
                      <a:lnTo>
                        <a:pt x="3150" y="1446"/>
                      </a:lnTo>
                      <a:lnTo>
                        <a:pt x="3156" y="1434"/>
                      </a:lnTo>
                      <a:lnTo>
                        <a:pt x="3162" y="1428"/>
                      </a:lnTo>
                      <a:lnTo>
                        <a:pt x="3168" y="1416"/>
                      </a:lnTo>
                      <a:lnTo>
                        <a:pt x="3168" y="1410"/>
                      </a:lnTo>
                      <a:lnTo>
                        <a:pt x="3162" y="1398"/>
                      </a:lnTo>
                      <a:lnTo>
                        <a:pt x="3162" y="1392"/>
                      </a:lnTo>
                      <a:lnTo>
                        <a:pt x="3156" y="1380"/>
                      </a:lnTo>
                      <a:lnTo>
                        <a:pt x="3168" y="1386"/>
                      </a:lnTo>
                      <a:lnTo>
                        <a:pt x="3174" y="1392"/>
                      </a:lnTo>
                      <a:lnTo>
                        <a:pt x="3186" y="1398"/>
                      </a:lnTo>
                      <a:lnTo>
                        <a:pt x="3198" y="1386"/>
                      </a:lnTo>
                      <a:lnTo>
                        <a:pt x="3198" y="1368"/>
                      </a:lnTo>
                      <a:lnTo>
                        <a:pt x="3192" y="1356"/>
                      </a:lnTo>
                      <a:lnTo>
                        <a:pt x="3192" y="1344"/>
                      </a:lnTo>
                      <a:lnTo>
                        <a:pt x="3216" y="1344"/>
                      </a:lnTo>
                      <a:lnTo>
                        <a:pt x="3252" y="1320"/>
                      </a:lnTo>
                      <a:lnTo>
                        <a:pt x="3264" y="1320"/>
                      </a:lnTo>
                      <a:lnTo>
                        <a:pt x="3270" y="1326"/>
                      </a:lnTo>
                      <a:lnTo>
                        <a:pt x="3294" y="1326"/>
                      </a:lnTo>
                      <a:lnTo>
                        <a:pt x="3294" y="1320"/>
                      </a:lnTo>
                      <a:lnTo>
                        <a:pt x="3288" y="1314"/>
                      </a:lnTo>
                      <a:lnTo>
                        <a:pt x="3288" y="1308"/>
                      </a:lnTo>
                      <a:lnTo>
                        <a:pt x="3282" y="1302"/>
                      </a:lnTo>
                      <a:lnTo>
                        <a:pt x="3288" y="1278"/>
                      </a:lnTo>
                      <a:lnTo>
                        <a:pt x="3258" y="1278"/>
                      </a:lnTo>
                      <a:lnTo>
                        <a:pt x="3246" y="1266"/>
                      </a:lnTo>
                      <a:lnTo>
                        <a:pt x="3240" y="1278"/>
                      </a:lnTo>
                      <a:lnTo>
                        <a:pt x="3204" y="1278"/>
                      </a:lnTo>
                      <a:lnTo>
                        <a:pt x="3198" y="1272"/>
                      </a:lnTo>
                      <a:lnTo>
                        <a:pt x="3192" y="1260"/>
                      </a:lnTo>
                      <a:lnTo>
                        <a:pt x="3180" y="1254"/>
                      </a:lnTo>
                      <a:lnTo>
                        <a:pt x="3174" y="1248"/>
                      </a:lnTo>
                      <a:lnTo>
                        <a:pt x="3150" y="1248"/>
                      </a:lnTo>
                      <a:lnTo>
                        <a:pt x="3144" y="1260"/>
                      </a:lnTo>
                      <a:lnTo>
                        <a:pt x="3132" y="1266"/>
                      </a:lnTo>
                      <a:lnTo>
                        <a:pt x="3114" y="1284"/>
                      </a:lnTo>
                      <a:lnTo>
                        <a:pt x="3114" y="1296"/>
                      </a:lnTo>
                      <a:lnTo>
                        <a:pt x="3108" y="1302"/>
                      </a:lnTo>
                      <a:lnTo>
                        <a:pt x="3108" y="1308"/>
                      </a:lnTo>
                      <a:lnTo>
                        <a:pt x="3078" y="1308"/>
                      </a:lnTo>
                      <a:lnTo>
                        <a:pt x="3054" y="1296"/>
                      </a:lnTo>
                      <a:lnTo>
                        <a:pt x="3048" y="1290"/>
                      </a:lnTo>
                      <a:lnTo>
                        <a:pt x="3042" y="1278"/>
                      </a:lnTo>
                      <a:lnTo>
                        <a:pt x="3030" y="1242"/>
                      </a:lnTo>
                      <a:lnTo>
                        <a:pt x="3024" y="1230"/>
                      </a:lnTo>
                      <a:lnTo>
                        <a:pt x="3018" y="1224"/>
                      </a:lnTo>
                      <a:lnTo>
                        <a:pt x="3006" y="1224"/>
                      </a:lnTo>
                      <a:lnTo>
                        <a:pt x="3000" y="1230"/>
                      </a:lnTo>
                      <a:lnTo>
                        <a:pt x="3000" y="1242"/>
                      </a:lnTo>
                      <a:lnTo>
                        <a:pt x="2988" y="1224"/>
                      </a:lnTo>
                      <a:lnTo>
                        <a:pt x="2952" y="1224"/>
                      </a:lnTo>
                      <a:lnTo>
                        <a:pt x="2940" y="1218"/>
                      </a:lnTo>
                      <a:lnTo>
                        <a:pt x="2934" y="1212"/>
                      </a:lnTo>
                      <a:lnTo>
                        <a:pt x="2928" y="1200"/>
                      </a:lnTo>
                      <a:lnTo>
                        <a:pt x="2916" y="1194"/>
                      </a:lnTo>
                      <a:lnTo>
                        <a:pt x="2910" y="1182"/>
                      </a:lnTo>
                      <a:lnTo>
                        <a:pt x="2910" y="1140"/>
                      </a:lnTo>
                      <a:lnTo>
                        <a:pt x="2928" y="1140"/>
                      </a:lnTo>
                      <a:lnTo>
                        <a:pt x="2940" y="1152"/>
                      </a:lnTo>
                      <a:lnTo>
                        <a:pt x="2946" y="1152"/>
                      </a:lnTo>
                      <a:lnTo>
                        <a:pt x="2952" y="1146"/>
                      </a:lnTo>
                      <a:lnTo>
                        <a:pt x="2952" y="1140"/>
                      </a:lnTo>
                      <a:lnTo>
                        <a:pt x="2958" y="1134"/>
                      </a:lnTo>
                      <a:lnTo>
                        <a:pt x="2964" y="1134"/>
                      </a:lnTo>
                      <a:lnTo>
                        <a:pt x="2970" y="1140"/>
                      </a:lnTo>
                      <a:lnTo>
                        <a:pt x="2982" y="1140"/>
                      </a:lnTo>
                      <a:lnTo>
                        <a:pt x="2994" y="1134"/>
                      </a:lnTo>
                      <a:lnTo>
                        <a:pt x="3000" y="1128"/>
                      </a:lnTo>
                      <a:lnTo>
                        <a:pt x="3000" y="1116"/>
                      </a:lnTo>
                      <a:lnTo>
                        <a:pt x="2994" y="1110"/>
                      </a:lnTo>
                      <a:lnTo>
                        <a:pt x="2994" y="1086"/>
                      </a:lnTo>
                      <a:lnTo>
                        <a:pt x="3000" y="1074"/>
                      </a:lnTo>
                      <a:lnTo>
                        <a:pt x="3000" y="1068"/>
                      </a:lnTo>
                      <a:lnTo>
                        <a:pt x="3036" y="1068"/>
                      </a:lnTo>
                      <a:lnTo>
                        <a:pt x="3042" y="1062"/>
                      </a:lnTo>
                      <a:lnTo>
                        <a:pt x="3048" y="1050"/>
                      </a:lnTo>
                      <a:lnTo>
                        <a:pt x="3048" y="1038"/>
                      </a:lnTo>
                      <a:lnTo>
                        <a:pt x="3054" y="1032"/>
                      </a:lnTo>
                      <a:lnTo>
                        <a:pt x="3054" y="1026"/>
                      </a:lnTo>
                      <a:lnTo>
                        <a:pt x="3072" y="1014"/>
                      </a:lnTo>
                      <a:lnTo>
                        <a:pt x="3060" y="1002"/>
                      </a:lnTo>
                      <a:lnTo>
                        <a:pt x="3096" y="1014"/>
                      </a:lnTo>
                      <a:lnTo>
                        <a:pt x="3114" y="996"/>
                      </a:lnTo>
                      <a:lnTo>
                        <a:pt x="3126" y="1002"/>
                      </a:lnTo>
                      <a:lnTo>
                        <a:pt x="3132" y="1014"/>
                      </a:lnTo>
                      <a:lnTo>
                        <a:pt x="3144" y="1020"/>
                      </a:lnTo>
                      <a:lnTo>
                        <a:pt x="3156" y="1044"/>
                      </a:lnTo>
                      <a:lnTo>
                        <a:pt x="3156" y="1050"/>
                      </a:lnTo>
                      <a:lnTo>
                        <a:pt x="3144" y="1074"/>
                      </a:lnTo>
                      <a:lnTo>
                        <a:pt x="3126" y="1092"/>
                      </a:lnTo>
                      <a:lnTo>
                        <a:pt x="3126" y="1104"/>
                      </a:lnTo>
                      <a:lnTo>
                        <a:pt x="3132" y="1116"/>
                      </a:lnTo>
                      <a:lnTo>
                        <a:pt x="3144" y="1128"/>
                      </a:lnTo>
                      <a:lnTo>
                        <a:pt x="3150" y="1128"/>
                      </a:lnTo>
                      <a:lnTo>
                        <a:pt x="3162" y="1122"/>
                      </a:lnTo>
                      <a:lnTo>
                        <a:pt x="3168" y="1122"/>
                      </a:lnTo>
                      <a:lnTo>
                        <a:pt x="3162" y="1152"/>
                      </a:lnTo>
                      <a:lnTo>
                        <a:pt x="3144" y="1170"/>
                      </a:lnTo>
                      <a:lnTo>
                        <a:pt x="3144" y="1176"/>
                      </a:lnTo>
                      <a:lnTo>
                        <a:pt x="3150" y="1176"/>
                      </a:lnTo>
                      <a:lnTo>
                        <a:pt x="3162" y="1170"/>
                      </a:lnTo>
                      <a:lnTo>
                        <a:pt x="3168" y="1164"/>
                      </a:lnTo>
                      <a:lnTo>
                        <a:pt x="3180" y="1158"/>
                      </a:lnTo>
                      <a:lnTo>
                        <a:pt x="3186" y="1158"/>
                      </a:lnTo>
                      <a:lnTo>
                        <a:pt x="3198" y="1146"/>
                      </a:lnTo>
                      <a:lnTo>
                        <a:pt x="3198" y="1122"/>
                      </a:lnTo>
                      <a:lnTo>
                        <a:pt x="3204" y="1122"/>
                      </a:lnTo>
                      <a:lnTo>
                        <a:pt x="3210" y="1116"/>
                      </a:lnTo>
                      <a:lnTo>
                        <a:pt x="3258" y="1092"/>
                      </a:lnTo>
                      <a:lnTo>
                        <a:pt x="3264" y="1086"/>
                      </a:lnTo>
                      <a:lnTo>
                        <a:pt x="3306" y="1086"/>
                      </a:lnTo>
                      <a:lnTo>
                        <a:pt x="3312" y="1074"/>
                      </a:lnTo>
                      <a:lnTo>
                        <a:pt x="3312" y="1062"/>
                      </a:lnTo>
                      <a:lnTo>
                        <a:pt x="3318" y="1056"/>
                      </a:lnTo>
                      <a:lnTo>
                        <a:pt x="3324" y="1044"/>
                      </a:lnTo>
                      <a:lnTo>
                        <a:pt x="3360" y="1026"/>
                      </a:lnTo>
                      <a:lnTo>
                        <a:pt x="3372" y="1014"/>
                      </a:lnTo>
                      <a:lnTo>
                        <a:pt x="3390" y="978"/>
                      </a:lnTo>
                      <a:lnTo>
                        <a:pt x="3390" y="948"/>
                      </a:lnTo>
                      <a:lnTo>
                        <a:pt x="3396" y="942"/>
                      </a:lnTo>
                      <a:lnTo>
                        <a:pt x="3396" y="936"/>
                      </a:lnTo>
                      <a:lnTo>
                        <a:pt x="3408" y="936"/>
                      </a:lnTo>
                      <a:lnTo>
                        <a:pt x="3420" y="942"/>
                      </a:lnTo>
                      <a:lnTo>
                        <a:pt x="3432" y="954"/>
                      </a:lnTo>
                      <a:lnTo>
                        <a:pt x="3444" y="954"/>
                      </a:lnTo>
                      <a:lnTo>
                        <a:pt x="3456" y="960"/>
                      </a:lnTo>
                      <a:lnTo>
                        <a:pt x="3504" y="960"/>
                      </a:lnTo>
                      <a:lnTo>
                        <a:pt x="3504" y="948"/>
                      </a:lnTo>
                      <a:lnTo>
                        <a:pt x="3498" y="948"/>
                      </a:lnTo>
                      <a:lnTo>
                        <a:pt x="3474" y="924"/>
                      </a:lnTo>
                      <a:lnTo>
                        <a:pt x="3474" y="912"/>
                      </a:lnTo>
                      <a:lnTo>
                        <a:pt x="3480" y="906"/>
                      </a:lnTo>
                      <a:lnTo>
                        <a:pt x="3486" y="912"/>
                      </a:lnTo>
                      <a:lnTo>
                        <a:pt x="3510" y="912"/>
                      </a:lnTo>
                      <a:lnTo>
                        <a:pt x="3522" y="918"/>
                      </a:lnTo>
                      <a:lnTo>
                        <a:pt x="3534" y="912"/>
                      </a:lnTo>
                      <a:lnTo>
                        <a:pt x="3540" y="900"/>
                      </a:lnTo>
                      <a:lnTo>
                        <a:pt x="3540" y="894"/>
                      </a:lnTo>
                      <a:lnTo>
                        <a:pt x="3534" y="882"/>
                      </a:lnTo>
                      <a:lnTo>
                        <a:pt x="3558" y="882"/>
                      </a:lnTo>
                      <a:lnTo>
                        <a:pt x="3558" y="864"/>
                      </a:lnTo>
                      <a:lnTo>
                        <a:pt x="3552" y="852"/>
                      </a:lnTo>
                      <a:lnTo>
                        <a:pt x="3546" y="846"/>
                      </a:lnTo>
                      <a:lnTo>
                        <a:pt x="3546" y="840"/>
                      </a:lnTo>
                      <a:lnTo>
                        <a:pt x="3576" y="840"/>
                      </a:lnTo>
                      <a:lnTo>
                        <a:pt x="3594" y="864"/>
                      </a:lnTo>
                      <a:lnTo>
                        <a:pt x="3600" y="840"/>
                      </a:lnTo>
                      <a:lnTo>
                        <a:pt x="3630" y="846"/>
                      </a:lnTo>
                      <a:lnTo>
                        <a:pt x="3624" y="810"/>
                      </a:lnTo>
                      <a:lnTo>
                        <a:pt x="3618" y="798"/>
                      </a:lnTo>
                      <a:lnTo>
                        <a:pt x="3606" y="786"/>
                      </a:lnTo>
                      <a:lnTo>
                        <a:pt x="3606" y="774"/>
                      </a:lnTo>
                      <a:lnTo>
                        <a:pt x="3600" y="756"/>
                      </a:lnTo>
                      <a:lnTo>
                        <a:pt x="3588" y="744"/>
                      </a:lnTo>
                      <a:lnTo>
                        <a:pt x="3576" y="726"/>
                      </a:lnTo>
                      <a:lnTo>
                        <a:pt x="3564" y="720"/>
                      </a:lnTo>
                      <a:lnTo>
                        <a:pt x="3552" y="708"/>
                      </a:lnTo>
                      <a:lnTo>
                        <a:pt x="3546" y="708"/>
                      </a:lnTo>
                      <a:lnTo>
                        <a:pt x="3540" y="696"/>
                      </a:lnTo>
                      <a:lnTo>
                        <a:pt x="3540" y="684"/>
                      </a:lnTo>
                      <a:lnTo>
                        <a:pt x="3564" y="684"/>
                      </a:lnTo>
                      <a:lnTo>
                        <a:pt x="3564" y="672"/>
                      </a:lnTo>
                      <a:lnTo>
                        <a:pt x="3558" y="666"/>
                      </a:lnTo>
                      <a:lnTo>
                        <a:pt x="3564" y="660"/>
                      </a:lnTo>
                      <a:lnTo>
                        <a:pt x="3588" y="660"/>
                      </a:lnTo>
                      <a:lnTo>
                        <a:pt x="3600" y="666"/>
                      </a:lnTo>
                      <a:lnTo>
                        <a:pt x="3618" y="672"/>
                      </a:lnTo>
                      <a:lnTo>
                        <a:pt x="3630" y="672"/>
                      </a:lnTo>
                      <a:lnTo>
                        <a:pt x="3642" y="678"/>
                      </a:lnTo>
                      <a:lnTo>
                        <a:pt x="3648" y="678"/>
                      </a:lnTo>
                      <a:lnTo>
                        <a:pt x="3654" y="672"/>
                      </a:lnTo>
                      <a:lnTo>
                        <a:pt x="3654" y="660"/>
                      </a:lnTo>
                      <a:lnTo>
                        <a:pt x="3648" y="648"/>
                      </a:lnTo>
                      <a:lnTo>
                        <a:pt x="3648" y="630"/>
                      </a:lnTo>
                      <a:lnTo>
                        <a:pt x="3654" y="630"/>
                      </a:lnTo>
                      <a:lnTo>
                        <a:pt x="3660" y="624"/>
                      </a:lnTo>
                      <a:close/>
                    </a:path>
                  </a:pathLst>
                </a:custGeom>
                <a:solidFill>
                  <a:srgbClr val="D40D8D"/>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317" name="Chad" descr="© INSCALE GmbH, 05.05.2010&#10;http://www.presentationload.com/">
                  <a:extLst>
                    <a:ext uri="{FF2B5EF4-FFF2-40B4-BE49-F238E27FC236}">
                      <a16:creationId xmlns:a16="http://schemas.microsoft.com/office/drawing/2014/main" id="{5EC7C309-62E8-42F9-BEAC-215F8C9B9575}"/>
                    </a:ext>
                  </a:extLst>
                </p:cNvPr>
                <p:cNvSpPr>
                  <a:spLocks/>
                </p:cNvSpPr>
                <p:nvPr/>
              </p:nvSpPr>
              <p:spPr bwMode="gray">
                <a:xfrm>
                  <a:off x="6038903" y="3023113"/>
                  <a:ext cx="335625" cy="582932"/>
                </a:xfrm>
                <a:custGeom>
                  <a:avLst/>
                  <a:gdLst>
                    <a:gd name="T0" fmla="*/ 2147483647 w 744"/>
                    <a:gd name="T1" fmla="*/ 2147483647 h 1290"/>
                    <a:gd name="T2" fmla="*/ 2147483647 w 744"/>
                    <a:gd name="T3" fmla="*/ 0 h 1290"/>
                    <a:gd name="T4" fmla="*/ 2147483647 w 744"/>
                    <a:gd name="T5" fmla="*/ 2147483647 h 1290"/>
                    <a:gd name="T6" fmla="*/ 2147483647 w 744"/>
                    <a:gd name="T7" fmla="*/ 2147483647 h 1290"/>
                    <a:gd name="T8" fmla="*/ 2147483647 w 744"/>
                    <a:gd name="T9" fmla="*/ 2147483647 h 1290"/>
                    <a:gd name="T10" fmla="*/ 2147483647 w 744"/>
                    <a:gd name="T11" fmla="*/ 2147483647 h 1290"/>
                    <a:gd name="T12" fmla="*/ 2147483647 w 744"/>
                    <a:gd name="T13" fmla="*/ 2147483647 h 1290"/>
                    <a:gd name="T14" fmla="*/ 2147483647 w 744"/>
                    <a:gd name="T15" fmla="*/ 2147483647 h 1290"/>
                    <a:gd name="T16" fmla="*/ 2147483647 w 744"/>
                    <a:gd name="T17" fmla="*/ 2147483647 h 1290"/>
                    <a:gd name="T18" fmla="*/ 0 w 744"/>
                    <a:gd name="T19" fmla="*/ 2147483647 h 1290"/>
                    <a:gd name="T20" fmla="*/ 2147483647 w 744"/>
                    <a:gd name="T21" fmla="*/ 2147483647 h 1290"/>
                    <a:gd name="T22" fmla="*/ 2147483647 w 744"/>
                    <a:gd name="T23" fmla="*/ 2147483647 h 1290"/>
                    <a:gd name="T24" fmla="*/ 2147483647 w 744"/>
                    <a:gd name="T25" fmla="*/ 2147483647 h 1290"/>
                    <a:gd name="T26" fmla="*/ 2147483647 w 744"/>
                    <a:gd name="T27" fmla="*/ 2147483647 h 1290"/>
                    <a:gd name="T28" fmla="*/ 2147483647 w 744"/>
                    <a:gd name="T29" fmla="*/ 2147483647 h 1290"/>
                    <a:gd name="T30" fmla="*/ 2147483647 w 744"/>
                    <a:gd name="T31" fmla="*/ 2147483647 h 1290"/>
                    <a:gd name="T32" fmla="*/ 2147483647 w 744"/>
                    <a:gd name="T33" fmla="*/ 2147483647 h 1290"/>
                    <a:gd name="T34" fmla="*/ 2147483647 w 744"/>
                    <a:gd name="T35" fmla="*/ 2147483647 h 1290"/>
                    <a:gd name="T36" fmla="*/ 2147483647 w 744"/>
                    <a:gd name="T37" fmla="*/ 2147483647 h 1290"/>
                    <a:gd name="T38" fmla="*/ 2147483647 w 744"/>
                    <a:gd name="T39" fmla="*/ 2147483647 h 1290"/>
                    <a:gd name="T40" fmla="*/ 2147483647 w 744"/>
                    <a:gd name="T41" fmla="*/ 2147483647 h 1290"/>
                    <a:gd name="T42" fmla="*/ 2147483647 w 744"/>
                    <a:gd name="T43" fmla="*/ 2147483647 h 1290"/>
                    <a:gd name="T44" fmla="*/ 2147483647 w 744"/>
                    <a:gd name="T45" fmla="*/ 2147483647 h 1290"/>
                    <a:gd name="T46" fmla="*/ 2147483647 w 744"/>
                    <a:gd name="T47" fmla="*/ 2147483647 h 1290"/>
                    <a:gd name="T48" fmla="*/ 2147483647 w 744"/>
                    <a:gd name="T49" fmla="*/ 2147483647 h 1290"/>
                    <a:gd name="T50" fmla="*/ 2147483647 w 744"/>
                    <a:gd name="T51" fmla="*/ 2147483647 h 1290"/>
                    <a:gd name="T52" fmla="*/ 2147483647 w 744"/>
                    <a:gd name="T53" fmla="*/ 2147483647 h 1290"/>
                    <a:gd name="T54" fmla="*/ 2147483647 w 744"/>
                    <a:gd name="T55" fmla="*/ 2147483647 h 1290"/>
                    <a:gd name="T56" fmla="*/ 2147483647 w 744"/>
                    <a:gd name="T57" fmla="*/ 2147483647 h 1290"/>
                    <a:gd name="T58" fmla="*/ 2147483647 w 744"/>
                    <a:gd name="T59" fmla="*/ 2147483647 h 1290"/>
                    <a:gd name="T60" fmla="*/ 2147483647 w 744"/>
                    <a:gd name="T61" fmla="*/ 2147483647 h 1290"/>
                    <a:gd name="T62" fmla="*/ 2147483647 w 744"/>
                    <a:gd name="T63" fmla="*/ 2147483647 h 1290"/>
                    <a:gd name="T64" fmla="*/ 2147483647 w 744"/>
                    <a:gd name="T65" fmla="*/ 2147483647 h 1290"/>
                    <a:gd name="T66" fmla="*/ 2147483647 w 744"/>
                    <a:gd name="T67" fmla="*/ 2147483647 h 1290"/>
                    <a:gd name="T68" fmla="*/ 2147483647 w 744"/>
                    <a:gd name="T69" fmla="*/ 2147483647 h 1290"/>
                    <a:gd name="T70" fmla="*/ 2147483647 w 744"/>
                    <a:gd name="T71" fmla="*/ 2147483647 h 1290"/>
                    <a:gd name="T72" fmla="*/ 2147483647 w 744"/>
                    <a:gd name="T73" fmla="*/ 2147483647 h 1290"/>
                    <a:gd name="T74" fmla="*/ 2147483647 w 744"/>
                    <a:gd name="T75" fmla="*/ 2147483647 h 1290"/>
                    <a:gd name="T76" fmla="*/ 2147483647 w 744"/>
                    <a:gd name="T77" fmla="*/ 2147483647 h 1290"/>
                    <a:gd name="T78" fmla="*/ 2147483647 w 744"/>
                    <a:gd name="T79" fmla="*/ 2147483647 h 1290"/>
                    <a:gd name="T80" fmla="*/ 2147483647 w 744"/>
                    <a:gd name="T81" fmla="*/ 2147483647 h 1290"/>
                    <a:gd name="T82" fmla="*/ 2147483647 w 744"/>
                    <a:gd name="T83" fmla="*/ 2147483647 h 1290"/>
                    <a:gd name="T84" fmla="*/ 2147483647 w 744"/>
                    <a:gd name="T85" fmla="*/ 2147483647 h 1290"/>
                    <a:gd name="T86" fmla="*/ 2147483647 w 744"/>
                    <a:gd name="T87" fmla="*/ 2147483647 h 1290"/>
                    <a:gd name="T88" fmla="*/ 2147483647 w 744"/>
                    <a:gd name="T89" fmla="*/ 2147483647 h 1290"/>
                    <a:gd name="T90" fmla="*/ 2147483647 w 744"/>
                    <a:gd name="T91" fmla="*/ 2147483647 h 1290"/>
                    <a:gd name="T92" fmla="*/ 2147483647 w 744"/>
                    <a:gd name="T93" fmla="*/ 2147483647 h 1290"/>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744"/>
                    <a:gd name="T142" fmla="*/ 0 h 1290"/>
                    <a:gd name="T143" fmla="*/ 744 w 744"/>
                    <a:gd name="T144" fmla="*/ 1290 h 1290"/>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744" h="1290">
                      <a:moveTo>
                        <a:pt x="678" y="624"/>
                      </a:moveTo>
                      <a:lnTo>
                        <a:pt x="720" y="624"/>
                      </a:lnTo>
                      <a:lnTo>
                        <a:pt x="732" y="630"/>
                      </a:lnTo>
                      <a:lnTo>
                        <a:pt x="744" y="630"/>
                      </a:lnTo>
                      <a:lnTo>
                        <a:pt x="738" y="324"/>
                      </a:lnTo>
                      <a:lnTo>
                        <a:pt x="180" y="0"/>
                      </a:lnTo>
                      <a:lnTo>
                        <a:pt x="156" y="12"/>
                      </a:lnTo>
                      <a:lnTo>
                        <a:pt x="144" y="24"/>
                      </a:lnTo>
                      <a:lnTo>
                        <a:pt x="126" y="30"/>
                      </a:lnTo>
                      <a:lnTo>
                        <a:pt x="108" y="42"/>
                      </a:lnTo>
                      <a:lnTo>
                        <a:pt x="126" y="108"/>
                      </a:lnTo>
                      <a:lnTo>
                        <a:pt x="114" y="156"/>
                      </a:lnTo>
                      <a:lnTo>
                        <a:pt x="144" y="192"/>
                      </a:lnTo>
                      <a:lnTo>
                        <a:pt x="150" y="216"/>
                      </a:lnTo>
                      <a:lnTo>
                        <a:pt x="180" y="252"/>
                      </a:lnTo>
                      <a:lnTo>
                        <a:pt x="162" y="288"/>
                      </a:lnTo>
                      <a:lnTo>
                        <a:pt x="144" y="534"/>
                      </a:lnTo>
                      <a:lnTo>
                        <a:pt x="138" y="540"/>
                      </a:lnTo>
                      <a:lnTo>
                        <a:pt x="120" y="564"/>
                      </a:lnTo>
                      <a:lnTo>
                        <a:pt x="96" y="588"/>
                      </a:lnTo>
                      <a:lnTo>
                        <a:pt x="72" y="618"/>
                      </a:lnTo>
                      <a:lnTo>
                        <a:pt x="54" y="636"/>
                      </a:lnTo>
                      <a:lnTo>
                        <a:pt x="48" y="648"/>
                      </a:lnTo>
                      <a:lnTo>
                        <a:pt x="36" y="666"/>
                      </a:lnTo>
                      <a:lnTo>
                        <a:pt x="30" y="678"/>
                      </a:lnTo>
                      <a:lnTo>
                        <a:pt x="24" y="696"/>
                      </a:lnTo>
                      <a:lnTo>
                        <a:pt x="24" y="708"/>
                      </a:lnTo>
                      <a:lnTo>
                        <a:pt x="18" y="714"/>
                      </a:lnTo>
                      <a:lnTo>
                        <a:pt x="18" y="720"/>
                      </a:lnTo>
                      <a:lnTo>
                        <a:pt x="0" y="726"/>
                      </a:lnTo>
                      <a:lnTo>
                        <a:pt x="6" y="786"/>
                      </a:lnTo>
                      <a:lnTo>
                        <a:pt x="18" y="786"/>
                      </a:lnTo>
                      <a:lnTo>
                        <a:pt x="48" y="834"/>
                      </a:lnTo>
                      <a:lnTo>
                        <a:pt x="48" y="846"/>
                      </a:lnTo>
                      <a:lnTo>
                        <a:pt x="48" y="840"/>
                      </a:lnTo>
                      <a:lnTo>
                        <a:pt x="72" y="834"/>
                      </a:lnTo>
                      <a:lnTo>
                        <a:pt x="72" y="852"/>
                      </a:lnTo>
                      <a:lnTo>
                        <a:pt x="78" y="864"/>
                      </a:lnTo>
                      <a:lnTo>
                        <a:pt x="84" y="870"/>
                      </a:lnTo>
                      <a:lnTo>
                        <a:pt x="96" y="870"/>
                      </a:lnTo>
                      <a:lnTo>
                        <a:pt x="102" y="876"/>
                      </a:lnTo>
                      <a:lnTo>
                        <a:pt x="108" y="876"/>
                      </a:lnTo>
                      <a:lnTo>
                        <a:pt x="102" y="912"/>
                      </a:lnTo>
                      <a:lnTo>
                        <a:pt x="114" y="918"/>
                      </a:lnTo>
                      <a:lnTo>
                        <a:pt x="120" y="930"/>
                      </a:lnTo>
                      <a:lnTo>
                        <a:pt x="120" y="966"/>
                      </a:lnTo>
                      <a:lnTo>
                        <a:pt x="114" y="966"/>
                      </a:lnTo>
                      <a:lnTo>
                        <a:pt x="114" y="1002"/>
                      </a:lnTo>
                      <a:lnTo>
                        <a:pt x="120" y="1020"/>
                      </a:lnTo>
                      <a:lnTo>
                        <a:pt x="120" y="1038"/>
                      </a:lnTo>
                      <a:lnTo>
                        <a:pt x="126" y="1050"/>
                      </a:lnTo>
                      <a:lnTo>
                        <a:pt x="138" y="1056"/>
                      </a:lnTo>
                      <a:lnTo>
                        <a:pt x="144" y="1068"/>
                      </a:lnTo>
                      <a:lnTo>
                        <a:pt x="162" y="1086"/>
                      </a:lnTo>
                      <a:lnTo>
                        <a:pt x="66" y="1086"/>
                      </a:lnTo>
                      <a:lnTo>
                        <a:pt x="54" y="1092"/>
                      </a:lnTo>
                      <a:lnTo>
                        <a:pt x="48" y="1098"/>
                      </a:lnTo>
                      <a:lnTo>
                        <a:pt x="48" y="1110"/>
                      </a:lnTo>
                      <a:lnTo>
                        <a:pt x="60" y="1134"/>
                      </a:lnTo>
                      <a:lnTo>
                        <a:pt x="72" y="1146"/>
                      </a:lnTo>
                      <a:lnTo>
                        <a:pt x="78" y="1158"/>
                      </a:lnTo>
                      <a:lnTo>
                        <a:pt x="90" y="1170"/>
                      </a:lnTo>
                      <a:lnTo>
                        <a:pt x="108" y="1182"/>
                      </a:lnTo>
                      <a:lnTo>
                        <a:pt x="120" y="1188"/>
                      </a:lnTo>
                      <a:lnTo>
                        <a:pt x="132" y="1200"/>
                      </a:lnTo>
                      <a:lnTo>
                        <a:pt x="144" y="1224"/>
                      </a:lnTo>
                      <a:lnTo>
                        <a:pt x="144" y="1242"/>
                      </a:lnTo>
                      <a:lnTo>
                        <a:pt x="150" y="1254"/>
                      </a:lnTo>
                      <a:lnTo>
                        <a:pt x="156" y="1272"/>
                      </a:lnTo>
                      <a:lnTo>
                        <a:pt x="156" y="1284"/>
                      </a:lnTo>
                      <a:lnTo>
                        <a:pt x="162" y="1284"/>
                      </a:lnTo>
                      <a:lnTo>
                        <a:pt x="168" y="1290"/>
                      </a:lnTo>
                      <a:lnTo>
                        <a:pt x="186" y="1290"/>
                      </a:lnTo>
                      <a:lnTo>
                        <a:pt x="198" y="1284"/>
                      </a:lnTo>
                      <a:lnTo>
                        <a:pt x="216" y="1266"/>
                      </a:lnTo>
                      <a:lnTo>
                        <a:pt x="228" y="1260"/>
                      </a:lnTo>
                      <a:lnTo>
                        <a:pt x="234" y="1254"/>
                      </a:lnTo>
                      <a:lnTo>
                        <a:pt x="234" y="1278"/>
                      </a:lnTo>
                      <a:lnTo>
                        <a:pt x="240" y="1284"/>
                      </a:lnTo>
                      <a:lnTo>
                        <a:pt x="246" y="1284"/>
                      </a:lnTo>
                      <a:lnTo>
                        <a:pt x="258" y="1278"/>
                      </a:lnTo>
                      <a:lnTo>
                        <a:pt x="270" y="1266"/>
                      </a:lnTo>
                      <a:lnTo>
                        <a:pt x="276" y="1254"/>
                      </a:lnTo>
                      <a:lnTo>
                        <a:pt x="282" y="1248"/>
                      </a:lnTo>
                      <a:lnTo>
                        <a:pt x="372" y="1248"/>
                      </a:lnTo>
                      <a:lnTo>
                        <a:pt x="378" y="1242"/>
                      </a:lnTo>
                      <a:lnTo>
                        <a:pt x="384" y="1230"/>
                      </a:lnTo>
                      <a:lnTo>
                        <a:pt x="390" y="1224"/>
                      </a:lnTo>
                      <a:lnTo>
                        <a:pt x="396" y="1212"/>
                      </a:lnTo>
                      <a:lnTo>
                        <a:pt x="402" y="1206"/>
                      </a:lnTo>
                      <a:lnTo>
                        <a:pt x="402" y="1194"/>
                      </a:lnTo>
                      <a:lnTo>
                        <a:pt x="390" y="1182"/>
                      </a:lnTo>
                      <a:lnTo>
                        <a:pt x="384" y="1182"/>
                      </a:lnTo>
                      <a:lnTo>
                        <a:pt x="402" y="1170"/>
                      </a:lnTo>
                      <a:lnTo>
                        <a:pt x="420" y="1170"/>
                      </a:lnTo>
                      <a:lnTo>
                        <a:pt x="462" y="1164"/>
                      </a:lnTo>
                      <a:lnTo>
                        <a:pt x="510" y="1146"/>
                      </a:lnTo>
                      <a:lnTo>
                        <a:pt x="528" y="1134"/>
                      </a:lnTo>
                      <a:lnTo>
                        <a:pt x="552" y="1110"/>
                      </a:lnTo>
                      <a:lnTo>
                        <a:pt x="552" y="1092"/>
                      </a:lnTo>
                      <a:lnTo>
                        <a:pt x="588" y="1068"/>
                      </a:lnTo>
                      <a:lnTo>
                        <a:pt x="594" y="1038"/>
                      </a:lnTo>
                      <a:lnTo>
                        <a:pt x="648" y="1008"/>
                      </a:lnTo>
                      <a:lnTo>
                        <a:pt x="672" y="1008"/>
                      </a:lnTo>
                      <a:lnTo>
                        <a:pt x="672" y="996"/>
                      </a:lnTo>
                      <a:lnTo>
                        <a:pt x="684" y="996"/>
                      </a:lnTo>
                      <a:lnTo>
                        <a:pt x="684" y="990"/>
                      </a:lnTo>
                      <a:lnTo>
                        <a:pt x="678" y="984"/>
                      </a:lnTo>
                      <a:lnTo>
                        <a:pt x="666" y="966"/>
                      </a:lnTo>
                      <a:lnTo>
                        <a:pt x="654" y="960"/>
                      </a:lnTo>
                      <a:lnTo>
                        <a:pt x="648" y="960"/>
                      </a:lnTo>
                      <a:lnTo>
                        <a:pt x="642" y="936"/>
                      </a:lnTo>
                      <a:lnTo>
                        <a:pt x="660" y="930"/>
                      </a:lnTo>
                      <a:lnTo>
                        <a:pt x="642" y="918"/>
                      </a:lnTo>
                      <a:lnTo>
                        <a:pt x="642" y="876"/>
                      </a:lnTo>
                      <a:lnTo>
                        <a:pt x="636" y="870"/>
                      </a:lnTo>
                      <a:lnTo>
                        <a:pt x="624" y="870"/>
                      </a:lnTo>
                      <a:lnTo>
                        <a:pt x="618" y="876"/>
                      </a:lnTo>
                      <a:lnTo>
                        <a:pt x="606" y="876"/>
                      </a:lnTo>
                      <a:lnTo>
                        <a:pt x="600" y="870"/>
                      </a:lnTo>
                      <a:lnTo>
                        <a:pt x="600" y="852"/>
                      </a:lnTo>
                      <a:lnTo>
                        <a:pt x="606" y="840"/>
                      </a:lnTo>
                      <a:lnTo>
                        <a:pt x="618" y="834"/>
                      </a:lnTo>
                      <a:lnTo>
                        <a:pt x="630" y="822"/>
                      </a:lnTo>
                      <a:lnTo>
                        <a:pt x="630" y="810"/>
                      </a:lnTo>
                      <a:lnTo>
                        <a:pt x="618" y="786"/>
                      </a:lnTo>
                      <a:lnTo>
                        <a:pt x="612" y="780"/>
                      </a:lnTo>
                      <a:lnTo>
                        <a:pt x="630" y="762"/>
                      </a:lnTo>
                      <a:lnTo>
                        <a:pt x="648" y="750"/>
                      </a:lnTo>
                      <a:lnTo>
                        <a:pt x="642" y="732"/>
                      </a:lnTo>
                      <a:lnTo>
                        <a:pt x="636" y="708"/>
                      </a:lnTo>
                      <a:lnTo>
                        <a:pt x="648" y="708"/>
                      </a:lnTo>
                      <a:lnTo>
                        <a:pt x="648" y="690"/>
                      </a:lnTo>
                      <a:lnTo>
                        <a:pt x="660" y="678"/>
                      </a:lnTo>
                      <a:lnTo>
                        <a:pt x="672" y="672"/>
                      </a:lnTo>
                      <a:lnTo>
                        <a:pt x="678" y="666"/>
                      </a:lnTo>
                      <a:lnTo>
                        <a:pt x="678" y="660"/>
                      </a:lnTo>
                      <a:lnTo>
                        <a:pt x="672" y="654"/>
                      </a:lnTo>
                      <a:lnTo>
                        <a:pt x="672" y="642"/>
                      </a:lnTo>
                      <a:lnTo>
                        <a:pt x="666" y="636"/>
                      </a:lnTo>
                      <a:lnTo>
                        <a:pt x="678" y="624"/>
                      </a:lnTo>
                      <a:close/>
                    </a:path>
                  </a:pathLst>
                </a:custGeom>
                <a:solidFill>
                  <a:srgbClr val="A29C97"/>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318" name="Central African Republic" descr="© INSCALE GmbH, 05.05.2010&#10;http://www.presentationload.com/">
                  <a:extLst>
                    <a:ext uri="{FF2B5EF4-FFF2-40B4-BE49-F238E27FC236}">
                      <a16:creationId xmlns:a16="http://schemas.microsoft.com/office/drawing/2014/main" id="{20517453-A1FB-43E7-9656-3DF09F05499A}"/>
                    </a:ext>
                  </a:extLst>
                </p:cNvPr>
                <p:cNvSpPr>
                  <a:spLocks/>
                </p:cNvSpPr>
                <p:nvPr/>
              </p:nvSpPr>
              <p:spPr bwMode="gray">
                <a:xfrm>
                  <a:off x="6070701" y="3478858"/>
                  <a:ext cx="413351" cy="316197"/>
                </a:xfrm>
                <a:custGeom>
                  <a:avLst/>
                  <a:gdLst>
                    <a:gd name="T0" fmla="*/ 2147483647 w 912"/>
                    <a:gd name="T1" fmla="*/ 2147483647 h 702"/>
                    <a:gd name="T2" fmla="*/ 2147483647 w 912"/>
                    <a:gd name="T3" fmla="*/ 2147483647 h 702"/>
                    <a:gd name="T4" fmla="*/ 2147483647 w 912"/>
                    <a:gd name="T5" fmla="*/ 2147483647 h 702"/>
                    <a:gd name="T6" fmla="*/ 2147483647 w 912"/>
                    <a:gd name="T7" fmla="*/ 2147483647 h 702"/>
                    <a:gd name="T8" fmla="*/ 2147483647 w 912"/>
                    <a:gd name="T9" fmla="*/ 2147483647 h 702"/>
                    <a:gd name="T10" fmla="*/ 2147483647 w 912"/>
                    <a:gd name="T11" fmla="*/ 2147483647 h 702"/>
                    <a:gd name="T12" fmla="*/ 2147483647 w 912"/>
                    <a:gd name="T13" fmla="*/ 2147483647 h 702"/>
                    <a:gd name="T14" fmla="*/ 2147483647 w 912"/>
                    <a:gd name="T15" fmla="*/ 2147483647 h 702"/>
                    <a:gd name="T16" fmla="*/ 2147483647 w 912"/>
                    <a:gd name="T17" fmla="*/ 2147483647 h 702"/>
                    <a:gd name="T18" fmla="*/ 2147483647 w 912"/>
                    <a:gd name="T19" fmla="*/ 2147483647 h 702"/>
                    <a:gd name="T20" fmla="*/ 2147483647 w 912"/>
                    <a:gd name="T21" fmla="*/ 2147483647 h 702"/>
                    <a:gd name="T22" fmla="*/ 2147483647 w 912"/>
                    <a:gd name="T23" fmla="*/ 2147483647 h 702"/>
                    <a:gd name="T24" fmla="*/ 2147483647 w 912"/>
                    <a:gd name="T25" fmla="*/ 2147483647 h 702"/>
                    <a:gd name="T26" fmla="*/ 2147483647 w 912"/>
                    <a:gd name="T27" fmla="*/ 2147483647 h 702"/>
                    <a:gd name="T28" fmla="*/ 2147483647 w 912"/>
                    <a:gd name="T29" fmla="*/ 2147483647 h 702"/>
                    <a:gd name="T30" fmla="*/ 2147483647 w 912"/>
                    <a:gd name="T31" fmla="*/ 0 h 702"/>
                    <a:gd name="T32" fmla="*/ 2147483647 w 912"/>
                    <a:gd name="T33" fmla="*/ 2147483647 h 702"/>
                    <a:gd name="T34" fmla="*/ 2147483647 w 912"/>
                    <a:gd name="T35" fmla="*/ 2147483647 h 702"/>
                    <a:gd name="T36" fmla="*/ 2147483647 w 912"/>
                    <a:gd name="T37" fmla="*/ 2147483647 h 702"/>
                    <a:gd name="T38" fmla="*/ 2147483647 w 912"/>
                    <a:gd name="T39" fmla="*/ 2147483647 h 702"/>
                    <a:gd name="T40" fmla="*/ 2147483647 w 912"/>
                    <a:gd name="T41" fmla="*/ 2147483647 h 702"/>
                    <a:gd name="T42" fmla="*/ 2147483647 w 912"/>
                    <a:gd name="T43" fmla="*/ 2147483647 h 702"/>
                    <a:gd name="T44" fmla="*/ 2147483647 w 912"/>
                    <a:gd name="T45" fmla="*/ 2147483647 h 702"/>
                    <a:gd name="T46" fmla="*/ 2147483647 w 912"/>
                    <a:gd name="T47" fmla="*/ 2147483647 h 702"/>
                    <a:gd name="T48" fmla="*/ 2147483647 w 912"/>
                    <a:gd name="T49" fmla="*/ 2147483647 h 702"/>
                    <a:gd name="T50" fmla="*/ 2147483647 w 912"/>
                    <a:gd name="T51" fmla="*/ 2147483647 h 702"/>
                    <a:gd name="T52" fmla="*/ 2147483647 w 912"/>
                    <a:gd name="T53" fmla="*/ 2147483647 h 702"/>
                    <a:gd name="T54" fmla="*/ 2147483647 w 912"/>
                    <a:gd name="T55" fmla="*/ 2147483647 h 702"/>
                    <a:gd name="T56" fmla="*/ 2147483647 w 912"/>
                    <a:gd name="T57" fmla="*/ 2147483647 h 702"/>
                    <a:gd name="T58" fmla="*/ 2147483647 w 912"/>
                    <a:gd name="T59" fmla="*/ 2147483647 h 702"/>
                    <a:gd name="T60" fmla="*/ 0 w 912"/>
                    <a:gd name="T61" fmla="*/ 2147483647 h 702"/>
                    <a:gd name="T62" fmla="*/ 2147483647 w 912"/>
                    <a:gd name="T63" fmla="*/ 2147483647 h 702"/>
                    <a:gd name="T64" fmla="*/ 2147483647 w 912"/>
                    <a:gd name="T65" fmla="*/ 2147483647 h 702"/>
                    <a:gd name="T66" fmla="*/ 2147483647 w 912"/>
                    <a:gd name="T67" fmla="*/ 2147483647 h 702"/>
                    <a:gd name="T68" fmla="*/ 2147483647 w 912"/>
                    <a:gd name="T69" fmla="*/ 2147483647 h 702"/>
                    <a:gd name="T70" fmla="*/ 2147483647 w 912"/>
                    <a:gd name="T71" fmla="*/ 2147483647 h 702"/>
                    <a:gd name="T72" fmla="*/ 2147483647 w 912"/>
                    <a:gd name="T73" fmla="*/ 2147483647 h 702"/>
                    <a:gd name="T74" fmla="*/ 2147483647 w 912"/>
                    <a:gd name="T75" fmla="*/ 2147483647 h 702"/>
                    <a:gd name="T76" fmla="*/ 2147483647 w 912"/>
                    <a:gd name="T77" fmla="*/ 2147483647 h 702"/>
                    <a:gd name="T78" fmla="*/ 2147483647 w 912"/>
                    <a:gd name="T79" fmla="*/ 2147483647 h 702"/>
                    <a:gd name="T80" fmla="*/ 2147483647 w 912"/>
                    <a:gd name="T81" fmla="*/ 2147483647 h 702"/>
                    <a:gd name="T82" fmla="*/ 2147483647 w 912"/>
                    <a:gd name="T83" fmla="*/ 2147483647 h 702"/>
                    <a:gd name="T84" fmla="*/ 2147483647 w 912"/>
                    <a:gd name="T85" fmla="*/ 2147483647 h 702"/>
                    <a:gd name="T86" fmla="*/ 2147483647 w 912"/>
                    <a:gd name="T87" fmla="*/ 2147483647 h 702"/>
                    <a:gd name="T88" fmla="*/ 2147483647 w 912"/>
                    <a:gd name="T89" fmla="*/ 2147483647 h 702"/>
                    <a:gd name="T90" fmla="*/ 2147483647 w 912"/>
                    <a:gd name="T91" fmla="*/ 2147483647 h 702"/>
                    <a:gd name="T92" fmla="*/ 2147483647 w 912"/>
                    <a:gd name="T93" fmla="*/ 2147483647 h 702"/>
                    <a:gd name="T94" fmla="*/ 2147483647 w 912"/>
                    <a:gd name="T95" fmla="*/ 2147483647 h 702"/>
                    <a:gd name="T96" fmla="*/ 2147483647 w 912"/>
                    <a:gd name="T97" fmla="*/ 2147483647 h 702"/>
                    <a:gd name="T98" fmla="*/ 2147483647 w 912"/>
                    <a:gd name="T99" fmla="*/ 2147483647 h 702"/>
                    <a:gd name="T100" fmla="*/ 2147483647 w 912"/>
                    <a:gd name="T101" fmla="*/ 2147483647 h 702"/>
                    <a:gd name="T102" fmla="*/ 2147483647 w 912"/>
                    <a:gd name="T103" fmla="*/ 2147483647 h 702"/>
                    <a:gd name="T104" fmla="*/ 2147483647 w 912"/>
                    <a:gd name="T105" fmla="*/ 2147483647 h 702"/>
                    <a:gd name="T106" fmla="*/ 2147483647 w 912"/>
                    <a:gd name="T107" fmla="*/ 2147483647 h 702"/>
                    <a:gd name="T108" fmla="*/ 2147483647 w 912"/>
                    <a:gd name="T109" fmla="*/ 2147483647 h 702"/>
                    <a:gd name="T110" fmla="*/ 2147483647 w 912"/>
                    <a:gd name="T111" fmla="*/ 2147483647 h 702"/>
                    <a:gd name="T112" fmla="*/ 2147483647 w 912"/>
                    <a:gd name="T113" fmla="*/ 2147483647 h 702"/>
                    <a:gd name="T114" fmla="*/ 2147483647 w 912"/>
                    <a:gd name="T115" fmla="*/ 2147483647 h 702"/>
                    <a:gd name="T116" fmla="*/ 2147483647 w 912"/>
                    <a:gd name="T117" fmla="*/ 2147483647 h 702"/>
                    <a:gd name="T118" fmla="*/ 2147483647 w 912"/>
                    <a:gd name="T119" fmla="*/ 2147483647 h 702"/>
                    <a:gd name="T120" fmla="*/ 2147483647 w 912"/>
                    <a:gd name="T121" fmla="*/ 2147483647 h 70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912"/>
                    <a:gd name="T184" fmla="*/ 0 h 702"/>
                    <a:gd name="T185" fmla="*/ 912 w 912"/>
                    <a:gd name="T186" fmla="*/ 702 h 702"/>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912" h="702">
                      <a:moveTo>
                        <a:pt x="906" y="420"/>
                      </a:moveTo>
                      <a:lnTo>
                        <a:pt x="900" y="414"/>
                      </a:lnTo>
                      <a:lnTo>
                        <a:pt x="888" y="408"/>
                      </a:lnTo>
                      <a:lnTo>
                        <a:pt x="882" y="402"/>
                      </a:lnTo>
                      <a:lnTo>
                        <a:pt x="858" y="396"/>
                      </a:lnTo>
                      <a:lnTo>
                        <a:pt x="858" y="378"/>
                      </a:lnTo>
                      <a:lnTo>
                        <a:pt x="846" y="366"/>
                      </a:lnTo>
                      <a:lnTo>
                        <a:pt x="846" y="360"/>
                      </a:lnTo>
                      <a:lnTo>
                        <a:pt x="858" y="360"/>
                      </a:lnTo>
                      <a:lnTo>
                        <a:pt x="858" y="348"/>
                      </a:lnTo>
                      <a:lnTo>
                        <a:pt x="852" y="342"/>
                      </a:lnTo>
                      <a:lnTo>
                        <a:pt x="834" y="342"/>
                      </a:lnTo>
                      <a:lnTo>
                        <a:pt x="834" y="336"/>
                      </a:lnTo>
                      <a:lnTo>
                        <a:pt x="828" y="330"/>
                      </a:lnTo>
                      <a:lnTo>
                        <a:pt x="822" y="318"/>
                      </a:lnTo>
                      <a:lnTo>
                        <a:pt x="810" y="306"/>
                      </a:lnTo>
                      <a:lnTo>
                        <a:pt x="798" y="300"/>
                      </a:lnTo>
                      <a:lnTo>
                        <a:pt x="792" y="300"/>
                      </a:lnTo>
                      <a:lnTo>
                        <a:pt x="780" y="294"/>
                      </a:lnTo>
                      <a:lnTo>
                        <a:pt x="768" y="282"/>
                      </a:lnTo>
                      <a:lnTo>
                        <a:pt x="768" y="276"/>
                      </a:lnTo>
                      <a:lnTo>
                        <a:pt x="774" y="276"/>
                      </a:lnTo>
                      <a:lnTo>
                        <a:pt x="774" y="270"/>
                      </a:lnTo>
                      <a:lnTo>
                        <a:pt x="780" y="270"/>
                      </a:lnTo>
                      <a:lnTo>
                        <a:pt x="780" y="264"/>
                      </a:lnTo>
                      <a:lnTo>
                        <a:pt x="768" y="252"/>
                      </a:lnTo>
                      <a:lnTo>
                        <a:pt x="756" y="246"/>
                      </a:lnTo>
                      <a:lnTo>
                        <a:pt x="750" y="246"/>
                      </a:lnTo>
                      <a:lnTo>
                        <a:pt x="750" y="228"/>
                      </a:lnTo>
                      <a:lnTo>
                        <a:pt x="720" y="228"/>
                      </a:lnTo>
                      <a:lnTo>
                        <a:pt x="696" y="216"/>
                      </a:lnTo>
                      <a:lnTo>
                        <a:pt x="696" y="186"/>
                      </a:lnTo>
                      <a:lnTo>
                        <a:pt x="648" y="180"/>
                      </a:lnTo>
                      <a:lnTo>
                        <a:pt x="654" y="162"/>
                      </a:lnTo>
                      <a:lnTo>
                        <a:pt x="648" y="162"/>
                      </a:lnTo>
                      <a:lnTo>
                        <a:pt x="642" y="156"/>
                      </a:lnTo>
                      <a:lnTo>
                        <a:pt x="642" y="150"/>
                      </a:lnTo>
                      <a:lnTo>
                        <a:pt x="648" y="144"/>
                      </a:lnTo>
                      <a:lnTo>
                        <a:pt x="654" y="132"/>
                      </a:lnTo>
                      <a:lnTo>
                        <a:pt x="660" y="126"/>
                      </a:lnTo>
                      <a:lnTo>
                        <a:pt x="660" y="96"/>
                      </a:lnTo>
                      <a:lnTo>
                        <a:pt x="654" y="84"/>
                      </a:lnTo>
                      <a:lnTo>
                        <a:pt x="648" y="66"/>
                      </a:lnTo>
                      <a:lnTo>
                        <a:pt x="636" y="54"/>
                      </a:lnTo>
                      <a:lnTo>
                        <a:pt x="630" y="42"/>
                      </a:lnTo>
                      <a:lnTo>
                        <a:pt x="600" y="12"/>
                      </a:lnTo>
                      <a:lnTo>
                        <a:pt x="600" y="0"/>
                      </a:lnTo>
                      <a:lnTo>
                        <a:pt x="576" y="0"/>
                      </a:lnTo>
                      <a:lnTo>
                        <a:pt x="522" y="30"/>
                      </a:lnTo>
                      <a:lnTo>
                        <a:pt x="516" y="60"/>
                      </a:lnTo>
                      <a:lnTo>
                        <a:pt x="480" y="84"/>
                      </a:lnTo>
                      <a:lnTo>
                        <a:pt x="480" y="102"/>
                      </a:lnTo>
                      <a:lnTo>
                        <a:pt x="456" y="126"/>
                      </a:lnTo>
                      <a:lnTo>
                        <a:pt x="438" y="138"/>
                      </a:lnTo>
                      <a:lnTo>
                        <a:pt x="390" y="156"/>
                      </a:lnTo>
                      <a:lnTo>
                        <a:pt x="348" y="162"/>
                      </a:lnTo>
                      <a:lnTo>
                        <a:pt x="330" y="162"/>
                      </a:lnTo>
                      <a:lnTo>
                        <a:pt x="312" y="174"/>
                      </a:lnTo>
                      <a:lnTo>
                        <a:pt x="318" y="174"/>
                      </a:lnTo>
                      <a:lnTo>
                        <a:pt x="330" y="186"/>
                      </a:lnTo>
                      <a:lnTo>
                        <a:pt x="330" y="198"/>
                      </a:lnTo>
                      <a:lnTo>
                        <a:pt x="324" y="204"/>
                      </a:lnTo>
                      <a:lnTo>
                        <a:pt x="318" y="216"/>
                      </a:lnTo>
                      <a:lnTo>
                        <a:pt x="312" y="222"/>
                      </a:lnTo>
                      <a:lnTo>
                        <a:pt x="306" y="234"/>
                      </a:lnTo>
                      <a:lnTo>
                        <a:pt x="300" y="240"/>
                      </a:lnTo>
                      <a:lnTo>
                        <a:pt x="210" y="240"/>
                      </a:lnTo>
                      <a:lnTo>
                        <a:pt x="204" y="246"/>
                      </a:lnTo>
                      <a:lnTo>
                        <a:pt x="198" y="258"/>
                      </a:lnTo>
                      <a:lnTo>
                        <a:pt x="186" y="270"/>
                      </a:lnTo>
                      <a:lnTo>
                        <a:pt x="174" y="276"/>
                      </a:lnTo>
                      <a:lnTo>
                        <a:pt x="168" y="276"/>
                      </a:lnTo>
                      <a:lnTo>
                        <a:pt x="162" y="270"/>
                      </a:lnTo>
                      <a:lnTo>
                        <a:pt x="162" y="246"/>
                      </a:lnTo>
                      <a:lnTo>
                        <a:pt x="156" y="252"/>
                      </a:lnTo>
                      <a:lnTo>
                        <a:pt x="144" y="258"/>
                      </a:lnTo>
                      <a:lnTo>
                        <a:pt x="126" y="276"/>
                      </a:lnTo>
                      <a:lnTo>
                        <a:pt x="114" y="282"/>
                      </a:lnTo>
                      <a:lnTo>
                        <a:pt x="96" y="282"/>
                      </a:lnTo>
                      <a:lnTo>
                        <a:pt x="90" y="276"/>
                      </a:lnTo>
                      <a:lnTo>
                        <a:pt x="78" y="276"/>
                      </a:lnTo>
                      <a:lnTo>
                        <a:pt x="66" y="288"/>
                      </a:lnTo>
                      <a:lnTo>
                        <a:pt x="60" y="300"/>
                      </a:lnTo>
                      <a:lnTo>
                        <a:pt x="54" y="306"/>
                      </a:lnTo>
                      <a:lnTo>
                        <a:pt x="54" y="324"/>
                      </a:lnTo>
                      <a:lnTo>
                        <a:pt x="48" y="336"/>
                      </a:lnTo>
                      <a:lnTo>
                        <a:pt x="42" y="336"/>
                      </a:lnTo>
                      <a:lnTo>
                        <a:pt x="36" y="372"/>
                      </a:lnTo>
                      <a:lnTo>
                        <a:pt x="30" y="372"/>
                      </a:lnTo>
                      <a:lnTo>
                        <a:pt x="24" y="378"/>
                      </a:lnTo>
                      <a:lnTo>
                        <a:pt x="12" y="384"/>
                      </a:lnTo>
                      <a:lnTo>
                        <a:pt x="0" y="396"/>
                      </a:lnTo>
                      <a:lnTo>
                        <a:pt x="0" y="402"/>
                      </a:lnTo>
                      <a:lnTo>
                        <a:pt x="12" y="408"/>
                      </a:lnTo>
                      <a:lnTo>
                        <a:pt x="18" y="408"/>
                      </a:lnTo>
                      <a:lnTo>
                        <a:pt x="18" y="444"/>
                      </a:lnTo>
                      <a:lnTo>
                        <a:pt x="6" y="456"/>
                      </a:lnTo>
                      <a:lnTo>
                        <a:pt x="24" y="468"/>
                      </a:lnTo>
                      <a:lnTo>
                        <a:pt x="24" y="516"/>
                      </a:lnTo>
                      <a:lnTo>
                        <a:pt x="30" y="516"/>
                      </a:lnTo>
                      <a:lnTo>
                        <a:pt x="48" y="534"/>
                      </a:lnTo>
                      <a:lnTo>
                        <a:pt x="54" y="534"/>
                      </a:lnTo>
                      <a:lnTo>
                        <a:pt x="54" y="576"/>
                      </a:lnTo>
                      <a:lnTo>
                        <a:pt x="60" y="582"/>
                      </a:lnTo>
                      <a:lnTo>
                        <a:pt x="72" y="606"/>
                      </a:lnTo>
                      <a:lnTo>
                        <a:pt x="84" y="618"/>
                      </a:lnTo>
                      <a:lnTo>
                        <a:pt x="96" y="624"/>
                      </a:lnTo>
                      <a:lnTo>
                        <a:pt x="102" y="636"/>
                      </a:lnTo>
                      <a:lnTo>
                        <a:pt x="114" y="642"/>
                      </a:lnTo>
                      <a:lnTo>
                        <a:pt x="120" y="660"/>
                      </a:lnTo>
                      <a:lnTo>
                        <a:pt x="120" y="690"/>
                      </a:lnTo>
                      <a:lnTo>
                        <a:pt x="132" y="702"/>
                      </a:lnTo>
                      <a:lnTo>
                        <a:pt x="138" y="696"/>
                      </a:lnTo>
                      <a:lnTo>
                        <a:pt x="144" y="684"/>
                      </a:lnTo>
                      <a:lnTo>
                        <a:pt x="150" y="678"/>
                      </a:lnTo>
                      <a:lnTo>
                        <a:pt x="156" y="666"/>
                      </a:lnTo>
                      <a:lnTo>
                        <a:pt x="156" y="642"/>
                      </a:lnTo>
                      <a:lnTo>
                        <a:pt x="144" y="630"/>
                      </a:lnTo>
                      <a:lnTo>
                        <a:pt x="162" y="600"/>
                      </a:lnTo>
                      <a:lnTo>
                        <a:pt x="192" y="600"/>
                      </a:lnTo>
                      <a:lnTo>
                        <a:pt x="210" y="582"/>
                      </a:lnTo>
                      <a:lnTo>
                        <a:pt x="228" y="582"/>
                      </a:lnTo>
                      <a:lnTo>
                        <a:pt x="264" y="600"/>
                      </a:lnTo>
                      <a:lnTo>
                        <a:pt x="276" y="600"/>
                      </a:lnTo>
                      <a:lnTo>
                        <a:pt x="288" y="588"/>
                      </a:lnTo>
                      <a:lnTo>
                        <a:pt x="300" y="570"/>
                      </a:lnTo>
                      <a:lnTo>
                        <a:pt x="300" y="552"/>
                      </a:lnTo>
                      <a:lnTo>
                        <a:pt x="294" y="552"/>
                      </a:lnTo>
                      <a:lnTo>
                        <a:pt x="294" y="540"/>
                      </a:lnTo>
                      <a:lnTo>
                        <a:pt x="306" y="528"/>
                      </a:lnTo>
                      <a:lnTo>
                        <a:pt x="312" y="528"/>
                      </a:lnTo>
                      <a:lnTo>
                        <a:pt x="324" y="516"/>
                      </a:lnTo>
                      <a:lnTo>
                        <a:pt x="330" y="504"/>
                      </a:lnTo>
                      <a:lnTo>
                        <a:pt x="330" y="498"/>
                      </a:lnTo>
                      <a:lnTo>
                        <a:pt x="336" y="486"/>
                      </a:lnTo>
                      <a:lnTo>
                        <a:pt x="336" y="480"/>
                      </a:lnTo>
                      <a:lnTo>
                        <a:pt x="342" y="474"/>
                      </a:lnTo>
                      <a:lnTo>
                        <a:pt x="354" y="468"/>
                      </a:lnTo>
                      <a:lnTo>
                        <a:pt x="366" y="468"/>
                      </a:lnTo>
                      <a:lnTo>
                        <a:pt x="384" y="474"/>
                      </a:lnTo>
                      <a:lnTo>
                        <a:pt x="396" y="474"/>
                      </a:lnTo>
                      <a:lnTo>
                        <a:pt x="408" y="480"/>
                      </a:lnTo>
                      <a:lnTo>
                        <a:pt x="408" y="492"/>
                      </a:lnTo>
                      <a:lnTo>
                        <a:pt x="426" y="492"/>
                      </a:lnTo>
                      <a:lnTo>
                        <a:pt x="432" y="498"/>
                      </a:lnTo>
                      <a:lnTo>
                        <a:pt x="432" y="528"/>
                      </a:lnTo>
                      <a:lnTo>
                        <a:pt x="474" y="528"/>
                      </a:lnTo>
                      <a:lnTo>
                        <a:pt x="480" y="534"/>
                      </a:lnTo>
                      <a:lnTo>
                        <a:pt x="492" y="540"/>
                      </a:lnTo>
                      <a:lnTo>
                        <a:pt x="540" y="540"/>
                      </a:lnTo>
                      <a:lnTo>
                        <a:pt x="552" y="546"/>
                      </a:lnTo>
                      <a:lnTo>
                        <a:pt x="558" y="552"/>
                      </a:lnTo>
                      <a:lnTo>
                        <a:pt x="570" y="558"/>
                      </a:lnTo>
                      <a:lnTo>
                        <a:pt x="576" y="552"/>
                      </a:lnTo>
                      <a:lnTo>
                        <a:pt x="582" y="540"/>
                      </a:lnTo>
                      <a:lnTo>
                        <a:pt x="588" y="534"/>
                      </a:lnTo>
                      <a:lnTo>
                        <a:pt x="588" y="522"/>
                      </a:lnTo>
                      <a:lnTo>
                        <a:pt x="606" y="504"/>
                      </a:lnTo>
                      <a:lnTo>
                        <a:pt x="612" y="492"/>
                      </a:lnTo>
                      <a:lnTo>
                        <a:pt x="636" y="516"/>
                      </a:lnTo>
                      <a:lnTo>
                        <a:pt x="642" y="516"/>
                      </a:lnTo>
                      <a:lnTo>
                        <a:pt x="648" y="510"/>
                      </a:lnTo>
                      <a:lnTo>
                        <a:pt x="660" y="504"/>
                      </a:lnTo>
                      <a:lnTo>
                        <a:pt x="672" y="492"/>
                      </a:lnTo>
                      <a:lnTo>
                        <a:pt x="690" y="492"/>
                      </a:lnTo>
                      <a:lnTo>
                        <a:pt x="714" y="474"/>
                      </a:lnTo>
                      <a:lnTo>
                        <a:pt x="726" y="486"/>
                      </a:lnTo>
                      <a:lnTo>
                        <a:pt x="750" y="486"/>
                      </a:lnTo>
                      <a:lnTo>
                        <a:pt x="756" y="480"/>
                      </a:lnTo>
                      <a:lnTo>
                        <a:pt x="768" y="480"/>
                      </a:lnTo>
                      <a:lnTo>
                        <a:pt x="768" y="468"/>
                      </a:lnTo>
                      <a:lnTo>
                        <a:pt x="786" y="450"/>
                      </a:lnTo>
                      <a:lnTo>
                        <a:pt x="792" y="450"/>
                      </a:lnTo>
                      <a:lnTo>
                        <a:pt x="792" y="456"/>
                      </a:lnTo>
                      <a:lnTo>
                        <a:pt x="804" y="468"/>
                      </a:lnTo>
                      <a:lnTo>
                        <a:pt x="840" y="462"/>
                      </a:lnTo>
                      <a:lnTo>
                        <a:pt x="840" y="468"/>
                      </a:lnTo>
                      <a:lnTo>
                        <a:pt x="852" y="480"/>
                      </a:lnTo>
                      <a:lnTo>
                        <a:pt x="876" y="480"/>
                      </a:lnTo>
                      <a:lnTo>
                        <a:pt x="894" y="474"/>
                      </a:lnTo>
                      <a:lnTo>
                        <a:pt x="912" y="456"/>
                      </a:lnTo>
                      <a:lnTo>
                        <a:pt x="912" y="432"/>
                      </a:lnTo>
                      <a:lnTo>
                        <a:pt x="906" y="420"/>
                      </a:lnTo>
                      <a:close/>
                    </a:path>
                  </a:pathLst>
                </a:custGeom>
                <a:solidFill>
                  <a:srgbClr val="A29C97"/>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319" name="Canada" descr="© INSCALE GmbH, 05.05.2010&#10;http://www.presentationload.com/">
                  <a:extLst>
                    <a:ext uri="{FF2B5EF4-FFF2-40B4-BE49-F238E27FC236}">
                      <a16:creationId xmlns:a16="http://schemas.microsoft.com/office/drawing/2014/main" id="{1EC239F2-CA3C-4341-9D36-3076FA00C2C4}"/>
                    </a:ext>
                  </a:extLst>
                </p:cNvPr>
                <p:cNvSpPr>
                  <a:spLocks noEditPoints="1"/>
                </p:cNvSpPr>
                <p:nvPr/>
              </p:nvSpPr>
              <p:spPr bwMode="gray">
                <a:xfrm>
                  <a:off x="2041424" y="1048212"/>
                  <a:ext cx="2517196" cy="1303645"/>
                </a:xfrm>
                <a:custGeom>
                  <a:avLst/>
                  <a:gdLst>
                    <a:gd name="T0" fmla="*/ 2147483647 w 5574"/>
                    <a:gd name="T1" fmla="*/ 2147483647 h 2886"/>
                    <a:gd name="T2" fmla="*/ 2147483647 w 5574"/>
                    <a:gd name="T3" fmla="*/ 2147483647 h 2886"/>
                    <a:gd name="T4" fmla="*/ 2147483647 w 5574"/>
                    <a:gd name="T5" fmla="*/ 2147483647 h 2886"/>
                    <a:gd name="T6" fmla="*/ 2147483647 w 5574"/>
                    <a:gd name="T7" fmla="*/ 2147483647 h 2886"/>
                    <a:gd name="T8" fmla="*/ 2147483647 w 5574"/>
                    <a:gd name="T9" fmla="*/ 2147483647 h 2886"/>
                    <a:gd name="T10" fmla="*/ 2147483647 w 5574"/>
                    <a:gd name="T11" fmla="*/ 2147483647 h 2886"/>
                    <a:gd name="T12" fmla="*/ 2147483647 w 5574"/>
                    <a:gd name="T13" fmla="*/ 2147483647 h 2886"/>
                    <a:gd name="T14" fmla="*/ 2147483647 w 5574"/>
                    <a:gd name="T15" fmla="*/ 2147483647 h 2886"/>
                    <a:gd name="T16" fmla="*/ 2147483647 w 5574"/>
                    <a:gd name="T17" fmla="*/ 2147483647 h 2886"/>
                    <a:gd name="T18" fmla="*/ 2147483647 w 5574"/>
                    <a:gd name="T19" fmla="*/ 2147483647 h 2886"/>
                    <a:gd name="T20" fmla="*/ 2147483647 w 5574"/>
                    <a:gd name="T21" fmla="*/ 2147483647 h 2886"/>
                    <a:gd name="T22" fmla="*/ 2147483647 w 5574"/>
                    <a:gd name="T23" fmla="*/ 2147483647 h 2886"/>
                    <a:gd name="T24" fmla="*/ 2147483647 w 5574"/>
                    <a:gd name="T25" fmla="*/ 2147483647 h 2886"/>
                    <a:gd name="T26" fmla="*/ 2147483647 w 5574"/>
                    <a:gd name="T27" fmla="*/ 2147483647 h 2886"/>
                    <a:gd name="T28" fmla="*/ 2147483647 w 5574"/>
                    <a:gd name="T29" fmla="*/ 2147483647 h 2886"/>
                    <a:gd name="T30" fmla="*/ 2147483647 w 5574"/>
                    <a:gd name="T31" fmla="*/ 2147483647 h 2886"/>
                    <a:gd name="T32" fmla="*/ 2147483647 w 5574"/>
                    <a:gd name="T33" fmla="*/ 2147483647 h 2886"/>
                    <a:gd name="T34" fmla="*/ 2147483647 w 5574"/>
                    <a:gd name="T35" fmla="*/ 2147483647 h 2886"/>
                    <a:gd name="T36" fmla="*/ 2147483647 w 5574"/>
                    <a:gd name="T37" fmla="*/ 2147483647 h 2886"/>
                    <a:gd name="T38" fmla="*/ 2147483647 w 5574"/>
                    <a:gd name="T39" fmla="*/ 2147483647 h 2886"/>
                    <a:gd name="T40" fmla="*/ 2147483647 w 5574"/>
                    <a:gd name="T41" fmla="*/ 2147483647 h 2886"/>
                    <a:gd name="T42" fmla="*/ 2147483647 w 5574"/>
                    <a:gd name="T43" fmla="*/ 2147483647 h 2886"/>
                    <a:gd name="T44" fmla="*/ 2147483647 w 5574"/>
                    <a:gd name="T45" fmla="*/ 2147483647 h 2886"/>
                    <a:gd name="T46" fmla="*/ 2147483647 w 5574"/>
                    <a:gd name="T47" fmla="*/ 2147483647 h 2886"/>
                    <a:gd name="T48" fmla="*/ 2147483647 w 5574"/>
                    <a:gd name="T49" fmla="*/ 2147483647 h 2886"/>
                    <a:gd name="T50" fmla="*/ 2147483647 w 5574"/>
                    <a:gd name="T51" fmla="*/ 2147483647 h 2886"/>
                    <a:gd name="T52" fmla="*/ 2147483647 w 5574"/>
                    <a:gd name="T53" fmla="*/ 2147483647 h 2886"/>
                    <a:gd name="T54" fmla="*/ 2147483647 w 5574"/>
                    <a:gd name="T55" fmla="*/ 2147483647 h 2886"/>
                    <a:gd name="T56" fmla="*/ 2147483647 w 5574"/>
                    <a:gd name="T57" fmla="*/ 2147483647 h 2886"/>
                    <a:gd name="T58" fmla="*/ 2147483647 w 5574"/>
                    <a:gd name="T59" fmla="*/ 2147483647 h 2886"/>
                    <a:gd name="T60" fmla="*/ 2147483647 w 5574"/>
                    <a:gd name="T61" fmla="*/ 2147483647 h 2886"/>
                    <a:gd name="T62" fmla="*/ 2147483647 w 5574"/>
                    <a:gd name="T63" fmla="*/ 2147483647 h 2886"/>
                    <a:gd name="T64" fmla="*/ 2147483647 w 5574"/>
                    <a:gd name="T65" fmla="*/ 2147483647 h 2886"/>
                    <a:gd name="T66" fmla="*/ 2147483647 w 5574"/>
                    <a:gd name="T67" fmla="*/ 2147483647 h 2886"/>
                    <a:gd name="T68" fmla="*/ 2147483647 w 5574"/>
                    <a:gd name="T69" fmla="*/ 2147483647 h 2886"/>
                    <a:gd name="T70" fmla="*/ 2147483647 w 5574"/>
                    <a:gd name="T71" fmla="*/ 2147483647 h 2886"/>
                    <a:gd name="T72" fmla="*/ 2147483647 w 5574"/>
                    <a:gd name="T73" fmla="*/ 2147483647 h 2886"/>
                    <a:gd name="T74" fmla="*/ 2147483647 w 5574"/>
                    <a:gd name="T75" fmla="*/ 2147483647 h 2886"/>
                    <a:gd name="T76" fmla="*/ 2147483647 w 5574"/>
                    <a:gd name="T77" fmla="*/ 2147483647 h 2886"/>
                    <a:gd name="T78" fmla="*/ 2147483647 w 5574"/>
                    <a:gd name="T79" fmla="*/ 2147483647 h 2886"/>
                    <a:gd name="T80" fmla="*/ 2147483647 w 5574"/>
                    <a:gd name="T81" fmla="*/ 2147483647 h 2886"/>
                    <a:gd name="T82" fmla="*/ 2147483647 w 5574"/>
                    <a:gd name="T83" fmla="*/ 2147483647 h 2886"/>
                    <a:gd name="T84" fmla="*/ 2147483647 w 5574"/>
                    <a:gd name="T85" fmla="*/ 2147483647 h 2886"/>
                    <a:gd name="T86" fmla="*/ 2147483647 w 5574"/>
                    <a:gd name="T87" fmla="*/ 2147483647 h 2886"/>
                    <a:gd name="T88" fmla="*/ 2147483647 w 5574"/>
                    <a:gd name="T89" fmla="*/ 2147483647 h 2886"/>
                    <a:gd name="T90" fmla="*/ 2147483647 w 5574"/>
                    <a:gd name="T91" fmla="*/ 2147483647 h 2886"/>
                    <a:gd name="T92" fmla="*/ 2147483647 w 5574"/>
                    <a:gd name="T93" fmla="*/ 2147483647 h 2886"/>
                    <a:gd name="T94" fmla="*/ 2147483647 w 5574"/>
                    <a:gd name="T95" fmla="*/ 2147483647 h 2886"/>
                    <a:gd name="T96" fmla="*/ 2147483647 w 5574"/>
                    <a:gd name="T97" fmla="*/ 2147483647 h 2886"/>
                    <a:gd name="T98" fmla="*/ 2147483647 w 5574"/>
                    <a:gd name="T99" fmla="*/ 2147483647 h 2886"/>
                    <a:gd name="T100" fmla="*/ 2147483647 w 5574"/>
                    <a:gd name="T101" fmla="*/ 2147483647 h 2886"/>
                    <a:gd name="T102" fmla="*/ 2147483647 w 5574"/>
                    <a:gd name="T103" fmla="*/ 2147483647 h 2886"/>
                    <a:gd name="T104" fmla="*/ 2147483647 w 5574"/>
                    <a:gd name="T105" fmla="*/ 2147483647 h 2886"/>
                    <a:gd name="T106" fmla="*/ 2147483647 w 5574"/>
                    <a:gd name="T107" fmla="*/ 2147483647 h 2886"/>
                    <a:gd name="T108" fmla="*/ 2147483647 w 5574"/>
                    <a:gd name="T109" fmla="*/ 2147483647 h 2886"/>
                    <a:gd name="T110" fmla="*/ 2147483647 w 5574"/>
                    <a:gd name="T111" fmla="*/ 2147483647 h 2886"/>
                    <a:gd name="T112" fmla="*/ 2147483647 w 5574"/>
                    <a:gd name="T113" fmla="*/ 2147483647 h 2886"/>
                    <a:gd name="T114" fmla="*/ 2147483647 w 5574"/>
                    <a:gd name="T115" fmla="*/ 2147483647 h 2886"/>
                    <a:gd name="T116" fmla="*/ 2147483647 w 5574"/>
                    <a:gd name="T117" fmla="*/ 2147483647 h 2886"/>
                    <a:gd name="T118" fmla="*/ 2147483647 w 5574"/>
                    <a:gd name="T119" fmla="*/ 2147483647 h 2886"/>
                    <a:gd name="T120" fmla="*/ 2147483647 w 5574"/>
                    <a:gd name="T121" fmla="*/ 2147483647 h 2886"/>
                    <a:gd name="T122" fmla="*/ 2147483647 w 5574"/>
                    <a:gd name="T123" fmla="*/ 2147483647 h 2886"/>
                    <a:gd name="T124" fmla="*/ 2147483647 w 5574"/>
                    <a:gd name="T125" fmla="*/ 2147483647 h 28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5574"/>
                    <a:gd name="T190" fmla="*/ 0 h 2886"/>
                    <a:gd name="T191" fmla="*/ 5574 w 5574"/>
                    <a:gd name="T192" fmla="*/ 2886 h 288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5574" h="2886">
                      <a:moveTo>
                        <a:pt x="3114" y="252"/>
                      </a:moveTo>
                      <a:lnTo>
                        <a:pt x="3138" y="252"/>
                      </a:lnTo>
                      <a:lnTo>
                        <a:pt x="3150" y="258"/>
                      </a:lnTo>
                      <a:lnTo>
                        <a:pt x="3168" y="258"/>
                      </a:lnTo>
                      <a:lnTo>
                        <a:pt x="3174" y="252"/>
                      </a:lnTo>
                      <a:lnTo>
                        <a:pt x="3174" y="246"/>
                      </a:lnTo>
                      <a:lnTo>
                        <a:pt x="3168" y="234"/>
                      </a:lnTo>
                      <a:lnTo>
                        <a:pt x="3156" y="228"/>
                      </a:lnTo>
                      <a:lnTo>
                        <a:pt x="3108" y="228"/>
                      </a:lnTo>
                      <a:lnTo>
                        <a:pt x="3066" y="234"/>
                      </a:lnTo>
                      <a:lnTo>
                        <a:pt x="3036" y="246"/>
                      </a:lnTo>
                      <a:lnTo>
                        <a:pt x="3018" y="246"/>
                      </a:lnTo>
                      <a:lnTo>
                        <a:pt x="3060" y="246"/>
                      </a:lnTo>
                      <a:lnTo>
                        <a:pt x="3096" y="252"/>
                      </a:lnTo>
                      <a:lnTo>
                        <a:pt x="3114" y="252"/>
                      </a:lnTo>
                      <a:close/>
                      <a:moveTo>
                        <a:pt x="2988" y="318"/>
                      </a:moveTo>
                      <a:lnTo>
                        <a:pt x="3036" y="318"/>
                      </a:lnTo>
                      <a:lnTo>
                        <a:pt x="3048" y="312"/>
                      </a:lnTo>
                      <a:lnTo>
                        <a:pt x="3060" y="312"/>
                      </a:lnTo>
                      <a:lnTo>
                        <a:pt x="3072" y="300"/>
                      </a:lnTo>
                      <a:lnTo>
                        <a:pt x="3072" y="294"/>
                      </a:lnTo>
                      <a:lnTo>
                        <a:pt x="3066" y="282"/>
                      </a:lnTo>
                      <a:lnTo>
                        <a:pt x="3138" y="270"/>
                      </a:lnTo>
                      <a:lnTo>
                        <a:pt x="3120" y="264"/>
                      </a:lnTo>
                      <a:lnTo>
                        <a:pt x="3054" y="264"/>
                      </a:lnTo>
                      <a:lnTo>
                        <a:pt x="3042" y="276"/>
                      </a:lnTo>
                      <a:lnTo>
                        <a:pt x="3030" y="276"/>
                      </a:lnTo>
                      <a:lnTo>
                        <a:pt x="2994" y="270"/>
                      </a:lnTo>
                      <a:lnTo>
                        <a:pt x="2958" y="270"/>
                      </a:lnTo>
                      <a:lnTo>
                        <a:pt x="2940" y="282"/>
                      </a:lnTo>
                      <a:lnTo>
                        <a:pt x="2940" y="294"/>
                      </a:lnTo>
                      <a:lnTo>
                        <a:pt x="2946" y="300"/>
                      </a:lnTo>
                      <a:lnTo>
                        <a:pt x="2970" y="312"/>
                      </a:lnTo>
                      <a:lnTo>
                        <a:pt x="2976" y="318"/>
                      </a:lnTo>
                      <a:lnTo>
                        <a:pt x="2988" y="318"/>
                      </a:lnTo>
                      <a:close/>
                      <a:moveTo>
                        <a:pt x="2682" y="384"/>
                      </a:moveTo>
                      <a:lnTo>
                        <a:pt x="2628" y="408"/>
                      </a:lnTo>
                      <a:lnTo>
                        <a:pt x="2634" y="408"/>
                      </a:lnTo>
                      <a:lnTo>
                        <a:pt x="2646" y="414"/>
                      </a:lnTo>
                      <a:lnTo>
                        <a:pt x="2652" y="414"/>
                      </a:lnTo>
                      <a:lnTo>
                        <a:pt x="2658" y="420"/>
                      </a:lnTo>
                      <a:lnTo>
                        <a:pt x="2658" y="426"/>
                      </a:lnTo>
                      <a:lnTo>
                        <a:pt x="2622" y="426"/>
                      </a:lnTo>
                      <a:lnTo>
                        <a:pt x="2586" y="432"/>
                      </a:lnTo>
                      <a:lnTo>
                        <a:pt x="2556" y="438"/>
                      </a:lnTo>
                      <a:lnTo>
                        <a:pt x="2544" y="438"/>
                      </a:lnTo>
                      <a:lnTo>
                        <a:pt x="2520" y="456"/>
                      </a:lnTo>
                      <a:lnTo>
                        <a:pt x="2580" y="450"/>
                      </a:lnTo>
                      <a:lnTo>
                        <a:pt x="2586" y="450"/>
                      </a:lnTo>
                      <a:lnTo>
                        <a:pt x="2592" y="456"/>
                      </a:lnTo>
                      <a:lnTo>
                        <a:pt x="2610" y="456"/>
                      </a:lnTo>
                      <a:lnTo>
                        <a:pt x="2628" y="462"/>
                      </a:lnTo>
                      <a:lnTo>
                        <a:pt x="2658" y="462"/>
                      </a:lnTo>
                      <a:lnTo>
                        <a:pt x="2694" y="450"/>
                      </a:lnTo>
                      <a:lnTo>
                        <a:pt x="2730" y="444"/>
                      </a:lnTo>
                      <a:lnTo>
                        <a:pt x="2742" y="438"/>
                      </a:lnTo>
                      <a:lnTo>
                        <a:pt x="2742" y="450"/>
                      </a:lnTo>
                      <a:lnTo>
                        <a:pt x="2760" y="450"/>
                      </a:lnTo>
                      <a:lnTo>
                        <a:pt x="2796" y="444"/>
                      </a:lnTo>
                      <a:lnTo>
                        <a:pt x="2856" y="444"/>
                      </a:lnTo>
                      <a:lnTo>
                        <a:pt x="2850" y="444"/>
                      </a:lnTo>
                      <a:lnTo>
                        <a:pt x="2844" y="450"/>
                      </a:lnTo>
                      <a:lnTo>
                        <a:pt x="2832" y="450"/>
                      </a:lnTo>
                      <a:lnTo>
                        <a:pt x="2790" y="456"/>
                      </a:lnTo>
                      <a:lnTo>
                        <a:pt x="2730" y="468"/>
                      </a:lnTo>
                      <a:lnTo>
                        <a:pt x="2706" y="468"/>
                      </a:lnTo>
                      <a:lnTo>
                        <a:pt x="2688" y="474"/>
                      </a:lnTo>
                      <a:lnTo>
                        <a:pt x="2670" y="474"/>
                      </a:lnTo>
                      <a:lnTo>
                        <a:pt x="2652" y="480"/>
                      </a:lnTo>
                      <a:lnTo>
                        <a:pt x="2646" y="486"/>
                      </a:lnTo>
                      <a:lnTo>
                        <a:pt x="2640" y="486"/>
                      </a:lnTo>
                      <a:lnTo>
                        <a:pt x="2658" y="486"/>
                      </a:lnTo>
                      <a:lnTo>
                        <a:pt x="2694" y="492"/>
                      </a:lnTo>
                      <a:lnTo>
                        <a:pt x="2760" y="498"/>
                      </a:lnTo>
                      <a:lnTo>
                        <a:pt x="2808" y="492"/>
                      </a:lnTo>
                      <a:lnTo>
                        <a:pt x="2850" y="480"/>
                      </a:lnTo>
                      <a:lnTo>
                        <a:pt x="2874" y="474"/>
                      </a:lnTo>
                      <a:lnTo>
                        <a:pt x="2886" y="468"/>
                      </a:lnTo>
                      <a:lnTo>
                        <a:pt x="2958" y="450"/>
                      </a:lnTo>
                      <a:lnTo>
                        <a:pt x="3000" y="450"/>
                      </a:lnTo>
                      <a:lnTo>
                        <a:pt x="3054" y="444"/>
                      </a:lnTo>
                      <a:lnTo>
                        <a:pt x="3096" y="438"/>
                      </a:lnTo>
                      <a:lnTo>
                        <a:pt x="3120" y="432"/>
                      </a:lnTo>
                      <a:lnTo>
                        <a:pt x="3138" y="420"/>
                      </a:lnTo>
                      <a:lnTo>
                        <a:pt x="3156" y="414"/>
                      </a:lnTo>
                      <a:lnTo>
                        <a:pt x="3168" y="408"/>
                      </a:lnTo>
                      <a:lnTo>
                        <a:pt x="3168" y="396"/>
                      </a:lnTo>
                      <a:lnTo>
                        <a:pt x="3156" y="384"/>
                      </a:lnTo>
                      <a:lnTo>
                        <a:pt x="3144" y="378"/>
                      </a:lnTo>
                      <a:lnTo>
                        <a:pt x="3120" y="378"/>
                      </a:lnTo>
                      <a:lnTo>
                        <a:pt x="3114" y="384"/>
                      </a:lnTo>
                      <a:lnTo>
                        <a:pt x="3108" y="384"/>
                      </a:lnTo>
                      <a:lnTo>
                        <a:pt x="3108" y="396"/>
                      </a:lnTo>
                      <a:lnTo>
                        <a:pt x="3072" y="396"/>
                      </a:lnTo>
                      <a:lnTo>
                        <a:pt x="3078" y="390"/>
                      </a:lnTo>
                      <a:lnTo>
                        <a:pt x="3078" y="378"/>
                      </a:lnTo>
                      <a:lnTo>
                        <a:pt x="3102" y="354"/>
                      </a:lnTo>
                      <a:lnTo>
                        <a:pt x="3102" y="342"/>
                      </a:lnTo>
                      <a:lnTo>
                        <a:pt x="3096" y="342"/>
                      </a:lnTo>
                      <a:lnTo>
                        <a:pt x="3054" y="348"/>
                      </a:lnTo>
                      <a:lnTo>
                        <a:pt x="2988" y="372"/>
                      </a:lnTo>
                      <a:lnTo>
                        <a:pt x="2976" y="378"/>
                      </a:lnTo>
                      <a:lnTo>
                        <a:pt x="3024" y="378"/>
                      </a:lnTo>
                      <a:lnTo>
                        <a:pt x="3018" y="408"/>
                      </a:lnTo>
                      <a:lnTo>
                        <a:pt x="2898" y="420"/>
                      </a:lnTo>
                      <a:lnTo>
                        <a:pt x="2898" y="414"/>
                      </a:lnTo>
                      <a:lnTo>
                        <a:pt x="2892" y="408"/>
                      </a:lnTo>
                      <a:lnTo>
                        <a:pt x="2892" y="372"/>
                      </a:lnTo>
                      <a:lnTo>
                        <a:pt x="2886" y="366"/>
                      </a:lnTo>
                      <a:lnTo>
                        <a:pt x="2874" y="366"/>
                      </a:lnTo>
                      <a:lnTo>
                        <a:pt x="2856" y="360"/>
                      </a:lnTo>
                      <a:lnTo>
                        <a:pt x="2814" y="360"/>
                      </a:lnTo>
                      <a:lnTo>
                        <a:pt x="2682" y="384"/>
                      </a:lnTo>
                      <a:close/>
                      <a:moveTo>
                        <a:pt x="2832" y="342"/>
                      </a:moveTo>
                      <a:lnTo>
                        <a:pt x="2844" y="330"/>
                      </a:lnTo>
                      <a:lnTo>
                        <a:pt x="2844" y="318"/>
                      </a:lnTo>
                      <a:lnTo>
                        <a:pt x="2838" y="312"/>
                      </a:lnTo>
                      <a:lnTo>
                        <a:pt x="2814" y="312"/>
                      </a:lnTo>
                      <a:lnTo>
                        <a:pt x="2802" y="318"/>
                      </a:lnTo>
                      <a:lnTo>
                        <a:pt x="2796" y="324"/>
                      </a:lnTo>
                      <a:lnTo>
                        <a:pt x="2796" y="330"/>
                      </a:lnTo>
                      <a:lnTo>
                        <a:pt x="2802" y="336"/>
                      </a:lnTo>
                      <a:lnTo>
                        <a:pt x="2814" y="336"/>
                      </a:lnTo>
                      <a:lnTo>
                        <a:pt x="2820" y="342"/>
                      </a:lnTo>
                      <a:lnTo>
                        <a:pt x="2832" y="342"/>
                      </a:lnTo>
                      <a:close/>
                      <a:moveTo>
                        <a:pt x="3012" y="564"/>
                      </a:moveTo>
                      <a:lnTo>
                        <a:pt x="2988" y="540"/>
                      </a:lnTo>
                      <a:lnTo>
                        <a:pt x="2958" y="540"/>
                      </a:lnTo>
                      <a:lnTo>
                        <a:pt x="2952" y="534"/>
                      </a:lnTo>
                      <a:lnTo>
                        <a:pt x="2946" y="534"/>
                      </a:lnTo>
                      <a:lnTo>
                        <a:pt x="2934" y="528"/>
                      </a:lnTo>
                      <a:lnTo>
                        <a:pt x="2916" y="528"/>
                      </a:lnTo>
                      <a:lnTo>
                        <a:pt x="2898" y="534"/>
                      </a:lnTo>
                      <a:lnTo>
                        <a:pt x="2892" y="540"/>
                      </a:lnTo>
                      <a:lnTo>
                        <a:pt x="2892" y="552"/>
                      </a:lnTo>
                      <a:lnTo>
                        <a:pt x="2928" y="570"/>
                      </a:lnTo>
                      <a:lnTo>
                        <a:pt x="2934" y="576"/>
                      </a:lnTo>
                      <a:lnTo>
                        <a:pt x="2946" y="582"/>
                      </a:lnTo>
                      <a:lnTo>
                        <a:pt x="3012" y="564"/>
                      </a:lnTo>
                      <a:close/>
                      <a:moveTo>
                        <a:pt x="2460" y="414"/>
                      </a:moveTo>
                      <a:lnTo>
                        <a:pt x="2442" y="420"/>
                      </a:lnTo>
                      <a:lnTo>
                        <a:pt x="2430" y="426"/>
                      </a:lnTo>
                      <a:lnTo>
                        <a:pt x="2430" y="438"/>
                      </a:lnTo>
                      <a:lnTo>
                        <a:pt x="2442" y="438"/>
                      </a:lnTo>
                      <a:lnTo>
                        <a:pt x="2472" y="432"/>
                      </a:lnTo>
                      <a:lnTo>
                        <a:pt x="2490" y="426"/>
                      </a:lnTo>
                      <a:lnTo>
                        <a:pt x="2502" y="420"/>
                      </a:lnTo>
                      <a:lnTo>
                        <a:pt x="2502" y="414"/>
                      </a:lnTo>
                      <a:lnTo>
                        <a:pt x="2496" y="408"/>
                      </a:lnTo>
                      <a:lnTo>
                        <a:pt x="2484" y="408"/>
                      </a:lnTo>
                      <a:lnTo>
                        <a:pt x="2460" y="414"/>
                      </a:lnTo>
                      <a:close/>
                      <a:moveTo>
                        <a:pt x="2970" y="858"/>
                      </a:moveTo>
                      <a:lnTo>
                        <a:pt x="2988" y="858"/>
                      </a:lnTo>
                      <a:lnTo>
                        <a:pt x="3006" y="864"/>
                      </a:lnTo>
                      <a:lnTo>
                        <a:pt x="3018" y="870"/>
                      </a:lnTo>
                      <a:lnTo>
                        <a:pt x="3036" y="876"/>
                      </a:lnTo>
                      <a:lnTo>
                        <a:pt x="3060" y="882"/>
                      </a:lnTo>
                      <a:lnTo>
                        <a:pt x="3096" y="882"/>
                      </a:lnTo>
                      <a:lnTo>
                        <a:pt x="3126" y="876"/>
                      </a:lnTo>
                      <a:lnTo>
                        <a:pt x="3138" y="876"/>
                      </a:lnTo>
                      <a:lnTo>
                        <a:pt x="3120" y="810"/>
                      </a:lnTo>
                      <a:lnTo>
                        <a:pt x="3018" y="792"/>
                      </a:lnTo>
                      <a:lnTo>
                        <a:pt x="2988" y="828"/>
                      </a:lnTo>
                      <a:lnTo>
                        <a:pt x="2958" y="828"/>
                      </a:lnTo>
                      <a:lnTo>
                        <a:pt x="2952" y="834"/>
                      </a:lnTo>
                      <a:lnTo>
                        <a:pt x="2952" y="846"/>
                      </a:lnTo>
                      <a:lnTo>
                        <a:pt x="2958" y="852"/>
                      </a:lnTo>
                      <a:lnTo>
                        <a:pt x="2970" y="858"/>
                      </a:lnTo>
                      <a:close/>
                      <a:moveTo>
                        <a:pt x="168" y="2034"/>
                      </a:moveTo>
                      <a:lnTo>
                        <a:pt x="168" y="2040"/>
                      </a:lnTo>
                      <a:lnTo>
                        <a:pt x="174" y="2046"/>
                      </a:lnTo>
                      <a:lnTo>
                        <a:pt x="192" y="2046"/>
                      </a:lnTo>
                      <a:lnTo>
                        <a:pt x="186" y="2070"/>
                      </a:lnTo>
                      <a:lnTo>
                        <a:pt x="216" y="2052"/>
                      </a:lnTo>
                      <a:lnTo>
                        <a:pt x="216" y="2028"/>
                      </a:lnTo>
                      <a:lnTo>
                        <a:pt x="174" y="2028"/>
                      </a:lnTo>
                      <a:lnTo>
                        <a:pt x="168" y="2034"/>
                      </a:lnTo>
                      <a:close/>
                      <a:moveTo>
                        <a:pt x="252" y="2298"/>
                      </a:moveTo>
                      <a:lnTo>
                        <a:pt x="252" y="2292"/>
                      </a:lnTo>
                      <a:lnTo>
                        <a:pt x="246" y="2286"/>
                      </a:lnTo>
                      <a:lnTo>
                        <a:pt x="246" y="2268"/>
                      </a:lnTo>
                      <a:lnTo>
                        <a:pt x="252" y="2256"/>
                      </a:lnTo>
                      <a:lnTo>
                        <a:pt x="252" y="2238"/>
                      </a:lnTo>
                      <a:lnTo>
                        <a:pt x="246" y="2226"/>
                      </a:lnTo>
                      <a:lnTo>
                        <a:pt x="228" y="2226"/>
                      </a:lnTo>
                      <a:lnTo>
                        <a:pt x="216" y="2220"/>
                      </a:lnTo>
                      <a:lnTo>
                        <a:pt x="204" y="2220"/>
                      </a:lnTo>
                      <a:lnTo>
                        <a:pt x="192" y="2214"/>
                      </a:lnTo>
                      <a:lnTo>
                        <a:pt x="186" y="2208"/>
                      </a:lnTo>
                      <a:lnTo>
                        <a:pt x="174" y="2202"/>
                      </a:lnTo>
                      <a:lnTo>
                        <a:pt x="150" y="2178"/>
                      </a:lnTo>
                      <a:lnTo>
                        <a:pt x="138" y="2172"/>
                      </a:lnTo>
                      <a:lnTo>
                        <a:pt x="126" y="2172"/>
                      </a:lnTo>
                      <a:lnTo>
                        <a:pt x="102" y="2184"/>
                      </a:lnTo>
                      <a:lnTo>
                        <a:pt x="96" y="2196"/>
                      </a:lnTo>
                      <a:lnTo>
                        <a:pt x="96" y="2202"/>
                      </a:lnTo>
                      <a:lnTo>
                        <a:pt x="108" y="2208"/>
                      </a:lnTo>
                      <a:lnTo>
                        <a:pt x="114" y="2214"/>
                      </a:lnTo>
                      <a:lnTo>
                        <a:pt x="120" y="2214"/>
                      </a:lnTo>
                      <a:lnTo>
                        <a:pt x="132" y="2202"/>
                      </a:lnTo>
                      <a:lnTo>
                        <a:pt x="144" y="2208"/>
                      </a:lnTo>
                      <a:lnTo>
                        <a:pt x="132" y="2220"/>
                      </a:lnTo>
                      <a:lnTo>
                        <a:pt x="120" y="2220"/>
                      </a:lnTo>
                      <a:lnTo>
                        <a:pt x="114" y="2226"/>
                      </a:lnTo>
                      <a:lnTo>
                        <a:pt x="102" y="2232"/>
                      </a:lnTo>
                      <a:lnTo>
                        <a:pt x="102" y="2244"/>
                      </a:lnTo>
                      <a:lnTo>
                        <a:pt x="108" y="2250"/>
                      </a:lnTo>
                      <a:lnTo>
                        <a:pt x="126" y="2250"/>
                      </a:lnTo>
                      <a:lnTo>
                        <a:pt x="138" y="2244"/>
                      </a:lnTo>
                      <a:lnTo>
                        <a:pt x="132" y="2262"/>
                      </a:lnTo>
                      <a:lnTo>
                        <a:pt x="150" y="2262"/>
                      </a:lnTo>
                      <a:lnTo>
                        <a:pt x="132" y="2280"/>
                      </a:lnTo>
                      <a:lnTo>
                        <a:pt x="168" y="2274"/>
                      </a:lnTo>
                      <a:lnTo>
                        <a:pt x="156" y="2280"/>
                      </a:lnTo>
                      <a:lnTo>
                        <a:pt x="144" y="2292"/>
                      </a:lnTo>
                      <a:lnTo>
                        <a:pt x="138" y="2292"/>
                      </a:lnTo>
                      <a:lnTo>
                        <a:pt x="138" y="2298"/>
                      </a:lnTo>
                      <a:lnTo>
                        <a:pt x="150" y="2298"/>
                      </a:lnTo>
                      <a:lnTo>
                        <a:pt x="162" y="2286"/>
                      </a:lnTo>
                      <a:lnTo>
                        <a:pt x="168" y="2286"/>
                      </a:lnTo>
                      <a:lnTo>
                        <a:pt x="174" y="2292"/>
                      </a:lnTo>
                      <a:lnTo>
                        <a:pt x="174" y="2304"/>
                      </a:lnTo>
                      <a:lnTo>
                        <a:pt x="162" y="2316"/>
                      </a:lnTo>
                      <a:lnTo>
                        <a:pt x="162" y="2328"/>
                      </a:lnTo>
                      <a:lnTo>
                        <a:pt x="210" y="2328"/>
                      </a:lnTo>
                      <a:lnTo>
                        <a:pt x="228" y="2316"/>
                      </a:lnTo>
                      <a:lnTo>
                        <a:pt x="210" y="2340"/>
                      </a:lnTo>
                      <a:lnTo>
                        <a:pt x="192" y="2340"/>
                      </a:lnTo>
                      <a:lnTo>
                        <a:pt x="186" y="2346"/>
                      </a:lnTo>
                      <a:lnTo>
                        <a:pt x="186" y="2352"/>
                      </a:lnTo>
                      <a:lnTo>
                        <a:pt x="210" y="2364"/>
                      </a:lnTo>
                      <a:lnTo>
                        <a:pt x="216" y="2364"/>
                      </a:lnTo>
                      <a:lnTo>
                        <a:pt x="228" y="2370"/>
                      </a:lnTo>
                      <a:lnTo>
                        <a:pt x="234" y="2376"/>
                      </a:lnTo>
                      <a:lnTo>
                        <a:pt x="246" y="2376"/>
                      </a:lnTo>
                      <a:lnTo>
                        <a:pt x="258" y="2382"/>
                      </a:lnTo>
                      <a:lnTo>
                        <a:pt x="270" y="2376"/>
                      </a:lnTo>
                      <a:lnTo>
                        <a:pt x="288" y="2358"/>
                      </a:lnTo>
                      <a:lnTo>
                        <a:pt x="294" y="2346"/>
                      </a:lnTo>
                      <a:lnTo>
                        <a:pt x="294" y="2340"/>
                      </a:lnTo>
                      <a:lnTo>
                        <a:pt x="288" y="2334"/>
                      </a:lnTo>
                      <a:lnTo>
                        <a:pt x="282" y="2322"/>
                      </a:lnTo>
                      <a:lnTo>
                        <a:pt x="270" y="2316"/>
                      </a:lnTo>
                      <a:lnTo>
                        <a:pt x="264" y="2304"/>
                      </a:lnTo>
                      <a:lnTo>
                        <a:pt x="252" y="2298"/>
                      </a:lnTo>
                      <a:close/>
                      <a:moveTo>
                        <a:pt x="2304" y="372"/>
                      </a:moveTo>
                      <a:lnTo>
                        <a:pt x="2316" y="372"/>
                      </a:lnTo>
                      <a:lnTo>
                        <a:pt x="2328" y="366"/>
                      </a:lnTo>
                      <a:lnTo>
                        <a:pt x="2376" y="366"/>
                      </a:lnTo>
                      <a:lnTo>
                        <a:pt x="2388" y="378"/>
                      </a:lnTo>
                      <a:lnTo>
                        <a:pt x="2388" y="390"/>
                      </a:lnTo>
                      <a:lnTo>
                        <a:pt x="2424" y="390"/>
                      </a:lnTo>
                      <a:lnTo>
                        <a:pt x="2442" y="384"/>
                      </a:lnTo>
                      <a:lnTo>
                        <a:pt x="2454" y="384"/>
                      </a:lnTo>
                      <a:lnTo>
                        <a:pt x="2466" y="390"/>
                      </a:lnTo>
                      <a:lnTo>
                        <a:pt x="2472" y="396"/>
                      </a:lnTo>
                      <a:lnTo>
                        <a:pt x="2490" y="396"/>
                      </a:lnTo>
                      <a:lnTo>
                        <a:pt x="2514" y="384"/>
                      </a:lnTo>
                      <a:lnTo>
                        <a:pt x="2520" y="372"/>
                      </a:lnTo>
                      <a:lnTo>
                        <a:pt x="2520" y="354"/>
                      </a:lnTo>
                      <a:lnTo>
                        <a:pt x="2550" y="354"/>
                      </a:lnTo>
                      <a:lnTo>
                        <a:pt x="2616" y="336"/>
                      </a:lnTo>
                      <a:lnTo>
                        <a:pt x="2580" y="366"/>
                      </a:lnTo>
                      <a:lnTo>
                        <a:pt x="2634" y="378"/>
                      </a:lnTo>
                      <a:lnTo>
                        <a:pt x="2688" y="354"/>
                      </a:lnTo>
                      <a:lnTo>
                        <a:pt x="2784" y="312"/>
                      </a:lnTo>
                      <a:lnTo>
                        <a:pt x="2778" y="312"/>
                      </a:lnTo>
                      <a:lnTo>
                        <a:pt x="2772" y="306"/>
                      </a:lnTo>
                      <a:lnTo>
                        <a:pt x="2754" y="300"/>
                      </a:lnTo>
                      <a:lnTo>
                        <a:pt x="2736" y="300"/>
                      </a:lnTo>
                      <a:lnTo>
                        <a:pt x="2724" y="294"/>
                      </a:lnTo>
                      <a:lnTo>
                        <a:pt x="2706" y="288"/>
                      </a:lnTo>
                      <a:lnTo>
                        <a:pt x="2676" y="288"/>
                      </a:lnTo>
                      <a:lnTo>
                        <a:pt x="2646" y="282"/>
                      </a:lnTo>
                      <a:lnTo>
                        <a:pt x="2604" y="282"/>
                      </a:lnTo>
                      <a:lnTo>
                        <a:pt x="2526" y="294"/>
                      </a:lnTo>
                      <a:lnTo>
                        <a:pt x="2526" y="318"/>
                      </a:lnTo>
                      <a:lnTo>
                        <a:pt x="2406" y="324"/>
                      </a:lnTo>
                      <a:lnTo>
                        <a:pt x="2400" y="324"/>
                      </a:lnTo>
                      <a:lnTo>
                        <a:pt x="2394" y="318"/>
                      </a:lnTo>
                      <a:lnTo>
                        <a:pt x="2334" y="318"/>
                      </a:lnTo>
                      <a:lnTo>
                        <a:pt x="2322" y="324"/>
                      </a:lnTo>
                      <a:lnTo>
                        <a:pt x="2310" y="324"/>
                      </a:lnTo>
                      <a:lnTo>
                        <a:pt x="2304" y="330"/>
                      </a:lnTo>
                      <a:lnTo>
                        <a:pt x="2304" y="372"/>
                      </a:lnTo>
                      <a:close/>
                      <a:moveTo>
                        <a:pt x="150" y="1980"/>
                      </a:moveTo>
                      <a:lnTo>
                        <a:pt x="162" y="2004"/>
                      </a:lnTo>
                      <a:lnTo>
                        <a:pt x="174" y="2010"/>
                      </a:lnTo>
                      <a:lnTo>
                        <a:pt x="186" y="1980"/>
                      </a:lnTo>
                      <a:lnTo>
                        <a:pt x="180" y="1974"/>
                      </a:lnTo>
                      <a:lnTo>
                        <a:pt x="174" y="1974"/>
                      </a:lnTo>
                      <a:lnTo>
                        <a:pt x="162" y="1968"/>
                      </a:lnTo>
                      <a:lnTo>
                        <a:pt x="156" y="1968"/>
                      </a:lnTo>
                      <a:lnTo>
                        <a:pt x="150" y="1974"/>
                      </a:lnTo>
                      <a:lnTo>
                        <a:pt x="150" y="1980"/>
                      </a:lnTo>
                      <a:close/>
                      <a:moveTo>
                        <a:pt x="126" y="1932"/>
                      </a:moveTo>
                      <a:lnTo>
                        <a:pt x="120" y="1932"/>
                      </a:lnTo>
                      <a:lnTo>
                        <a:pt x="108" y="1938"/>
                      </a:lnTo>
                      <a:lnTo>
                        <a:pt x="96" y="1938"/>
                      </a:lnTo>
                      <a:lnTo>
                        <a:pt x="84" y="1944"/>
                      </a:lnTo>
                      <a:lnTo>
                        <a:pt x="78" y="1944"/>
                      </a:lnTo>
                      <a:lnTo>
                        <a:pt x="78" y="1950"/>
                      </a:lnTo>
                      <a:lnTo>
                        <a:pt x="72" y="1962"/>
                      </a:lnTo>
                      <a:lnTo>
                        <a:pt x="66" y="1968"/>
                      </a:lnTo>
                      <a:lnTo>
                        <a:pt x="48" y="1968"/>
                      </a:lnTo>
                      <a:lnTo>
                        <a:pt x="42" y="1962"/>
                      </a:lnTo>
                      <a:lnTo>
                        <a:pt x="48" y="1956"/>
                      </a:lnTo>
                      <a:lnTo>
                        <a:pt x="60" y="1956"/>
                      </a:lnTo>
                      <a:lnTo>
                        <a:pt x="66" y="1950"/>
                      </a:lnTo>
                      <a:lnTo>
                        <a:pt x="72" y="1950"/>
                      </a:lnTo>
                      <a:lnTo>
                        <a:pt x="78" y="1944"/>
                      </a:lnTo>
                      <a:lnTo>
                        <a:pt x="84" y="1944"/>
                      </a:lnTo>
                      <a:lnTo>
                        <a:pt x="78" y="1938"/>
                      </a:lnTo>
                      <a:lnTo>
                        <a:pt x="54" y="1938"/>
                      </a:lnTo>
                      <a:lnTo>
                        <a:pt x="48" y="1944"/>
                      </a:lnTo>
                      <a:lnTo>
                        <a:pt x="48" y="1932"/>
                      </a:lnTo>
                      <a:lnTo>
                        <a:pt x="36" y="1932"/>
                      </a:lnTo>
                      <a:lnTo>
                        <a:pt x="24" y="1944"/>
                      </a:lnTo>
                      <a:lnTo>
                        <a:pt x="6" y="1980"/>
                      </a:lnTo>
                      <a:lnTo>
                        <a:pt x="6" y="2004"/>
                      </a:lnTo>
                      <a:lnTo>
                        <a:pt x="12" y="2004"/>
                      </a:lnTo>
                      <a:lnTo>
                        <a:pt x="12" y="2010"/>
                      </a:lnTo>
                      <a:lnTo>
                        <a:pt x="18" y="2016"/>
                      </a:lnTo>
                      <a:lnTo>
                        <a:pt x="0" y="2022"/>
                      </a:lnTo>
                      <a:lnTo>
                        <a:pt x="12" y="2076"/>
                      </a:lnTo>
                      <a:lnTo>
                        <a:pt x="12" y="2082"/>
                      </a:lnTo>
                      <a:lnTo>
                        <a:pt x="6" y="2082"/>
                      </a:lnTo>
                      <a:lnTo>
                        <a:pt x="12" y="2088"/>
                      </a:lnTo>
                      <a:lnTo>
                        <a:pt x="12" y="2094"/>
                      </a:lnTo>
                      <a:lnTo>
                        <a:pt x="30" y="2094"/>
                      </a:lnTo>
                      <a:lnTo>
                        <a:pt x="30" y="2070"/>
                      </a:lnTo>
                      <a:lnTo>
                        <a:pt x="24" y="2058"/>
                      </a:lnTo>
                      <a:lnTo>
                        <a:pt x="24" y="2040"/>
                      </a:lnTo>
                      <a:lnTo>
                        <a:pt x="36" y="2028"/>
                      </a:lnTo>
                      <a:lnTo>
                        <a:pt x="42" y="2028"/>
                      </a:lnTo>
                      <a:lnTo>
                        <a:pt x="48" y="2016"/>
                      </a:lnTo>
                      <a:lnTo>
                        <a:pt x="54" y="2010"/>
                      </a:lnTo>
                      <a:lnTo>
                        <a:pt x="54" y="1986"/>
                      </a:lnTo>
                      <a:lnTo>
                        <a:pt x="84" y="1956"/>
                      </a:lnTo>
                      <a:lnTo>
                        <a:pt x="108" y="1944"/>
                      </a:lnTo>
                      <a:lnTo>
                        <a:pt x="114" y="1944"/>
                      </a:lnTo>
                      <a:lnTo>
                        <a:pt x="126" y="1938"/>
                      </a:lnTo>
                      <a:lnTo>
                        <a:pt x="126" y="1932"/>
                      </a:lnTo>
                      <a:close/>
                      <a:moveTo>
                        <a:pt x="1896" y="678"/>
                      </a:moveTo>
                      <a:lnTo>
                        <a:pt x="1896" y="690"/>
                      </a:lnTo>
                      <a:lnTo>
                        <a:pt x="1884" y="702"/>
                      </a:lnTo>
                      <a:lnTo>
                        <a:pt x="1884" y="714"/>
                      </a:lnTo>
                      <a:lnTo>
                        <a:pt x="1902" y="714"/>
                      </a:lnTo>
                      <a:lnTo>
                        <a:pt x="1926" y="708"/>
                      </a:lnTo>
                      <a:lnTo>
                        <a:pt x="1944" y="708"/>
                      </a:lnTo>
                      <a:lnTo>
                        <a:pt x="1980" y="696"/>
                      </a:lnTo>
                      <a:lnTo>
                        <a:pt x="1986" y="690"/>
                      </a:lnTo>
                      <a:lnTo>
                        <a:pt x="1992" y="690"/>
                      </a:lnTo>
                      <a:lnTo>
                        <a:pt x="2034" y="702"/>
                      </a:lnTo>
                      <a:lnTo>
                        <a:pt x="2112" y="642"/>
                      </a:lnTo>
                      <a:lnTo>
                        <a:pt x="2244" y="600"/>
                      </a:lnTo>
                      <a:lnTo>
                        <a:pt x="2370" y="564"/>
                      </a:lnTo>
                      <a:lnTo>
                        <a:pt x="2466" y="546"/>
                      </a:lnTo>
                      <a:lnTo>
                        <a:pt x="2454" y="540"/>
                      </a:lnTo>
                      <a:lnTo>
                        <a:pt x="2448" y="528"/>
                      </a:lnTo>
                      <a:lnTo>
                        <a:pt x="2436" y="522"/>
                      </a:lnTo>
                      <a:lnTo>
                        <a:pt x="2424" y="510"/>
                      </a:lnTo>
                      <a:lnTo>
                        <a:pt x="2412" y="504"/>
                      </a:lnTo>
                      <a:lnTo>
                        <a:pt x="2400" y="492"/>
                      </a:lnTo>
                      <a:lnTo>
                        <a:pt x="2352" y="492"/>
                      </a:lnTo>
                      <a:lnTo>
                        <a:pt x="2340" y="498"/>
                      </a:lnTo>
                      <a:lnTo>
                        <a:pt x="2328" y="498"/>
                      </a:lnTo>
                      <a:lnTo>
                        <a:pt x="2262" y="504"/>
                      </a:lnTo>
                      <a:lnTo>
                        <a:pt x="2226" y="480"/>
                      </a:lnTo>
                      <a:lnTo>
                        <a:pt x="2142" y="486"/>
                      </a:lnTo>
                      <a:lnTo>
                        <a:pt x="2094" y="504"/>
                      </a:lnTo>
                      <a:lnTo>
                        <a:pt x="2076" y="522"/>
                      </a:lnTo>
                      <a:lnTo>
                        <a:pt x="2064" y="552"/>
                      </a:lnTo>
                      <a:lnTo>
                        <a:pt x="2010" y="564"/>
                      </a:lnTo>
                      <a:lnTo>
                        <a:pt x="1944" y="588"/>
                      </a:lnTo>
                      <a:lnTo>
                        <a:pt x="1962" y="600"/>
                      </a:lnTo>
                      <a:lnTo>
                        <a:pt x="1842" y="654"/>
                      </a:lnTo>
                      <a:lnTo>
                        <a:pt x="1854" y="654"/>
                      </a:lnTo>
                      <a:lnTo>
                        <a:pt x="1890" y="672"/>
                      </a:lnTo>
                      <a:lnTo>
                        <a:pt x="1896" y="678"/>
                      </a:lnTo>
                      <a:close/>
                      <a:moveTo>
                        <a:pt x="198" y="1968"/>
                      </a:moveTo>
                      <a:lnTo>
                        <a:pt x="192" y="1992"/>
                      </a:lnTo>
                      <a:lnTo>
                        <a:pt x="192" y="2010"/>
                      </a:lnTo>
                      <a:lnTo>
                        <a:pt x="216" y="1998"/>
                      </a:lnTo>
                      <a:lnTo>
                        <a:pt x="198" y="1968"/>
                      </a:lnTo>
                      <a:close/>
                      <a:moveTo>
                        <a:pt x="4182" y="600"/>
                      </a:moveTo>
                      <a:lnTo>
                        <a:pt x="4194" y="606"/>
                      </a:lnTo>
                      <a:lnTo>
                        <a:pt x="4206" y="600"/>
                      </a:lnTo>
                      <a:lnTo>
                        <a:pt x="4218" y="600"/>
                      </a:lnTo>
                      <a:lnTo>
                        <a:pt x="4242" y="588"/>
                      </a:lnTo>
                      <a:lnTo>
                        <a:pt x="4308" y="588"/>
                      </a:lnTo>
                      <a:lnTo>
                        <a:pt x="4314" y="594"/>
                      </a:lnTo>
                      <a:lnTo>
                        <a:pt x="4350" y="594"/>
                      </a:lnTo>
                      <a:lnTo>
                        <a:pt x="4356" y="588"/>
                      </a:lnTo>
                      <a:lnTo>
                        <a:pt x="4356" y="582"/>
                      </a:lnTo>
                      <a:lnTo>
                        <a:pt x="4344" y="558"/>
                      </a:lnTo>
                      <a:lnTo>
                        <a:pt x="4338" y="552"/>
                      </a:lnTo>
                      <a:lnTo>
                        <a:pt x="4326" y="546"/>
                      </a:lnTo>
                      <a:lnTo>
                        <a:pt x="4230" y="546"/>
                      </a:lnTo>
                      <a:lnTo>
                        <a:pt x="4224" y="540"/>
                      </a:lnTo>
                      <a:lnTo>
                        <a:pt x="4212" y="540"/>
                      </a:lnTo>
                      <a:lnTo>
                        <a:pt x="4200" y="534"/>
                      </a:lnTo>
                      <a:lnTo>
                        <a:pt x="4188" y="534"/>
                      </a:lnTo>
                      <a:lnTo>
                        <a:pt x="4176" y="540"/>
                      </a:lnTo>
                      <a:lnTo>
                        <a:pt x="4158" y="558"/>
                      </a:lnTo>
                      <a:lnTo>
                        <a:pt x="4158" y="564"/>
                      </a:lnTo>
                      <a:lnTo>
                        <a:pt x="4176" y="576"/>
                      </a:lnTo>
                      <a:lnTo>
                        <a:pt x="4170" y="582"/>
                      </a:lnTo>
                      <a:lnTo>
                        <a:pt x="4170" y="594"/>
                      </a:lnTo>
                      <a:lnTo>
                        <a:pt x="4176" y="594"/>
                      </a:lnTo>
                      <a:lnTo>
                        <a:pt x="4182" y="600"/>
                      </a:lnTo>
                      <a:close/>
                      <a:moveTo>
                        <a:pt x="3708" y="516"/>
                      </a:moveTo>
                      <a:lnTo>
                        <a:pt x="3678" y="516"/>
                      </a:lnTo>
                      <a:lnTo>
                        <a:pt x="3624" y="510"/>
                      </a:lnTo>
                      <a:lnTo>
                        <a:pt x="3564" y="504"/>
                      </a:lnTo>
                      <a:lnTo>
                        <a:pt x="3468" y="504"/>
                      </a:lnTo>
                      <a:lnTo>
                        <a:pt x="3468" y="516"/>
                      </a:lnTo>
                      <a:lnTo>
                        <a:pt x="3462" y="522"/>
                      </a:lnTo>
                      <a:lnTo>
                        <a:pt x="3426" y="540"/>
                      </a:lnTo>
                      <a:lnTo>
                        <a:pt x="3396" y="546"/>
                      </a:lnTo>
                      <a:lnTo>
                        <a:pt x="3378" y="552"/>
                      </a:lnTo>
                      <a:lnTo>
                        <a:pt x="3372" y="552"/>
                      </a:lnTo>
                      <a:lnTo>
                        <a:pt x="3372" y="558"/>
                      </a:lnTo>
                      <a:lnTo>
                        <a:pt x="3384" y="570"/>
                      </a:lnTo>
                      <a:lnTo>
                        <a:pt x="3390" y="582"/>
                      </a:lnTo>
                      <a:lnTo>
                        <a:pt x="3390" y="594"/>
                      </a:lnTo>
                      <a:lnTo>
                        <a:pt x="3372" y="618"/>
                      </a:lnTo>
                      <a:lnTo>
                        <a:pt x="3402" y="636"/>
                      </a:lnTo>
                      <a:lnTo>
                        <a:pt x="3480" y="606"/>
                      </a:lnTo>
                      <a:lnTo>
                        <a:pt x="3474" y="600"/>
                      </a:lnTo>
                      <a:lnTo>
                        <a:pt x="3468" y="600"/>
                      </a:lnTo>
                      <a:lnTo>
                        <a:pt x="3468" y="594"/>
                      </a:lnTo>
                      <a:lnTo>
                        <a:pt x="3474" y="588"/>
                      </a:lnTo>
                      <a:lnTo>
                        <a:pt x="3486" y="582"/>
                      </a:lnTo>
                      <a:lnTo>
                        <a:pt x="3522" y="582"/>
                      </a:lnTo>
                      <a:lnTo>
                        <a:pt x="3546" y="594"/>
                      </a:lnTo>
                      <a:lnTo>
                        <a:pt x="3552" y="600"/>
                      </a:lnTo>
                      <a:lnTo>
                        <a:pt x="3606" y="594"/>
                      </a:lnTo>
                      <a:lnTo>
                        <a:pt x="3600" y="570"/>
                      </a:lnTo>
                      <a:lnTo>
                        <a:pt x="3630" y="570"/>
                      </a:lnTo>
                      <a:lnTo>
                        <a:pt x="3648" y="564"/>
                      </a:lnTo>
                      <a:lnTo>
                        <a:pt x="3666" y="564"/>
                      </a:lnTo>
                      <a:lnTo>
                        <a:pt x="3690" y="552"/>
                      </a:lnTo>
                      <a:lnTo>
                        <a:pt x="3696" y="546"/>
                      </a:lnTo>
                      <a:lnTo>
                        <a:pt x="3702" y="534"/>
                      </a:lnTo>
                      <a:lnTo>
                        <a:pt x="3714" y="522"/>
                      </a:lnTo>
                      <a:lnTo>
                        <a:pt x="3720" y="522"/>
                      </a:lnTo>
                      <a:lnTo>
                        <a:pt x="3714" y="516"/>
                      </a:lnTo>
                      <a:lnTo>
                        <a:pt x="3708" y="516"/>
                      </a:lnTo>
                      <a:close/>
                      <a:moveTo>
                        <a:pt x="3792" y="150"/>
                      </a:moveTo>
                      <a:lnTo>
                        <a:pt x="3738" y="156"/>
                      </a:lnTo>
                      <a:lnTo>
                        <a:pt x="3756" y="180"/>
                      </a:lnTo>
                      <a:lnTo>
                        <a:pt x="3792" y="150"/>
                      </a:lnTo>
                      <a:close/>
                      <a:moveTo>
                        <a:pt x="3612" y="480"/>
                      </a:moveTo>
                      <a:lnTo>
                        <a:pt x="3636" y="468"/>
                      </a:lnTo>
                      <a:lnTo>
                        <a:pt x="3642" y="456"/>
                      </a:lnTo>
                      <a:lnTo>
                        <a:pt x="3654" y="450"/>
                      </a:lnTo>
                      <a:lnTo>
                        <a:pt x="3660" y="438"/>
                      </a:lnTo>
                      <a:lnTo>
                        <a:pt x="3660" y="432"/>
                      </a:lnTo>
                      <a:lnTo>
                        <a:pt x="3654" y="426"/>
                      </a:lnTo>
                      <a:lnTo>
                        <a:pt x="3642" y="426"/>
                      </a:lnTo>
                      <a:lnTo>
                        <a:pt x="3630" y="420"/>
                      </a:lnTo>
                      <a:lnTo>
                        <a:pt x="3588" y="420"/>
                      </a:lnTo>
                      <a:lnTo>
                        <a:pt x="3570" y="426"/>
                      </a:lnTo>
                      <a:lnTo>
                        <a:pt x="3552" y="426"/>
                      </a:lnTo>
                      <a:lnTo>
                        <a:pt x="3534" y="438"/>
                      </a:lnTo>
                      <a:lnTo>
                        <a:pt x="3516" y="444"/>
                      </a:lnTo>
                      <a:lnTo>
                        <a:pt x="3504" y="450"/>
                      </a:lnTo>
                      <a:lnTo>
                        <a:pt x="3504" y="462"/>
                      </a:lnTo>
                      <a:lnTo>
                        <a:pt x="3528" y="468"/>
                      </a:lnTo>
                      <a:lnTo>
                        <a:pt x="3600" y="480"/>
                      </a:lnTo>
                      <a:lnTo>
                        <a:pt x="3612" y="480"/>
                      </a:lnTo>
                      <a:close/>
                      <a:moveTo>
                        <a:pt x="3954" y="180"/>
                      </a:moveTo>
                      <a:lnTo>
                        <a:pt x="3900" y="192"/>
                      </a:lnTo>
                      <a:lnTo>
                        <a:pt x="3936" y="210"/>
                      </a:lnTo>
                      <a:lnTo>
                        <a:pt x="3924" y="216"/>
                      </a:lnTo>
                      <a:lnTo>
                        <a:pt x="3918" y="222"/>
                      </a:lnTo>
                      <a:lnTo>
                        <a:pt x="3918" y="228"/>
                      </a:lnTo>
                      <a:lnTo>
                        <a:pt x="3924" y="234"/>
                      </a:lnTo>
                      <a:lnTo>
                        <a:pt x="3936" y="240"/>
                      </a:lnTo>
                      <a:lnTo>
                        <a:pt x="3966" y="240"/>
                      </a:lnTo>
                      <a:lnTo>
                        <a:pt x="3942" y="252"/>
                      </a:lnTo>
                      <a:lnTo>
                        <a:pt x="3954" y="252"/>
                      </a:lnTo>
                      <a:lnTo>
                        <a:pt x="4002" y="276"/>
                      </a:lnTo>
                      <a:lnTo>
                        <a:pt x="4014" y="276"/>
                      </a:lnTo>
                      <a:lnTo>
                        <a:pt x="4026" y="270"/>
                      </a:lnTo>
                      <a:lnTo>
                        <a:pt x="4032" y="264"/>
                      </a:lnTo>
                      <a:lnTo>
                        <a:pt x="4044" y="258"/>
                      </a:lnTo>
                      <a:lnTo>
                        <a:pt x="4050" y="252"/>
                      </a:lnTo>
                      <a:lnTo>
                        <a:pt x="4074" y="246"/>
                      </a:lnTo>
                      <a:lnTo>
                        <a:pt x="4086" y="258"/>
                      </a:lnTo>
                      <a:lnTo>
                        <a:pt x="4092" y="270"/>
                      </a:lnTo>
                      <a:lnTo>
                        <a:pt x="4098" y="276"/>
                      </a:lnTo>
                      <a:lnTo>
                        <a:pt x="4104" y="270"/>
                      </a:lnTo>
                      <a:lnTo>
                        <a:pt x="4116" y="270"/>
                      </a:lnTo>
                      <a:lnTo>
                        <a:pt x="4128" y="264"/>
                      </a:lnTo>
                      <a:lnTo>
                        <a:pt x="4134" y="258"/>
                      </a:lnTo>
                      <a:lnTo>
                        <a:pt x="4146" y="258"/>
                      </a:lnTo>
                      <a:lnTo>
                        <a:pt x="4152" y="252"/>
                      </a:lnTo>
                      <a:lnTo>
                        <a:pt x="4158" y="252"/>
                      </a:lnTo>
                      <a:lnTo>
                        <a:pt x="4170" y="246"/>
                      </a:lnTo>
                      <a:lnTo>
                        <a:pt x="4176" y="234"/>
                      </a:lnTo>
                      <a:lnTo>
                        <a:pt x="4182" y="228"/>
                      </a:lnTo>
                      <a:lnTo>
                        <a:pt x="4194" y="246"/>
                      </a:lnTo>
                      <a:lnTo>
                        <a:pt x="4218" y="222"/>
                      </a:lnTo>
                      <a:lnTo>
                        <a:pt x="4218" y="216"/>
                      </a:lnTo>
                      <a:lnTo>
                        <a:pt x="4236" y="210"/>
                      </a:lnTo>
                      <a:lnTo>
                        <a:pt x="4326" y="210"/>
                      </a:lnTo>
                      <a:lnTo>
                        <a:pt x="4332" y="204"/>
                      </a:lnTo>
                      <a:lnTo>
                        <a:pt x="4332" y="192"/>
                      </a:lnTo>
                      <a:lnTo>
                        <a:pt x="4266" y="186"/>
                      </a:lnTo>
                      <a:lnTo>
                        <a:pt x="4302" y="174"/>
                      </a:lnTo>
                      <a:lnTo>
                        <a:pt x="4302" y="132"/>
                      </a:lnTo>
                      <a:lnTo>
                        <a:pt x="4278" y="132"/>
                      </a:lnTo>
                      <a:lnTo>
                        <a:pt x="4266" y="138"/>
                      </a:lnTo>
                      <a:lnTo>
                        <a:pt x="4260" y="144"/>
                      </a:lnTo>
                      <a:lnTo>
                        <a:pt x="4248" y="150"/>
                      </a:lnTo>
                      <a:lnTo>
                        <a:pt x="4242" y="126"/>
                      </a:lnTo>
                      <a:lnTo>
                        <a:pt x="4194" y="132"/>
                      </a:lnTo>
                      <a:lnTo>
                        <a:pt x="4194" y="120"/>
                      </a:lnTo>
                      <a:lnTo>
                        <a:pt x="4176" y="84"/>
                      </a:lnTo>
                      <a:lnTo>
                        <a:pt x="4140" y="84"/>
                      </a:lnTo>
                      <a:lnTo>
                        <a:pt x="4122" y="90"/>
                      </a:lnTo>
                      <a:lnTo>
                        <a:pt x="4110" y="96"/>
                      </a:lnTo>
                      <a:lnTo>
                        <a:pt x="4104" y="102"/>
                      </a:lnTo>
                      <a:lnTo>
                        <a:pt x="4098" y="102"/>
                      </a:lnTo>
                      <a:lnTo>
                        <a:pt x="4020" y="108"/>
                      </a:lnTo>
                      <a:lnTo>
                        <a:pt x="4044" y="126"/>
                      </a:lnTo>
                      <a:lnTo>
                        <a:pt x="3996" y="126"/>
                      </a:lnTo>
                      <a:lnTo>
                        <a:pt x="3984" y="132"/>
                      </a:lnTo>
                      <a:lnTo>
                        <a:pt x="3972" y="132"/>
                      </a:lnTo>
                      <a:lnTo>
                        <a:pt x="3966" y="138"/>
                      </a:lnTo>
                      <a:lnTo>
                        <a:pt x="3984" y="156"/>
                      </a:lnTo>
                      <a:lnTo>
                        <a:pt x="3972" y="156"/>
                      </a:lnTo>
                      <a:lnTo>
                        <a:pt x="3936" y="150"/>
                      </a:lnTo>
                      <a:lnTo>
                        <a:pt x="3906" y="156"/>
                      </a:lnTo>
                      <a:lnTo>
                        <a:pt x="3888" y="168"/>
                      </a:lnTo>
                      <a:lnTo>
                        <a:pt x="3888" y="174"/>
                      </a:lnTo>
                      <a:lnTo>
                        <a:pt x="3894" y="180"/>
                      </a:lnTo>
                      <a:lnTo>
                        <a:pt x="3954" y="180"/>
                      </a:lnTo>
                      <a:close/>
                      <a:moveTo>
                        <a:pt x="3972" y="294"/>
                      </a:moveTo>
                      <a:lnTo>
                        <a:pt x="3954" y="300"/>
                      </a:lnTo>
                      <a:lnTo>
                        <a:pt x="3942" y="306"/>
                      </a:lnTo>
                      <a:lnTo>
                        <a:pt x="3936" y="312"/>
                      </a:lnTo>
                      <a:lnTo>
                        <a:pt x="3936" y="318"/>
                      </a:lnTo>
                      <a:lnTo>
                        <a:pt x="3966" y="324"/>
                      </a:lnTo>
                      <a:lnTo>
                        <a:pt x="3972" y="324"/>
                      </a:lnTo>
                      <a:lnTo>
                        <a:pt x="3990" y="306"/>
                      </a:lnTo>
                      <a:lnTo>
                        <a:pt x="3990" y="300"/>
                      </a:lnTo>
                      <a:lnTo>
                        <a:pt x="3984" y="294"/>
                      </a:lnTo>
                      <a:lnTo>
                        <a:pt x="3972" y="294"/>
                      </a:lnTo>
                      <a:close/>
                      <a:moveTo>
                        <a:pt x="3738" y="336"/>
                      </a:moveTo>
                      <a:lnTo>
                        <a:pt x="3726" y="336"/>
                      </a:lnTo>
                      <a:lnTo>
                        <a:pt x="3720" y="330"/>
                      </a:lnTo>
                      <a:lnTo>
                        <a:pt x="3672" y="330"/>
                      </a:lnTo>
                      <a:lnTo>
                        <a:pt x="3636" y="336"/>
                      </a:lnTo>
                      <a:lnTo>
                        <a:pt x="3624" y="342"/>
                      </a:lnTo>
                      <a:lnTo>
                        <a:pt x="3642" y="360"/>
                      </a:lnTo>
                      <a:lnTo>
                        <a:pt x="3654" y="360"/>
                      </a:lnTo>
                      <a:lnTo>
                        <a:pt x="3660" y="378"/>
                      </a:lnTo>
                      <a:lnTo>
                        <a:pt x="3768" y="378"/>
                      </a:lnTo>
                      <a:lnTo>
                        <a:pt x="3768" y="390"/>
                      </a:lnTo>
                      <a:lnTo>
                        <a:pt x="3762" y="396"/>
                      </a:lnTo>
                      <a:lnTo>
                        <a:pt x="3762" y="408"/>
                      </a:lnTo>
                      <a:lnTo>
                        <a:pt x="3708" y="450"/>
                      </a:lnTo>
                      <a:lnTo>
                        <a:pt x="3732" y="456"/>
                      </a:lnTo>
                      <a:lnTo>
                        <a:pt x="3720" y="468"/>
                      </a:lnTo>
                      <a:lnTo>
                        <a:pt x="3714" y="468"/>
                      </a:lnTo>
                      <a:lnTo>
                        <a:pt x="3708" y="474"/>
                      </a:lnTo>
                      <a:lnTo>
                        <a:pt x="3708" y="480"/>
                      </a:lnTo>
                      <a:lnTo>
                        <a:pt x="3726" y="480"/>
                      </a:lnTo>
                      <a:lnTo>
                        <a:pt x="3738" y="474"/>
                      </a:lnTo>
                      <a:lnTo>
                        <a:pt x="3744" y="474"/>
                      </a:lnTo>
                      <a:lnTo>
                        <a:pt x="3756" y="468"/>
                      </a:lnTo>
                      <a:lnTo>
                        <a:pt x="3756" y="480"/>
                      </a:lnTo>
                      <a:lnTo>
                        <a:pt x="3792" y="480"/>
                      </a:lnTo>
                      <a:lnTo>
                        <a:pt x="3810" y="474"/>
                      </a:lnTo>
                      <a:lnTo>
                        <a:pt x="3822" y="468"/>
                      </a:lnTo>
                      <a:lnTo>
                        <a:pt x="3840" y="468"/>
                      </a:lnTo>
                      <a:lnTo>
                        <a:pt x="3846" y="462"/>
                      </a:lnTo>
                      <a:lnTo>
                        <a:pt x="3852" y="462"/>
                      </a:lnTo>
                      <a:lnTo>
                        <a:pt x="3858" y="486"/>
                      </a:lnTo>
                      <a:lnTo>
                        <a:pt x="3924" y="480"/>
                      </a:lnTo>
                      <a:lnTo>
                        <a:pt x="4002" y="498"/>
                      </a:lnTo>
                      <a:lnTo>
                        <a:pt x="4098" y="486"/>
                      </a:lnTo>
                      <a:lnTo>
                        <a:pt x="4128" y="468"/>
                      </a:lnTo>
                      <a:lnTo>
                        <a:pt x="4122" y="474"/>
                      </a:lnTo>
                      <a:lnTo>
                        <a:pt x="4122" y="486"/>
                      </a:lnTo>
                      <a:lnTo>
                        <a:pt x="4260" y="486"/>
                      </a:lnTo>
                      <a:lnTo>
                        <a:pt x="4272" y="468"/>
                      </a:lnTo>
                      <a:lnTo>
                        <a:pt x="4338" y="438"/>
                      </a:lnTo>
                      <a:lnTo>
                        <a:pt x="4320" y="432"/>
                      </a:lnTo>
                      <a:lnTo>
                        <a:pt x="4320" y="420"/>
                      </a:lnTo>
                      <a:lnTo>
                        <a:pt x="4314" y="420"/>
                      </a:lnTo>
                      <a:lnTo>
                        <a:pt x="4308" y="414"/>
                      </a:lnTo>
                      <a:lnTo>
                        <a:pt x="4290" y="414"/>
                      </a:lnTo>
                      <a:lnTo>
                        <a:pt x="4278" y="408"/>
                      </a:lnTo>
                      <a:lnTo>
                        <a:pt x="4260" y="408"/>
                      </a:lnTo>
                      <a:lnTo>
                        <a:pt x="4242" y="402"/>
                      </a:lnTo>
                      <a:lnTo>
                        <a:pt x="4206" y="402"/>
                      </a:lnTo>
                      <a:lnTo>
                        <a:pt x="4164" y="414"/>
                      </a:lnTo>
                      <a:lnTo>
                        <a:pt x="4116" y="420"/>
                      </a:lnTo>
                      <a:lnTo>
                        <a:pt x="4074" y="426"/>
                      </a:lnTo>
                      <a:lnTo>
                        <a:pt x="4038" y="438"/>
                      </a:lnTo>
                      <a:lnTo>
                        <a:pt x="4026" y="438"/>
                      </a:lnTo>
                      <a:lnTo>
                        <a:pt x="4014" y="432"/>
                      </a:lnTo>
                      <a:lnTo>
                        <a:pt x="4008" y="426"/>
                      </a:lnTo>
                      <a:lnTo>
                        <a:pt x="3996" y="420"/>
                      </a:lnTo>
                      <a:lnTo>
                        <a:pt x="3984" y="420"/>
                      </a:lnTo>
                      <a:lnTo>
                        <a:pt x="3972" y="426"/>
                      </a:lnTo>
                      <a:lnTo>
                        <a:pt x="3960" y="426"/>
                      </a:lnTo>
                      <a:lnTo>
                        <a:pt x="3948" y="432"/>
                      </a:lnTo>
                      <a:lnTo>
                        <a:pt x="3942" y="438"/>
                      </a:lnTo>
                      <a:lnTo>
                        <a:pt x="3936" y="438"/>
                      </a:lnTo>
                      <a:lnTo>
                        <a:pt x="3912" y="414"/>
                      </a:lnTo>
                      <a:lnTo>
                        <a:pt x="3894" y="426"/>
                      </a:lnTo>
                      <a:lnTo>
                        <a:pt x="3864" y="420"/>
                      </a:lnTo>
                      <a:lnTo>
                        <a:pt x="3894" y="408"/>
                      </a:lnTo>
                      <a:lnTo>
                        <a:pt x="3876" y="396"/>
                      </a:lnTo>
                      <a:lnTo>
                        <a:pt x="3822" y="408"/>
                      </a:lnTo>
                      <a:lnTo>
                        <a:pt x="3858" y="396"/>
                      </a:lnTo>
                      <a:lnTo>
                        <a:pt x="3858" y="390"/>
                      </a:lnTo>
                      <a:lnTo>
                        <a:pt x="3924" y="384"/>
                      </a:lnTo>
                      <a:lnTo>
                        <a:pt x="3888" y="372"/>
                      </a:lnTo>
                      <a:lnTo>
                        <a:pt x="3870" y="372"/>
                      </a:lnTo>
                      <a:lnTo>
                        <a:pt x="3876" y="366"/>
                      </a:lnTo>
                      <a:lnTo>
                        <a:pt x="3876" y="360"/>
                      </a:lnTo>
                      <a:lnTo>
                        <a:pt x="3870" y="354"/>
                      </a:lnTo>
                      <a:lnTo>
                        <a:pt x="3840" y="354"/>
                      </a:lnTo>
                      <a:lnTo>
                        <a:pt x="3822" y="360"/>
                      </a:lnTo>
                      <a:lnTo>
                        <a:pt x="3804" y="360"/>
                      </a:lnTo>
                      <a:lnTo>
                        <a:pt x="3786" y="366"/>
                      </a:lnTo>
                      <a:lnTo>
                        <a:pt x="3774" y="354"/>
                      </a:lnTo>
                      <a:lnTo>
                        <a:pt x="3762" y="348"/>
                      </a:lnTo>
                      <a:lnTo>
                        <a:pt x="3756" y="342"/>
                      </a:lnTo>
                      <a:lnTo>
                        <a:pt x="3744" y="336"/>
                      </a:lnTo>
                      <a:lnTo>
                        <a:pt x="3738" y="336"/>
                      </a:lnTo>
                      <a:close/>
                      <a:moveTo>
                        <a:pt x="3264" y="420"/>
                      </a:moveTo>
                      <a:lnTo>
                        <a:pt x="3282" y="420"/>
                      </a:lnTo>
                      <a:lnTo>
                        <a:pt x="3300" y="426"/>
                      </a:lnTo>
                      <a:lnTo>
                        <a:pt x="3318" y="426"/>
                      </a:lnTo>
                      <a:lnTo>
                        <a:pt x="3330" y="432"/>
                      </a:lnTo>
                      <a:lnTo>
                        <a:pt x="3342" y="432"/>
                      </a:lnTo>
                      <a:lnTo>
                        <a:pt x="3330" y="444"/>
                      </a:lnTo>
                      <a:lnTo>
                        <a:pt x="3324" y="444"/>
                      </a:lnTo>
                      <a:lnTo>
                        <a:pt x="3324" y="456"/>
                      </a:lnTo>
                      <a:lnTo>
                        <a:pt x="3438" y="456"/>
                      </a:lnTo>
                      <a:lnTo>
                        <a:pt x="3462" y="444"/>
                      </a:lnTo>
                      <a:lnTo>
                        <a:pt x="3462" y="432"/>
                      </a:lnTo>
                      <a:lnTo>
                        <a:pt x="3468" y="426"/>
                      </a:lnTo>
                      <a:lnTo>
                        <a:pt x="3480" y="426"/>
                      </a:lnTo>
                      <a:lnTo>
                        <a:pt x="3492" y="420"/>
                      </a:lnTo>
                      <a:lnTo>
                        <a:pt x="3504" y="420"/>
                      </a:lnTo>
                      <a:lnTo>
                        <a:pt x="3510" y="414"/>
                      </a:lnTo>
                      <a:lnTo>
                        <a:pt x="3510" y="408"/>
                      </a:lnTo>
                      <a:lnTo>
                        <a:pt x="3522" y="396"/>
                      </a:lnTo>
                      <a:lnTo>
                        <a:pt x="3534" y="390"/>
                      </a:lnTo>
                      <a:lnTo>
                        <a:pt x="3540" y="384"/>
                      </a:lnTo>
                      <a:lnTo>
                        <a:pt x="3552" y="378"/>
                      </a:lnTo>
                      <a:lnTo>
                        <a:pt x="3552" y="372"/>
                      </a:lnTo>
                      <a:lnTo>
                        <a:pt x="3546" y="366"/>
                      </a:lnTo>
                      <a:lnTo>
                        <a:pt x="3534" y="360"/>
                      </a:lnTo>
                      <a:lnTo>
                        <a:pt x="3510" y="360"/>
                      </a:lnTo>
                      <a:lnTo>
                        <a:pt x="3504" y="366"/>
                      </a:lnTo>
                      <a:lnTo>
                        <a:pt x="3492" y="366"/>
                      </a:lnTo>
                      <a:lnTo>
                        <a:pt x="3486" y="360"/>
                      </a:lnTo>
                      <a:lnTo>
                        <a:pt x="3474" y="360"/>
                      </a:lnTo>
                      <a:lnTo>
                        <a:pt x="3462" y="354"/>
                      </a:lnTo>
                      <a:lnTo>
                        <a:pt x="3450" y="354"/>
                      </a:lnTo>
                      <a:lnTo>
                        <a:pt x="3432" y="348"/>
                      </a:lnTo>
                      <a:lnTo>
                        <a:pt x="3426" y="354"/>
                      </a:lnTo>
                      <a:lnTo>
                        <a:pt x="3420" y="354"/>
                      </a:lnTo>
                      <a:lnTo>
                        <a:pt x="3414" y="366"/>
                      </a:lnTo>
                      <a:lnTo>
                        <a:pt x="3414" y="396"/>
                      </a:lnTo>
                      <a:lnTo>
                        <a:pt x="3396" y="378"/>
                      </a:lnTo>
                      <a:lnTo>
                        <a:pt x="3384" y="372"/>
                      </a:lnTo>
                      <a:lnTo>
                        <a:pt x="3366" y="372"/>
                      </a:lnTo>
                      <a:lnTo>
                        <a:pt x="3354" y="384"/>
                      </a:lnTo>
                      <a:lnTo>
                        <a:pt x="3348" y="396"/>
                      </a:lnTo>
                      <a:lnTo>
                        <a:pt x="3330" y="414"/>
                      </a:lnTo>
                      <a:lnTo>
                        <a:pt x="3324" y="414"/>
                      </a:lnTo>
                      <a:lnTo>
                        <a:pt x="3300" y="366"/>
                      </a:lnTo>
                      <a:lnTo>
                        <a:pt x="3288" y="360"/>
                      </a:lnTo>
                      <a:lnTo>
                        <a:pt x="3258" y="360"/>
                      </a:lnTo>
                      <a:lnTo>
                        <a:pt x="3246" y="366"/>
                      </a:lnTo>
                      <a:lnTo>
                        <a:pt x="3240" y="372"/>
                      </a:lnTo>
                      <a:lnTo>
                        <a:pt x="3240" y="396"/>
                      </a:lnTo>
                      <a:lnTo>
                        <a:pt x="3246" y="408"/>
                      </a:lnTo>
                      <a:lnTo>
                        <a:pt x="3258" y="414"/>
                      </a:lnTo>
                      <a:lnTo>
                        <a:pt x="3264" y="420"/>
                      </a:lnTo>
                      <a:close/>
                      <a:moveTo>
                        <a:pt x="3720" y="288"/>
                      </a:moveTo>
                      <a:lnTo>
                        <a:pt x="3726" y="288"/>
                      </a:lnTo>
                      <a:lnTo>
                        <a:pt x="3732" y="294"/>
                      </a:lnTo>
                      <a:lnTo>
                        <a:pt x="3738" y="306"/>
                      </a:lnTo>
                      <a:lnTo>
                        <a:pt x="3768" y="306"/>
                      </a:lnTo>
                      <a:lnTo>
                        <a:pt x="3780" y="300"/>
                      </a:lnTo>
                      <a:lnTo>
                        <a:pt x="3834" y="300"/>
                      </a:lnTo>
                      <a:lnTo>
                        <a:pt x="3834" y="294"/>
                      </a:lnTo>
                      <a:lnTo>
                        <a:pt x="3828" y="294"/>
                      </a:lnTo>
                      <a:lnTo>
                        <a:pt x="3822" y="288"/>
                      </a:lnTo>
                      <a:lnTo>
                        <a:pt x="3810" y="288"/>
                      </a:lnTo>
                      <a:lnTo>
                        <a:pt x="3804" y="282"/>
                      </a:lnTo>
                      <a:lnTo>
                        <a:pt x="3792" y="282"/>
                      </a:lnTo>
                      <a:lnTo>
                        <a:pt x="3804" y="270"/>
                      </a:lnTo>
                      <a:lnTo>
                        <a:pt x="3816" y="264"/>
                      </a:lnTo>
                      <a:lnTo>
                        <a:pt x="3822" y="264"/>
                      </a:lnTo>
                      <a:lnTo>
                        <a:pt x="3828" y="258"/>
                      </a:lnTo>
                      <a:lnTo>
                        <a:pt x="3822" y="258"/>
                      </a:lnTo>
                      <a:lnTo>
                        <a:pt x="3810" y="252"/>
                      </a:lnTo>
                      <a:lnTo>
                        <a:pt x="3738" y="228"/>
                      </a:lnTo>
                      <a:lnTo>
                        <a:pt x="3732" y="228"/>
                      </a:lnTo>
                      <a:lnTo>
                        <a:pt x="3726" y="234"/>
                      </a:lnTo>
                      <a:lnTo>
                        <a:pt x="3714" y="240"/>
                      </a:lnTo>
                      <a:lnTo>
                        <a:pt x="3702" y="240"/>
                      </a:lnTo>
                      <a:lnTo>
                        <a:pt x="3690" y="252"/>
                      </a:lnTo>
                      <a:lnTo>
                        <a:pt x="3690" y="258"/>
                      </a:lnTo>
                      <a:lnTo>
                        <a:pt x="3696" y="264"/>
                      </a:lnTo>
                      <a:lnTo>
                        <a:pt x="3702" y="276"/>
                      </a:lnTo>
                      <a:lnTo>
                        <a:pt x="3714" y="282"/>
                      </a:lnTo>
                      <a:lnTo>
                        <a:pt x="3720" y="288"/>
                      </a:lnTo>
                      <a:close/>
                      <a:moveTo>
                        <a:pt x="3288" y="504"/>
                      </a:moveTo>
                      <a:lnTo>
                        <a:pt x="3270" y="504"/>
                      </a:lnTo>
                      <a:lnTo>
                        <a:pt x="3234" y="510"/>
                      </a:lnTo>
                      <a:lnTo>
                        <a:pt x="3186" y="516"/>
                      </a:lnTo>
                      <a:lnTo>
                        <a:pt x="3144" y="528"/>
                      </a:lnTo>
                      <a:lnTo>
                        <a:pt x="3132" y="534"/>
                      </a:lnTo>
                      <a:lnTo>
                        <a:pt x="3126" y="540"/>
                      </a:lnTo>
                      <a:lnTo>
                        <a:pt x="3132" y="540"/>
                      </a:lnTo>
                      <a:lnTo>
                        <a:pt x="3150" y="558"/>
                      </a:lnTo>
                      <a:lnTo>
                        <a:pt x="3156" y="570"/>
                      </a:lnTo>
                      <a:lnTo>
                        <a:pt x="3156" y="576"/>
                      </a:lnTo>
                      <a:lnTo>
                        <a:pt x="3138" y="582"/>
                      </a:lnTo>
                      <a:lnTo>
                        <a:pt x="3120" y="570"/>
                      </a:lnTo>
                      <a:lnTo>
                        <a:pt x="3090" y="564"/>
                      </a:lnTo>
                      <a:lnTo>
                        <a:pt x="3048" y="570"/>
                      </a:lnTo>
                      <a:lnTo>
                        <a:pt x="3066" y="606"/>
                      </a:lnTo>
                      <a:lnTo>
                        <a:pt x="3072" y="612"/>
                      </a:lnTo>
                      <a:lnTo>
                        <a:pt x="3084" y="618"/>
                      </a:lnTo>
                      <a:lnTo>
                        <a:pt x="3102" y="624"/>
                      </a:lnTo>
                      <a:lnTo>
                        <a:pt x="3114" y="630"/>
                      </a:lnTo>
                      <a:lnTo>
                        <a:pt x="3120" y="642"/>
                      </a:lnTo>
                      <a:lnTo>
                        <a:pt x="3120" y="654"/>
                      </a:lnTo>
                      <a:lnTo>
                        <a:pt x="3126" y="666"/>
                      </a:lnTo>
                      <a:lnTo>
                        <a:pt x="3126" y="678"/>
                      </a:lnTo>
                      <a:lnTo>
                        <a:pt x="3144" y="678"/>
                      </a:lnTo>
                      <a:lnTo>
                        <a:pt x="3228" y="666"/>
                      </a:lnTo>
                      <a:lnTo>
                        <a:pt x="3264" y="660"/>
                      </a:lnTo>
                      <a:lnTo>
                        <a:pt x="3276" y="654"/>
                      </a:lnTo>
                      <a:lnTo>
                        <a:pt x="3282" y="642"/>
                      </a:lnTo>
                      <a:lnTo>
                        <a:pt x="3288" y="624"/>
                      </a:lnTo>
                      <a:lnTo>
                        <a:pt x="3300" y="600"/>
                      </a:lnTo>
                      <a:lnTo>
                        <a:pt x="3300" y="588"/>
                      </a:lnTo>
                      <a:lnTo>
                        <a:pt x="3228" y="576"/>
                      </a:lnTo>
                      <a:lnTo>
                        <a:pt x="3240" y="570"/>
                      </a:lnTo>
                      <a:lnTo>
                        <a:pt x="3348" y="534"/>
                      </a:lnTo>
                      <a:lnTo>
                        <a:pt x="3360" y="528"/>
                      </a:lnTo>
                      <a:lnTo>
                        <a:pt x="3354" y="522"/>
                      </a:lnTo>
                      <a:lnTo>
                        <a:pt x="3342" y="516"/>
                      </a:lnTo>
                      <a:lnTo>
                        <a:pt x="3324" y="510"/>
                      </a:lnTo>
                      <a:lnTo>
                        <a:pt x="3312" y="510"/>
                      </a:lnTo>
                      <a:lnTo>
                        <a:pt x="3300" y="504"/>
                      </a:lnTo>
                      <a:lnTo>
                        <a:pt x="3288" y="504"/>
                      </a:lnTo>
                      <a:close/>
                      <a:moveTo>
                        <a:pt x="2898" y="744"/>
                      </a:moveTo>
                      <a:lnTo>
                        <a:pt x="2880" y="738"/>
                      </a:lnTo>
                      <a:lnTo>
                        <a:pt x="2796" y="738"/>
                      </a:lnTo>
                      <a:lnTo>
                        <a:pt x="2874" y="696"/>
                      </a:lnTo>
                      <a:lnTo>
                        <a:pt x="2880" y="684"/>
                      </a:lnTo>
                      <a:lnTo>
                        <a:pt x="2886" y="654"/>
                      </a:lnTo>
                      <a:lnTo>
                        <a:pt x="2898" y="624"/>
                      </a:lnTo>
                      <a:lnTo>
                        <a:pt x="2898" y="588"/>
                      </a:lnTo>
                      <a:lnTo>
                        <a:pt x="2880" y="570"/>
                      </a:lnTo>
                      <a:lnTo>
                        <a:pt x="2850" y="570"/>
                      </a:lnTo>
                      <a:lnTo>
                        <a:pt x="2814" y="576"/>
                      </a:lnTo>
                      <a:lnTo>
                        <a:pt x="2796" y="582"/>
                      </a:lnTo>
                      <a:lnTo>
                        <a:pt x="2784" y="588"/>
                      </a:lnTo>
                      <a:lnTo>
                        <a:pt x="2784" y="594"/>
                      </a:lnTo>
                      <a:lnTo>
                        <a:pt x="2766" y="612"/>
                      </a:lnTo>
                      <a:lnTo>
                        <a:pt x="2760" y="630"/>
                      </a:lnTo>
                      <a:lnTo>
                        <a:pt x="2736" y="654"/>
                      </a:lnTo>
                      <a:lnTo>
                        <a:pt x="2718" y="666"/>
                      </a:lnTo>
                      <a:lnTo>
                        <a:pt x="2706" y="672"/>
                      </a:lnTo>
                      <a:lnTo>
                        <a:pt x="2700" y="672"/>
                      </a:lnTo>
                      <a:lnTo>
                        <a:pt x="2694" y="666"/>
                      </a:lnTo>
                      <a:lnTo>
                        <a:pt x="2694" y="660"/>
                      </a:lnTo>
                      <a:lnTo>
                        <a:pt x="2700" y="654"/>
                      </a:lnTo>
                      <a:lnTo>
                        <a:pt x="2706" y="642"/>
                      </a:lnTo>
                      <a:lnTo>
                        <a:pt x="2712" y="636"/>
                      </a:lnTo>
                      <a:lnTo>
                        <a:pt x="2718" y="624"/>
                      </a:lnTo>
                      <a:lnTo>
                        <a:pt x="2718" y="612"/>
                      </a:lnTo>
                      <a:lnTo>
                        <a:pt x="2724" y="606"/>
                      </a:lnTo>
                      <a:lnTo>
                        <a:pt x="2724" y="600"/>
                      </a:lnTo>
                      <a:lnTo>
                        <a:pt x="2706" y="594"/>
                      </a:lnTo>
                      <a:lnTo>
                        <a:pt x="2676" y="588"/>
                      </a:lnTo>
                      <a:lnTo>
                        <a:pt x="2628" y="588"/>
                      </a:lnTo>
                      <a:lnTo>
                        <a:pt x="2622" y="606"/>
                      </a:lnTo>
                      <a:lnTo>
                        <a:pt x="2610" y="612"/>
                      </a:lnTo>
                      <a:lnTo>
                        <a:pt x="2586" y="618"/>
                      </a:lnTo>
                      <a:lnTo>
                        <a:pt x="2550" y="624"/>
                      </a:lnTo>
                      <a:lnTo>
                        <a:pt x="2508" y="630"/>
                      </a:lnTo>
                      <a:lnTo>
                        <a:pt x="2490" y="630"/>
                      </a:lnTo>
                      <a:lnTo>
                        <a:pt x="2496" y="624"/>
                      </a:lnTo>
                      <a:lnTo>
                        <a:pt x="2508" y="618"/>
                      </a:lnTo>
                      <a:lnTo>
                        <a:pt x="2520" y="618"/>
                      </a:lnTo>
                      <a:lnTo>
                        <a:pt x="2538" y="612"/>
                      </a:lnTo>
                      <a:lnTo>
                        <a:pt x="2550" y="606"/>
                      </a:lnTo>
                      <a:lnTo>
                        <a:pt x="2586" y="594"/>
                      </a:lnTo>
                      <a:lnTo>
                        <a:pt x="2598" y="588"/>
                      </a:lnTo>
                      <a:lnTo>
                        <a:pt x="2604" y="588"/>
                      </a:lnTo>
                      <a:lnTo>
                        <a:pt x="2604" y="582"/>
                      </a:lnTo>
                      <a:lnTo>
                        <a:pt x="2592" y="576"/>
                      </a:lnTo>
                      <a:lnTo>
                        <a:pt x="2556" y="576"/>
                      </a:lnTo>
                      <a:lnTo>
                        <a:pt x="2496" y="594"/>
                      </a:lnTo>
                      <a:lnTo>
                        <a:pt x="2460" y="600"/>
                      </a:lnTo>
                      <a:lnTo>
                        <a:pt x="2466" y="594"/>
                      </a:lnTo>
                      <a:lnTo>
                        <a:pt x="2478" y="588"/>
                      </a:lnTo>
                      <a:lnTo>
                        <a:pt x="2490" y="576"/>
                      </a:lnTo>
                      <a:lnTo>
                        <a:pt x="2502" y="570"/>
                      </a:lnTo>
                      <a:lnTo>
                        <a:pt x="2514" y="558"/>
                      </a:lnTo>
                      <a:lnTo>
                        <a:pt x="2508" y="558"/>
                      </a:lnTo>
                      <a:lnTo>
                        <a:pt x="2508" y="552"/>
                      </a:lnTo>
                      <a:lnTo>
                        <a:pt x="2496" y="552"/>
                      </a:lnTo>
                      <a:lnTo>
                        <a:pt x="2346" y="600"/>
                      </a:lnTo>
                      <a:lnTo>
                        <a:pt x="2328" y="600"/>
                      </a:lnTo>
                      <a:lnTo>
                        <a:pt x="2244" y="624"/>
                      </a:lnTo>
                      <a:lnTo>
                        <a:pt x="2250" y="642"/>
                      </a:lnTo>
                      <a:lnTo>
                        <a:pt x="2190" y="660"/>
                      </a:lnTo>
                      <a:lnTo>
                        <a:pt x="2172" y="678"/>
                      </a:lnTo>
                      <a:lnTo>
                        <a:pt x="2202" y="690"/>
                      </a:lnTo>
                      <a:lnTo>
                        <a:pt x="2208" y="684"/>
                      </a:lnTo>
                      <a:lnTo>
                        <a:pt x="2220" y="678"/>
                      </a:lnTo>
                      <a:lnTo>
                        <a:pt x="2238" y="678"/>
                      </a:lnTo>
                      <a:lnTo>
                        <a:pt x="2244" y="684"/>
                      </a:lnTo>
                      <a:lnTo>
                        <a:pt x="2244" y="690"/>
                      </a:lnTo>
                      <a:lnTo>
                        <a:pt x="2238" y="696"/>
                      </a:lnTo>
                      <a:lnTo>
                        <a:pt x="2226" y="696"/>
                      </a:lnTo>
                      <a:lnTo>
                        <a:pt x="2208" y="702"/>
                      </a:lnTo>
                      <a:lnTo>
                        <a:pt x="2196" y="702"/>
                      </a:lnTo>
                      <a:lnTo>
                        <a:pt x="2160" y="720"/>
                      </a:lnTo>
                      <a:lnTo>
                        <a:pt x="2166" y="732"/>
                      </a:lnTo>
                      <a:lnTo>
                        <a:pt x="2196" y="732"/>
                      </a:lnTo>
                      <a:lnTo>
                        <a:pt x="2238" y="738"/>
                      </a:lnTo>
                      <a:lnTo>
                        <a:pt x="2322" y="738"/>
                      </a:lnTo>
                      <a:lnTo>
                        <a:pt x="2352" y="744"/>
                      </a:lnTo>
                      <a:lnTo>
                        <a:pt x="2352" y="750"/>
                      </a:lnTo>
                      <a:lnTo>
                        <a:pt x="2322" y="762"/>
                      </a:lnTo>
                      <a:lnTo>
                        <a:pt x="2280" y="762"/>
                      </a:lnTo>
                      <a:lnTo>
                        <a:pt x="2172" y="774"/>
                      </a:lnTo>
                      <a:lnTo>
                        <a:pt x="2136" y="774"/>
                      </a:lnTo>
                      <a:lnTo>
                        <a:pt x="2112" y="786"/>
                      </a:lnTo>
                      <a:lnTo>
                        <a:pt x="2106" y="792"/>
                      </a:lnTo>
                      <a:lnTo>
                        <a:pt x="2118" y="804"/>
                      </a:lnTo>
                      <a:lnTo>
                        <a:pt x="2130" y="810"/>
                      </a:lnTo>
                      <a:lnTo>
                        <a:pt x="2148" y="810"/>
                      </a:lnTo>
                      <a:lnTo>
                        <a:pt x="2160" y="816"/>
                      </a:lnTo>
                      <a:lnTo>
                        <a:pt x="2178" y="822"/>
                      </a:lnTo>
                      <a:lnTo>
                        <a:pt x="2190" y="828"/>
                      </a:lnTo>
                      <a:lnTo>
                        <a:pt x="2190" y="834"/>
                      </a:lnTo>
                      <a:lnTo>
                        <a:pt x="2184" y="840"/>
                      </a:lnTo>
                      <a:lnTo>
                        <a:pt x="2172" y="840"/>
                      </a:lnTo>
                      <a:lnTo>
                        <a:pt x="2154" y="858"/>
                      </a:lnTo>
                      <a:lnTo>
                        <a:pt x="2166" y="870"/>
                      </a:lnTo>
                      <a:lnTo>
                        <a:pt x="2322" y="870"/>
                      </a:lnTo>
                      <a:lnTo>
                        <a:pt x="2370" y="864"/>
                      </a:lnTo>
                      <a:lnTo>
                        <a:pt x="2436" y="858"/>
                      </a:lnTo>
                      <a:lnTo>
                        <a:pt x="2508" y="846"/>
                      </a:lnTo>
                      <a:lnTo>
                        <a:pt x="2574" y="840"/>
                      </a:lnTo>
                      <a:lnTo>
                        <a:pt x="2616" y="828"/>
                      </a:lnTo>
                      <a:lnTo>
                        <a:pt x="2652" y="828"/>
                      </a:lnTo>
                      <a:lnTo>
                        <a:pt x="2736" y="864"/>
                      </a:lnTo>
                      <a:lnTo>
                        <a:pt x="2778" y="876"/>
                      </a:lnTo>
                      <a:lnTo>
                        <a:pt x="2796" y="876"/>
                      </a:lnTo>
                      <a:lnTo>
                        <a:pt x="2814" y="870"/>
                      </a:lnTo>
                      <a:lnTo>
                        <a:pt x="2832" y="852"/>
                      </a:lnTo>
                      <a:lnTo>
                        <a:pt x="2838" y="840"/>
                      </a:lnTo>
                      <a:lnTo>
                        <a:pt x="2844" y="834"/>
                      </a:lnTo>
                      <a:lnTo>
                        <a:pt x="2844" y="822"/>
                      </a:lnTo>
                      <a:lnTo>
                        <a:pt x="2766" y="822"/>
                      </a:lnTo>
                      <a:lnTo>
                        <a:pt x="2802" y="798"/>
                      </a:lnTo>
                      <a:lnTo>
                        <a:pt x="2850" y="798"/>
                      </a:lnTo>
                      <a:lnTo>
                        <a:pt x="2898" y="792"/>
                      </a:lnTo>
                      <a:lnTo>
                        <a:pt x="2910" y="786"/>
                      </a:lnTo>
                      <a:lnTo>
                        <a:pt x="2916" y="786"/>
                      </a:lnTo>
                      <a:lnTo>
                        <a:pt x="2922" y="780"/>
                      </a:lnTo>
                      <a:lnTo>
                        <a:pt x="2916" y="768"/>
                      </a:lnTo>
                      <a:lnTo>
                        <a:pt x="2898" y="750"/>
                      </a:lnTo>
                      <a:lnTo>
                        <a:pt x="2898" y="744"/>
                      </a:lnTo>
                      <a:close/>
                      <a:moveTo>
                        <a:pt x="2868" y="882"/>
                      </a:moveTo>
                      <a:lnTo>
                        <a:pt x="2886" y="882"/>
                      </a:lnTo>
                      <a:lnTo>
                        <a:pt x="2904" y="876"/>
                      </a:lnTo>
                      <a:lnTo>
                        <a:pt x="2910" y="870"/>
                      </a:lnTo>
                      <a:lnTo>
                        <a:pt x="2910" y="864"/>
                      </a:lnTo>
                      <a:lnTo>
                        <a:pt x="2904" y="858"/>
                      </a:lnTo>
                      <a:lnTo>
                        <a:pt x="2880" y="858"/>
                      </a:lnTo>
                      <a:lnTo>
                        <a:pt x="2868" y="870"/>
                      </a:lnTo>
                      <a:lnTo>
                        <a:pt x="2868" y="882"/>
                      </a:lnTo>
                      <a:close/>
                      <a:moveTo>
                        <a:pt x="3276" y="330"/>
                      </a:moveTo>
                      <a:lnTo>
                        <a:pt x="3288" y="330"/>
                      </a:lnTo>
                      <a:lnTo>
                        <a:pt x="3294" y="324"/>
                      </a:lnTo>
                      <a:lnTo>
                        <a:pt x="3300" y="312"/>
                      </a:lnTo>
                      <a:lnTo>
                        <a:pt x="3300" y="306"/>
                      </a:lnTo>
                      <a:lnTo>
                        <a:pt x="3294" y="294"/>
                      </a:lnTo>
                      <a:lnTo>
                        <a:pt x="3288" y="288"/>
                      </a:lnTo>
                      <a:lnTo>
                        <a:pt x="3276" y="288"/>
                      </a:lnTo>
                      <a:lnTo>
                        <a:pt x="3270" y="300"/>
                      </a:lnTo>
                      <a:lnTo>
                        <a:pt x="3264" y="306"/>
                      </a:lnTo>
                      <a:lnTo>
                        <a:pt x="3264" y="324"/>
                      </a:lnTo>
                      <a:lnTo>
                        <a:pt x="3270" y="330"/>
                      </a:lnTo>
                      <a:lnTo>
                        <a:pt x="3276" y="330"/>
                      </a:lnTo>
                      <a:close/>
                      <a:moveTo>
                        <a:pt x="3462" y="228"/>
                      </a:moveTo>
                      <a:lnTo>
                        <a:pt x="3450" y="240"/>
                      </a:lnTo>
                      <a:lnTo>
                        <a:pt x="3450" y="252"/>
                      </a:lnTo>
                      <a:lnTo>
                        <a:pt x="3456" y="258"/>
                      </a:lnTo>
                      <a:lnTo>
                        <a:pt x="3528" y="258"/>
                      </a:lnTo>
                      <a:lnTo>
                        <a:pt x="3546" y="276"/>
                      </a:lnTo>
                      <a:lnTo>
                        <a:pt x="3558" y="282"/>
                      </a:lnTo>
                      <a:lnTo>
                        <a:pt x="3588" y="282"/>
                      </a:lnTo>
                      <a:lnTo>
                        <a:pt x="3612" y="270"/>
                      </a:lnTo>
                      <a:lnTo>
                        <a:pt x="3618" y="264"/>
                      </a:lnTo>
                      <a:lnTo>
                        <a:pt x="3606" y="252"/>
                      </a:lnTo>
                      <a:lnTo>
                        <a:pt x="3636" y="246"/>
                      </a:lnTo>
                      <a:lnTo>
                        <a:pt x="3594" y="210"/>
                      </a:lnTo>
                      <a:lnTo>
                        <a:pt x="3552" y="216"/>
                      </a:lnTo>
                      <a:lnTo>
                        <a:pt x="3534" y="198"/>
                      </a:lnTo>
                      <a:lnTo>
                        <a:pt x="3450" y="198"/>
                      </a:lnTo>
                      <a:lnTo>
                        <a:pt x="3438" y="204"/>
                      </a:lnTo>
                      <a:lnTo>
                        <a:pt x="3426" y="204"/>
                      </a:lnTo>
                      <a:lnTo>
                        <a:pt x="3420" y="210"/>
                      </a:lnTo>
                      <a:lnTo>
                        <a:pt x="3438" y="228"/>
                      </a:lnTo>
                      <a:lnTo>
                        <a:pt x="3462" y="228"/>
                      </a:lnTo>
                      <a:close/>
                      <a:moveTo>
                        <a:pt x="3432" y="1302"/>
                      </a:moveTo>
                      <a:lnTo>
                        <a:pt x="3408" y="1326"/>
                      </a:lnTo>
                      <a:lnTo>
                        <a:pt x="3408" y="1344"/>
                      </a:lnTo>
                      <a:lnTo>
                        <a:pt x="3438" y="1344"/>
                      </a:lnTo>
                      <a:lnTo>
                        <a:pt x="3462" y="1332"/>
                      </a:lnTo>
                      <a:lnTo>
                        <a:pt x="3468" y="1332"/>
                      </a:lnTo>
                      <a:lnTo>
                        <a:pt x="3480" y="1326"/>
                      </a:lnTo>
                      <a:lnTo>
                        <a:pt x="3486" y="1326"/>
                      </a:lnTo>
                      <a:lnTo>
                        <a:pt x="3504" y="1308"/>
                      </a:lnTo>
                      <a:lnTo>
                        <a:pt x="3516" y="1290"/>
                      </a:lnTo>
                      <a:lnTo>
                        <a:pt x="3516" y="1266"/>
                      </a:lnTo>
                      <a:lnTo>
                        <a:pt x="3510" y="1260"/>
                      </a:lnTo>
                      <a:lnTo>
                        <a:pt x="3498" y="1260"/>
                      </a:lnTo>
                      <a:lnTo>
                        <a:pt x="3480" y="1266"/>
                      </a:lnTo>
                      <a:lnTo>
                        <a:pt x="3432" y="1302"/>
                      </a:lnTo>
                      <a:close/>
                      <a:moveTo>
                        <a:pt x="4416" y="1392"/>
                      </a:moveTo>
                      <a:lnTo>
                        <a:pt x="4428" y="1380"/>
                      </a:lnTo>
                      <a:lnTo>
                        <a:pt x="4428" y="1374"/>
                      </a:lnTo>
                      <a:lnTo>
                        <a:pt x="4386" y="1374"/>
                      </a:lnTo>
                      <a:lnTo>
                        <a:pt x="4386" y="1380"/>
                      </a:lnTo>
                      <a:lnTo>
                        <a:pt x="4404" y="1398"/>
                      </a:lnTo>
                      <a:lnTo>
                        <a:pt x="4416" y="1392"/>
                      </a:lnTo>
                      <a:close/>
                      <a:moveTo>
                        <a:pt x="3120" y="2034"/>
                      </a:moveTo>
                      <a:lnTo>
                        <a:pt x="3132" y="2034"/>
                      </a:lnTo>
                      <a:lnTo>
                        <a:pt x="3138" y="2028"/>
                      </a:lnTo>
                      <a:lnTo>
                        <a:pt x="3132" y="2022"/>
                      </a:lnTo>
                      <a:lnTo>
                        <a:pt x="3120" y="2016"/>
                      </a:lnTo>
                      <a:lnTo>
                        <a:pt x="3114" y="2010"/>
                      </a:lnTo>
                      <a:lnTo>
                        <a:pt x="3108" y="2010"/>
                      </a:lnTo>
                      <a:lnTo>
                        <a:pt x="3090" y="2016"/>
                      </a:lnTo>
                      <a:lnTo>
                        <a:pt x="3078" y="2022"/>
                      </a:lnTo>
                      <a:lnTo>
                        <a:pt x="3072" y="2022"/>
                      </a:lnTo>
                      <a:lnTo>
                        <a:pt x="3072" y="2028"/>
                      </a:lnTo>
                      <a:lnTo>
                        <a:pt x="3078" y="2034"/>
                      </a:lnTo>
                      <a:lnTo>
                        <a:pt x="3120" y="2034"/>
                      </a:lnTo>
                      <a:close/>
                      <a:moveTo>
                        <a:pt x="4758" y="996"/>
                      </a:moveTo>
                      <a:lnTo>
                        <a:pt x="4746" y="996"/>
                      </a:lnTo>
                      <a:lnTo>
                        <a:pt x="4734" y="984"/>
                      </a:lnTo>
                      <a:lnTo>
                        <a:pt x="4704" y="1008"/>
                      </a:lnTo>
                      <a:lnTo>
                        <a:pt x="4704" y="978"/>
                      </a:lnTo>
                      <a:lnTo>
                        <a:pt x="4662" y="978"/>
                      </a:lnTo>
                      <a:lnTo>
                        <a:pt x="4668" y="978"/>
                      </a:lnTo>
                      <a:lnTo>
                        <a:pt x="4674" y="972"/>
                      </a:lnTo>
                      <a:lnTo>
                        <a:pt x="4686" y="972"/>
                      </a:lnTo>
                      <a:lnTo>
                        <a:pt x="4698" y="966"/>
                      </a:lnTo>
                      <a:lnTo>
                        <a:pt x="4704" y="954"/>
                      </a:lnTo>
                      <a:lnTo>
                        <a:pt x="4704" y="948"/>
                      </a:lnTo>
                      <a:lnTo>
                        <a:pt x="4698" y="942"/>
                      </a:lnTo>
                      <a:lnTo>
                        <a:pt x="4680" y="942"/>
                      </a:lnTo>
                      <a:lnTo>
                        <a:pt x="4668" y="936"/>
                      </a:lnTo>
                      <a:lnTo>
                        <a:pt x="4650" y="936"/>
                      </a:lnTo>
                      <a:lnTo>
                        <a:pt x="4632" y="930"/>
                      </a:lnTo>
                      <a:lnTo>
                        <a:pt x="4620" y="930"/>
                      </a:lnTo>
                      <a:lnTo>
                        <a:pt x="4614" y="918"/>
                      </a:lnTo>
                      <a:lnTo>
                        <a:pt x="4566" y="912"/>
                      </a:lnTo>
                      <a:lnTo>
                        <a:pt x="4500" y="870"/>
                      </a:lnTo>
                      <a:lnTo>
                        <a:pt x="4566" y="864"/>
                      </a:lnTo>
                      <a:lnTo>
                        <a:pt x="4536" y="840"/>
                      </a:lnTo>
                      <a:lnTo>
                        <a:pt x="4542" y="840"/>
                      </a:lnTo>
                      <a:lnTo>
                        <a:pt x="4548" y="834"/>
                      </a:lnTo>
                      <a:lnTo>
                        <a:pt x="4584" y="834"/>
                      </a:lnTo>
                      <a:lnTo>
                        <a:pt x="4596" y="840"/>
                      </a:lnTo>
                      <a:lnTo>
                        <a:pt x="4638" y="840"/>
                      </a:lnTo>
                      <a:lnTo>
                        <a:pt x="4638" y="834"/>
                      </a:lnTo>
                      <a:lnTo>
                        <a:pt x="4632" y="828"/>
                      </a:lnTo>
                      <a:lnTo>
                        <a:pt x="4614" y="822"/>
                      </a:lnTo>
                      <a:lnTo>
                        <a:pt x="4596" y="822"/>
                      </a:lnTo>
                      <a:lnTo>
                        <a:pt x="4578" y="816"/>
                      </a:lnTo>
                      <a:lnTo>
                        <a:pt x="4518" y="816"/>
                      </a:lnTo>
                      <a:lnTo>
                        <a:pt x="4536" y="816"/>
                      </a:lnTo>
                      <a:lnTo>
                        <a:pt x="4620" y="804"/>
                      </a:lnTo>
                      <a:lnTo>
                        <a:pt x="4638" y="798"/>
                      </a:lnTo>
                      <a:lnTo>
                        <a:pt x="4638" y="792"/>
                      </a:lnTo>
                      <a:lnTo>
                        <a:pt x="4632" y="792"/>
                      </a:lnTo>
                      <a:lnTo>
                        <a:pt x="4626" y="786"/>
                      </a:lnTo>
                      <a:lnTo>
                        <a:pt x="4608" y="786"/>
                      </a:lnTo>
                      <a:lnTo>
                        <a:pt x="4500" y="798"/>
                      </a:lnTo>
                      <a:lnTo>
                        <a:pt x="4560" y="762"/>
                      </a:lnTo>
                      <a:lnTo>
                        <a:pt x="4620" y="762"/>
                      </a:lnTo>
                      <a:lnTo>
                        <a:pt x="4626" y="756"/>
                      </a:lnTo>
                      <a:lnTo>
                        <a:pt x="4620" y="750"/>
                      </a:lnTo>
                      <a:lnTo>
                        <a:pt x="4584" y="738"/>
                      </a:lnTo>
                      <a:lnTo>
                        <a:pt x="4572" y="732"/>
                      </a:lnTo>
                      <a:lnTo>
                        <a:pt x="4554" y="732"/>
                      </a:lnTo>
                      <a:lnTo>
                        <a:pt x="4518" y="750"/>
                      </a:lnTo>
                      <a:lnTo>
                        <a:pt x="4500" y="744"/>
                      </a:lnTo>
                      <a:lnTo>
                        <a:pt x="4458" y="774"/>
                      </a:lnTo>
                      <a:lnTo>
                        <a:pt x="4464" y="756"/>
                      </a:lnTo>
                      <a:lnTo>
                        <a:pt x="4440" y="774"/>
                      </a:lnTo>
                      <a:lnTo>
                        <a:pt x="4464" y="744"/>
                      </a:lnTo>
                      <a:lnTo>
                        <a:pt x="4500" y="744"/>
                      </a:lnTo>
                      <a:lnTo>
                        <a:pt x="4506" y="738"/>
                      </a:lnTo>
                      <a:lnTo>
                        <a:pt x="4518" y="714"/>
                      </a:lnTo>
                      <a:lnTo>
                        <a:pt x="4518" y="708"/>
                      </a:lnTo>
                      <a:lnTo>
                        <a:pt x="4512" y="702"/>
                      </a:lnTo>
                      <a:lnTo>
                        <a:pt x="4506" y="708"/>
                      </a:lnTo>
                      <a:lnTo>
                        <a:pt x="4494" y="714"/>
                      </a:lnTo>
                      <a:lnTo>
                        <a:pt x="4488" y="726"/>
                      </a:lnTo>
                      <a:lnTo>
                        <a:pt x="4452" y="726"/>
                      </a:lnTo>
                      <a:lnTo>
                        <a:pt x="4428" y="738"/>
                      </a:lnTo>
                      <a:lnTo>
                        <a:pt x="4452" y="708"/>
                      </a:lnTo>
                      <a:lnTo>
                        <a:pt x="4482" y="708"/>
                      </a:lnTo>
                      <a:lnTo>
                        <a:pt x="4494" y="702"/>
                      </a:lnTo>
                      <a:lnTo>
                        <a:pt x="4500" y="702"/>
                      </a:lnTo>
                      <a:lnTo>
                        <a:pt x="4506" y="696"/>
                      </a:lnTo>
                      <a:lnTo>
                        <a:pt x="4506" y="690"/>
                      </a:lnTo>
                      <a:lnTo>
                        <a:pt x="4500" y="684"/>
                      </a:lnTo>
                      <a:lnTo>
                        <a:pt x="4458" y="684"/>
                      </a:lnTo>
                      <a:lnTo>
                        <a:pt x="4446" y="690"/>
                      </a:lnTo>
                      <a:lnTo>
                        <a:pt x="4428" y="696"/>
                      </a:lnTo>
                      <a:lnTo>
                        <a:pt x="4422" y="702"/>
                      </a:lnTo>
                      <a:lnTo>
                        <a:pt x="4416" y="702"/>
                      </a:lnTo>
                      <a:lnTo>
                        <a:pt x="4404" y="684"/>
                      </a:lnTo>
                      <a:lnTo>
                        <a:pt x="4380" y="702"/>
                      </a:lnTo>
                      <a:lnTo>
                        <a:pt x="4398" y="672"/>
                      </a:lnTo>
                      <a:lnTo>
                        <a:pt x="4344" y="696"/>
                      </a:lnTo>
                      <a:lnTo>
                        <a:pt x="4344" y="672"/>
                      </a:lnTo>
                      <a:lnTo>
                        <a:pt x="4350" y="672"/>
                      </a:lnTo>
                      <a:lnTo>
                        <a:pt x="4356" y="666"/>
                      </a:lnTo>
                      <a:lnTo>
                        <a:pt x="4368" y="666"/>
                      </a:lnTo>
                      <a:lnTo>
                        <a:pt x="4386" y="660"/>
                      </a:lnTo>
                      <a:lnTo>
                        <a:pt x="4392" y="660"/>
                      </a:lnTo>
                      <a:lnTo>
                        <a:pt x="4398" y="654"/>
                      </a:lnTo>
                      <a:lnTo>
                        <a:pt x="4356" y="654"/>
                      </a:lnTo>
                      <a:lnTo>
                        <a:pt x="4338" y="660"/>
                      </a:lnTo>
                      <a:lnTo>
                        <a:pt x="4326" y="660"/>
                      </a:lnTo>
                      <a:lnTo>
                        <a:pt x="4320" y="648"/>
                      </a:lnTo>
                      <a:lnTo>
                        <a:pt x="4332" y="648"/>
                      </a:lnTo>
                      <a:lnTo>
                        <a:pt x="4356" y="636"/>
                      </a:lnTo>
                      <a:lnTo>
                        <a:pt x="4368" y="636"/>
                      </a:lnTo>
                      <a:lnTo>
                        <a:pt x="4380" y="630"/>
                      </a:lnTo>
                      <a:lnTo>
                        <a:pt x="4386" y="624"/>
                      </a:lnTo>
                      <a:lnTo>
                        <a:pt x="4368" y="618"/>
                      </a:lnTo>
                      <a:lnTo>
                        <a:pt x="4326" y="612"/>
                      </a:lnTo>
                      <a:lnTo>
                        <a:pt x="4290" y="612"/>
                      </a:lnTo>
                      <a:lnTo>
                        <a:pt x="4266" y="606"/>
                      </a:lnTo>
                      <a:lnTo>
                        <a:pt x="4236" y="606"/>
                      </a:lnTo>
                      <a:lnTo>
                        <a:pt x="4230" y="612"/>
                      </a:lnTo>
                      <a:lnTo>
                        <a:pt x="4230" y="618"/>
                      </a:lnTo>
                      <a:lnTo>
                        <a:pt x="4236" y="624"/>
                      </a:lnTo>
                      <a:lnTo>
                        <a:pt x="4242" y="636"/>
                      </a:lnTo>
                      <a:lnTo>
                        <a:pt x="4206" y="630"/>
                      </a:lnTo>
                      <a:lnTo>
                        <a:pt x="4212" y="660"/>
                      </a:lnTo>
                      <a:lnTo>
                        <a:pt x="4194" y="636"/>
                      </a:lnTo>
                      <a:lnTo>
                        <a:pt x="4152" y="660"/>
                      </a:lnTo>
                      <a:lnTo>
                        <a:pt x="4158" y="654"/>
                      </a:lnTo>
                      <a:lnTo>
                        <a:pt x="4158" y="636"/>
                      </a:lnTo>
                      <a:lnTo>
                        <a:pt x="4152" y="630"/>
                      </a:lnTo>
                      <a:lnTo>
                        <a:pt x="4140" y="630"/>
                      </a:lnTo>
                      <a:lnTo>
                        <a:pt x="4122" y="636"/>
                      </a:lnTo>
                      <a:lnTo>
                        <a:pt x="4110" y="642"/>
                      </a:lnTo>
                      <a:lnTo>
                        <a:pt x="4098" y="642"/>
                      </a:lnTo>
                      <a:lnTo>
                        <a:pt x="4086" y="648"/>
                      </a:lnTo>
                      <a:lnTo>
                        <a:pt x="4080" y="654"/>
                      </a:lnTo>
                      <a:lnTo>
                        <a:pt x="4074" y="654"/>
                      </a:lnTo>
                      <a:lnTo>
                        <a:pt x="4092" y="618"/>
                      </a:lnTo>
                      <a:lnTo>
                        <a:pt x="4110" y="618"/>
                      </a:lnTo>
                      <a:lnTo>
                        <a:pt x="4122" y="612"/>
                      </a:lnTo>
                      <a:lnTo>
                        <a:pt x="4134" y="612"/>
                      </a:lnTo>
                      <a:lnTo>
                        <a:pt x="4146" y="606"/>
                      </a:lnTo>
                      <a:lnTo>
                        <a:pt x="4152" y="600"/>
                      </a:lnTo>
                      <a:lnTo>
                        <a:pt x="4152" y="594"/>
                      </a:lnTo>
                      <a:lnTo>
                        <a:pt x="4146" y="582"/>
                      </a:lnTo>
                      <a:lnTo>
                        <a:pt x="4134" y="570"/>
                      </a:lnTo>
                      <a:lnTo>
                        <a:pt x="4152" y="552"/>
                      </a:lnTo>
                      <a:lnTo>
                        <a:pt x="4152" y="540"/>
                      </a:lnTo>
                      <a:lnTo>
                        <a:pt x="4050" y="540"/>
                      </a:lnTo>
                      <a:lnTo>
                        <a:pt x="4026" y="558"/>
                      </a:lnTo>
                      <a:lnTo>
                        <a:pt x="3942" y="558"/>
                      </a:lnTo>
                      <a:lnTo>
                        <a:pt x="3948" y="576"/>
                      </a:lnTo>
                      <a:lnTo>
                        <a:pt x="3978" y="588"/>
                      </a:lnTo>
                      <a:lnTo>
                        <a:pt x="3936" y="576"/>
                      </a:lnTo>
                      <a:lnTo>
                        <a:pt x="3948" y="600"/>
                      </a:lnTo>
                      <a:lnTo>
                        <a:pt x="3936" y="594"/>
                      </a:lnTo>
                      <a:lnTo>
                        <a:pt x="3930" y="594"/>
                      </a:lnTo>
                      <a:lnTo>
                        <a:pt x="3918" y="588"/>
                      </a:lnTo>
                      <a:lnTo>
                        <a:pt x="3894" y="588"/>
                      </a:lnTo>
                      <a:lnTo>
                        <a:pt x="3882" y="594"/>
                      </a:lnTo>
                      <a:lnTo>
                        <a:pt x="3876" y="606"/>
                      </a:lnTo>
                      <a:lnTo>
                        <a:pt x="3882" y="612"/>
                      </a:lnTo>
                      <a:lnTo>
                        <a:pt x="3888" y="624"/>
                      </a:lnTo>
                      <a:lnTo>
                        <a:pt x="3894" y="630"/>
                      </a:lnTo>
                      <a:lnTo>
                        <a:pt x="3900" y="660"/>
                      </a:lnTo>
                      <a:lnTo>
                        <a:pt x="3894" y="660"/>
                      </a:lnTo>
                      <a:lnTo>
                        <a:pt x="3888" y="654"/>
                      </a:lnTo>
                      <a:lnTo>
                        <a:pt x="3864" y="642"/>
                      </a:lnTo>
                      <a:lnTo>
                        <a:pt x="3852" y="642"/>
                      </a:lnTo>
                      <a:lnTo>
                        <a:pt x="3828" y="666"/>
                      </a:lnTo>
                      <a:lnTo>
                        <a:pt x="3828" y="678"/>
                      </a:lnTo>
                      <a:lnTo>
                        <a:pt x="3846" y="678"/>
                      </a:lnTo>
                      <a:lnTo>
                        <a:pt x="3858" y="690"/>
                      </a:lnTo>
                      <a:lnTo>
                        <a:pt x="3810" y="714"/>
                      </a:lnTo>
                      <a:lnTo>
                        <a:pt x="3750" y="720"/>
                      </a:lnTo>
                      <a:lnTo>
                        <a:pt x="3762" y="720"/>
                      </a:lnTo>
                      <a:lnTo>
                        <a:pt x="3798" y="702"/>
                      </a:lnTo>
                      <a:lnTo>
                        <a:pt x="3810" y="690"/>
                      </a:lnTo>
                      <a:lnTo>
                        <a:pt x="3810" y="684"/>
                      </a:lnTo>
                      <a:lnTo>
                        <a:pt x="3804" y="684"/>
                      </a:lnTo>
                      <a:lnTo>
                        <a:pt x="3792" y="672"/>
                      </a:lnTo>
                      <a:lnTo>
                        <a:pt x="3786" y="672"/>
                      </a:lnTo>
                      <a:lnTo>
                        <a:pt x="3786" y="660"/>
                      </a:lnTo>
                      <a:lnTo>
                        <a:pt x="3804" y="642"/>
                      </a:lnTo>
                      <a:lnTo>
                        <a:pt x="3816" y="636"/>
                      </a:lnTo>
                      <a:lnTo>
                        <a:pt x="3828" y="636"/>
                      </a:lnTo>
                      <a:lnTo>
                        <a:pt x="3828" y="606"/>
                      </a:lnTo>
                      <a:lnTo>
                        <a:pt x="3840" y="600"/>
                      </a:lnTo>
                      <a:lnTo>
                        <a:pt x="3858" y="582"/>
                      </a:lnTo>
                      <a:lnTo>
                        <a:pt x="3876" y="576"/>
                      </a:lnTo>
                      <a:lnTo>
                        <a:pt x="3882" y="570"/>
                      </a:lnTo>
                      <a:lnTo>
                        <a:pt x="3894" y="564"/>
                      </a:lnTo>
                      <a:lnTo>
                        <a:pt x="3906" y="564"/>
                      </a:lnTo>
                      <a:lnTo>
                        <a:pt x="3918" y="558"/>
                      </a:lnTo>
                      <a:lnTo>
                        <a:pt x="3936" y="552"/>
                      </a:lnTo>
                      <a:lnTo>
                        <a:pt x="3954" y="552"/>
                      </a:lnTo>
                      <a:lnTo>
                        <a:pt x="3966" y="546"/>
                      </a:lnTo>
                      <a:lnTo>
                        <a:pt x="3972" y="540"/>
                      </a:lnTo>
                      <a:lnTo>
                        <a:pt x="3942" y="534"/>
                      </a:lnTo>
                      <a:lnTo>
                        <a:pt x="3852" y="534"/>
                      </a:lnTo>
                      <a:lnTo>
                        <a:pt x="3822" y="540"/>
                      </a:lnTo>
                      <a:lnTo>
                        <a:pt x="3786" y="558"/>
                      </a:lnTo>
                      <a:lnTo>
                        <a:pt x="3744" y="576"/>
                      </a:lnTo>
                      <a:lnTo>
                        <a:pt x="3720" y="594"/>
                      </a:lnTo>
                      <a:lnTo>
                        <a:pt x="3708" y="600"/>
                      </a:lnTo>
                      <a:lnTo>
                        <a:pt x="3702" y="600"/>
                      </a:lnTo>
                      <a:lnTo>
                        <a:pt x="3696" y="606"/>
                      </a:lnTo>
                      <a:lnTo>
                        <a:pt x="3684" y="606"/>
                      </a:lnTo>
                      <a:lnTo>
                        <a:pt x="3660" y="618"/>
                      </a:lnTo>
                      <a:lnTo>
                        <a:pt x="3654" y="618"/>
                      </a:lnTo>
                      <a:lnTo>
                        <a:pt x="3642" y="624"/>
                      </a:lnTo>
                      <a:lnTo>
                        <a:pt x="3630" y="636"/>
                      </a:lnTo>
                      <a:lnTo>
                        <a:pt x="3618" y="642"/>
                      </a:lnTo>
                      <a:lnTo>
                        <a:pt x="3600" y="660"/>
                      </a:lnTo>
                      <a:lnTo>
                        <a:pt x="3588" y="666"/>
                      </a:lnTo>
                      <a:lnTo>
                        <a:pt x="3582" y="678"/>
                      </a:lnTo>
                      <a:lnTo>
                        <a:pt x="3582" y="684"/>
                      </a:lnTo>
                      <a:lnTo>
                        <a:pt x="3588" y="690"/>
                      </a:lnTo>
                      <a:lnTo>
                        <a:pt x="3612" y="690"/>
                      </a:lnTo>
                      <a:lnTo>
                        <a:pt x="3648" y="696"/>
                      </a:lnTo>
                      <a:lnTo>
                        <a:pt x="3672" y="696"/>
                      </a:lnTo>
                      <a:lnTo>
                        <a:pt x="3684" y="708"/>
                      </a:lnTo>
                      <a:lnTo>
                        <a:pt x="3666" y="714"/>
                      </a:lnTo>
                      <a:lnTo>
                        <a:pt x="3594" y="726"/>
                      </a:lnTo>
                      <a:lnTo>
                        <a:pt x="3570" y="732"/>
                      </a:lnTo>
                      <a:lnTo>
                        <a:pt x="3576" y="738"/>
                      </a:lnTo>
                      <a:lnTo>
                        <a:pt x="3594" y="750"/>
                      </a:lnTo>
                      <a:lnTo>
                        <a:pt x="3630" y="762"/>
                      </a:lnTo>
                      <a:lnTo>
                        <a:pt x="3642" y="768"/>
                      </a:lnTo>
                      <a:lnTo>
                        <a:pt x="3648" y="768"/>
                      </a:lnTo>
                      <a:lnTo>
                        <a:pt x="3690" y="750"/>
                      </a:lnTo>
                      <a:lnTo>
                        <a:pt x="3690" y="762"/>
                      </a:lnTo>
                      <a:lnTo>
                        <a:pt x="3702" y="774"/>
                      </a:lnTo>
                      <a:lnTo>
                        <a:pt x="3744" y="774"/>
                      </a:lnTo>
                      <a:lnTo>
                        <a:pt x="3786" y="780"/>
                      </a:lnTo>
                      <a:lnTo>
                        <a:pt x="3834" y="786"/>
                      </a:lnTo>
                      <a:lnTo>
                        <a:pt x="3876" y="792"/>
                      </a:lnTo>
                      <a:lnTo>
                        <a:pt x="3894" y="792"/>
                      </a:lnTo>
                      <a:lnTo>
                        <a:pt x="3900" y="786"/>
                      </a:lnTo>
                      <a:lnTo>
                        <a:pt x="3894" y="780"/>
                      </a:lnTo>
                      <a:lnTo>
                        <a:pt x="3882" y="774"/>
                      </a:lnTo>
                      <a:lnTo>
                        <a:pt x="3876" y="768"/>
                      </a:lnTo>
                      <a:lnTo>
                        <a:pt x="3894" y="768"/>
                      </a:lnTo>
                      <a:lnTo>
                        <a:pt x="3930" y="774"/>
                      </a:lnTo>
                      <a:lnTo>
                        <a:pt x="3966" y="774"/>
                      </a:lnTo>
                      <a:lnTo>
                        <a:pt x="3990" y="780"/>
                      </a:lnTo>
                      <a:lnTo>
                        <a:pt x="4002" y="780"/>
                      </a:lnTo>
                      <a:lnTo>
                        <a:pt x="4020" y="786"/>
                      </a:lnTo>
                      <a:lnTo>
                        <a:pt x="4032" y="792"/>
                      </a:lnTo>
                      <a:lnTo>
                        <a:pt x="4050" y="792"/>
                      </a:lnTo>
                      <a:lnTo>
                        <a:pt x="4062" y="786"/>
                      </a:lnTo>
                      <a:lnTo>
                        <a:pt x="4062" y="774"/>
                      </a:lnTo>
                      <a:lnTo>
                        <a:pt x="4056" y="768"/>
                      </a:lnTo>
                      <a:lnTo>
                        <a:pt x="4050" y="756"/>
                      </a:lnTo>
                      <a:lnTo>
                        <a:pt x="4044" y="750"/>
                      </a:lnTo>
                      <a:lnTo>
                        <a:pt x="4092" y="738"/>
                      </a:lnTo>
                      <a:lnTo>
                        <a:pt x="4092" y="744"/>
                      </a:lnTo>
                      <a:lnTo>
                        <a:pt x="4098" y="750"/>
                      </a:lnTo>
                      <a:lnTo>
                        <a:pt x="4104" y="762"/>
                      </a:lnTo>
                      <a:lnTo>
                        <a:pt x="4104" y="768"/>
                      </a:lnTo>
                      <a:lnTo>
                        <a:pt x="4110" y="774"/>
                      </a:lnTo>
                      <a:lnTo>
                        <a:pt x="4116" y="774"/>
                      </a:lnTo>
                      <a:lnTo>
                        <a:pt x="4122" y="780"/>
                      </a:lnTo>
                      <a:lnTo>
                        <a:pt x="4134" y="786"/>
                      </a:lnTo>
                      <a:lnTo>
                        <a:pt x="4140" y="792"/>
                      </a:lnTo>
                      <a:lnTo>
                        <a:pt x="4170" y="786"/>
                      </a:lnTo>
                      <a:lnTo>
                        <a:pt x="4170" y="792"/>
                      </a:lnTo>
                      <a:lnTo>
                        <a:pt x="4164" y="798"/>
                      </a:lnTo>
                      <a:lnTo>
                        <a:pt x="4164" y="816"/>
                      </a:lnTo>
                      <a:lnTo>
                        <a:pt x="4170" y="816"/>
                      </a:lnTo>
                      <a:lnTo>
                        <a:pt x="4182" y="822"/>
                      </a:lnTo>
                      <a:lnTo>
                        <a:pt x="4200" y="822"/>
                      </a:lnTo>
                      <a:lnTo>
                        <a:pt x="4206" y="828"/>
                      </a:lnTo>
                      <a:lnTo>
                        <a:pt x="4212" y="828"/>
                      </a:lnTo>
                      <a:lnTo>
                        <a:pt x="4194" y="846"/>
                      </a:lnTo>
                      <a:lnTo>
                        <a:pt x="4194" y="858"/>
                      </a:lnTo>
                      <a:lnTo>
                        <a:pt x="4230" y="858"/>
                      </a:lnTo>
                      <a:lnTo>
                        <a:pt x="4224" y="882"/>
                      </a:lnTo>
                      <a:lnTo>
                        <a:pt x="4236" y="882"/>
                      </a:lnTo>
                      <a:lnTo>
                        <a:pt x="4248" y="888"/>
                      </a:lnTo>
                      <a:lnTo>
                        <a:pt x="4254" y="888"/>
                      </a:lnTo>
                      <a:lnTo>
                        <a:pt x="4278" y="900"/>
                      </a:lnTo>
                      <a:lnTo>
                        <a:pt x="4278" y="924"/>
                      </a:lnTo>
                      <a:lnTo>
                        <a:pt x="4266" y="948"/>
                      </a:lnTo>
                      <a:lnTo>
                        <a:pt x="4254" y="966"/>
                      </a:lnTo>
                      <a:lnTo>
                        <a:pt x="4248" y="978"/>
                      </a:lnTo>
                      <a:lnTo>
                        <a:pt x="4236" y="990"/>
                      </a:lnTo>
                      <a:lnTo>
                        <a:pt x="4218" y="996"/>
                      </a:lnTo>
                      <a:lnTo>
                        <a:pt x="4182" y="1014"/>
                      </a:lnTo>
                      <a:lnTo>
                        <a:pt x="4140" y="1026"/>
                      </a:lnTo>
                      <a:lnTo>
                        <a:pt x="4092" y="1050"/>
                      </a:lnTo>
                      <a:lnTo>
                        <a:pt x="4098" y="1056"/>
                      </a:lnTo>
                      <a:lnTo>
                        <a:pt x="4110" y="1062"/>
                      </a:lnTo>
                      <a:lnTo>
                        <a:pt x="4122" y="1074"/>
                      </a:lnTo>
                      <a:lnTo>
                        <a:pt x="4122" y="1080"/>
                      </a:lnTo>
                      <a:lnTo>
                        <a:pt x="4116" y="1086"/>
                      </a:lnTo>
                      <a:lnTo>
                        <a:pt x="4080" y="1098"/>
                      </a:lnTo>
                      <a:lnTo>
                        <a:pt x="4062" y="1098"/>
                      </a:lnTo>
                      <a:lnTo>
                        <a:pt x="3984" y="1110"/>
                      </a:lnTo>
                      <a:lnTo>
                        <a:pt x="3978" y="1128"/>
                      </a:lnTo>
                      <a:lnTo>
                        <a:pt x="3960" y="1110"/>
                      </a:lnTo>
                      <a:lnTo>
                        <a:pt x="3954" y="1110"/>
                      </a:lnTo>
                      <a:lnTo>
                        <a:pt x="3948" y="1104"/>
                      </a:lnTo>
                      <a:lnTo>
                        <a:pt x="3930" y="1104"/>
                      </a:lnTo>
                      <a:lnTo>
                        <a:pt x="3918" y="1098"/>
                      </a:lnTo>
                      <a:lnTo>
                        <a:pt x="3900" y="1098"/>
                      </a:lnTo>
                      <a:lnTo>
                        <a:pt x="3888" y="1104"/>
                      </a:lnTo>
                      <a:lnTo>
                        <a:pt x="3882" y="1110"/>
                      </a:lnTo>
                      <a:lnTo>
                        <a:pt x="3882" y="1122"/>
                      </a:lnTo>
                      <a:lnTo>
                        <a:pt x="3870" y="1122"/>
                      </a:lnTo>
                      <a:lnTo>
                        <a:pt x="3858" y="1128"/>
                      </a:lnTo>
                      <a:lnTo>
                        <a:pt x="3840" y="1134"/>
                      </a:lnTo>
                      <a:lnTo>
                        <a:pt x="3828" y="1140"/>
                      </a:lnTo>
                      <a:lnTo>
                        <a:pt x="3822" y="1146"/>
                      </a:lnTo>
                      <a:lnTo>
                        <a:pt x="3816" y="1158"/>
                      </a:lnTo>
                      <a:lnTo>
                        <a:pt x="3816" y="1170"/>
                      </a:lnTo>
                      <a:lnTo>
                        <a:pt x="3822" y="1182"/>
                      </a:lnTo>
                      <a:lnTo>
                        <a:pt x="3834" y="1188"/>
                      </a:lnTo>
                      <a:lnTo>
                        <a:pt x="3864" y="1188"/>
                      </a:lnTo>
                      <a:lnTo>
                        <a:pt x="3876" y="1182"/>
                      </a:lnTo>
                      <a:lnTo>
                        <a:pt x="3894" y="1182"/>
                      </a:lnTo>
                      <a:lnTo>
                        <a:pt x="3906" y="1176"/>
                      </a:lnTo>
                      <a:lnTo>
                        <a:pt x="3924" y="1170"/>
                      </a:lnTo>
                      <a:lnTo>
                        <a:pt x="3936" y="1164"/>
                      </a:lnTo>
                      <a:lnTo>
                        <a:pt x="3966" y="1164"/>
                      </a:lnTo>
                      <a:lnTo>
                        <a:pt x="3978" y="1176"/>
                      </a:lnTo>
                      <a:lnTo>
                        <a:pt x="3996" y="1176"/>
                      </a:lnTo>
                      <a:lnTo>
                        <a:pt x="4002" y="1170"/>
                      </a:lnTo>
                      <a:lnTo>
                        <a:pt x="4002" y="1152"/>
                      </a:lnTo>
                      <a:lnTo>
                        <a:pt x="4026" y="1128"/>
                      </a:lnTo>
                      <a:lnTo>
                        <a:pt x="4014" y="1140"/>
                      </a:lnTo>
                      <a:lnTo>
                        <a:pt x="4014" y="1146"/>
                      </a:lnTo>
                      <a:lnTo>
                        <a:pt x="4020" y="1152"/>
                      </a:lnTo>
                      <a:lnTo>
                        <a:pt x="4086" y="1152"/>
                      </a:lnTo>
                      <a:lnTo>
                        <a:pt x="4080" y="1158"/>
                      </a:lnTo>
                      <a:lnTo>
                        <a:pt x="4068" y="1164"/>
                      </a:lnTo>
                      <a:lnTo>
                        <a:pt x="4062" y="1170"/>
                      </a:lnTo>
                      <a:lnTo>
                        <a:pt x="4062" y="1176"/>
                      </a:lnTo>
                      <a:lnTo>
                        <a:pt x="4068" y="1182"/>
                      </a:lnTo>
                      <a:lnTo>
                        <a:pt x="4080" y="1182"/>
                      </a:lnTo>
                      <a:lnTo>
                        <a:pt x="4086" y="1188"/>
                      </a:lnTo>
                      <a:lnTo>
                        <a:pt x="4098" y="1188"/>
                      </a:lnTo>
                      <a:lnTo>
                        <a:pt x="4086" y="1200"/>
                      </a:lnTo>
                      <a:lnTo>
                        <a:pt x="4086" y="1206"/>
                      </a:lnTo>
                      <a:lnTo>
                        <a:pt x="4092" y="1212"/>
                      </a:lnTo>
                      <a:lnTo>
                        <a:pt x="4116" y="1224"/>
                      </a:lnTo>
                      <a:lnTo>
                        <a:pt x="4146" y="1224"/>
                      </a:lnTo>
                      <a:lnTo>
                        <a:pt x="4098" y="1242"/>
                      </a:lnTo>
                      <a:lnTo>
                        <a:pt x="4098" y="1248"/>
                      </a:lnTo>
                      <a:lnTo>
                        <a:pt x="4110" y="1260"/>
                      </a:lnTo>
                      <a:lnTo>
                        <a:pt x="4110" y="1266"/>
                      </a:lnTo>
                      <a:lnTo>
                        <a:pt x="4116" y="1272"/>
                      </a:lnTo>
                      <a:lnTo>
                        <a:pt x="4122" y="1266"/>
                      </a:lnTo>
                      <a:lnTo>
                        <a:pt x="4128" y="1266"/>
                      </a:lnTo>
                      <a:lnTo>
                        <a:pt x="4140" y="1260"/>
                      </a:lnTo>
                      <a:lnTo>
                        <a:pt x="4146" y="1272"/>
                      </a:lnTo>
                      <a:lnTo>
                        <a:pt x="4158" y="1284"/>
                      </a:lnTo>
                      <a:lnTo>
                        <a:pt x="4182" y="1284"/>
                      </a:lnTo>
                      <a:lnTo>
                        <a:pt x="4194" y="1290"/>
                      </a:lnTo>
                      <a:lnTo>
                        <a:pt x="4206" y="1290"/>
                      </a:lnTo>
                      <a:lnTo>
                        <a:pt x="4206" y="1308"/>
                      </a:lnTo>
                      <a:lnTo>
                        <a:pt x="4212" y="1314"/>
                      </a:lnTo>
                      <a:lnTo>
                        <a:pt x="4224" y="1320"/>
                      </a:lnTo>
                      <a:lnTo>
                        <a:pt x="4272" y="1320"/>
                      </a:lnTo>
                      <a:lnTo>
                        <a:pt x="4290" y="1326"/>
                      </a:lnTo>
                      <a:lnTo>
                        <a:pt x="4350" y="1356"/>
                      </a:lnTo>
                      <a:lnTo>
                        <a:pt x="4356" y="1362"/>
                      </a:lnTo>
                      <a:lnTo>
                        <a:pt x="4362" y="1362"/>
                      </a:lnTo>
                      <a:lnTo>
                        <a:pt x="4362" y="1356"/>
                      </a:lnTo>
                      <a:lnTo>
                        <a:pt x="4368" y="1350"/>
                      </a:lnTo>
                      <a:lnTo>
                        <a:pt x="4368" y="1320"/>
                      </a:lnTo>
                      <a:lnTo>
                        <a:pt x="4362" y="1308"/>
                      </a:lnTo>
                      <a:lnTo>
                        <a:pt x="4350" y="1296"/>
                      </a:lnTo>
                      <a:lnTo>
                        <a:pt x="4338" y="1290"/>
                      </a:lnTo>
                      <a:lnTo>
                        <a:pt x="4320" y="1272"/>
                      </a:lnTo>
                      <a:lnTo>
                        <a:pt x="4314" y="1272"/>
                      </a:lnTo>
                      <a:lnTo>
                        <a:pt x="4308" y="1260"/>
                      </a:lnTo>
                      <a:lnTo>
                        <a:pt x="4302" y="1254"/>
                      </a:lnTo>
                      <a:lnTo>
                        <a:pt x="4290" y="1230"/>
                      </a:lnTo>
                      <a:lnTo>
                        <a:pt x="4290" y="1224"/>
                      </a:lnTo>
                      <a:lnTo>
                        <a:pt x="4308" y="1224"/>
                      </a:lnTo>
                      <a:lnTo>
                        <a:pt x="4314" y="1230"/>
                      </a:lnTo>
                      <a:lnTo>
                        <a:pt x="4326" y="1236"/>
                      </a:lnTo>
                      <a:lnTo>
                        <a:pt x="4332" y="1242"/>
                      </a:lnTo>
                      <a:lnTo>
                        <a:pt x="4332" y="1212"/>
                      </a:lnTo>
                      <a:lnTo>
                        <a:pt x="4332" y="1218"/>
                      </a:lnTo>
                      <a:lnTo>
                        <a:pt x="4344" y="1230"/>
                      </a:lnTo>
                      <a:lnTo>
                        <a:pt x="4350" y="1242"/>
                      </a:lnTo>
                      <a:lnTo>
                        <a:pt x="4362" y="1254"/>
                      </a:lnTo>
                      <a:lnTo>
                        <a:pt x="4374" y="1254"/>
                      </a:lnTo>
                      <a:lnTo>
                        <a:pt x="4386" y="1248"/>
                      </a:lnTo>
                      <a:lnTo>
                        <a:pt x="4398" y="1248"/>
                      </a:lnTo>
                      <a:lnTo>
                        <a:pt x="4398" y="1272"/>
                      </a:lnTo>
                      <a:lnTo>
                        <a:pt x="4404" y="1278"/>
                      </a:lnTo>
                      <a:lnTo>
                        <a:pt x="4416" y="1278"/>
                      </a:lnTo>
                      <a:lnTo>
                        <a:pt x="4428" y="1290"/>
                      </a:lnTo>
                      <a:lnTo>
                        <a:pt x="4452" y="1272"/>
                      </a:lnTo>
                      <a:lnTo>
                        <a:pt x="4464" y="1284"/>
                      </a:lnTo>
                      <a:lnTo>
                        <a:pt x="4470" y="1284"/>
                      </a:lnTo>
                      <a:lnTo>
                        <a:pt x="4476" y="1278"/>
                      </a:lnTo>
                      <a:lnTo>
                        <a:pt x="4476" y="1260"/>
                      </a:lnTo>
                      <a:lnTo>
                        <a:pt x="4470" y="1254"/>
                      </a:lnTo>
                      <a:lnTo>
                        <a:pt x="4488" y="1212"/>
                      </a:lnTo>
                      <a:lnTo>
                        <a:pt x="4488" y="1236"/>
                      </a:lnTo>
                      <a:lnTo>
                        <a:pt x="4500" y="1248"/>
                      </a:lnTo>
                      <a:lnTo>
                        <a:pt x="4512" y="1236"/>
                      </a:lnTo>
                      <a:lnTo>
                        <a:pt x="4518" y="1218"/>
                      </a:lnTo>
                      <a:lnTo>
                        <a:pt x="4518" y="1206"/>
                      </a:lnTo>
                      <a:lnTo>
                        <a:pt x="4494" y="1182"/>
                      </a:lnTo>
                      <a:lnTo>
                        <a:pt x="4518" y="1176"/>
                      </a:lnTo>
                      <a:lnTo>
                        <a:pt x="4500" y="1164"/>
                      </a:lnTo>
                      <a:lnTo>
                        <a:pt x="4500" y="1146"/>
                      </a:lnTo>
                      <a:lnTo>
                        <a:pt x="4470" y="1146"/>
                      </a:lnTo>
                      <a:lnTo>
                        <a:pt x="4470" y="1134"/>
                      </a:lnTo>
                      <a:lnTo>
                        <a:pt x="4446" y="1134"/>
                      </a:lnTo>
                      <a:lnTo>
                        <a:pt x="4446" y="1080"/>
                      </a:lnTo>
                      <a:lnTo>
                        <a:pt x="4416" y="1086"/>
                      </a:lnTo>
                      <a:lnTo>
                        <a:pt x="4410" y="1080"/>
                      </a:lnTo>
                      <a:lnTo>
                        <a:pt x="4410" y="1056"/>
                      </a:lnTo>
                      <a:lnTo>
                        <a:pt x="4416" y="1050"/>
                      </a:lnTo>
                      <a:lnTo>
                        <a:pt x="4428" y="1050"/>
                      </a:lnTo>
                      <a:lnTo>
                        <a:pt x="4434" y="1056"/>
                      </a:lnTo>
                      <a:lnTo>
                        <a:pt x="4446" y="1062"/>
                      </a:lnTo>
                      <a:lnTo>
                        <a:pt x="4452" y="1068"/>
                      </a:lnTo>
                      <a:lnTo>
                        <a:pt x="4458" y="1068"/>
                      </a:lnTo>
                      <a:lnTo>
                        <a:pt x="4464" y="1062"/>
                      </a:lnTo>
                      <a:lnTo>
                        <a:pt x="4464" y="1026"/>
                      </a:lnTo>
                      <a:lnTo>
                        <a:pt x="4488" y="1032"/>
                      </a:lnTo>
                      <a:lnTo>
                        <a:pt x="4524" y="1014"/>
                      </a:lnTo>
                      <a:lnTo>
                        <a:pt x="4524" y="1026"/>
                      </a:lnTo>
                      <a:lnTo>
                        <a:pt x="4530" y="1038"/>
                      </a:lnTo>
                      <a:lnTo>
                        <a:pt x="4530" y="1044"/>
                      </a:lnTo>
                      <a:lnTo>
                        <a:pt x="4536" y="1050"/>
                      </a:lnTo>
                      <a:lnTo>
                        <a:pt x="4548" y="1044"/>
                      </a:lnTo>
                      <a:lnTo>
                        <a:pt x="4566" y="1044"/>
                      </a:lnTo>
                      <a:lnTo>
                        <a:pt x="4554" y="1062"/>
                      </a:lnTo>
                      <a:lnTo>
                        <a:pt x="4578" y="1062"/>
                      </a:lnTo>
                      <a:lnTo>
                        <a:pt x="4566" y="1092"/>
                      </a:lnTo>
                      <a:lnTo>
                        <a:pt x="4566" y="1098"/>
                      </a:lnTo>
                      <a:lnTo>
                        <a:pt x="4584" y="1116"/>
                      </a:lnTo>
                      <a:lnTo>
                        <a:pt x="4590" y="1128"/>
                      </a:lnTo>
                      <a:lnTo>
                        <a:pt x="4614" y="1140"/>
                      </a:lnTo>
                      <a:lnTo>
                        <a:pt x="4626" y="1134"/>
                      </a:lnTo>
                      <a:lnTo>
                        <a:pt x="4638" y="1122"/>
                      </a:lnTo>
                      <a:lnTo>
                        <a:pt x="4656" y="1086"/>
                      </a:lnTo>
                      <a:lnTo>
                        <a:pt x="4656" y="1080"/>
                      </a:lnTo>
                      <a:lnTo>
                        <a:pt x="4662" y="1068"/>
                      </a:lnTo>
                      <a:lnTo>
                        <a:pt x="4668" y="1074"/>
                      </a:lnTo>
                      <a:lnTo>
                        <a:pt x="4680" y="1080"/>
                      </a:lnTo>
                      <a:lnTo>
                        <a:pt x="4692" y="1080"/>
                      </a:lnTo>
                      <a:lnTo>
                        <a:pt x="4698" y="1086"/>
                      </a:lnTo>
                      <a:lnTo>
                        <a:pt x="4710" y="1080"/>
                      </a:lnTo>
                      <a:lnTo>
                        <a:pt x="4722" y="1068"/>
                      </a:lnTo>
                      <a:lnTo>
                        <a:pt x="4728" y="1056"/>
                      </a:lnTo>
                      <a:lnTo>
                        <a:pt x="4728" y="1038"/>
                      </a:lnTo>
                      <a:lnTo>
                        <a:pt x="4794" y="1038"/>
                      </a:lnTo>
                      <a:lnTo>
                        <a:pt x="4806" y="1026"/>
                      </a:lnTo>
                      <a:lnTo>
                        <a:pt x="4812" y="1014"/>
                      </a:lnTo>
                      <a:lnTo>
                        <a:pt x="4800" y="1002"/>
                      </a:lnTo>
                      <a:lnTo>
                        <a:pt x="4788" y="996"/>
                      </a:lnTo>
                      <a:lnTo>
                        <a:pt x="4758" y="996"/>
                      </a:lnTo>
                      <a:close/>
                      <a:moveTo>
                        <a:pt x="4476" y="1308"/>
                      </a:moveTo>
                      <a:lnTo>
                        <a:pt x="4446" y="1308"/>
                      </a:lnTo>
                      <a:lnTo>
                        <a:pt x="4440" y="1326"/>
                      </a:lnTo>
                      <a:lnTo>
                        <a:pt x="4476" y="1320"/>
                      </a:lnTo>
                      <a:lnTo>
                        <a:pt x="4476" y="1308"/>
                      </a:lnTo>
                      <a:close/>
                      <a:moveTo>
                        <a:pt x="4140" y="1290"/>
                      </a:moveTo>
                      <a:lnTo>
                        <a:pt x="4134" y="1290"/>
                      </a:lnTo>
                      <a:lnTo>
                        <a:pt x="4128" y="1296"/>
                      </a:lnTo>
                      <a:lnTo>
                        <a:pt x="4128" y="1308"/>
                      </a:lnTo>
                      <a:lnTo>
                        <a:pt x="4134" y="1314"/>
                      </a:lnTo>
                      <a:lnTo>
                        <a:pt x="4158" y="1314"/>
                      </a:lnTo>
                      <a:lnTo>
                        <a:pt x="4164" y="1308"/>
                      </a:lnTo>
                      <a:lnTo>
                        <a:pt x="4164" y="1296"/>
                      </a:lnTo>
                      <a:lnTo>
                        <a:pt x="4158" y="1290"/>
                      </a:lnTo>
                      <a:lnTo>
                        <a:pt x="4140" y="1290"/>
                      </a:lnTo>
                      <a:close/>
                      <a:moveTo>
                        <a:pt x="3834" y="1242"/>
                      </a:moveTo>
                      <a:lnTo>
                        <a:pt x="3840" y="1236"/>
                      </a:lnTo>
                      <a:lnTo>
                        <a:pt x="3834" y="1230"/>
                      </a:lnTo>
                      <a:lnTo>
                        <a:pt x="3828" y="1230"/>
                      </a:lnTo>
                      <a:lnTo>
                        <a:pt x="3822" y="1224"/>
                      </a:lnTo>
                      <a:lnTo>
                        <a:pt x="3810" y="1224"/>
                      </a:lnTo>
                      <a:lnTo>
                        <a:pt x="3810" y="1236"/>
                      </a:lnTo>
                      <a:lnTo>
                        <a:pt x="3816" y="1242"/>
                      </a:lnTo>
                      <a:lnTo>
                        <a:pt x="3816" y="1248"/>
                      </a:lnTo>
                      <a:lnTo>
                        <a:pt x="3828" y="1248"/>
                      </a:lnTo>
                      <a:lnTo>
                        <a:pt x="3834" y="1242"/>
                      </a:lnTo>
                      <a:close/>
                      <a:moveTo>
                        <a:pt x="4206" y="1452"/>
                      </a:moveTo>
                      <a:lnTo>
                        <a:pt x="4170" y="1452"/>
                      </a:lnTo>
                      <a:lnTo>
                        <a:pt x="4206" y="1476"/>
                      </a:lnTo>
                      <a:lnTo>
                        <a:pt x="4218" y="1470"/>
                      </a:lnTo>
                      <a:lnTo>
                        <a:pt x="4218" y="1458"/>
                      </a:lnTo>
                      <a:lnTo>
                        <a:pt x="4212" y="1458"/>
                      </a:lnTo>
                      <a:lnTo>
                        <a:pt x="4206" y="1452"/>
                      </a:lnTo>
                      <a:close/>
                      <a:moveTo>
                        <a:pt x="4170" y="870"/>
                      </a:moveTo>
                      <a:lnTo>
                        <a:pt x="4152" y="870"/>
                      </a:lnTo>
                      <a:lnTo>
                        <a:pt x="4152" y="876"/>
                      </a:lnTo>
                      <a:lnTo>
                        <a:pt x="4158" y="882"/>
                      </a:lnTo>
                      <a:lnTo>
                        <a:pt x="4164" y="882"/>
                      </a:lnTo>
                      <a:lnTo>
                        <a:pt x="4170" y="888"/>
                      </a:lnTo>
                      <a:lnTo>
                        <a:pt x="4182" y="882"/>
                      </a:lnTo>
                      <a:lnTo>
                        <a:pt x="4188" y="882"/>
                      </a:lnTo>
                      <a:lnTo>
                        <a:pt x="4194" y="876"/>
                      </a:lnTo>
                      <a:lnTo>
                        <a:pt x="4188" y="870"/>
                      </a:lnTo>
                      <a:lnTo>
                        <a:pt x="4170" y="870"/>
                      </a:lnTo>
                      <a:close/>
                      <a:moveTo>
                        <a:pt x="4170" y="936"/>
                      </a:moveTo>
                      <a:lnTo>
                        <a:pt x="4236" y="936"/>
                      </a:lnTo>
                      <a:lnTo>
                        <a:pt x="4236" y="918"/>
                      </a:lnTo>
                      <a:lnTo>
                        <a:pt x="4188" y="918"/>
                      </a:lnTo>
                      <a:lnTo>
                        <a:pt x="4170" y="936"/>
                      </a:lnTo>
                      <a:close/>
                      <a:moveTo>
                        <a:pt x="5574" y="36"/>
                      </a:moveTo>
                      <a:lnTo>
                        <a:pt x="5490" y="36"/>
                      </a:lnTo>
                      <a:lnTo>
                        <a:pt x="5496" y="24"/>
                      </a:lnTo>
                      <a:lnTo>
                        <a:pt x="5490" y="24"/>
                      </a:lnTo>
                      <a:lnTo>
                        <a:pt x="5484" y="18"/>
                      </a:lnTo>
                      <a:lnTo>
                        <a:pt x="5448" y="18"/>
                      </a:lnTo>
                      <a:lnTo>
                        <a:pt x="5430" y="12"/>
                      </a:lnTo>
                      <a:lnTo>
                        <a:pt x="5400" y="12"/>
                      </a:lnTo>
                      <a:lnTo>
                        <a:pt x="5364" y="18"/>
                      </a:lnTo>
                      <a:lnTo>
                        <a:pt x="5334" y="30"/>
                      </a:lnTo>
                      <a:lnTo>
                        <a:pt x="5304" y="36"/>
                      </a:lnTo>
                      <a:lnTo>
                        <a:pt x="5292" y="36"/>
                      </a:lnTo>
                      <a:lnTo>
                        <a:pt x="5346" y="12"/>
                      </a:lnTo>
                      <a:lnTo>
                        <a:pt x="5274" y="18"/>
                      </a:lnTo>
                      <a:lnTo>
                        <a:pt x="5268" y="18"/>
                      </a:lnTo>
                      <a:lnTo>
                        <a:pt x="5262" y="12"/>
                      </a:lnTo>
                      <a:lnTo>
                        <a:pt x="5250" y="12"/>
                      </a:lnTo>
                      <a:lnTo>
                        <a:pt x="5226" y="0"/>
                      </a:lnTo>
                      <a:lnTo>
                        <a:pt x="5196" y="0"/>
                      </a:lnTo>
                      <a:lnTo>
                        <a:pt x="5190" y="6"/>
                      </a:lnTo>
                      <a:lnTo>
                        <a:pt x="5184" y="18"/>
                      </a:lnTo>
                      <a:lnTo>
                        <a:pt x="5178" y="18"/>
                      </a:lnTo>
                      <a:lnTo>
                        <a:pt x="5172" y="12"/>
                      </a:lnTo>
                      <a:lnTo>
                        <a:pt x="5160" y="6"/>
                      </a:lnTo>
                      <a:lnTo>
                        <a:pt x="5148" y="6"/>
                      </a:lnTo>
                      <a:lnTo>
                        <a:pt x="5136" y="0"/>
                      </a:lnTo>
                      <a:lnTo>
                        <a:pt x="5124" y="0"/>
                      </a:lnTo>
                      <a:lnTo>
                        <a:pt x="5112" y="6"/>
                      </a:lnTo>
                      <a:lnTo>
                        <a:pt x="5106" y="12"/>
                      </a:lnTo>
                      <a:lnTo>
                        <a:pt x="5094" y="18"/>
                      </a:lnTo>
                      <a:lnTo>
                        <a:pt x="5088" y="24"/>
                      </a:lnTo>
                      <a:lnTo>
                        <a:pt x="5046" y="12"/>
                      </a:lnTo>
                      <a:lnTo>
                        <a:pt x="4938" y="6"/>
                      </a:lnTo>
                      <a:lnTo>
                        <a:pt x="4968" y="36"/>
                      </a:lnTo>
                      <a:lnTo>
                        <a:pt x="4902" y="12"/>
                      </a:lnTo>
                      <a:lnTo>
                        <a:pt x="4842" y="24"/>
                      </a:lnTo>
                      <a:lnTo>
                        <a:pt x="4830" y="24"/>
                      </a:lnTo>
                      <a:lnTo>
                        <a:pt x="4812" y="18"/>
                      </a:lnTo>
                      <a:lnTo>
                        <a:pt x="4746" y="18"/>
                      </a:lnTo>
                      <a:lnTo>
                        <a:pt x="4710" y="24"/>
                      </a:lnTo>
                      <a:lnTo>
                        <a:pt x="4686" y="36"/>
                      </a:lnTo>
                      <a:lnTo>
                        <a:pt x="4674" y="36"/>
                      </a:lnTo>
                      <a:lnTo>
                        <a:pt x="4764" y="60"/>
                      </a:lnTo>
                      <a:lnTo>
                        <a:pt x="4674" y="48"/>
                      </a:lnTo>
                      <a:lnTo>
                        <a:pt x="4662" y="48"/>
                      </a:lnTo>
                      <a:lnTo>
                        <a:pt x="4590" y="36"/>
                      </a:lnTo>
                      <a:lnTo>
                        <a:pt x="4542" y="36"/>
                      </a:lnTo>
                      <a:lnTo>
                        <a:pt x="4530" y="48"/>
                      </a:lnTo>
                      <a:lnTo>
                        <a:pt x="4530" y="60"/>
                      </a:lnTo>
                      <a:lnTo>
                        <a:pt x="4512" y="60"/>
                      </a:lnTo>
                      <a:lnTo>
                        <a:pt x="4482" y="54"/>
                      </a:lnTo>
                      <a:lnTo>
                        <a:pt x="4392" y="54"/>
                      </a:lnTo>
                      <a:lnTo>
                        <a:pt x="4350" y="60"/>
                      </a:lnTo>
                      <a:lnTo>
                        <a:pt x="4302" y="66"/>
                      </a:lnTo>
                      <a:lnTo>
                        <a:pt x="4260" y="66"/>
                      </a:lnTo>
                      <a:lnTo>
                        <a:pt x="4242" y="72"/>
                      </a:lnTo>
                      <a:lnTo>
                        <a:pt x="4260" y="72"/>
                      </a:lnTo>
                      <a:lnTo>
                        <a:pt x="4266" y="78"/>
                      </a:lnTo>
                      <a:lnTo>
                        <a:pt x="4278" y="78"/>
                      </a:lnTo>
                      <a:lnTo>
                        <a:pt x="4362" y="84"/>
                      </a:lnTo>
                      <a:lnTo>
                        <a:pt x="4278" y="96"/>
                      </a:lnTo>
                      <a:lnTo>
                        <a:pt x="4284" y="96"/>
                      </a:lnTo>
                      <a:lnTo>
                        <a:pt x="4290" y="102"/>
                      </a:lnTo>
                      <a:lnTo>
                        <a:pt x="4314" y="114"/>
                      </a:lnTo>
                      <a:lnTo>
                        <a:pt x="4338" y="114"/>
                      </a:lnTo>
                      <a:lnTo>
                        <a:pt x="4356" y="108"/>
                      </a:lnTo>
                      <a:lnTo>
                        <a:pt x="4392" y="108"/>
                      </a:lnTo>
                      <a:lnTo>
                        <a:pt x="4398" y="102"/>
                      </a:lnTo>
                      <a:lnTo>
                        <a:pt x="4410" y="102"/>
                      </a:lnTo>
                      <a:lnTo>
                        <a:pt x="4416" y="96"/>
                      </a:lnTo>
                      <a:lnTo>
                        <a:pt x="4440" y="96"/>
                      </a:lnTo>
                      <a:lnTo>
                        <a:pt x="4458" y="90"/>
                      </a:lnTo>
                      <a:lnTo>
                        <a:pt x="4500" y="90"/>
                      </a:lnTo>
                      <a:lnTo>
                        <a:pt x="4518" y="96"/>
                      </a:lnTo>
                      <a:lnTo>
                        <a:pt x="4536" y="96"/>
                      </a:lnTo>
                      <a:lnTo>
                        <a:pt x="4548" y="102"/>
                      </a:lnTo>
                      <a:lnTo>
                        <a:pt x="4560" y="102"/>
                      </a:lnTo>
                      <a:lnTo>
                        <a:pt x="4494" y="102"/>
                      </a:lnTo>
                      <a:lnTo>
                        <a:pt x="4482" y="108"/>
                      </a:lnTo>
                      <a:lnTo>
                        <a:pt x="4458" y="108"/>
                      </a:lnTo>
                      <a:lnTo>
                        <a:pt x="4446" y="114"/>
                      </a:lnTo>
                      <a:lnTo>
                        <a:pt x="4434" y="114"/>
                      </a:lnTo>
                      <a:lnTo>
                        <a:pt x="4422" y="120"/>
                      </a:lnTo>
                      <a:lnTo>
                        <a:pt x="4410" y="120"/>
                      </a:lnTo>
                      <a:lnTo>
                        <a:pt x="4404" y="126"/>
                      </a:lnTo>
                      <a:lnTo>
                        <a:pt x="4398" y="126"/>
                      </a:lnTo>
                      <a:lnTo>
                        <a:pt x="4434" y="126"/>
                      </a:lnTo>
                      <a:lnTo>
                        <a:pt x="4452" y="132"/>
                      </a:lnTo>
                      <a:lnTo>
                        <a:pt x="4488" y="132"/>
                      </a:lnTo>
                      <a:lnTo>
                        <a:pt x="4500" y="126"/>
                      </a:lnTo>
                      <a:lnTo>
                        <a:pt x="4506" y="126"/>
                      </a:lnTo>
                      <a:lnTo>
                        <a:pt x="4512" y="120"/>
                      </a:lnTo>
                      <a:lnTo>
                        <a:pt x="4638" y="120"/>
                      </a:lnTo>
                      <a:lnTo>
                        <a:pt x="4656" y="114"/>
                      </a:lnTo>
                      <a:lnTo>
                        <a:pt x="4680" y="114"/>
                      </a:lnTo>
                      <a:lnTo>
                        <a:pt x="4698" y="108"/>
                      </a:lnTo>
                      <a:lnTo>
                        <a:pt x="4710" y="108"/>
                      </a:lnTo>
                      <a:lnTo>
                        <a:pt x="4722" y="96"/>
                      </a:lnTo>
                      <a:lnTo>
                        <a:pt x="4734" y="96"/>
                      </a:lnTo>
                      <a:lnTo>
                        <a:pt x="4752" y="90"/>
                      </a:lnTo>
                      <a:lnTo>
                        <a:pt x="4770" y="90"/>
                      </a:lnTo>
                      <a:lnTo>
                        <a:pt x="4782" y="84"/>
                      </a:lnTo>
                      <a:lnTo>
                        <a:pt x="4830" y="84"/>
                      </a:lnTo>
                      <a:lnTo>
                        <a:pt x="4746" y="114"/>
                      </a:lnTo>
                      <a:lnTo>
                        <a:pt x="4782" y="114"/>
                      </a:lnTo>
                      <a:lnTo>
                        <a:pt x="4734" y="126"/>
                      </a:lnTo>
                      <a:lnTo>
                        <a:pt x="4716" y="126"/>
                      </a:lnTo>
                      <a:lnTo>
                        <a:pt x="4674" y="132"/>
                      </a:lnTo>
                      <a:lnTo>
                        <a:pt x="4620" y="132"/>
                      </a:lnTo>
                      <a:lnTo>
                        <a:pt x="4566" y="138"/>
                      </a:lnTo>
                      <a:lnTo>
                        <a:pt x="4536" y="138"/>
                      </a:lnTo>
                      <a:lnTo>
                        <a:pt x="4524" y="150"/>
                      </a:lnTo>
                      <a:lnTo>
                        <a:pt x="4524" y="156"/>
                      </a:lnTo>
                      <a:lnTo>
                        <a:pt x="4602" y="174"/>
                      </a:lnTo>
                      <a:lnTo>
                        <a:pt x="4596" y="174"/>
                      </a:lnTo>
                      <a:lnTo>
                        <a:pt x="4590" y="180"/>
                      </a:lnTo>
                      <a:lnTo>
                        <a:pt x="4578" y="180"/>
                      </a:lnTo>
                      <a:lnTo>
                        <a:pt x="4566" y="186"/>
                      </a:lnTo>
                      <a:lnTo>
                        <a:pt x="4542" y="186"/>
                      </a:lnTo>
                      <a:lnTo>
                        <a:pt x="4518" y="174"/>
                      </a:lnTo>
                      <a:lnTo>
                        <a:pt x="4500" y="162"/>
                      </a:lnTo>
                      <a:lnTo>
                        <a:pt x="4476" y="150"/>
                      </a:lnTo>
                      <a:lnTo>
                        <a:pt x="4470" y="144"/>
                      </a:lnTo>
                      <a:lnTo>
                        <a:pt x="4356" y="144"/>
                      </a:lnTo>
                      <a:lnTo>
                        <a:pt x="4350" y="150"/>
                      </a:lnTo>
                      <a:lnTo>
                        <a:pt x="4344" y="162"/>
                      </a:lnTo>
                      <a:lnTo>
                        <a:pt x="4338" y="168"/>
                      </a:lnTo>
                      <a:lnTo>
                        <a:pt x="4368" y="186"/>
                      </a:lnTo>
                      <a:lnTo>
                        <a:pt x="4386" y="204"/>
                      </a:lnTo>
                      <a:lnTo>
                        <a:pt x="4410" y="216"/>
                      </a:lnTo>
                      <a:lnTo>
                        <a:pt x="4458" y="216"/>
                      </a:lnTo>
                      <a:lnTo>
                        <a:pt x="4476" y="210"/>
                      </a:lnTo>
                      <a:lnTo>
                        <a:pt x="4488" y="210"/>
                      </a:lnTo>
                      <a:lnTo>
                        <a:pt x="4476" y="216"/>
                      </a:lnTo>
                      <a:lnTo>
                        <a:pt x="4470" y="228"/>
                      </a:lnTo>
                      <a:lnTo>
                        <a:pt x="4398" y="228"/>
                      </a:lnTo>
                      <a:lnTo>
                        <a:pt x="4380" y="222"/>
                      </a:lnTo>
                      <a:lnTo>
                        <a:pt x="4350" y="222"/>
                      </a:lnTo>
                      <a:lnTo>
                        <a:pt x="4314" y="228"/>
                      </a:lnTo>
                      <a:lnTo>
                        <a:pt x="4272" y="234"/>
                      </a:lnTo>
                      <a:lnTo>
                        <a:pt x="4230" y="234"/>
                      </a:lnTo>
                      <a:lnTo>
                        <a:pt x="4218" y="240"/>
                      </a:lnTo>
                      <a:lnTo>
                        <a:pt x="4200" y="246"/>
                      </a:lnTo>
                      <a:lnTo>
                        <a:pt x="4188" y="258"/>
                      </a:lnTo>
                      <a:lnTo>
                        <a:pt x="4176" y="264"/>
                      </a:lnTo>
                      <a:lnTo>
                        <a:pt x="4170" y="270"/>
                      </a:lnTo>
                      <a:lnTo>
                        <a:pt x="4164" y="270"/>
                      </a:lnTo>
                      <a:lnTo>
                        <a:pt x="4236" y="258"/>
                      </a:lnTo>
                      <a:lnTo>
                        <a:pt x="4236" y="276"/>
                      </a:lnTo>
                      <a:lnTo>
                        <a:pt x="4296" y="258"/>
                      </a:lnTo>
                      <a:lnTo>
                        <a:pt x="4224" y="288"/>
                      </a:lnTo>
                      <a:lnTo>
                        <a:pt x="4230" y="288"/>
                      </a:lnTo>
                      <a:lnTo>
                        <a:pt x="4236" y="294"/>
                      </a:lnTo>
                      <a:lnTo>
                        <a:pt x="4248" y="300"/>
                      </a:lnTo>
                      <a:lnTo>
                        <a:pt x="4278" y="300"/>
                      </a:lnTo>
                      <a:lnTo>
                        <a:pt x="4314" y="288"/>
                      </a:lnTo>
                      <a:lnTo>
                        <a:pt x="4326" y="288"/>
                      </a:lnTo>
                      <a:lnTo>
                        <a:pt x="4344" y="282"/>
                      </a:lnTo>
                      <a:lnTo>
                        <a:pt x="4350" y="276"/>
                      </a:lnTo>
                      <a:lnTo>
                        <a:pt x="4356" y="276"/>
                      </a:lnTo>
                      <a:lnTo>
                        <a:pt x="4254" y="312"/>
                      </a:lnTo>
                      <a:lnTo>
                        <a:pt x="4188" y="312"/>
                      </a:lnTo>
                      <a:lnTo>
                        <a:pt x="4176" y="288"/>
                      </a:lnTo>
                      <a:lnTo>
                        <a:pt x="4164" y="288"/>
                      </a:lnTo>
                      <a:lnTo>
                        <a:pt x="4146" y="282"/>
                      </a:lnTo>
                      <a:lnTo>
                        <a:pt x="4110" y="282"/>
                      </a:lnTo>
                      <a:lnTo>
                        <a:pt x="4104" y="288"/>
                      </a:lnTo>
                      <a:lnTo>
                        <a:pt x="4104" y="300"/>
                      </a:lnTo>
                      <a:lnTo>
                        <a:pt x="4110" y="312"/>
                      </a:lnTo>
                      <a:lnTo>
                        <a:pt x="4110" y="318"/>
                      </a:lnTo>
                      <a:lnTo>
                        <a:pt x="4116" y="324"/>
                      </a:lnTo>
                      <a:lnTo>
                        <a:pt x="4092" y="324"/>
                      </a:lnTo>
                      <a:lnTo>
                        <a:pt x="4074" y="330"/>
                      </a:lnTo>
                      <a:lnTo>
                        <a:pt x="4032" y="330"/>
                      </a:lnTo>
                      <a:lnTo>
                        <a:pt x="4020" y="336"/>
                      </a:lnTo>
                      <a:lnTo>
                        <a:pt x="4002" y="342"/>
                      </a:lnTo>
                      <a:lnTo>
                        <a:pt x="3990" y="348"/>
                      </a:lnTo>
                      <a:lnTo>
                        <a:pt x="3972" y="354"/>
                      </a:lnTo>
                      <a:lnTo>
                        <a:pt x="3936" y="354"/>
                      </a:lnTo>
                      <a:lnTo>
                        <a:pt x="3924" y="360"/>
                      </a:lnTo>
                      <a:lnTo>
                        <a:pt x="3918" y="360"/>
                      </a:lnTo>
                      <a:lnTo>
                        <a:pt x="3924" y="360"/>
                      </a:lnTo>
                      <a:lnTo>
                        <a:pt x="3936" y="366"/>
                      </a:lnTo>
                      <a:lnTo>
                        <a:pt x="3978" y="366"/>
                      </a:lnTo>
                      <a:lnTo>
                        <a:pt x="3990" y="360"/>
                      </a:lnTo>
                      <a:lnTo>
                        <a:pt x="3996" y="354"/>
                      </a:lnTo>
                      <a:lnTo>
                        <a:pt x="3984" y="372"/>
                      </a:lnTo>
                      <a:lnTo>
                        <a:pt x="4020" y="366"/>
                      </a:lnTo>
                      <a:lnTo>
                        <a:pt x="4044" y="354"/>
                      </a:lnTo>
                      <a:lnTo>
                        <a:pt x="4044" y="372"/>
                      </a:lnTo>
                      <a:lnTo>
                        <a:pt x="4074" y="366"/>
                      </a:lnTo>
                      <a:lnTo>
                        <a:pt x="4098" y="366"/>
                      </a:lnTo>
                      <a:lnTo>
                        <a:pt x="4098" y="372"/>
                      </a:lnTo>
                      <a:lnTo>
                        <a:pt x="4104" y="378"/>
                      </a:lnTo>
                      <a:lnTo>
                        <a:pt x="4122" y="378"/>
                      </a:lnTo>
                      <a:lnTo>
                        <a:pt x="4146" y="366"/>
                      </a:lnTo>
                      <a:lnTo>
                        <a:pt x="4152" y="366"/>
                      </a:lnTo>
                      <a:lnTo>
                        <a:pt x="4164" y="360"/>
                      </a:lnTo>
                      <a:lnTo>
                        <a:pt x="4170" y="372"/>
                      </a:lnTo>
                      <a:lnTo>
                        <a:pt x="4200" y="354"/>
                      </a:lnTo>
                      <a:lnTo>
                        <a:pt x="4206" y="360"/>
                      </a:lnTo>
                      <a:lnTo>
                        <a:pt x="4212" y="372"/>
                      </a:lnTo>
                      <a:lnTo>
                        <a:pt x="4224" y="372"/>
                      </a:lnTo>
                      <a:lnTo>
                        <a:pt x="4236" y="366"/>
                      </a:lnTo>
                      <a:lnTo>
                        <a:pt x="4242" y="360"/>
                      </a:lnTo>
                      <a:lnTo>
                        <a:pt x="4248" y="360"/>
                      </a:lnTo>
                      <a:lnTo>
                        <a:pt x="4254" y="366"/>
                      </a:lnTo>
                      <a:lnTo>
                        <a:pt x="4266" y="372"/>
                      </a:lnTo>
                      <a:lnTo>
                        <a:pt x="4284" y="372"/>
                      </a:lnTo>
                      <a:lnTo>
                        <a:pt x="4290" y="366"/>
                      </a:lnTo>
                      <a:lnTo>
                        <a:pt x="4290" y="360"/>
                      </a:lnTo>
                      <a:lnTo>
                        <a:pt x="4284" y="354"/>
                      </a:lnTo>
                      <a:lnTo>
                        <a:pt x="4338" y="372"/>
                      </a:lnTo>
                      <a:lnTo>
                        <a:pt x="4344" y="378"/>
                      </a:lnTo>
                      <a:lnTo>
                        <a:pt x="4350" y="390"/>
                      </a:lnTo>
                      <a:lnTo>
                        <a:pt x="4374" y="390"/>
                      </a:lnTo>
                      <a:lnTo>
                        <a:pt x="4410" y="378"/>
                      </a:lnTo>
                      <a:lnTo>
                        <a:pt x="4440" y="372"/>
                      </a:lnTo>
                      <a:lnTo>
                        <a:pt x="4476" y="372"/>
                      </a:lnTo>
                      <a:lnTo>
                        <a:pt x="4494" y="366"/>
                      </a:lnTo>
                      <a:lnTo>
                        <a:pt x="4506" y="360"/>
                      </a:lnTo>
                      <a:lnTo>
                        <a:pt x="4524" y="342"/>
                      </a:lnTo>
                      <a:lnTo>
                        <a:pt x="4464" y="342"/>
                      </a:lnTo>
                      <a:lnTo>
                        <a:pt x="4470" y="336"/>
                      </a:lnTo>
                      <a:lnTo>
                        <a:pt x="4470" y="330"/>
                      </a:lnTo>
                      <a:lnTo>
                        <a:pt x="4416" y="330"/>
                      </a:lnTo>
                      <a:lnTo>
                        <a:pt x="4362" y="318"/>
                      </a:lnTo>
                      <a:lnTo>
                        <a:pt x="4380" y="300"/>
                      </a:lnTo>
                      <a:lnTo>
                        <a:pt x="4440" y="318"/>
                      </a:lnTo>
                      <a:lnTo>
                        <a:pt x="4452" y="318"/>
                      </a:lnTo>
                      <a:lnTo>
                        <a:pt x="4488" y="312"/>
                      </a:lnTo>
                      <a:lnTo>
                        <a:pt x="4566" y="312"/>
                      </a:lnTo>
                      <a:lnTo>
                        <a:pt x="4578" y="300"/>
                      </a:lnTo>
                      <a:lnTo>
                        <a:pt x="4578" y="288"/>
                      </a:lnTo>
                      <a:lnTo>
                        <a:pt x="4584" y="288"/>
                      </a:lnTo>
                      <a:lnTo>
                        <a:pt x="4590" y="282"/>
                      </a:lnTo>
                      <a:lnTo>
                        <a:pt x="4608" y="282"/>
                      </a:lnTo>
                      <a:lnTo>
                        <a:pt x="4626" y="276"/>
                      </a:lnTo>
                      <a:lnTo>
                        <a:pt x="4662" y="276"/>
                      </a:lnTo>
                      <a:lnTo>
                        <a:pt x="4680" y="270"/>
                      </a:lnTo>
                      <a:lnTo>
                        <a:pt x="4710" y="270"/>
                      </a:lnTo>
                      <a:lnTo>
                        <a:pt x="4722" y="264"/>
                      </a:lnTo>
                      <a:lnTo>
                        <a:pt x="4728" y="264"/>
                      </a:lnTo>
                      <a:lnTo>
                        <a:pt x="4704" y="246"/>
                      </a:lnTo>
                      <a:lnTo>
                        <a:pt x="4746" y="246"/>
                      </a:lnTo>
                      <a:lnTo>
                        <a:pt x="4770" y="240"/>
                      </a:lnTo>
                      <a:lnTo>
                        <a:pt x="4782" y="234"/>
                      </a:lnTo>
                      <a:lnTo>
                        <a:pt x="4776" y="228"/>
                      </a:lnTo>
                      <a:lnTo>
                        <a:pt x="4770" y="228"/>
                      </a:lnTo>
                      <a:lnTo>
                        <a:pt x="4758" y="222"/>
                      </a:lnTo>
                      <a:lnTo>
                        <a:pt x="4746" y="222"/>
                      </a:lnTo>
                      <a:lnTo>
                        <a:pt x="4734" y="216"/>
                      </a:lnTo>
                      <a:lnTo>
                        <a:pt x="4686" y="216"/>
                      </a:lnTo>
                      <a:lnTo>
                        <a:pt x="4674" y="210"/>
                      </a:lnTo>
                      <a:lnTo>
                        <a:pt x="4662" y="210"/>
                      </a:lnTo>
                      <a:lnTo>
                        <a:pt x="4662" y="204"/>
                      </a:lnTo>
                      <a:lnTo>
                        <a:pt x="4674" y="198"/>
                      </a:lnTo>
                      <a:lnTo>
                        <a:pt x="4686" y="198"/>
                      </a:lnTo>
                      <a:lnTo>
                        <a:pt x="4704" y="192"/>
                      </a:lnTo>
                      <a:lnTo>
                        <a:pt x="4716" y="186"/>
                      </a:lnTo>
                      <a:lnTo>
                        <a:pt x="4764" y="186"/>
                      </a:lnTo>
                      <a:lnTo>
                        <a:pt x="4782" y="192"/>
                      </a:lnTo>
                      <a:lnTo>
                        <a:pt x="4860" y="192"/>
                      </a:lnTo>
                      <a:lnTo>
                        <a:pt x="4878" y="186"/>
                      </a:lnTo>
                      <a:lnTo>
                        <a:pt x="4902" y="186"/>
                      </a:lnTo>
                      <a:lnTo>
                        <a:pt x="4896" y="180"/>
                      </a:lnTo>
                      <a:lnTo>
                        <a:pt x="4878" y="180"/>
                      </a:lnTo>
                      <a:lnTo>
                        <a:pt x="4866" y="174"/>
                      </a:lnTo>
                      <a:lnTo>
                        <a:pt x="4872" y="168"/>
                      </a:lnTo>
                      <a:lnTo>
                        <a:pt x="4902" y="162"/>
                      </a:lnTo>
                      <a:lnTo>
                        <a:pt x="4944" y="168"/>
                      </a:lnTo>
                      <a:lnTo>
                        <a:pt x="4974" y="174"/>
                      </a:lnTo>
                      <a:lnTo>
                        <a:pt x="4986" y="174"/>
                      </a:lnTo>
                      <a:lnTo>
                        <a:pt x="4992" y="168"/>
                      </a:lnTo>
                      <a:lnTo>
                        <a:pt x="4992" y="150"/>
                      </a:lnTo>
                      <a:lnTo>
                        <a:pt x="5070" y="156"/>
                      </a:lnTo>
                      <a:lnTo>
                        <a:pt x="5070" y="132"/>
                      </a:lnTo>
                      <a:lnTo>
                        <a:pt x="5082" y="132"/>
                      </a:lnTo>
                      <a:lnTo>
                        <a:pt x="5094" y="138"/>
                      </a:lnTo>
                      <a:lnTo>
                        <a:pt x="5112" y="138"/>
                      </a:lnTo>
                      <a:lnTo>
                        <a:pt x="5136" y="126"/>
                      </a:lnTo>
                      <a:lnTo>
                        <a:pt x="5148" y="126"/>
                      </a:lnTo>
                      <a:lnTo>
                        <a:pt x="5154" y="120"/>
                      </a:lnTo>
                      <a:lnTo>
                        <a:pt x="5172" y="120"/>
                      </a:lnTo>
                      <a:lnTo>
                        <a:pt x="5208" y="114"/>
                      </a:lnTo>
                      <a:lnTo>
                        <a:pt x="5256" y="102"/>
                      </a:lnTo>
                      <a:lnTo>
                        <a:pt x="5298" y="96"/>
                      </a:lnTo>
                      <a:lnTo>
                        <a:pt x="5322" y="90"/>
                      </a:lnTo>
                      <a:lnTo>
                        <a:pt x="5340" y="90"/>
                      </a:lnTo>
                      <a:lnTo>
                        <a:pt x="5346" y="84"/>
                      </a:lnTo>
                      <a:lnTo>
                        <a:pt x="5238" y="84"/>
                      </a:lnTo>
                      <a:lnTo>
                        <a:pt x="5214" y="96"/>
                      </a:lnTo>
                      <a:lnTo>
                        <a:pt x="5142" y="96"/>
                      </a:lnTo>
                      <a:lnTo>
                        <a:pt x="5226" y="90"/>
                      </a:lnTo>
                      <a:lnTo>
                        <a:pt x="5220" y="78"/>
                      </a:lnTo>
                      <a:lnTo>
                        <a:pt x="5268" y="84"/>
                      </a:lnTo>
                      <a:lnTo>
                        <a:pt x="5274" y="78"/>
                      </a:lnTo>
                      <a:lnTo>
                        <a:pt x="5286" y="72"/>
                      </a:lnTo>
                      <a:lnTo>
                        <a:pt x="5358" y="72"/>
                      </a:lnTo>
                      <a:lnTo>
                        <a:pt x="5406" y="66"/>
                      </a:lnTo>
                      <a:lnTo>
                        <a:pt x="5454" y="66"/>
                      </a:lnTo>
                      <a:lnTo>
                        <a:pt x="5484" y="60"/>
                      </a:lnTo>
                      <a:lnTo>
                        <a:pt x="5496" y="60"/>
                      </a:lnTo>
                      <a:lnTo>
                        <a:pt x="5514" y="54"/>
                      </a:lnTo>
                      <a:lnTo>
                        <a:pt x="5532" y="54"/>
                      </a:lnTo>
                      <a:lnTo>
                        <a:pt x="5550" y="48"/>
                      </a:lnTo>
                      <a:lnTo>
                        <a:pt x="5562" y="42"/>
                      </a:lnTo>
                      <a:lnTo>
                        <a:pt x="5574" y="42"/>
                      </a:lnTo>
                      <a:lnTo>
                        <a:pt x="5574" y="36"/>
                      </a:lnTo>
                      <a:close/>
                      <a:moveTo>
                        <a:pt x="4032" y="966"/>
                      </a:moveTo>
                      <a:lnTo>
                        <a:pt x="4086" y="966"/>
                      </a:lnTo>
                      <a:lnTo>
                        <a:pt x="4134" y="942"/>
                      </a:lnTo>
                      <a:lnTo>
                        <a:pt x="4140" y="930"/>
                      </a:lnTo>
                      <a:lnTo>
                        <a:pt x="4134" y="918"/>
                      </a:lnTo>
                      <a:lnTo>
                        <a:pt x="4134" y="912"/>
                      </a:lnTo>
                      <a:lnTo>
                        <a:pt x="4122" y="906"/>
                      </a:lnTo>
                      <a:lnTo>
                        <a:pt x="4074" y="906"/>
                      </a:lnTo>
                      <a:lnTo>
                        <a:pt x="4062" y="912"/>
                      </a:lnTo>
                      <a:lnTo>
                        <a:pt x="4050" y="912"/>
                      </a:lnTo>
                      <a:lnTo>
                        <a:pt x="4026" y="924"/>
                      </a:lnTo>
                      <a:lnTo>
                        <a:pt x="4014" y="936"/>
                      </a:lnTo>
                      <a:lnTo>
                        <a:pt x="4002" y="942"/>
                      </a:lnTo>
                      <a:lnTo>
                        <a:pt x="4002" y="954"/>
                      </a:lnTo>
                      <a:lnTo>
                        <a:pt x="4014" y="960"/>
                      </a:lnTo>
                      <a:lnTo>
                        <a:pt x="4032" y="966"/>
                      </a:lnTo>
                      <a:close/>
                      <a:moveTo>
                        <a:pt x="4014" y="840"/>
                      </a:moveTo>
                      <a:lnTo>
                        <a:pt x="4002" y="840"/>
                      </a:lnTo>
                      <a:lnTo>
                        <a:pt x="3990" y="846"/>
                      </a:lnTo>
                      <a:lnTo>
                        <a:pt x="3984" y="852"/>
                      </a:lnTo>
                      <a:lnTo>
                        <a:pt x="3972" y="852"/>
                      </a:lnTo>
                      <a:lnTo>
                        <a:pt x="3990" y="852"/>
                      </a:lnTo>
                      <a:lnTo>
                        <a:pt x="4008" y="846"/>
                      </a:lnTo>
                      <a:lnTo>
                        <a:pt x="4026" y="846"/>
                      </a:lnTo>
                      <a:lnTo>
                        <a:pt x="4044" y="840"/>
                      </a:lnTo>
                      <a:lnTo>
                        <a:pt x="4050" y="834"/>
                      </a:lnTo>
                      <a:lnTo>
                        <a:pt x="4056" y="834"/>
                      </a:lnTo>
                      <a:lnTo>
                        <a:pt x="4068" y="822"/>
                      </a:lnTo>
                      <a:lnTo>
                        <a:pt x="4050" y="822"/>
                      </a:lnTo>
                      <a:lnTo>
                        <a:pt x="4044" y="828"/>
                      </a:lnTo>
                      <a:lnTo>
                        <a:pt x="4032" y="828"/>
                      </a:lnTo>
                      <a:lnTo>
                        <a:pt x="4020" y="834"/>
                      </a:lnTo>
                      <a:lnTo>
                        <a:pt x="4014" y="840"/>
                      </a:lnTo>
                      <a:close/>
                      <a:moveTo>
                        <a:pt x="4122" y="822"/>
                      </a:moveTo>
                      <a:lnTo>
                        <a:pt x="4104" y="822"/>
                      </a:lnTo>
                      <a:lnTo>
                        <a:pt x="4098" y="828"/>
                      </a:lnTo>
                      <a:lnTo>
                        <a:pt x="4098" y="840"/>
                      </a:lnTo>
                      <a:lnTo>
                        <a:pt x="4104" y="846"/>
                      </a:lnTo>
                      <a:lnTo>
                        <a:pt x="4110" y="840"/>
                      </a:lnTo>
                      <a:lnTo>
                        <a:pt x="4116" y="840"/>
                      </a:lnTo>
                      <a:lnTo>
                        <a:pt x="4128" y="828"/>
                      </a:lnTo>
                      <a:lnTo>
                        <a:pt x="4122" y="822"/>
                      </a:lnTo>
                      <a:close/>
                      <a:moveTo>
                        <a:pt x="3528" y="1062"/>
                      </a:moveTo>
                      <a:lnTo>
                        <a:pt x="3522" y="1062"/>
                      </a:lnTo>
                      <a:lnTo>
                        <a:pt x="3504" y="1080"/>
                      </a:lnTo>
                      <a:lnTo>
                        <a:pt x="3504" y="1086"/>
                      </a:lnTo>
                      <a:lnTo>
                        <a:pt x="3510" y="1092"/>
                      </a:lnTo>
                      <a:lnTo>
                        <a:pt x="3528" y="1092"/>
                      </a:lnTo>
                      <a:lnTo>
                        <a:pt x="3534" y="1086"/>
                      </a:lnTo>
                      <a:lnTo>
                        <a:pt x="3540" y="1074"/>
                      </a:lnTo>
                      <a:lnTo>
                        <a:pt x="3540" y="1068"/>
                      </a:lnTo>
                      <a:lnTo>
                        <a:pt x="3534" y="1062"/>
                      </a:lnTo>
                      <a:lnTo>
                        <a:pt x="3528" y="1062"/>
                      </a:lnTo>
                      <a:close/>
                      <a:moveTo>
                        <a:pt x="3588" y="1062"/>
                      </a:moveTo>
                      <a:lnTo>
                        <a:pt x="3582" y="1062"/>
                      </a:lnTo>
                      <a:lnTo>
                        <a:pt x="3576" y="1068"/>
                      </a:lnTo>
                      <a:lnTo>
                        <a:pt x="3576" y="1080"/>
                      </a:lnTo>
                      <a:lnTo>
                        <a:pt x="3582" y="1086"/>
                      </a:lnTo>
                      <a:lnTo>
                        <a:pt x="3594" y="1086"/>
                      </a:lnTo>
                      <a:lnTo>
                        <a:pt x="3600" y="1080"/>
                      </a:lnTo>
                      <a:lnTo>
                        <a:pt x="3600" y="1068"/>
                      </a:lnTo>
                      <a:lnTo>
                        <a:pt x="3588" y="1062"/>
                      </a:lnTo>
                      <a:close/>
                      <a:moveTo>
                        <a:pt x="3756" y="1242"/>
                      </a:moveTo>
                      <a:lnTo>
                        <a:pt x="3744" y="1248"/>
                      </a:lnTo>
                      <a:lnTo>
                        <a:pt x="3744" y="1260"/>
                      </a:lnTo>
                      <a:lnTo>
                        <a:pt x="3750" y="1266"/>
                      </a:lnTo>
                      <a:lnTo>
                        <a:pt x="3762" y="1272"/>
                      </a:lnTo>
                      <a:lnTo>
                        <a:pt x="3768" y="1272"/>
                      </a:lnTo>
                      <a:lnTo>
                        <a:pt x="3786" y="1254"/>
                      </a:lnTo>
                      <a:lnTo>
                        <a:pt x="3786" y="1242"/>
                      </a:lnTo>
                      <a:lnTo>
                        <a:pt x="3780" y="1236"/>
                      </a:lnTo>
                      <a:lnTo>
                        <a:pt x="3768" y="1236"/>
                      </a:lnTo>
                      <a:lnTo>
                        <a:pt x="3756" y="1242"/>
                      </a:lnTo>
                      <a:close/>
                      <a:moveTo>
                        <a:pt x="3984" y="2532"/>
                      </a:moveTo>
                      <a:lnTo>
                        <a:pt x="3948" y="2520"/>
                      </a:lnTo>
                      <a:lnTo>
                        <a:pt x="3942" y="2514"/>
                      </a:lnTo>
                      <a:lnTo>
                        <a:pt x="3936" y="2514"/>
                      </a:lnTo>
                      <a:lnTo>
                        <a:pt x="3924" y="2526"/>
                      </a:lnTo>
                      <a:lnTo>
                        <a:pt x="3930" y="2532"/>
                      </a:lnTo>
                      <a:lnTo>
                        <a:pt x="3942" y="2538"/>
                      </a:lnTo>
                      <a:lnTo>
                        <a:pt x="3948" y="2544"/>
                      </a:lnTo>
                      <a:lnTo>
                        <a:pt x="3954" y="2544"/>
                      </a:lnTo>
                      <a:lnTo>
                        <a:pt x="3960" y="2550"/>
                      </a:lnTo>
                      <a:lnTo>
                        <a:pt x="3996" y="2550"/>
                      </a:lnTo>
                      <a:lnTo>
                        <a:pt x="4008" y="2556"/>
                      </a:lnTo>
                      <a:lnTo>
                        <a:pt x="4020" y="2556"/>
                      </a:lnTo>
                      <a:lnTo>
                        <a:pt x="4038" y="2538"/>
                      </a:lnTo>
                      <a:lnTo>
                        <a:pt x="4008" y="2538"/>
                      </a:lnTo>
                      <a:lnTo>
                        <a:pt x="3984" y="2532"/>
                      </a:lnTo>
                      <a:close/>
                      <a:moveTo>
                        <a:pt x="4098" y="2280"/>
                      </a:moveTo>
                      <a:lnTo>
                        <a:pt x="4092" y="2280"/>
                      </a:lnTo>
                      <a:lnTo>
                        <a:pt x="4086" y="2274"/>
                      </a:lnTo>
                      <a:lnTo>
                        <a:pt x="4050" y="2274"/>
                      </a:lnTo>
                      <a:lnTo>
                        <a:pt x="4032" y="2268"/>
                      </a:lnTo>
                      <a:lnTo>
                        <a:pt x="3996" y="2268"/>
                      </a:lnTo>
                      <a:lnTo>
                        <a:pt x="4002" y="2274"/>
                      </a:lnTo>
                      <a:lnTo>
                        <a:pt x="4008" y="2274"/>
                      </a:lnTo>
                      <a:lnTo>
                        <a:pt x="4014" y="2280"/>
                      </a:lnTo>
                      <a:lnTo>
                        <a:pt x="4026" y="2286"/>
                      </a:lnTo>
                      <a:lnTo>
                        <a:pt x="4032" y="2286"/>
                      </a:lnTo>
                      <a:lnTo>
                        <a:pt x="4032" y="2304"/>
                      </a:lnTo>
                      <a:lnTo>
                        <a:pt x="4044" y="2304"/>
                      </a:lnTo>
                      <a:lnTo>
                        <a:pt x="4080" y="2310"/>
                      </a:lnTo>
                      <a:lnTo>
                        <a:pt x="4128" y="2316"/>
                      </a:lnTo>
                      <a:lnTo>
                        <a:pt x="4164" y="2316"/>
                      </a:lnTo>
                      <a:lnTo>
                        <a:pt x="4170" y="2310"/>
                      </a:lnTo>
                      <a:lnTo>
                        <a:pt x="4170" y="2304"/>
                      </a:lnTo>
                      <a:lnTo>
                        <a:pt x="4164" y="2304"/>
                      </a:lnTo>
                      <a:lnTo>
                        <a:pt x="4152" y="2292"/>
                      </a:lnTo>
                      <a:lnTo>
                        <a:pt x="4128" y="2286"/>
                      </a:lnTo>
                      <a:lnTo>
                        <a:pt x="4098" y="2280"/>
                      </a:lnTo>
                      <a:close/>
                      <a:moveTo>
                        <a:pt x="4194" y="2550"/>
                      </a:moveTo>
                      <a:lnTo>
                        <a:pt x="4164" y="2550"/>
                      </a:lnTo>
                      <a:lnTo>
                        <a:pt x="4152" y="2556"/>
                      </a:lnTo>
                      <a:lnTo>
                        <a:pt x="4146" y="2562"/>
                      </a:lnTo>
                      <a:lnTo>
                        <a:pt x="4182" y="2526"/>
                      </a:lnTo>
                      <a:lnTo>
                        <a:pt x="4176" y="2520"/>
                      </a:lnTo>
                      <a:lnTo>
                        <a:pt x="4152" y="2520"/>
                      </a:lnTo>
                      <a:lnTo>
                        <a:pt x="4140" y="2526"/>
                      </a:lnTo>
                      <a:lnTo>
                        <a:pt x="4128" y="2538"/>
                      </a:lnTo>
                      <a:lnTo>
                        <a:pt x="4104" y="2574"/>
                      </a:lnTo>
                      <a:lnTo>
                        <a:pt x="4164" y="2568"/>
                      </a:lnTo>
                      <a:lnTo>
                        <a:pt x="4176" y="2568"/>
                      </a:lnTo>
                      <a:lnTo>
                        <a:pt x="4182" y="2562"/>
                      </a:lnTo>
                      <a:lnTo>
                        <a:pt x="4194" y="2562"/>
                      </a:lnTo>
                      <a:lnTo>
                        <a:pt x="4200" y="2556"/>
                      </a:lnTo>
                      <a:lnTo>
                        <a:pt x="4200" y="2550"/>
                      </a:lnTo>
                      <a:lnTo>
                        <a:pt x="4194" y="2550"/>
                      </a:lnTo>
                      <a:close/>
                      <a:moveTo>
                        <a:pt x="4590" y="1962"/>
                      </a:moveTo>
                      <a:lnTo>
                        <a:pt x="4578" y="1974"/>
                      </a:lnTo>
                      <a:lnTo>
                        <a:pt x="4578" y="1980"/>
                      </a:lnTo>
                      <a:lnTo>
                        <a:pt x="4572" y="1986"/>
                      </a:lnTo>
                      <a:lnTo>
                        <a:pt x="4566" y="1986"/>
                      </a:lnTo>
                      <a:lnTo>
                        <a:pt x="4554" y="1974"/>
                      </a:lnTo>
                      <a:lnTo>
                        <a:pt x="4554" y="1962"/>
                      </a:lnTo>
                      <a:lnTo>
                        <a:pt x="4566" y="1962"/>
                      </a:lnTo>
                      <a:lnTo>
                        <a:pt x="4572" y="1956"/>
                      </a:lnTo>
                      <a:lnTo>
                        <a:pt x="4566" y="1932"/>
                      </a:lnTo>
                      <a:lnTo>
                        <a:pt x="4536" y="1926"/>
                      </a:lnTo>
                      <a:lnTo>
                        <a:pt x="4530" y="1926"/>
                      </a:lnTo>
                      <a:lnTo>
                        <a:pt x="4524" y="1932"/>
                      </a:lnTo>
                      <a:lnTo>
                        <a:pt x="4512" y="1938"/>
                      </a:lnTo>
                      <a:lnTo>
                        <a:pt x="4494" y="1944"/>
                      </a:lnTo>
                      <a:lnTo>
                        <a:pt x="4470" y="1956"/>
                      </a:lnTo>
                      <a:lnTo>
                        <a:pt x="4464" y="1962"/>
                      </a:lnTo>
                      <a:lnTo>
                        <a:pt x="4458" y="1962"/>
                      </a:lnTo>
                      <a:lnTo>
                        <a:pt x="4446" y="1968"/>
                      </a:lnTo>
                      <a:lnTo>
                        <a:pt x="4434" y="1968"/>
                      </a:lnTo>
                      <a:lnTo>
                        <a:pt x="4416" y="1974"/>
                      </a:lnTo>
                      <a:lnTo>
                        <a:pt x="4404" y="1974"/>
                      </a:lnTo>
                      <a:lnTo>
                        <a:pt x="4374" y="1998"/>
                      </a:lnTo>
                      <a:lnTo>
                        <a:pt x="4386" y="1974"/>
                      </a:lnTo>
                      <a:lnTo>
                        <a:pt x="4362" y="1956"/>
                      </a:lnTo>
                      <a:lnTo>
                        <a:pt x="4398" y="1968"/>
                      </a:lnTo>
                      <a:lnTo>
                        <a:pt x="4410" y="1956"/>
                      </a:lnTo>
                      <a:lnTo>
                        <a:pt x="4440" y="1950"/>
                      </a:lnTo>
                      <a:lnTo>
                        <a:pt x="4440" y="1932"/>
                      </a:lnTo>
                      <a:lnTo>
                        <a:pt x="4494" y="1932"/>
                      </a:lnTo>
                      <a:lnTo>
                        <a:pt x="4518" y="1920"/>
                      </a:lnTo>
                      <a:lnTo>
                        <a:pt x="4524" y="1914"/>
                      </a:lnTo>
                      <a:lnTo>
                        <a:pt x="4536" y="1908"/>
                      </a:lnTo>
                      <a:lnTo>
                        <a:pt x="4608" y="1908"/>
                      </a:lnTo>
                      <a:lnTo>
                        <a:pt x="4602" y="1902"/>
                      </a:lnTo>
                      <a:lnTo>
                        <a:pt x="4596" y="1902"/>
                      </a:lnTo>
                      <a:lnTo>
                        <a:pt x="4584" y="1896"/>
                      </a:lnTo>
                      <a:lnTo>
                        <a:pt x="4578" y="1890"/>
                      </a:lnTo>
                      <a:lnTo>
                        <a:pt x="4578" y="1866"/>
                      </a:lnTo>
                      <a:lnTo>
                        <a:pt x="4572" y="1866"/>
                      </a:lnTo>
                      <a:lnTo>
                        <a:pt x="4566" y="1872"/>
                      </a:lnTo>
                      <a:lnTo>
                        <a:pt x="4542" y="1872"/>
                      </a:lnTo>
                      <a:lnTo>
                        <a:pt x="4530" y="1878"/>
                      </a:lnTo>
                      <a:lnTo>
                        <a:pt x="4518" y="1878"/>
                      </a:lnTo>
                      <a:lnTo>
                        <a:pt x="4518" y="1866"/>
                      </a:lnTo>
                      <a:lnTo>
                        <a:pt x="4512" y="1860"/>
                      </a:lnTo>
                      <a:lnTo>
                        <a:pt x="4452" y="1878"/>
                      </a:lnTo>
                      <a:lnTo>
                        <a:pt x="4458" y="1848"/>
                      </a:lnTo>
                      <a:lnTo>
                        <a:pt x="4410" y="1860"/>
                      </a:lnTo>
                      <a:lnTo>
                        <a:pt x="4416" y="1854"/>
                      </a:lnTo>
                      <a:lnTo>
                        <a:pt x="4422" y="1842"/>
                      </a:lnTo>
                      <a:lnTo>
                        <a:pt x="4440" y="1824"/>
                      </a:lnTo>
                      <a:lnTo>
                        <a:pt x="4446" y="1812"/>
                      </a:lnTo>
                      <a:lnTo>
                        <a:pt x="4446" y="1800"/>
                      </a:lnTo>
                      <a:lnTo>
                        <a:pt x="4434" y="1800"/>
                      </a:lnTo>
                      <a:lnTo>
                        <a:pt x="4422" y="1794"/>
                      </a:lnTo>
                      <a:lnTo>
                        <a:pt x="4398" y="1794"/>
                      </a:lnTo>
                      <a:lnTo>
                        <a:pt x="4404" y="1770"/>
                      </a:lnTo>
                      <a:lnTo>
                        <a:pt x="4368" y="1770"/>
                      </a:lnTo>
                      <a:lnTo>
                        <a:pt x="4380" y="1752"/>
                      </a:lnTo>
                      <a:lnTo>
                        <a:pt x="4356" y="1728"/>
                      </a:lnTo>
                      <a:lnTo>
                        <a:pt x="4368" y="1728"/>
                      </a:lnTo>
                      <a:lnTo>
                        <a:pt x="4380" y="1734"/>
                      </a:lnTo>
                      <a:lnTo>
                        <a:pt x="4404" y="1734"/>
                      </a:lnTo>
                      <a:lnTo>
                        <a:pt x="4410" y="1728"/>
                      </a:lnTo>
                      <a:lnTo>
                        <a:pt x="4422" y="1722"/>
                      </a:lnTo>
                      <a:lnTo>
                        <a:pt x="4434" y="1710"/>
                      </a:lnTo>
                      <a:lnTo>
                        <a:pt x="4440" y="1710"/>
                      </a:lnTo>
                      <a:lnTo>
                        <a:pt x="4398" y="1686"/>
                      </a:lnTo>
                      <a:lnTo>
                        <a:pt x="4446" y="1656"/>
                      </a:lnTo>
                      <a:lnTo>
                        <a:pt x="4398" y="1632"/>
                      </a:lnTo>
                      <a:lnTo>
                        <a:pt x="4350" y="1638"/>
                      </a:lnTo>
                      <a:lnTo>
                        <a:pt x="4404" y="1614"/>
                      </a:lnTo>
                      <a:lnTo>
                        <a:pt x="4368" y="1608"/>
                      </a:lnTo>
                      <a:lnTo>
                        <a:pt x="4410" y="1584"/>
                      </a:lnTo>
                      <a:lnTo>
                        <a:pt x="4404" y="1560"/>
                      </a:lnTo>
                      <a:lnTo>
                        <a:pt x="4374" y="1560"/>
                      </a:lnTo>
                      <a:lnTo>
                        <a:pt x="4380" y="1554"/>
                      </a:lnTo>
                      <a:lnTo>
                        <a:pt x="4392" y="1530"/>
                      </a:lnTo>
                      <a:lnTo>
                        <a:pt x="4374" y="1494"/>
                      </a:lnTo>
                      <a:lnTo>
                        <a:pt x="4362" y="1494"/>
                      </a:lnTo>
                      <a:lnTo>
                        <a:pt x="4374" y="1470"/>
                      </a:lnTo>
                      <a:lnTo>
                        <a:pt x="4362" y="1476"/>
                      </a:lnTo>
                      <a:lnTo>
                        <a:pt x="4356" y="1482"/>
                      </a:lnTo>
                      <a:lnTo>
                        <a:pt x="4344" y="1488"/>
                      </a:lnTo>
                      <a:lnTo>
                        <a:pt x="4332" y="1500"/>
                      </a:lnTo>
                      <a:lnTo>
                        <a:pt x="4332" y="1518"/>
                      </a:lnTo>
                      <a:lnTo>
                        <a:pt x="4302" y="1506"/>
                      </a:lnTo>
                      <a:lnTo>
                        <a:pt x="4308" y="1542"/>
                      </a:lnTo>
                      <a:lnTo>
                        <a:pt x="4284" y="1542"/>
                      </a:lnTo>
                      <a:lnTo>
                        <a:pt x="4272" y="1560"/>
                      </a:lnTo>
                      <a:lnTo>
                        <a:pt x="4278" y="1572"/>
                      </a:lnTo>
                      <a:lnTo>
                        <a:pt x="4254" y="1572"/>
                      </a:lnTo>
                      <a:lnTo>
                        <a:pt x="4230" y="1614"/>
                      </a:lnTo>
                      <a:lnTo>
                        <a:pt x="4218" y="1614"/>
                      </a:lnTo>
                      <a:lnTo>
                        <a:pt x="4236" y="1578"/>
                      </a:lnTo>
                      <a:lnTo>
                        <a:pt x="4224" y="1566"/>
                      </a:lnTo>
                      <a:lnTo>
                        <a:pt x="4212" y="1566"/>
                      </a:lnTo>
                      <a:lnTo>
                        <a:pt x="4194" y="1584"/>
                      </a:lnTo>
                      <a:lnTo>
                        <a:pt x="4182" y="1590"/>
                      </a:lnTo>
                      <a:lnTo>
                        <a:pt x="4176" y="1596"/>
                      </a:lnTo>
                      <a:lnTo>
                        <a:pt x="4164" y="1602"/>
                      </a:lnTo>
                      <a:lnTo>
                        <a:pt x="4158" y="1608"/>
                      </a:lnTo>
                      <a:lnTo>
                        <a:pt x="4146" y="1614"/>
                      </a:lnTo>
                      <a:lnTo>
                        <a:pt x="4140" y="1620"/>
                      </a:lnTo>
                      <a:lnTo>
                        <a:pt x="4116" y="1632"/>
                      </a:lnTo>
                      <a:lnTo>
                        <a:pt x="4110" y="1638"/>
                      </a:lnTo>
                      <a:lnTo>
                        <a:pt x="4116" y="1614"/>
                      </a:lnTo>
                      <a:lnTo>
                        <a:pt x="4116" y="1596"/>
                      </a:lnTo>
                      <a:lnTo>
                        <a:pt x="4080" y="1632"/>
                      </a:lnTo>
                      <a:lnTo>
                        <a:pt x="4014" y="1644"/>
                      </a:lnTo>
                      <a:lnTo>
                        <a:pt x="4074" y="1626"/>
                      </a:lnTo>
                      <a:lnTo>
                        <a:pt x="4080" y="1620"/>
                      </a:lnTo>
                      <a:lnTo>
                        <a:pt x="4092" y="1596"/>
                      </a:lnTo>
                      <a:lnTo>
                        <a:pt x="4098" y="1590"/>
                      </a:lnTo>
                      <a:lnTo>
                        <a:pt x="4098" y="1578"/>
                      </a:lnTo>
                      <a:lnTo>
                        <a:pt x="4092" y="1572"/>
                      </a:lnTo>
                      <a:lnTo>
                        <a:pt x="4050" y="1572"/>
                      </a:lnTo>
                      <a:lnTo>
                        <a:pt x="4038" y="1578"/>
                      </a:lnTo>
                      <a:lnTo>
                        <a:pt x="4032" y="1578"/>
                      </a:lnTo>
                      <a:lnTo>
                        <a:pt x="4020" y="1584"/>
                      </a:lnTo>
                      <a:lnTo>
                        <a:pt x="4002" y="1584"/>
                      </a:lnTo>
                      <a:lnTo>
                        <a:pt x="4002" y="1578"/>
                      </a:lnTo>
                      <a:lnTo>
                        <a:pt x="4008" y="1572"/>
                      </a:lnTo>
                      <a:lnTo>
                        <a:pt x="4020" y="1566"/>
                      </a:lnTo>
                      <a:lnTo>
                        <a:pt x="4026" y="1560"/>
                      </a:lnTo>
                      <a:lnTo>
                        <a:pt x="4032" y="1560"/>
                      </a:lnTo>
                      <a:lnTo>
                        <a:pt x="4032" y="1572"/>
                      </a:lnTo>
                      <a:lnTo>
                        <a:pt x="4050" y="1560"/>
                      </a:lnTo>
                      <a:lnTo>
                        <a:pt x="4044" y="1536"/>
                      </a:lnTo>
                      <a:lnTo>
                        <a:pt x="4050" y="1530"/>
                      </a:lnTo>
                      <a:lnTo>
                        <a:pt x="4062" y="1524"/>
                      </a:lnTo>
                      <a:lnTo>
                        <a:pt x="4074" y="1512"/>
                      </a:lnTo>
                      <a:lnTo>
                        <a:pt x="4074" y="1506"/>
                      </a:lnTo>
                      <a:lnTo>
                        <a:pt x="4068" y="1500"/>
                      </a:lnTo>
                      <a:lnTo>
                        <a:pt x="4056" y="1494"/>
                      </a:lnTo>
                      <a:lnTo>
                        <a:pt x="4044" y="1494"/>
                      </a:lnTo>
                      <a:lnTo>
                        <a:pt x="4032" y="1488"/>
                      </a:lnTo>
                      <a:lnTo>
                        <a:pt x="4014" y="1488"/>
                      </a:lnTo>
                      <a:lnTo>
                        <a:pt x="4044" y="1488"/>
                      </a:lnTo>
                      <a:lnTo>
                        <a:pt x="4056" y="1482"/>
                      </a:lnTo>
                      <a:lnTo>
                        <a:pt x="4074" y="1482"/>
                      </a:lnTo>
                      <a:lnTo>
                        <a:pt x="4086" y="1470"/>
                      </a:lnTo>
                      <a:lnTo>
                        <a:pt x="4098" y="1446"/>
                      </a:lnTo>
                      <a:lnTo>
                        <a:pt x="4104" y="1440"/>
                      </a:lnTo>
                      <a:lnTo>
                        <a:pt x="4110" y="1440"/>
                      </a:lnTo>
                      <a:lnTo>
                        <a:pt x="4122" y="1434"/>
                      </a:lnTo>
                      <a:lnTo>
                        <a:pt x="4128" y="1434"/>
                      </a:lnTo>
                      <a:lnTo>
                        <a:pt x="4134" y="1428"/>
                      </a:lnTo>
                      <a:lnTo>
                        <a:pt x="4122" y="1416"/>
                      </a:lnTo>
                      <a:lnTo>
                        <a:pt x="4110" y="1422"/>
                      </a:lnTo>
                      <a:lnTo>
                        <a:pt x="4098" y="1434"/>
                      </a:lnTo>
                      <a:lnTo>
                        <a:pt x="4092" y="1404"/>
                      </a:lnTo>
                      <a:lnTo>
                        <a:pt x="4068" y="1404"/>
                      </a:lnTo>
                      <a:lnTo>
                        <a:pt x="4050" y="1410"/>
                      </a:lnTo>
                      <a:lnTo>
                        <a:pt x="4026" y="1410"/>
                      </a:lnTo>
                      <a:lnTo>
                        <a:pt x="4020" y="1404"/>
                      </a:lnTo>
                      <a:lnTo>
                        <a:pt x="4020" y="1386"/>
                      </a:lnTo>
                      <a:lnTo>
                        <a:pt x="4038" y="1368"/>
                      </a:lnTo>
                      <a:lnTo>
                        <a:pt x="4032" y="1362"/>
                      </a:lnTo>
                      <a:lnTo>
                        <a:pt x="4014" y="1362"/>
                      </a:lnTo>
                      <a:lnTo>
                        <a:pt x="4008" y="1368"/>
                      </a:lnTo>
                      <a:lnTo>
                        <a:pt x="4020" y="1344"/>
                      </a:lnTo>
                      <a:lnTo>
                        <a:pt x="3984" y="1350"/>
                      </a:lnTo>
                      <a:lnTo>
                        <a:pt x="3984" y="1326"/>
                      </a:lnTo>
                      <a:lnTo>
                        <a:pt x="3978" y="1314"/>
                      </a:lnTo>
                      <a:lnTo>
                        <a:pt x="3972" y="1308"/>
                      </a:lnTo>
                      <a:lnTo>
                        <a:pt x="3948" y="1308"/>
                      </a:lnTo>
                      <a:lnTo>
                        <a:pt x="3930" y="1314"/>
                      </a:lnTo>
                      <a:lnTo>
                        <a:pt x="3906" y="1326"/>
                      </a:lnTo>
                      <a:lnTo>
                        <a:pt x="3900" y="1332"/>
                      </a:lnTo>
                      <a:lnTo>
                        <a:pt x="3894" y="1332"/>
                      </a:lnTo>
                      <a:lnTo>
                        <a:pt x="3888" y="1326"/>
                      </a:lnTo>
                      <a:lnTo>
                        <a:pt x="3876" y="1320"/>
                      </a:lnTo>
                      <a:lnTo>
                        <a:pt x="3864" y="1320"/>
                      </a:lnTo>
                      <a:lnTo>
                        <a:pt x="3852" y="1326"/>
                      </a:lnTo>
                      <a:lnTo>
                        <a:pt x="3846" y="1326"/>
                      </a:lnTo>
                      <a:lnTo>
                        <a:pt x="3834" y="1332"/>
                      </a:lnTo>
                      <a:lnTo>
                        <a:pt x="3822" y="1326"/>
                      </a:lnTo>
                      <a:lnTo>
                        <a:pt x="3762" y="1302"/>
                      </a:lnTo>
                      <a:lnTo>
                        <a:pt x="3738" y="1302"/>
                      </a:lnTo>
                      <a:lnTo>
                        <a:pt x="3714" y="1314"/>
                      </a:lnTo>
                      <a:lnTo>
                        <a:pt x="3708" y="1326"/>
                      </a:lnTo>
                      <a:lnTo>
                        <a:pt x="3702" y="1326"/>
                      </a:lnTo>
                      <a:lnTo>
                        <a:pt x="3684" y="1344"/>
                      </a:lnTo>
                      <a:lnTo>
                        <a:pt x="3684" y="1350"/>
                      </a:lnTo>
                      <a:lnTo>
                        <a:pt x="3696" y="1356"/>
                      </a:lnTo>
                      <a:lnTo>
                        <a:pt x="3702" y="1362"/>
                      </a:lnTo>
                      <a:lnTo>
                        <a:pt x="3708" y="1374"/>
                      </a:lnTo>
                      <a:lnTo>
                        <a:pt x="3708" y="1380"/>
                      </a:lnTo>
                      <a:lnTo>
                        <a:pt x="3702" y="1386"/>
                      </a:lnTo>
                      <a:lnTo>
                        <a:pt x="3690" y="1392"/>
                      </a:lnTo>
                      <a:lnTo>
                        <a:pt x="3672" y="1410"/>
                      </a:lnTo>
                      <a:lnTo>
                        <a:pt x="3660" y="1416"/>
                      </a:lnTo>
                      <a:lnTo>
                        <a:pt x="3636" y="1422"/>
                      </a:lnTo>
                      <a:lnTo>
                        <a:pt x="3660" y="1440"/>
                      </a:lnTo>
                      <a:lnTo>
                        <a:pt x="3654" y="1446"/>
                      </a:lnTo>
                      <a:lnTo>
                        <a:pt x="3642" y="1446"/>
                      </a:lnTo>
                      <a:lnTo>
                        <a:pt x="3636" y="1452"/>
                      </a:lnTo>
                      <a:lnTo>
                        <a:pt x="3636" y="1470"/>
                      </a:lnTo>
                      <a:lnTo>
                        <a:pt x="3642" y="1482"/>
                      </a:lnTo>
                      <a:lnTo>
                        <a:pt x="3642" y="1488"/>
                      </a:lnTo>
                      <a:lnTo>
                        <a:pt x="3636" y="1500"/>
                      </a:lnTo>
                      <a:lnTo>
                        <a:pt x="3624" y="1506"/>
                      </a:lnTo>
                      <a:lnTo>
                        <a:pt x="3618" y="1512"/>
                      </a:lnTo>
                      <a:lnTo>
                        <a:pt x="3606" y="1512"/>
                      </a:lnTo>
                      <a:lnTo>
                        <a:pt x="3582" y="1524"/>
                      </a:lnTo>
                      <a:lnTo>
                        <a:pt x="3576" y="1536"/>
                      </a:lnTo>
                      <a:lnTo>
                        <a:pt x="3576" y="1548"/>
                      </a:lnTo>
                      <a:lnTo>
                        <a:pt x="3570" y="1548"/>
                      </a:lnTo>
                      <a:lnTo>
                        <a:pt x="3564" y="1554"/>
                      </a:lnTo>
                      <a:lnTo>
                        <a:pt x="3552" y="1554"/>
                      </a:lnTo>
                      <a:lnTo>
                        <a:pt x="3540" y="1560"/>
                      </a:lnTo>
                      <a:lnTo>
                        <a:pt x="3534" y="1566"/>
                      </a:lnTo>
                      <a:lnTo>
                        <a:pt x="3522" y="1572"/>
                      </a:lnTo>
                      <a:lnTo>
                        <a:pt x="3504" y="1590"/>
                      </a:lnTo>
                      <a:lnTo>
                        <a:pt x="3510" y="1596"/>
                      </a:lnTo>
                      <a:lnTo>
                        <a:pt x="3522" y="1602"/>
                      </a:lnTo>
                      <a:lnTo>
                        <a:pt x="3534" y="1614"/>
                      </a:lnTo>
                      <a:lnTo>
                        <a:pt x="3552" y="1620"/>
                      </a:lnTo>
                      <a:lnTo>
                        <a:pt x="3558" y="1632"/>
                      </a:lnTo>
                      <a:lnTo>
                        <a:pt x="3564" y="1638"/>
                      </a:lnTo>
                      <a:lnTo>
                        <a:pt x="3564" y="1662"/>
                      </a:lnTo>
                      <a:lnTo>
                        <a:pt x="3558" y="1698"/>
                      </a:lnTo>
                      <a:lnTo>
                        <a:pt x="3540" y="1746"/>
                      </a:lnTo>
                      <a:lnTo>
                        <a:pt x="3510" y="1776"/>
                      </a:lnTo>
                      <a:lnTo>
                        <a:pt x="3468" y="1800"/>
                      </a:lnTo>
                      <a:lnTo>
                        <a:pt x="3426" y="1830"/>
                      </a:lnTo>
                      <a:lnTo>
                        <a:pt x="3390" y="1854"/>
                      </a:lnTo>
                      <a:lnTo>
                        <a:pt x="3366" y="1860"/>
                      </a:lnTo>
                      <a:lnTo>
                        <a:pt x="3336" y="1860"/>
                      </a:lnTo>
                      <a:lnTo>
                        <a:pt x="3300" y="1866"/>
                      </a:lnTo>
                      <a:lnTo>
                        <a:pt x="3276" y="1872"/>
                      </a:lnTo>
                      <a:lnTo>
                        <a:pt x="3258" y="1878"/>
                      </a:lnTo>
                      <a:lnTo>
                        <a:pt x="3258" y="1902"/>
                      </a:lnTo>
                      <a:lnTo>
                        <a:pt x="3264" y="1914"/>
                      </a:lnTo>
                      <a:lnTo>
                        <a:pt x="3264" y="1926"/>
                      </a:lnTo>
                      <a:lnTo>
                        <a:pt x="3270" y="1938"/>
                      </a:lnTo>
                      <a:lnTo>
                        <a:pt x="3270" y="1950"/>
                      </a:lnTo>
                      <a:lnTo>
                        <a:pt x="3252" y="1968"/>
                      </a:lnTo>
                      <a:lnTo>
                        <a:pt x="3234" y="2004"/>
                      </a:lnTo>
                      <a:lnTo>
                        <a:pt x="3234" y="2076"/>
                      </a:lnTo>
                      <a:lnTo>
                        <a:pt x="3210" y="2088"/>
                      </a:lnTo>
                      <a:lnTo>
                        <a:pt x="3204" y="2094"/>
                      </a:lnTo>
                      <a:lnTo>
                        <a:pt x="3180" y="2106"/>
                      </a:lnTo>
                      <a:lnTo>
                        <a:pt x="3180" y="2142"/>
                      </a:lnTo>
                      <a:lnTo>
                        <a:pt x="3156" y="2166"/>
                      </a:lnTo>
                      <a:lnTo>
                        <a:pt x="3156" y="2154"/>
                      </a:lnTo>
                      <a:lnTo>
                        <a:pt x="3162" y="2148"/>
                      </a:lnTo>
                      <a:lnTo>
                        <a:pt x="3162" y="2142"/>
                      </a:lnTo>
                      <a:lnTo>
                        <a:pt x="3156" y="2130"/>
                      </a:lnTo>
                      <a:lnTo>
                        <a:pt x="3138" y="2130"/>
                      </a:lnTo>
                      <a:lnTo>
                        <a:pt x="3126" y="2136"/>
                      </a:lnTo>
                      <a:lnTo>
                        <a:pt x="3108" y="2154"/>
                      </a:lnTo>
                      <a:lnTo>
                        <a:pt x="3108" y="2166"/>
                      </a:lnTo>
                      <a:lnTo>
                        <a:pt x="3114" y="2178"/>
                      </a:lnTo>
                      <a:lnTo>
                        <a:pt x="3114" y="2190"/>
                      </a:lnTo>
                      <a:lnTo>
                        <a:pt x="3108" y="2196"/>
                      </a:lnTo>
                      <a:lnTo>
                        <a:pt x="3108" y="2178"/>
                      </a:lnTo>
                      <a:lnTo>
                        <a:pt x="3102" y="2166"/>
                      </a:lnTo>
                      <a:lnTo>
                        <a:pt x="3090" y="2154"/>
                      </a:lnTo>
                      <a:lnTo>
                        <a:pt x="3078" y="2154"/>
                      </a:lnTo>
                      <a:lnTo>
                        <a:pt x="3066" y="2160"/>
                      </a:lnTo>
                      <a:lnTo>
                        <a:pt x="3042" y="2160"/>
                      </a:lnTo>
                      <a:lnTo>
                        <a:pt x="3036" y="2166"/>
                      </a:lnTo>
                      <a:lnTo>
                        <a:pt x="3030" y="2166"/>
                      </a:lnTo>
                      <a:lnTo>
                        <a:pt x="3042" y="2160"/>
                      </a:lnTo>
                      <a:lnTo>
                        <a:pt x="3060" y="2142"/>
                      </a:lnTo>
                      <a:lnTo>
                        <a:pt x="3072" y="2136"/>
                      </a:lnTo>
                      <a:lnTo>
                        <a:pt x="3078" y="2124"/>
                      </a:lnTo>
                      <a:lnTo>
                        <a:pt x="3078" y="2118"/>
                      </a:lnTo>
                      <a:lnTo>
                        <a:pt x="3072" y="2106"/>
                      </a:lnTo>
                      <a:lnTo>
                        <a:pt x="3060" y="2100"/>
                      </a:lnTo>
                      <a:lnTo>
                        <a:pt x="3048" y="2088"/>
                      </a:lnTo>
                      <a:lnTo>
                        <a:pt x="3030" y="2088"/>
                      </a:lnTo>
                      <a:lnTo>
                        <a:pt x="3024" y="2082"/>
                      </a:lnTo>
                      <a:lnTo>
                        <a:pt x="3018" y="2082"/>
                      </a:lnTo>
                      <a:lnTo>
                        <a:pt x="3024" y="2082"/>
                      </a:lnTo>
                      <a:lnTo>
                        <a:pt x="3042" y="2064"/>
                      </a:lnTo>
                      <a:lnTo>
                        <a:pt x="3042" y="2058"/>
                      </a:lnTo>
                      <a:lnTo>
                        <a:pt x="3030" y="2034"/>
                      </a:lnTo>
                      <a:lnTo>
                        <a:pt x="3030" y="2028"/>
                      </a:lnTo>
                      <a:lnTo>
                        <a:pt x="3024" y="2016"/>
                      </a:lnTo>
                      <a:lnTo>
                        <a:pt x="3060" y="1992"/>
                      </a:lnTo>
                      <a:lnTo>
                        <a:pt x="3060" y="1968"/>
                      </a:lnTo>
                      <a:lnTo>
                        <a:pt x="3084" y="1956"/>
                      </a:lnTo>
                      <a:lnTo>
                        <a:pt x="3084" y="1914"/>
                      </a:lnTo>
                      <a:lnTo>
                        <a:pt x="3090" y="1914"/>
                      </a:lnTo>
                      <a:lnTo>
                        <a:pt x="3102" y="1902"/>
                      </a:lnTo>
                      <a:lnTo>
                        <a:pt x="3114" y="1896"/>
                      </a:lnTo>
                      <a:lnTo>
                        <a:pt x="3132" y="1878"/>
                      </a:lnTo>
                      <a:lnTo>
                        <a:pt x="3126" y="1866"/>
                      </a:lnTo>
                      <a:lnTo>
                        <a:pt x="3120" y="1860"/>
                      </a:lnTo>
                      <a:lnTo>
                        <a:pt x="3084" y="1848"/>
                      </a:lnTo>
                      <a:lnTo>
                        <a:pt x="2976" y="1848"/>
                      </a:lnTo>
                      <a:lnTo>
                        <a:pt x="2940" y="1860"/>
                      </a:lnTo>
                      <a:lnTo>
                        <a:pt x="2946" y="1848"/>
                      </a:lnTo>
                      <a:lnTo>
                        <a:pt x="2952" y="1842"/>
                      </a:lnTo>
                      <a:lnTo>
                        <a:pt x="2952" y="1830"/>
                      </a:lnTo>
                      <a:lnTo>
                        <a:pt x="2958" y="1824"/>
                      </a:lnTo>
                      <a:lnTo>
                        <a:pt x="2952" y="1818"/>
                      </a:lnTo>
                      <a:lnTo>
                        <a:pt x="2940" y="1812"/>
                      </a:lnTo>
                      <a:lnTo>
                        <a:pt x="2928" y="1812"/>
                      </a:lnTo>
                      <a:lnTo>
                        <a:pt x="2892" y="1800"/>
                      </a:lnTo>
                      <a:lnTo>
                        <a:pt x="2874" y="1800"/>
                      </a:lnTo>
                      <a:lnTo>
                        <a:pt x="2868" y="1794"/>
                      </a:lnTo>
                      <a:lnTo>
                        <a:pt x="2862" y="1794"/>
                      </a:lnTo>
                      <a:lnTo>
                        <a:pt x="2862" y="1770"/>
                      </a:lnTo>
                      <a:lnTo>
                        <a:pt x="2856" y="1752"/>
                      </a:lnTo>
                      <a:lnTo>
                        <a:pt x="2844" y="1740"/>
                      </a:lnTo>
                      <a:lnTo>
                        <a:pt x="2790" y="1722"/>
                      </a:lnTo>
                      <a:lnTo>
                        <a:pt x="2778" y="1722"/>
                      </a:lnTo>
                      <a:lnTo>
                        <a:pt x="2778" y="1716"/>
                      </a:lnTo>
                      <a:lnTo>
                        <a:pt x="2766" y="1704"/>
                      </a:lnTo>
                      <a:lnTo>
                        <a:pt x="2754" y="1704"/>
                      </a:lnTo>
                      <a:lnTo>
                        <a:pt x="2736" y="1698"/>
                      </a:lnTo>
                      <a:lnTo>
                        <a:pt x="2694" y="1698"/>
                      </a:lnTo>
                      <a:lnTo>
                        <a:pt x="2646" y="1704"/>
                      </a:lnTo>
                      <a:lnTo>
                        <a:pt x="2610" y="1716"/>
                      </a:lnTo>
                      <a:lnTo>
                        <a:pt x="2592" y="1716"/>
                      </a:lnTo>
                      <a:lnTo>
                        <a:pt x="2598" y="1716"/>
                      </a:lnTo>
                      <a:lnTo>
                        <a:pt x="2604" y="1710"/>
                      </a:lnTo>
                      <a:lnTo>
                        <a:pt x="2616" y="1710"/>
                      </a:lnTo>
                      <a:lnTo>
                        <a:pt x="2628" y="1704"/>
                      </a:lnTo>
                      <a:lnTo>
                        <a:pt x="2634" y="1692"/>
                      </a:lnTo>
                      <a:lnTo>
                        <a:pt x="2640" y="1686"/>
                      </a:lnTo>
                      <a:lnTo>
                        <a:pt x="2646" y="1662"/>
                      </a:lnTo>
                      <a:lnTo>
                        <a:pt x="2658" y="1632"/>
                      </a:lnTo>
                      <a:lnTo>
                        <a:pt x="2664" y="1602"/>
                      </a:lnTo>
                      <a:lnTo>
                        <a:pt x="2670" y="1590"/>
                      </a:lnTo>
                      <a:lnTo>
                        <a:pt x="2658" y="1590"/>
                      </a:lnTo>
                      <a:lnTo>
                        <a:pt x="2646" y="1584"/>
                      </a:lnTo>
                      <a:lnTo>
                        <a:pt x="2616" y="1584"/>
                      </a:lnTo>
                      <a:lnTo>
                        <a:pt x="2610" y="1590"/>
                      </a:lnTo>
                      <a:lnTo>
                        <a:pt x="2598" y="1596"/>
                      </a:lnTo>
                      <a:lnTo>
                        <a:pt x="2592" y="1602"/>
                      </a:lnTo>
                      <a:lnTo>
                        <a:pt x="2580" y="1608"/>
                      </a:lnTo>
                      <a:lnTo>
                        <a:pt x="2598" y="1578"/>
                      </a:lnTo>
                      <a:lnTo>
                        <a:pt x="2592" y="1560"/>
                      </a:lnTo>
                      <a:lnTo>
                        <a:pt x="2610" y="1542"/>
                      </a:lnTo>
                      <a:lnTo>
                        <a:pt x="2616" y="1530"/>
                      </a:lnTo>
                      <a:lnTo>
                        <a:pt x="2640" y="1506"/>
                      </a:lnTo>
                      <a:lnTo>
                        <a:pt x="2646" y="1494"/>
                      </a:lnTo>
                      <a:lnTo>
                        <a:pt x="2664" y="1476"/>
                      </a:lnTo>
                      <a:lnTo>
                        <a:pt x="2694" y="1452"/>
                      </a:lnTo>
                      <a:lnTo>
                        <a:pt x="2730" y="1428"/>
                      </a:lnTo>
                      <a:lnTo>
                        <a:pt x="2754" y="1410"/>
                      </a:lnTo>
                      <a:lnTo>
                        <a:pt x="2766" y="1404"/>
                      </a:lnTo>
                      <a:lnTo>
                        <a:pt x="2760" y="1392"/>
                      </a:lnTo>
                      <a:lnTo>
                        <a:pt x="2826" y="1368"/>
                      </a:lnTo>
                      <a:lnTo>
                        <a:pt x="2826" y="1350"/>
                      </a:lnTo>
                      <a:lnTo>
                        <a:pt x="2868" y="1344"/>
                      </a:lnTo>
                      <a:lnTo>
                        <a:pt x="2868" y="1326"/>
                      </a:lnTo>
                      <a:lnTo>
                        <a:pt x="2898" y="1320"/>
                      </a:lnTo>
                      <a:lnTo>
                        <a:pt x="2952" y="1284"/>
                      </a:lnTo>
                      <a:lnTo>
                        <a:pt x="3006" y="1284"/>
                      </a:lnTo>
                      <a:lnTo>
                        <a:pt x="3042" y="1278"/>
                      </a:lnTo>
                      <a:lnTo>
                        <a:pt x="3060" y="1266"/>
                      </a:lnTo>
                      <a:lnTo>
                        <a:pt x="3060" y="1254"/>
                      </a:lnTo>
                      <a:lnTo>
                        <a:pt x="3030" y="1224"/>
                      </a:lnTo>
                      <a:lnTo>
                        <a:pt x="2970" y="1230"/>
                      </a:lnTo>
                      <a:lnTo>
                        <a:pt x="2982" y="1218"/>
                      </a:lnTo>
                      <a:lnTo>
                        <a:pt x="2928" y="1194"/>
                      </a:lnTo>
                      <a:lnTo>
                        <a:pt x="2952" y="1188"/>
                      </a:lnTo>
                      <a:lnTo>
                        <a:pt x="3036" y="1212"/>
                      </a:lnTo>
                      <a:lnTo>
                        <a:pt x="3054" y="1230"/>
                      </a:lnTo>
                      <a:lnTo>
                        <a:pt x="3066" y="1236"/>
                      </a:lnTo>
                      <a:lnTo>
                        <a:pt x="3096" y="1236"/>
                      </a:lnTo>
                      <a:lnTo>
                        <a:pt x="3108" y="1230"/>
                      </a:lnTo>
                      <a:lnTo>
                        <a:pt x="3114" y="1218"/>
                      </a:lnTo>
                      <a:lnTo>
                        <a:pt x="3126" y="1206"/>
                      </a:lnTo>
                      <a:lnTo>
                        <a:pt x="3132" y="1194"/>
                      </a:lnTo>
                      <a:lnTo>
                        <a:pt x="3144" y="1188"/>
                      </a:lnTo>
                      <a:lnTo>
                        <a:pt x="3150" y="1182"/>
                      </a:lnTo>
                      <a:lnTo>
                        <a:pt x="3156" y="1182"/>
                      </a:lnTo>
                      <a:lnTo>
                        <a:pt x="3180" y="1194"/>
                      </a:lnTo>
                      <a:lnTo>
                        <a:pt x="3198" y="1200"/>
                      </a:lnTo>
                      <a:lnTo>
                        <a:pt x="3210" y="1200"/>
                      </a:lnTo>
                      <a:lnTo>
                        <a:pt x="3246" y="1182"/>
                      </a:lnTo>
                      <a:lnTo>
                        <a:pt x="3282" y="1170"/>
                      </a:lnTo>
                      <a:lnTo>
                        <a:pt x="3318" y="1152"/>
                      </a:lnTo>
                      <a:lnTo>
                        <a:pt x="3336" y="1146"/>
                      </a:lnTo>
                      <a:lnTo>
                        <a:pt x="3360" y="1134"/>
                      </a:lnTo>
                      <a:lnTo>
                        <a:pt x="3372" y="1122"/>
                      </a:lnTo>
                      <a:lnTo>
                        <a:pt x="3366" y="1116"/>
                      </a:lnTo>
                      <a:lnTo>
                        <a:pt x="3342" y="1110"/>
                      </a:lnTo>
                      <a:lnTo>
                        <a:pt x="3264" y="1110"/>
                      </a:lnTo>
                      <a:lnTo>
                        <a:pt x="3258" y="1086"/>
                      </a:lnTo>
                      <a:lnTo>
                        <a:pt x="3174" y="1056"/>
                      </a:lnTo>
                      <a:lnTo>
                        <a:pt x="3186" y="1056"/>
                      </a:lnTo>
                      <a:lnTo>
                        <a:pt x="3216" y="1050"/>
                      </a:lnTo>
                      <a:lnTo>
                        <a:pt x="3252" y="1050"/>
                      </a:lnTo>
                      <a:lnTo>
                        <a:pt x="3282" y="1056"/>
                      </a:lnTo>
                      <a:lnTo>
                        <a:pt x="3294" y="1062"/>
                      </a:lnTo>
                      <a:lnTo>
                        <a:pt x="3306" y="1074"/>
                      </a:lnTo>
                      <a:lnTo>
                        <a:pt x="3324" y="1086"/>
                      </a:lnTo>
                      <a:lnTo>
                        <a:pt x="3336" y="1098"/>
                      </a:lnTo>
                      <a:lnTo>
                        <a:pt x="3348" y="1104"/>
                      </a:lnTo>
                      <a:lnTo>
                        <a:pt x="3372" y="1098"/>
                      </a:lnTo>
                      <a:lnTo>
                        <a:pt x="3408" y="1080"/>
                      </a:lnTo>
                      <a:lnTo>
                        <a:pt x="3444" y="1068"/>
                      </a:lnTo>
                      <a:lnTo>
                        <a:pt x="3474" y="1050"/>
                      </a:lnTo>
                      <a:lnTo>
                        <a:pt x="3486" y="1044"/>
                      </a:lnTo>
                      <a:lnTo>
                        <a:pt x="3462" y="1032"/>
                      </a:lnTo>
                      <a:lnTo>
                        <a:pt x="3468" y="1026"/>
                      </a:lnTo>
                      <a:lnTo>
                        <a:pt x="3492" y="1014"/>
                      </a:lnTo>
                      <a:lnTo>
                        <a:pt x="3522" y="1014"/>
                      </a:lnTo>
                      <a:lnTo>
                        <a:pt x="3528" y="1020"/>
                      </a:lnTo>
                      <a:lnTo>
                        <a:pt x="3534" y="1032"/>
                      </a:lnTo>
                      <a:lnTo>
                        <a:pt x="3540" y="1038"/>
                      </a:lnTo>
                      <a:lnTo>
                        <a:pt x="3570" y="1050"/>
                      </a:lnTo>
                      <a:lnTo>
                        <a:pt x="3576" y="1026"/>
                      </a:lnTo>
                      <a:lnTo>
                        <a:pt x="3594" y="1044"/>
                      </a:lnTo>
                      <a:lnTo>
                        <a:pt x="3600" y="1038"/>
                      </a:lnTo>
                      <a:lnTo>
                        <a:pt x="3600" y="1026"/>
                      </a:lnTo>
                      <a:lnTo>
                        <a:pt x="3594" y="1014"/>
                      </a:lnTo>
                      <a:lnTo>
                        <a:pt x="3582" y="1002"/>
                      </a:lnTo>
                      <a:lnTo>
                        <a:pt x="3564" y="990"/>
                      </a:lnTo>
                      <a:lnTo>
                        <a:pt x="3606" y="984"/>
                      </a:lnTo>
                      <a:lnTo>
                        <a:pt x="3606" y="990"/>
                      </a:lnTo>
                      <a:lnTo>
                        <a:pt x="3612" y="996"/>
                      </a:lnTo>
                      <a:lnTo>
                        <a:pt x="3612" y="1008"/>
                      </a:lnTo>
                      <a:lnTo>
                        <a:pt x="3624" y="1032"/>
                      </a:lnTo>
                      <a:lnTo>
                        <a:pt x="3630" y="1038"/>
                      </a:lnTo>
                      <a:lnTo>
                        <a:pt x="3636" y="1038"/>
                      </a:lnTo>
                      <a:lnTo>
                        <a:pt x="3654" y="1032"/>
                      </a:lnTo>
                      <a:lnTo>
                        <a:pt x="3690" y="1026"/>
                      </a:lnTo>
                      <a:lnTo>
                        <a:pt x="3732" y="1008"/>
                      </a:lnTo>
                      <a:lnTo>
                        <a:pt x="3768" y="990"/>
                      </a:lnTo>
                      <a:lnTo>
                        <a:pt x="3798" y="972"/>
                      </a:lnTo>
                      <a:lnTo>
                        <a:pt x="3798" y="960"/>
                      </a:lnTo>
                      <a:lnTo>
                        <a:pt x="3786" y="942"/>
                      </a:lnTo>
                      <a:lnTo>
                        <a:pt x="3780" y="930"/>
                      </a:lnTo>
                      <a:lnTo>
                        <a:pt x="3774" y="912"/>
                      </a:lnTo>
                      <a:lnTo>
                        <a:pt x="3774" y="900"/>
                      </a:lnTo>
                      <a:lnTo>
                        <a:pt x="3780" y="894"/>
                      </a:lnTo>
                      <a:lnTo>
                        <a:pt x="3792" y="894"/>
                      </a:lnTo>
                      <a:lnTo>
                        <a:pt x="3804" y="888"/>
                      </a:lnTo>
                      <a:lnTo>
                        <a:pt x="3822" y="888"/>
                      </a:lnTo>
                      <a:lnTo>
                        <a:pt x="3840" y="882"/>
                      </a:lnTo>
                      <a:lnTo>
                        <a:pt x="3858" y="882"/>
                      </a:lnTo>
                      <a:lnTo>
                        <a:pt x="3864" y="876"/>
                      </a:lnTo>
                      <a:lnTo>
                        <a:pt x="3870" y="876"/>
                      </a:lnTo>
                      <a:lnTo>
                        <a:pt x="3870" y="858"/>
                      </a:lnTo>
                      <a:lnTo>
                        <a:pt x="3864" y="846"/>
                      </a:lnTo>
                      <a:lnTo>
                        <a:pt x="3864" y="840"/>
                      </a:lnTo>
                      <a:lnTo>
                        <a:pt x="3858" y="828"/>
                      </a:lnTo>
                      <a:lnTo>
                        <a:pt x="3840" y="804"/>
                      </a:lnTo>
                      <a:lnTo>
                        <a:pt x="3822" y="798"/>
                      </a:lnTo>
                      <a:lnTo>
                        <a:pt x="3786" y="792"/>
                      </a:lnTo>
                      <a:lnTo>
                        <a:pt x="3744" y="792"/>
                      </a:lnTo>
                      <a:lnTo>
                        <a:pt x="3708" y="804"/>
                      </a:lnTo>
                      <a:lnTo>
                        <a:pt x="3690" y="822"/>
                      </a:lnTo>
                      <a:lnTo>
                        <a:pt x="3690" y="840"/>
                      </a:lnTo>
                      <a:lnTo>
                        <a:pt x="3696" y="840"/>
                      </a:lnTo>
                      <a:lnTo>
                        <a:pt x="3702" y="846"/>
                      </a:lnTo>
                      <a:lnTo>
                        <a:pt x="3666" y="870"/>
                      </a:lnTo>
                      <a:lnTo>
                        <a:pt x="3642" y="870"/>
                      </a:lnTo>
                      <a:lnTo>
                        <a:pt x="3576" y="918"/>
                      </a:lnTo>
                      <a:lnTo>
                        <a:pt x="3552" y="930"/>
                      </a:lnTo>
                      <a:lnTo>
                        <a:pt x="3546" y="936"/>
                      </a:lnTo>
                      <a:lnTo>
                        <a:pt x="3540" y="948"/>
                      </a:lnTo>
                      <a:lnTo>
                        <a:pt x="3522" y="966"/>
                      </a:lnTo>
                      <a:lnTo>
                        <a:pt x="3492" y="966"/>
                      </a:lnTo>
                      <a:lnTo>
                        <a:pt x="3456" y="984"/>
                      </a:lnTo>
                      <a:lnTo>
                        <a:pt x="3456" y="972"/>
                      </a:lnTo>
                      <a:lnTo>
                        <a:pt x="3450" y="954"/>
                      </a:lnTo>
                      <a:lnTo>
                        <a:pt x="3450" y="918"/>
                      </a:lnTo>
                      <a:lnTo>
                        <a:pt x="3456" y="912"/>
                      </a:lnTo>
                      <a:lnTo>
                        <a:pt x="3480" y="900"/>
                      </a:lnTo>
                      <a:lnTo>
                        <a:pt x="3498" y="900"/>
                      </a:lnTo>
                      <a:lnTo>
                        <a:pt x="3510" y="894"/>
                      </a:lnTo>
                      <a:lnTo>
                        <a:pt x="3516" y="882"/>
                      </a:lnTo>
                      <a:lnTo>
                        <a:pt x="3516" y="870"/>
                      </a:lnTo>
                      <a:lnTo>
                        <a:pt x="3510" y="852"/>
                      </a:lnTo>
                      <a:lnTo>
                        <a:pt x="3504" y="846"/>
                      </a:lnTo>
                      <a:lnTo>
                        <a:pt x="3498" y="834"/>
                      </a:lnTo>
                      <a:lnTo>
                        <a:pt x="3486" y="834"/>
                      </a:lnTo>
                      <a:lnTo>
                        <a:pt x="3450" y="852"/>
                      </a:lnTo>
                      <a:lnTo>
                        <a:pt x="3432" y="858"/>
                      </a:lnTo>
                      <a:lnTo>
                        <a:pt x="3420" y="864"/>
                      </a:lnTo>
                      <a:lnTo>
                        <a:pt x="3414" y="870"/>
                      </a:lnTo>
                      <a:lnTo>
                        <a:pt x="3408" y="870"/>
                      </a:lnTo>
                      <a:lnTo>
                        <a:pt x="3378" y="900"/>
                      </a:lnTo>
                      <a:lnTo>
                        <a:pt x="3372" y="888"/>
                      </a:lnTo>
                      <a:lnTo>
                        <a:pt x="3396" y="858"/>
                      </a:lnTo>
                      <a:lnTo>
                        <a:pt x="3396" y="840"/>
                      </a:lnTo>
                      <a:lnTo>
                        <a:pt x="3438" y="822"/>
                      </a:lnTo>
                      <a:lnTo>
                        <a:pt x="3402" y="816"/>
                      </a:lnTo>
                      <a:lnTo>
                        <a:pt x="3408" y="804"/>
                      </a:lnTo>
                      <a:lnTo>
                        <a:pt x="3360" y="816"/>
                      </a:lnTo>
                      <a:lnTo>
                        <a:pt x="3336" y="804"/>
                      </a:lnTo>
                      <a:lnTo>
                        <a:pt x="3378" y="792"/>
                      </a:lnTo>
                      <a:lnTo>
                        <a:pt x="3378" y="774"/>
                      </a:lnTo>
                      <a:lnTo>
                        <a:pt x="3390" y="774"/>
                      </a:lnTo>
                      <a:lnTo>
                        <a:pt x="3396" y="780"/>
                      </a:lnTo>
                      <a:lnTo>
                        <a:pt x="3420" y="780"/>
                      </a:lnTo>
                      <a:lnTo>
                        <a:pt x="3426" y="774"/>
                      </a:lnTo>
                      <a:lnTo>
                        <a:pt x="3426" y="762"/>
                      </a:lnTo>
                      <a:lnTo>
                        <a:pt x="3420" y="756"/>
                      </a:lnTo>
                      <a:lnTo>
                        <a:pt x="3408" y="756"/>
                      </a:lnTo>
                      <a:lnTo>
                        <a:pt x="3396" y="744"/>
                      </a:lnTo>
                      <a:lnTo>
                        <a:pt x="3396" y="738"/>
                      </a:lnTo>
                      <a:lnTo>
                        <a:pt x="3420" y="690"/>
                      </a:lnTo>
                      <a:lnTo>
                        <a:pt x="3426" y="684"/>
                      </a:lnTo>
                      <a:lnTo>
                        <a:pt x="3426" y="672"/>
                      </a:lnTo>
                      <a:lnTo>
                        <a:pt x="3420" y="666"/>
                      </a:lnTo>
                      <a:lnTo>
                        <a:pt x="3414" y="666"/>
                      </a:lnTo>
                      <a:lnTo>
                        <a:pt x="3372" y="648"/>
                      </a:lnTo>
                      <a:lnTo>
                        <a:pt x="3348" y="660"/>
                      </a:lnTo>
                      <a:lnTo>
                        <a:pt x="3336" y="660"/>
                      </a:lnTo>
                      <a:lnTo>
                        <a:pt x="3318" y="666"/>
                      </a:lnTo>
                      <a:lnTo>
                        <a:pt x="3312" y="666"/>
                      </a:lnTo>
                      <a:lnTo>
                        <a:pt x="3306" y="672"/>
                      </a:lnTo>
                      <a:lnTo>
                        <a:pt x="3306" y="690"/>
                      </a:lnTo>
                      <a:lnTo>
                        <a:pt x="3240" y="690"/>
                      </a:lnTo>
                      <a:lnTo>
                        <a:pt x="3228" y="696"/>
                      </a:lnTo>
                      <a:lnTo>
                        <a:pt x="3222" y="702"/>
                      </a:lnTo>
                      <a:lnTo>
                        <a:pt x="3210" y="708"/>
                      </a:lnTo>
                      <a:lnTo>
                        <a:pt x="3198" y="720"/>
                      </a:lnTo>
                      <a:lnTo>
                        <a:pt x="3204" y="726"/>
                      </a:lnTo>
                      <a:lnTo>
                        <a:pt x="3216" y="732"/>
                      </a:lnTo>
                      <a:lnTo>
                        <a:pt x="3228" y="732"/>
                      </a:lnTo>
                      <a:lnTo>
                        <a:pt x="3234" y="738"/>
                      </a:lnTo>
                      <a:lnTo>
                        <a:pt x="3228" y="738"/>
                      </a:lnTo>
                      <a:lnTo>
                        <a:pt x="3222" y="744"/>
                      </a:lnTo>
                      <a:lnTo>
                        <a:pt x="3204" y="744"/>
                      </a:lnTo>
                      <a:lnTo>
                        <a:pt x="3180" y="756"/>
                      </a:lnTo>
                      <a:lnTo>
                        <a:pt x="3168" y="768"/>
                      </a:lnTo>
                      <a:lnTo>
                        <a:pt x="3168" y="774"/>
                      </a:lnTo>
                      <a:lnTo>
                        <a:pt x="3174" y="786"/>
                      </a:lnTo>
                      <a:lnTo>
                        <a:pt x="3186" y="798"/>
                      </a:lnTo>
                      <a:lnTo>
                        <a:pt x="3198" y="804"/>
                      </a:lnTo>
                      <a:lnTo>
                        <a:pt x="3204" y="810"/>
                      </a:lnTo>
                      <a:lnTo>
                        <a:pt x="3210" y="810"/>
                      </a:lnTo>
                      <a:lnTo>
                        <a:pt x="3234" y="798"/>
                      </a:lnTo>
                      <a:lnTo>
                        <a:pt x="3234" y="822"/>
                      </a:lnTo>
                      <a:lnTo>
                        <a:pt x="3240" y="828"/>
                      </a:lnTo>
                      <a:lnTo>
                        <a:pt x="3246" y="828"/>
                      </a:lnTo>
                      <a:lnTo>
                        <a:pt x="3258" y="822"/>
                      </a:lnTo>
                      <a:lnTo>
                        <a:pt x="3282" y="822"/>
                      </a:lnTo>
                      <a:lnTo>
                        <a:pt x="3276" y="828"/>
                      </a:lnTo>
                      <a:lnTo>
                        <a:pt x="3252" y="840"/>
                      </a:lnTo>
                      <a:lnTo>
                        <a:pt x="3246" y="840"/>
                      </a:lnTo>
                      <a:lnTo>
                        <a:pt x="3228" y="828"/>
                      </a:lnTo>
                      <a:lnTo>
                        <a:pt x="3222" y="846"/>
                      </a:lnTo>
                      <a:lnTo>
                        <a:pt x="3204" y="846"/>
                      </a:lnTo>
                      <a:lnTo>
                        <a:pt x="3192" y="852"/>
                      </a:lnTo>
                      <a:lnTo>
                        <a:pt x="3186" y="852"/>
                      </a:lnTo>
                      <a:lnTo>
                        <a:pt x="3180" y="858"/>
                      </a:lnTo>
                      <a:lnTo>
                        <a:pt x="3204" y="858"/>
                      </a:lnTo>
                      <a:lnTo>
                        <a:pt x="3228" y="846"/>
                      </a:lnTo>
                      <a:lnTo>
                        <a:pt x="3240" y="846"/>
                      </a:lnTo>
                      <a:lnTo>
                        <a:pt x="3240" y="852"/>
                      </a:lnTo>
                      <a:lnTo>
                        <a:pt x="3228" y="870"/>
                      </a:lnTo>
                      <a:lnTo>
                        <a:pt x="3210" y="882"/>
                      </a:lnTo>
                      <a:lnTo>
                        <a:pt x="3198" y="888"/>
                      </a:lnTo>
                      <a:lnTo>
                        <a:pt x="3180" y="894"/>
                      </a:lnTo>
                      <a:lnTo>
                        <a:pt x="3168" y="900"/>
                      </a:lnTo>
                      <a:lnTo>
                        <a:pt x="3162" y="906"/>
                      </a:lnTo>
                      <a:lnTo>
                        <a:pt x="3138" y="918"/>
                      </a:lnTo>
                      <a:lnTo>
                        <a:pt x="3132" y="924"/>
                      </a:lnTo>
                      <a:lnTo>
                        <a:pt x="3120" y="918"/>
                      </a:lnTo>
                      <a:lnTo>
                        <a:pt x="3114" y="918"/>
                      </a:lnTo>
                      <a:lnTo>
                        <a:pt x="3102" y="912"/>
                      </a:lnTo>
                      <a:lnTo>
                        <a:pt x="3090" y="912"/>
                      </a:lnTo>
                      <a:lnTo>
                        <a:pt x="3072" y="930"/>
                      </a:lnTo>
                      <a:lnTo>
                        <a:pt x="3060" y="936"/>
                      </a:lnTo>
                      <a:lnTo>
                        <a:pt x="3054" y="948"/>
                      </a:lnTo>
                      <a:lnTo>
                        <a:pt x="3054" y="972"/>
                      </a:lnTo>
                      <a:lnTo>
                        <a:pt x="3048" y="978"/>
                      </a:lnTo>
                      <a:lnTo>
                        <a:pt x="3042" y="966"/>
                      </a:lnTo>
                      <a:lnTo>
                        <a:pt x="3030" y="966"/>
                      </a:lnTo>
                      <a:lnTo>
                        <a:pt x="3018" y="960"/>
                      </a:lnTo>
                      <a:lnTo>
                        <a:pt x="3012" y="960"/>
                      </a:lnTo>
                      <a:lnTo>
                        <a:pt x="3006" y="954"/>
                      </a:lnTo>
                      <a:lnTo>
                        <a:pt x="3030" y="930"/>
                      </a:lnTo>
                      <a:lnTo>
                        <a:pt x="3042" y="924"/>
                      </a:lnTo>
                      <a:lnTo>
                        <a:pt x="3060" y="906"/>
                      </a:lnTo>
                      <a:lnTo>
                        <a:pt x="3072" y="900"/>
                      </a:lnTo>
                      <a:lnTo>
                        <a:pt x="3036" y="900"/>
                      </a:lnTo>
                      <a:lnTo>
                        <a:pt x="3030" y="888"/>
                      </a:lnTo>
                      <a:lnTo>
                        <a:pt x="3018" y="882"/>
                      </a:lnTo>
                      <a:lnTo>
                        <a:pt x="2994" y="882"/>
                      </a:lnTo>
                      <a:lnTo>
                        <a:pt x="2988" y="888"/>
                      </a:lnTo>
                      <a:lnTo>
                        <a:pt x="2946" y="888"/>
                      </a:lnTo>
                      <a:lnTo>
                        <a:pt x="2946" y="894"/>
                      </a:lnTo>
                      <a:lnTo>
                        <a:pt x="2940" y="906"/>
                      </a:lnTo>
                      <a:lnTo>
                        <a:pt x="2940" y="918"/>
                      </a:lnTo>
                      <a:lnTo>
                        <a:pt x="2946" y="918"/>
                      </a:lnTo>
                      <a:lnTo>
                        <a:pt x="2952" y="924"/>
                      </a:lnTo>
                      <a:lnTo>
                        <a:pt x="2964" y="924"/>
                      </a:lnTo>
                      <a:lnTo>
                        <a:pt x="2976" y="936"/>
                      </a:lnTo>
                      <a:lnTo>
                        <a:pt x="2982" y="936"/>
                      </a:lnTo>
                      <a:lnTo>
                        <a:pt x="2976" y="942"/>
                      </a:lnTo>
                      <a:lnTo>
                        <a:pt x="2958" y="942"/>
                      </a:lnTo>
                      <a:lnTo>
                        <a:pt x="2952" y="936"/>
                      </a:lnTo>
                      <a:lnTo>
                        <a:pt x="2940" y="930"/>
                      </a:lnTo>
                      <a:lnTo>
                        <a:pt x="2934" y="924"/>
                      </a:lnTo>
                      <a:lnTo>
                        <a:pt x="2916" y="912"/>
                      </a:lnTo>
                      <a:lnTo>
                        <a:pt x="2910" y="942"/>
                      </a:lnTo>
                      <a:lnTo>
                        <a:pt x="2904" y="942"/>
                      </a:lnTo>
                      <a:lnTo>
                        <a:pt x="2898" y="948"/>
                      </a:lnTo>
                      <a:lnTo>
                        <a:pt x="2862" y="948"/>
                      </a:lnTo>
                      <a:lnTo>
                        <a:pt x="2844" y="942"/>
                      </a:lnTo>
                      <a:lnTo>
                        <a:pt x="2826" y="942"/>
                      </a:lnTo>
                      <a:lnTo>
                        <a:pt x="2808" y="936"/>
                      </a:lnTo>
                      <a:lnTo>
                        <a:pt x="2718" y="936"/>
                      </a:lnTo>
                      <a:lnTo>
                        <a:pt x="2706" y="930"/>
                      </a:lnTo>
                      <a:lnTo>
                        <a:pt x="2700" y="918"/>
                      </a:lnTo>
                      <a:lnTo>
                        <a:pt x="2688" y="912"/>
                      </a:lnTo>
                      <a:lnTo>
                        <a:pt x="2628" y="918"/>
                      </a:lnTo>
                      <a:lnTo>
                        <a:pt x="2622" y="912"/>
                      </a:lnTo>
                      <a:lnTo>
                        <a:pt x="2616" y="900"/>
                      </a:lnTo>
                      <a:lnTo>
                        <a:pt x="2604" y="894"/>
                      </a:lnTo>
                      <a:lnTo>
                        <a:pt x="2598" y="894"/>
                      </a:lnTo>
                      <a:lnTo>
                        <a:pt x="2586" y="888"/>
                      </a:lnTo>
                      <a:lnTo>
                        <a:pt x="2568" y="888"/>
                      </a:lnTo>
                      <a:lnTo>
                        <a:pt x="2556" y="894"/>
                      </a:lnTo>
                      <a:lnTo>
                        <a:pt x="2538" y="900"/>
                      </a:lnTo>
                      <a:lnTo>
                        <a:pt x="2532" y="906"/>
                      </a:lnTo>
                      <a:lnTo>
                        <a:pt x="2526" y="906"/>
                      </a:lnTo>
                      <a:lnTo>
                        <a:pt x="2526" y="912"/>
                      </a:lnTo>
                      <a:lnTo>
                        <a:pt x="2484" y="912"/>
                      </a:lnTo>
                      <a:lnTo>
                        <a:pt x="2472" y="906"/>
                      </a:lnTo>
                      <a:lnTo>
                        <a:pt x="2442" y="906"/>
                      </a:lnTo>
                      <a:lnTo>
                        <a:pt x="2430" y="918"/>
                      </a:lnTo>
                      <a:lnTo>
                        <a:pt x="2430" y="930"/>
                      </a:lnTo>
                      <a:lnTo>
                        <a:pt x="2418" y="954"/>
                      </a:lnTo>
                      <a:lnTo>
                        <a:pt x="2412" y="960"/>
                      </a:lnTo>
                      <a:lnTo>
                        <a:pt x="2412" y="966"/>
                      </a:lnTo>
                      <a:lnTo>
                        <a:pt x="2400" y="996"/>
                      </a:lnTo>
                      <a:lnTo>
                        <a:pt x="2364" y="996"/>
                      </a:lnTo>
                      <a:lnTo>
                        <a:pt x="2358" y="1026"/>
                      </a:lnTo>
                      <a:lnTo>
                        <a:pt x="2334" y="978"/>
                      </a:lnTo>
                      <a:lnTo>
                        <a:pt x="2340" y="978"/>
                      </a:lnTo>
                      <a:lnTo>
                        <a:pt x="2352" y="984"/>
                      </a:lnTo>
                      <a:lnTo>
                        <a:pt x="2376" y="984"/>
                      </a:lnTo>
                      <a:lnTo>
                        <a:pt x="2388" y="972"/>
                      </a:lnTo>
                      <a:lnTo>
                        <a:pt x="2358" y="942"/>
                      </a:lnTo>
                      <a:lnTo>
                        <a:pt x="2340" y="942"/>
                      </a:lnTo>
                      <a:lnTo>
                        <a:pt x="2328" y="936"/>
                      </a:lnTo>
                      <a:lnTo>
                        <a:pt x="2316" y="936"/>
                      </a:lnTo>
                      <a:lnTo>
                        <a:pt x="2322" y="918"/>
                      </a:lnTo>
                      <a:lnTo>
                        <a:pt x="2304" y="924"/>
                      </a:lnTo>
                      <a:lnTo>
                        <a:pt x="2262" y="930"/>
                      </a:lnTo>
                      <a:lnTo>
                        <a:pt x="2208" y="936"/>
                      </a:lnTo>
                      <a:lnTo>
                        <a:pt x="2160" y="942"/>
                      </a:lnTo>
                      <a:lnTo>
                        <a:pt x="2112" y="942"/>
                      </a:lnTo>
                      <a:lnTo>
                        <a:pt x="2064" y="936"/>
                      </a:lnTo>
                      <a:lnTo>
                        <a:pt x="2034" y="930"/>
                      </a:lnTo>
                      <a:lnTo>
                        <a:pt x="2028" y="924"/>
                      </a:lnTo>
                      <a:lnTo>
                        <a:pt x="2052" y="918"/>
                      </a:lnTo>
                      <a:lnTo>
                        <a:pt x="2082" y="918"/>
                      </a:lnTo>
                      <a:lnTo>
                        <a:pt x="2118" y="912"/>
                      </a:lnTo>
                      <a:lnTo>
                        <a:pt x="2142" y="900"/>
                      </a:lnTo>
                      <a:lnTo>
                        <a:pt x="2142" y="888"/>
                      </a:lnTo>
                      <a:lnTo>
                        <a:pt x="2112" y="864"/>
                      </a:lnTo>
                      <a:lnTo>
                        <a:pt x="2082" y="852"/>
                      </a:lnTo>
                      <a:lnTo>
                        <a:pt x="2004" y="852"/>
                      </a:lnTo>
                      <a:lnTo>
                        <a:pt x="1968" y="840"/>
                      </a:lnTo>
                      <a:lnTo>
                        <a:pt x="1944" y="834"/>
                      </a:lnTo>
                      <a:lnTo>
                        <a:pt x="1938" y="828"/>
                      </a:lnTo>
                      <a:lnTo>
                        <a:pt x="1908" y="828"/>
                      </a:lnTo>
                      <a:lnTo>
                        <a:pt x="1896" y="822"/>
                      </a:lnTo>
                      <a:lnTo>
                        <a:pt x="1866" y="804"/>
                      </a:lnTo>
                      <a:lnTo>
                        <a:pt x="1836" y="792"/>
                      </a:lnTo>
                      <a:lnTo>
                        <a:pt x="1812" y="786"/>
                      </a:lnTo>
                      <a:lnTo>
                        <a:pt x="1800" y="792"/>
                      </a:lnTo>
                      <a:lnTo>
                        <a:pt x="1782" y="798"/>
                      </a:lnTo>
                      <a:lnTo>
                        <a:pt x="1770" y="804"/>
                      </a:lnTo>
                      <a:lnTo>
                        <a:pt x="1758" y="816"/>
                      </a:lnTo>
                      <a:lnTo>
                        <a:pt x="1734" y="828"/>
                      </a:lnTo>
                      <a:lnTo>
                        <a:pt x="1680" y="828"/>
                      </a:lnTo>
                      <a:lnTo>
                        <a:pt x="1710" y="810"/>
                      </a:lnTo>
                      <a:lnTo>
                        <a:pt x="1710" y="798"/>
                      </a:lnTo>
                      <a:lnTo>
                        <a:pt x="1734" y="768"/>
                      </a:lnTo>
                      <a:lnTo>
                        <a:pt x="1728" y="768"/>
                      </a:lnTo>
                      <a:lnTo>
                        <a:pt x="1722" y="774"/>
                      </a:lnTo>
                      <a:lnTo>
                        <a:pt x="1674" y="798"/>
                      </a:lnTo>
                      <a:lnTo>
                        <a:pt x="1650" y="822"/>
                      </a:lnTo>
                      <a:lnTo>
                        <a:pt x="1638" y="828"/>
                      </a:lnTo>
                      <a:lnTo>
                        <a:pt x="1620" y="834"/>
                      </a:lnTo>
                      <a:lnTo>
                        <a:pt x="1608" y="828"/>
                      </a:lnTo>
                      <a:lnTo>
                        <a:pt x="1602" y="816"/>
                      </a:lnTo>
                      <a:lnTo>
                        <a:pt x="1602" y="798"/>
                      </a:lnTo>
                      <a:lnTo>
                        <a:pt x="1614" y="774"/>
                      </a:lnTo>
                      <a:lnTo>
                        <a:pt x="1614" y="762"/>
                      </a:lnTo>
                      <a:lnTo>
                        <a:pt x="1608" y="750"/>
                      </a:lnTo>
                      <a:lnTo>
                        <a:pt x="1596" y="744"/>
                      </a:lnTo>
                      <a:lnTo>
                        <a:pt x="1590" y="738"/>
                      </a:lnTo>
                      <a:lnTo>
                        <a:pt x="1578" y="738"/>
                      </a:lnTo>
                      <a:lnTo>
                        <a:pt x="1572" y="744"/>
                      </a:lnTo>
                      <a:lnTo>
                        <a:pt x="1572" y="750"/>
                      </a:lnTo>
                      <a:lnTo>
                        <a:pt x="1578" y="762"/>
                      </a:lnTo>
                      <a:lnTo>
                        <a:pt x="1584" y="768"/>
                      </a:lnTo>
                      <a:lnTo>
                        <a:pt x="1542" y="768"/>
                      </a:lnTo>
                      <a:lnTo>
                        <a:pt x="1530" y="774"/>
                      </a:lnTo>
                      <a:lnTo>
                        <a:pt x="1512" y="780"/>
                      </a:lnTo>
                      <a:lnTo>
                        <a:pt x="1494" y="798"/>
                      </a:lnTo>
                      <a:lnTo>
                        <a:pt x="1446" y="798"/>
                      </a:lnTo>
                      <a:lnTo>
                        <a:pt x="1428" y="804"/>
                      </a:lnTo>
                      <a:lnTo>
                        <a:pt x="1416" y="804"/>
                      </a:lnTo>
                      <a:lnTo>
                        <a:pt x="1398" y="810"/>
                      </a:lnTo>
                      <a:lnTo>
                        <a:pt x="1380" y="810"/>
                      </a:lnTo>
                      <a:lnTo>
                        <a:pt x="1374" y="816"/>
                      </a:lnTo>
                      <a:lnTo>
                        <a:pt x="1368" y="816"/>
                      </a:lnTo>
                      <a:lnTo>
                        <a:pt x="1356" y="822"/>
                      </a:lnTo>
                      <a:lnTo>
                        <a:pt x="1350" y="828"/>
                      </a:lnTo>
                      <a:lnTo>
                        <a:pt x="1338" y="834"/>
                      </a:lnTo>
                      <a:lnTo>
                        <a:pt x="1314" y="816"/>
                      </a:lnTo>
                      <a:lnTo>
                        <a:pt x="1302" y="822"/>
                      </a:lnTo>
                      <a:lnTo>
                        <a:pt x="1296" y="828"/>
                      </a:lnTo>
                      <a:lnTo>
                        <a:pt x="1272" y="840"/>
                      </a:lnTo>
                      <a:lnTo>
                        <a:pt x="1260" y="840"/>
                      </a:lnTo>
                      <a:lnTo>
                        <a:pt x="1254" y="846"/>
                      </a:lnTo>
                      <a:lnTo>
                        <a:pt x="1242" y="846"/>
                      </a:lnTo>
                      <a:lnTo>
                        <a:pt x="1230" y="852"/>
                      </a:lnTo>
                      <a:lnTo>
                        <a:pt x="1224" y="858"/>
                      </a:lnTo>
                      <a:lnTo>
                        <a:pt x="1212" y="864"/>
                      </a:lnTo>
                      <a:lnTo>
                        <a:pt x="1176" y="864"/>
                      </a:lnTo>
                      <a:lnTo>
                        <a:pt x="1188" y="858"/>
                      </a:lnTo>
                      <a:lnTo>
                        <a:pt x="1194" y="846"/>
                      </a:lnTo>
                      <a:lnTo>
                        <a:pt x="1212" y="840"/>
                      </a:lnTo>
                      <a:lnTo>
                        <a:pt x="1236" y="828"/>
                      </a:lnTo>
                      <a:lnTo>
                        <a:pt x="1254" y="828"/>
                      </a:lnTo>
                      <a:lnTo>
                        <a:pt x="1266" y="822"/>
                      </a:lnTo>
                      <a:lnTo>
                        <a:pt x="1284" y="816"/>
                      </a:lnTo>
                      <a:lnTo>
                        <a:pt x="1290" y="810"/>
                      </a:lnTo>
                      <a:lnTo>
                        <a:pt x="1362" y="810"/>
                      </a:lnTo>
                      <a:lnTo>
                        <a:pt x="1386" y="798"/>
                      </a:lnTo>
                      <a:lnTo>
                        <a:pt x="1422" y="792"/>
                      </a:lnTo>
                      <a:lnTo>
                        <a:pt x="1458" y="780"/>
                      </a:lnTo>
                      <a:lnTo>
                        <a:pt x="1470" y="780"/>
                      </a:lnTo>
                      <a:lnTo>
                        <a:pt x="1476" y="774"/>
                      </a:lnTo>
                      <a:lnTo>
                        <a:pt x="1482" y="774"/>
                      </a:lnTo>
                      <a:lnTo>
                        <a:pt x="1476" y="768"/>
                      </a:lnTo>
                      <a:lnTo>
                        <a:pt x="1410" y="768"/>
                      </a:lnTo>
                      <a:lnTo>
                        <a:pt x="1398" y="774"/>
                      </a:lnTo>
                      <a:lnTo>
                        <a:pt x="1392" y="774"/>
                      </a:lnTo>
                      <a:lnTo>
                        <a:pt x="1380" y="780"/>
                      </a:lnTo>
                      <a:lnTo>
                        <a:pt x="1374" y="786"/>
                      </a:lnTo>
                      <a:lnTo>
                        <a:pt x="1368" y="786"/>
                      </a:lnTo>
                      <a:lnTo>
                        <a:pt x="1362" y="792"/>
                      </a:lnTo>
                      <a:lnTo>
                        <a:pt x="1278" y="792"/>
                      </a:lnTo>
                      <a:lnTo>
                        <a:pt x="1254" y="804"/>
                      </a:lnTo>
                      <a:lnTo>
                        <a:pt x="1248" y="810"/>
                      </a:lnTo>
                      <a:lnTo>
                        <a:pt x="1236" y="816"/>
                      </a:lnTo>
                      <a:lnTo>
                        <a:pt x="1230" y="822"/>
                      </a:lnTo>
                      <a:lnTo>
                        <a:pt x="1212" y="822"/>
                      </a:lnTo>
                      <a:lnTo>
                        <a:pt x="1158" y="846"/>
                      </a:lnTo>
                      <a:lnTo>
                        <a:pt x="1140" y="846"/>
                      </a:lnTo>
                      <a:lnTo>
                        <a:pt x="1128" y="858"/>
                      </a:lnTo>
                      <a:lnTo>
                        <a:pt x="1122" y="870"/>
                      </a:lnTo>
                      <a:lnTo>
                        <a:pt x="1122" y="876"/>
                      </a:lnTo>
                      <a:lnTo>
                        <a:pt x="1116" y="876"/>
                      </a:lnTo>
                      <a:lnTo>
                        <a:pt x="1110" y="870"/>
                      </a:lnTo>
                      <a:lnTo>
                        <a:pt x="1110" y="846"/>
                      </a:lnTo>
                      <a:lnTo>
                        <a:pt x="1116" y="846"/>
                      </a:lnTo>
                      <a:lnTo>
                        <a:pt x="1152" y="834"/>
                      </a:lnTo>
                      <a:lnTo>
                        <a:pt x="1176" y="822"/>
                      </a:lnTo>
                      <a:lnTo>
                        <a:pt x="1194" y="816"/>
                      </a:lnTo>
                      <a:lnTo>
                        <a:pt x="1188" y="810"/>
                      </a:lnTo>
                      <a:lnTo>
                        <a:pt x="1176" y="810"/>
                      </a:lnTo>
                      <a:lnTo>
                        <a:pt x="1164" y="804"/>
                      </a:lnTo>
                      <a:lnTo>
                        <a:pt x="1140" y="804"/>
                      </a:lnTo>
                      <a:lnTo>
                        <a:pt x="1122" y="822"/>
                      </a:lnTo>
                      <a:lnTo>
                        <a:pt x="1110" y="828"/>
                      </a:lnTo>
                      <a:lnTo>
                        <a:pt x="1092" y="828"/>
                      </a:lnTo>
                      <a:lnTo>
                        <a:pt x="1080" y="834"/>
                      </a:lnTo>
                      <a:lnTo>
                        <a:pt x="1068" y="834"/>
                      </a:lnTo>
                      <a:lnTo>
                        <a:pt x="1068" y="840"/>
                      </a:lnTo>
                      <a:lnTo>
                        <a:pt x="1062" y="846"/>
                      </a:lnTo>
                      <a:lnTo>
                        <a:pt x="1062" y="876"/>
                      </a:lnTo>
                      <a:lnTo>
                        <a:pt x="1038" y="858"/>
                      </a:lnTo>
                      <a:lnTo>
                        <a:pt x="972" y="852"/>
                      </a:lnTo>
                      <a:lnTo>
                        <a:pt x="960" y="846"/>
                      </a:lnTo>
                      <a:lnTo>
                        <a:pt x="948" y="834"/>
                      </a:lnTo>
                      <a:lnTo>
                        <a:pt x="936" y="834"/>
                      </a:lnTo>
                      <a:lnTo>
                        <a:pt x="936" y="828"/>
                      </a:lnTo>
                      <a:lnTo>
                        <a:pt x="942" y="822"/>
                      </a:lnTo>
                      <a:lnTo>
                        <a:pt x="942" y="810"/>
                      </a:lnTo>
                      <a:lnTo>
                        <a:pt x="948" y="804"/>
                      </a:lnTo>
                      <a:lnTo>
                        <a:pt x="834" y="804"/>
                      </a:lnTo>
                      <a:lnTo>
                        <a:pt x="852" y="804"/>
                      </a:lnTo>
                      <a:lnTo>
                        <a:pt x="78" y="1440"/>
                      </a:lnTo>
                      <a:lnTo>
                        <a:pt x="72" y="1446"/>
                      </a:lnTo>
                      <a:lnTo>
                        <a:pt x="60" y="1452"/>
                      </a:lnTo>
                      <a:lnTo>
                        <a:pt x="54" y="1464"/>
                      </a:lnTo>
                      <a:lnTo>
                        <a:pt x="54" y="1476"/>
                      </a:lnTo>
                      <a:lnTo>
                        <a:pt x="108" y="1476"/>
                      </a:lnTo>
                      <a:lnTo>
                        <a:pt x="120" y="1464"/>
                      </a:lnTo>
                      <a:lnTo>
                        <a:pt x="156" y="1464"/>
                      </a:lnTo>
                      <a:lnTo>
                        <a:pt x="132" y="1488"/>
                      </a:lnTo>
                      <a:lnTo>
                        <a:pt x="132" y="1494"/>
                      </a:lnTo>
                      <a:lnTo>
                        <a:pt x="138" y="1506"/>
                      </a:lnTo>
                      <a:lnTo>
                        <a:pt x="138" y="1524"/>
                      </a:lnTo>
                      <a:lnTo>
                        <a:pt x="144" y="1530"/>
                      </a:lnTo>
                      <a:lnTo>
                        <a:pt x="156" y="1536"/>
                      </a:lnTo>
                      <a:lnTo>
                        <a:pt x="162" y="1542"/>
                      </a:lnTo>
                      <a:lnTo>
                        <a:pt x="144" y="1560"/>
                      </a:lnTo>
                      <a:lnTo>
                        <a:pt x="144" y="1572"/>
                      </a:lnTo>
                      <a:lnTo>
                        <a:pt x="150" y="1572"/>
                      </a:lnTo>
                      <a:lnTo>
                        <a:pt x="156" y="1566"/>
                      </a:lnTo>
                      <a:lnTo>
                        <a:pt x="168" y="1560"/>
                      </a:lnTo>
                      <a:lnTo>
                        <a:pt x="174" y="1554"/>
                      </a:lnTo>
                      <a:lnTo>
                        <a:pt x="180" y="1554"/>
                      </a:lnTo>
                      <a:lnTo>
                        <a:pt x="186" y="1548"/>
                      </a:lnTo>
                      <a:lnTo>
                        <a:pt x="198" y="1548"/>
                      </a:lnTo>
                      <a:lnTo>
                        <a:pt x="210" y="1542"/>
                      </a:lnTo>
                      <a:lnTo>
                        <a:pt x="222" y="1542"/>
                      </a:lnTo>
                      <a:lnTo>
                        <a:pt x="234" y="1536"/>
                      </a:lnTo>
                      <a:lnTo>
                        <a:pt x="240" y="1530"/>
                      </a:lnTo>
                      <a:lnTo>
                        <a:pt x="258" y="1530"/>
                      </a:lnTo>
                      <a:lnTo>
                        <a:pt x="258" y="1518"/>
                      </a:lnTo>
                      <a:lnTo>
                        <a:pt x="264" y="1518"/>
                      </a:lnTo>
                      <a:lnTo>
                        <a:pt x="270" y="1512"/>
                      </a:lnTo>
                      <a:lnTo>
                        <a:pt x="282" y="1512"/>
                      </a:lnTo>
                      <a:lnTo>
                        <a:pt x="300" y="1506"/>
                      </a:lnTo>
                      <a:lnTo>
                        <a:pt x="312" y="1506"/>
                      </a:lnTo>
                      <a:lnTo>
                        <a:pt x="330" y="1512"/>
                      </a:lnTo>
                      <a:lnTo>
                        <a:pt x="336" y="1518"/>
                      </a:lnTo>
                      <a:lnTo>
                        <a:pt x="330" y="1524"/>
                      </a:lnTo>
                      <a:lnTo>
                        <a:pt x="324" y="1524"/>
                      </a:lnTo>
                      <a:lnTo>
                        <a:pt x="318" y="1530"/>
                      </a:lnTo>
                      <a:lnTo>
                        <a:pt x="318" y="1560"/>
                      </a:lnTo>
                      <a:lnTo>
                        <a:pt x="306" y="1572"/>
                      </a:lnTo>
                      <a:lnTo>
                        <a:pt x="324" y="1590"/>
                      </a:lnTo>
                      <a:lnTo>
                        <a:pt x="330" y="1602"/>
                      </a:lnTo>
                      <a:lnTo>
                        <a:pt x="330" y="1620"/>
                      </a:lnTo>
                      <a:lnTo>
                        <a:pt x="312" y="1656"/>
                      </a:lnTo>
                      <a:lnTo>
                        <a:pt x="312" y="1698"/>
                      </a:lnTo>
                      <a:lnTo>
                        <a:pt x="306" y="1704"/>
                      </a:lnTo>
                      <a:lnTo>
                        <a:pt x="300" y="1716"/>
                      </a:lnTo>
                      <a:lnTo>
                        <a:pt x="300" y="1728"/>
                      </a:lnTo>
                      <a:lnTo>
                        <a:pt x="294" y="1740"/>
                      </a:lnTo>
                      <a:lnTo>
                        <a:pt x="294" y="1746"/>
                      </a:lnTo>
                      <a:lnTo>
                        <a:pt x="300" y="1752"/>
                      </a:lnTo>
                      <a:lnTo>
                        <a:pt x="312" y="1758"/>
                      </a:lnTo>
                      <a:lnTo>
                        <a:pt x="318" y="1764"/>
                      </a:lnTo>
                      <a:lnTo>
                        <a:pt x="324" y="1764"/>
                      </a:lnTo>
                      <a:lnTo>
                        <a:pt x="330" y="1770"/>
                      </a:lnTo>
                      <a:lnTo>
                        <a:pt x="330" y="1776"/>
                      </a:lnTo>
                      <a:lnTo>
                        <a:pt x="348" y="1776"/>
                      </a:lnTo>
                      <a:lnTo>
                        <a:pt x="354" y="1782"/>
                      </a:lnTo>
                      <a:lnTo>
                        <a:pt x="354" y="1794"/>
                      </a:lnTo>
                      <a:lnTo>
                        <a:pt x="342" y="1800"/>
                      </a:lnTo>
                      <a:lnTo>
                        <a:pt x="330" y="1812"/>
                      </a:lnTo>
                      <a:lnTo>
                        <a:pt x="318" y="1818"/>
                      </a:lnTo>
                      <a:lnTo>
                        <a:pt x="318" y="1830"/>
                      </a:lnTo>
                      <a:lnTo>
                        <a:pt x="312" y="1842"/>
                      </a:lnTo>
                      <a:lnTo>
                        <a:pt x="294" y="1860"/>
                      </a:lnTo>
                      <a:lnTo>
                        <a:pt x="282" y="1866"/>
                      </a:lnTo>
                      <a:lnTo>
                        <a:pt x="270" y="1878"/>
                      </a:lnTo>
                      <a:lnTo>
                        <a:pt x="252" y="1884"/>
                      </a:lnTo>
                      <a:lnTo>
                        <a:pt x="234" y="1896"/>
                      </a:lnTo>
                      <a:lnTo>
                        <a:pt x="228" y="1902"/>
                      </a:lnTo>
                      <a:lnTo>
                        <a:pt x="222" y="1914"/>
                      </a:lnTo>
                      <a:lnTo>
                        <a:pt x="222" y="1926"/>
                      </a:lnTo>
                      <a:lnTo>
                        <a:pt x="216" y="1932"/>
                      </a:lnTo>
                      <a:lnTo>
                        <a:pt x="216" y="1944"/>
                      </a:lnTo>
                      <a:lnTo>
                        <a:pt x="204" y="1956"/>
                      </a:lnTo>
                      <a:lnTo>
                        <a:pt x="210" y="1962"/>
                      </a:lnTo>
                      <a:lnTo>
                        <a:pt x="216" y="1962"/>
                      </a:lnTo>
                      <a:lnTo>
                        <a:pt x="216" y="1974"/>
                      </a:lnTo>
                      <a:lnTo>
                        <a:pt x="228" y="1986"/>
                      </a:lnTo>
                      <a:lnTo>
                        <a:pt x="240" y="1980"/>
                      </a:lnTo>
                      <a:lnTo>
                        <a:pt x="246" y="1968"/>
                      </a:lnTo>
                      <a:lnTo>
                        <a:pt x="258" y="1962"/>
                      </a:lnTo>
                      <a:lnTo>
                        <a:pt x="276" y="1956"/>
                      </a:lnTo>
                      <a:lnTo>
                        <a:pt x="294" y="1938"/>
                      </a:lnTo>
                      <a:lnTo>
                        <a:pt x="306" y="1938"/>
                      </a:lnTo>
                      <a:lnTo>
                        <a:pt x="306" y="1944"/>
                      </a:lnTo>
                      <a:lnTo>
                        <a:pt x="300" y="1950"/>
                      </a:lnTo>
                      <a:lnTo>
                        <a:pt x="288" y="1956"/>
                      </a:lnTo>
                      <a:lnTo>
                        <a:pt x="282" y="1956"/>
                      </a:lnTo>
                      <a:lnTo>
                        <a:pt x="276" y="1962"/>
                      </a:lnTo>
                      <a:lnTo>
                        <a:pt x="276" y="1974"/>
                      </a:lnTo>
                      <a:lnTo>
                        <a:pt x="282" y="1986"/>
                      </a:lnTo>
                      <a:lnTo>
                        <a:pt x="294" y="1998"/>
                      </a:lnTo>
                      <a:lnTo>
                        <a:pt x="252" y="1992"/>
                      </a:lnTo>
                      <a:lnTo>
                        <a:pt x="246" y="1998"/>
                      </a:lnTo>
                      <a:lnTo>
                        <a:pt x="240" y="2010"/>
                      </a:lnTo>
                      <a:lnTo>
                        <a:pt x="234" y="2016"/>
                      </a:lnTo>
                      <a:lnTo>
                        <a:pt x="228" y="2028"/>
                      </a:lnTo>
                      <a:lnTo>
                        <a:pt x="228" y="2034"/>
                      </a:lnTo>
                      <a:lnTo>
                        <a:pt x="234" y="2034"/>
                      </a:lnTo>
                      <a:lnTo>
                        <a:pt x="240" y="2040"/>
                      </a:lnTo>
                      <a:lnTo>
                        <a:pt x="252" y="2040"/>
                      </a:lnTo>
                      <a:lnTo>
                        <a:pt x="258" y="2046"/>
                      </a:lnTo>
                      <a:lnTo>
                        <a:pt x="252" y="2052"/>
                      </a:lnTo>
                      <a:lnTo>
                        <a:pt x="252" y="2058"/>
                      </a:lnTo>
                      <a:lnTo>
                        <a:pt x="246" y="2070"/>
                      </a:lnTo>
                      <a:lnTo>
                        <a:pt x="246" y="2076"/>
                      </a:lnTo>
                      <a:lnTo>
                        <a:pt x="252" y="2070"/>
                      </a:lnTo>
                      <a:lnTo>
                        <a:pt x="288" y="2052"/>
                      </a:lnTo>
                      <a:lnTo>
                        <a:pt x="306" y="2034"/>
                      </a:lnTo>
                      <a:lnTo>
                        <a:pt x="318" y="2028"/>
                      </a:lnTo>
                      <a:lnTo>
                        <a:pt x="318" y="2040"/>
                      </a:lnTo>
                      <a:lnTo>
                        <a:pt x="288" y="2058"/>
                      </a:lnTo>
                      <a:lnTo>
                        <a:pt x="312" y="2064"/>
                      </a:lnTo>
                      <a:lnTo>
                        <a:pt x="312" y="2076"/>
                      </a:lnTo>
                      <a:lnTo>
                        <a:pt x="294" y="2094"/>
                      </a:lnTo>
                      <a:lnTo>
                        <a:pt x="276" y="2076"/>
                      </a:lnTo>
                      <a:lnTo>
                        <a:pt x="270" y="2076"/>
                      </a:lnTo>
                      <a:lnTo>
                        <a:pt x="264" y="2082"/>
                      </a:lnTo>
                      <a:lnTo>
                        <a:pt x="240" y="2094"/>
                      </a:lnTo>
                      <a:lnTo>
                        <a:pt x="228" y="2094"/>
                      </a:lnTo>
                      <a:lnTo>
                        <a:pt x="216" y="2106"/>
                      </a:lnTo>
                      <a:lnTo>
                        <a:pt x="210" y="2118"/>
                      </a:lnTo>
                      <a:lnTo>
                        <a:pt x="204" y="2124"/>
                      </a:lnTo>
                      <a:lnTo>
                        <a:pt x="210" y="2118"/>
                      </a:lnTo>
                      <a:lnTo>
                        <a:pt x="222" y="2118"/>
                      </a:lnTo>
                      <a:lnTo>
                        <a:pt x="228" y="2112"/>
                      </a:lnTo>
                      <a:lnTo>
                        <a:pt x="276" y="2112"/>
                      </a:lnTo>
                      <a:lnTo>
                        <a:pt x="270" y="2112"/>
                      </a:lnTo>
                      <a:lnTo>
                        <a:pt x="264" y="2118"/>
                      </a:lnTo>
                      <a:lnTo>
                        <a:pt x="252" y="2118"/>
                      </a:lnTo>
                      <a:lnTo>
                        <a:pt x="240" y="2124"/>
                      </a:lnTo>
                      <a:lnTo>
                        <a:pt x="228" y="2124"/>
                      </a:lnTo>
                      <a:lnTo>
                        <a:pt x="216" y="2130"/>
                      </a:lnTo>
                      <a:lnTo>
                        <a:pt x="210" y="2130"/>
                      </a:lnTo>
                      <a:lnTo>
                        <a:pt x="210" y="2148"/>
                      </a:lnTo>
                      <a:lnTo>
                        <a:pt x="204" y="2148"/>
                      </a:lnTo>
                      <a:lnTo>
                        <a:pt x="198" y="2142"/>
                      </a:lnTo>
                      <a:lnTo>
                        <a:pt x="174" y="2142"/>
                      </a:lnTo>
                      <a:lnTo>
                        <a:pt x="174" y="2154"/>
                      </a:lnTo>
                      <a:lnTo>
                        <a:pt x="180" y="2166"/>
                      </a:lnTo>
                      <a:lnTo>
                        <a:pt x="192" y="2172"/>
                      </a:lnTo>
                      <a:lnTo>
                        <a:pt x="198" y="2178"/>
                      </a:lnTo>
                      <a:lnTo>
                        <a:pt x="246" y="2160"/>
                      </a:lnTo>
                      <a:lnTo>
                        <a:pt x="264" y="2184"/>
                      </a:lnTo>
                      <a:lnTo>
                        <a:pt x="300" y="2166"/>
                      </a:lnTo>
                      <a:lnTo>
                        <a:pt x="294" y="2172"/>
                      </a:lnTo>
                      <a:lnTo>
                        <a:pt x="288" y="2184"/>
                      </a:lnTo>
                      <a:lnTo>
                        <a:pt x="276" y="2190"/>
                      </a:lnTo>
                      <a:lnTo>
                        <a:pt x="270" y="2196"/>
                      </a:lnTo>
                      <a:lnTo>
                        <a:pt x="264" y="2208"/>
                      </a:lnTo>
                      <a:lnTo>
                        <a:pt x="264" y="2214"/>
                      </a:lnTo>
                      <a:lnTo>
                        <a:pt x="276" y="2214"/>
                      </a:lnTo>
                      <a:lnTo>
                        <a:pt x="282" y="2208"/>
                      </a:lnTo>
                      <a:lnTo>
                        <a:pt x="300" y="2202"/>
                      </a:lnTo>
                      <a:lnTo>
                        <a:pt x="318" y="2184"/>
                      </a:lnTo>
                      <a:lnTo>
                        <a:pt x="330" y="2178"/>
                      </a:lnTo>
                      <a:lnTo>
                        <a:pt x="306" y="2202"/>
                      </a:lnTo>
                      <a:lnTo>
                        <a:pt x="300" y="2214"/>
                      </a:lnTo>
                      <a:lnTo>
                        <a:pt x="294" y="2220"/>
                      </a:lnTo>
                      <a:lnTo>
                        <a:pt x="300" y="2220"/>
                      </a:lnTo>
                      <a:lnTo>
                        <a:pt x="312" y="2214"/>
                      </a:lnTo>
                      <a:lnTo>
                        <a:pt x="324" y="2214"/>
                      </a:lnTo>
                      <a:lnTo>
                        <a:pt x="318" y="2220"/>
                      </a:lnTo>
                      <a:lnTo>
                        <a:pt x="306" y="2226"/>
                      </a:lnTo>
                      <a:lnTo>
                        <a:pt x="300" y="2238"/>
                      </a:lnTo>
                      <a:lnTo>
                        <a:pt x="282" y="2256"/>
                      </a:lnTo>
                      <a:lnTo>
                        <a:pt x="288" y="2262"/>
                      </a:lnTo>
                      <a:lnTo>
                        <a:pt x="294" y="2262"/>
                      </a:lnTo>
                      <a:lnTo>
                        <a:pt x="342" y="2238"/>
                      </a:lnTo>
                      <a:lnTo>
                        <a:pt x="348" y="2232"/>
                      </a:lnTo>
                      <a:lnTo>
                        <a:pt x="324" y="2256"/>
                      </a:lnTo>
                      <a:lnTo>
                        <a:pt x="318" y="2268"/>
                      </a:lnTo>
                      <a:lnTo>
                        <a:pt x="318" y="2274"/>
                      </a:lnTo>
                      <a:lnTo>
                        <a:pt x="330" y="2280"/>
                      </a:lnTo>
                      <a:lnTo>
                        <a:pt x="342" y="2280"/>
                      </a:lnTo>
                      <a:lnTo>
                        <a:pt x="354" y="2292"/>
                      </a:lnTo>
                      <a:lnTo>
                        <a:pt x="354" y="2298"/>
                      </a:lnTo>
                      <a:lnTo>
                        <a:pt x="348" y="2304"/>
                      </a:lnTo>
                      <a:lnTo>
                        <a:pt x="348" y="2340"/>
                      </a:lnTo>
                      <a:lnTo>
                        <a:pt x="2058" y="2340"/>
                      </a:lnTo>
                      <a:lnTo>
                        <a:pt x="2064" y="2328"/>
                      </a:lnTo>
                      <a:lnTo>
                        <a:pt x="2064" y="2322"/>
                      </a:lnTo>
                      <a:lnTo>
                        <a:pt x="2070" y="2310"/>
                      </a:lnTo>
                      <a:lnTo>
                        <a:pt x="2076" y="2304"/>
                      </a:lnTo>
                      <a:lnTo>
                        <a:pt x="2088" y="2298"/>
                      </a:lnTo>
                      <a:lnTo>
                        <a:pt x="2100" y="2310"/>
                      </a:lnTo>
                      <a:lnTo>
                        <a:pt x="2088" y="2322"/>
                      </a:lnTo>
                      <a:lnTo>
                        <a:pt x="2082" y="2334"/>
                      </a:lnTo>
                      <a:lnTo>
                        <a:pt x="2082" y="2346"/>
                      </a:lnTo>
                      <a:lnTo>
                        <a:pt x="2094" y="2352"/>
                      </a:lnTo>
                      <a:lnTo>
                        <a:pt x="2112" y="2358"/>
                      </a:lnTo>
                      <a:lnTo>
                        <a:pt x="2124" y="2358"/>
                      </a:lnTo>
                      <a:lnTo>
                        <a:pt x="2142" y="2376"/>
                      </a:lnTo>
                      <a:lnTo>
                        <a:pt x="2154" y="2376"/>
                      </a:lnTo>
                      <a:lnTo>
                        <a:pt x="2154" y="2370"/>
                      </a:lnTo>
                      <a:lnTo>
                        <a:pt x="2166" y="2358"/>
                      </a:lnTo>
                      <a:lnTo>
                        <a:pt x="2178" y="2358"/>
                      </a:lnTo>
                      <a:lnTo>
                        <a:pt x="2190" y="2364"/>
                      </a:lnTo>
                      <a:lnTo>
                        <a:pt x="2202" y="2376"/>
                      </a:lnTo>
                      <a:lnTo>
                        <a:pt x="2202" y="2382"/>
                      </a:lnTo>
                      <a:lnTo>
                        <a:pt x="2208" y="2388"/>
                      </a:lnTo>
                      <a:lnTo>
                        <a:pt x="2238" y="2388"/>
                      </a:lnTo>
                      <a:lnTo>
                        <a:pt x="2256" y="2406"/>
                      </a:lnTo>
                      <a:lnTo>
                        <a:pt x="2268" y="2406"/>
                      </a:lnTo>
                      <a:lnTo>
                        <a:pt x="2280" y="2394"/>
                      </a:lnTo>
                      <a:lnTo>
                        <a:pt x="2292" y="2388"/>
                      </a:lnTo>
                      <a:lnTo>
                        <a:pt x="2298" y="2382"/>
                      </a:lnTo>
                      <a:lnTo>
                        <a:pt x="2298" y="2400"/>
                      </a:lnTo>
                      <a:lnTo>
                        <a:pt x="2346" y="2394"/>
                      </a:lnTo>
                      <a:lnTo>
                        <a:pt x="2346" y="2400"/>
                      </a:lnTo>
                      <a:lnTo>
                        <a:pt x="2352" y="2400"/>
                      </a:lnTo>
                      <a:lnTo>
                        <a:pt x="2364" y="2406"/>
                      </a:lnTo>
                      <a:lnTo>
                        <a:pt x="2382" y="2406"/>
                      </a:lnTo>
                      <a:lnTo>
                        <a:pt x="2394" y="2394"/>
                      </a:lnTo>
                      <a:lnTo>
                        <a:pt x="2406" y="2388"/>
                      </a:lnTo>
                      <a:lnTo>
                        <a:pt x="2412" y="2376"/>
                      </a:lnTo>
                      <a:lnTo>
                        <a:pt x="2412" y="2370"/>
                      </a:lnTo>
                      <a:lnTo>
                        <a:pt x="2430" y="2370"/>
                      </a:lnTo>
                      <a:lnTo>
                        <a:pt x="2436" y="2376"/>
                      </a:lnTo>
                      <a:lnTo>
                        <a:pt x="2442" y="2376"/>
                      </a:lnTo>
                      <a:lnTo>
                        <a:pt x="2454" y="2364"/>
                      </a:lnTo>
                      <a:lnTo>
                        <a:pt x="2460" y="2352"/>
                      </a:lnTo>
                      <a:lnTo>
                        <a:pt x="2466" y="2346"/>
                      </a:lnTo>
                      <a:lnTo>
                        <a:pt x="2472" y="2346"/>
                      </a:lnTo>
                      <a:lnTo>
                        <a:pt x="2472" y="2352"/>
                      </a:lnTo>
                      <a:lnTo>
                        <a:pt x="2478" y="2358"/>
                      </a:lnTo>
                      <a:lnTo>
                        <a:pt x="2502" y="2352"/>
                      </a:lnTo>
                      <a:lnTo>
                        <a:pt x="2496" y="2346"/>
                      </a:lnTo>
                      <a:lnTo>
                        <a:pt x="2496" y="2334"/>
                      </a:lnTo>
                      <a:lnTo>
                        <a:pt x="2502" y="2328"/>
                      </a:lnTo>
                      <a:lnTo>
                        <a:pt x="2514" y="2322"/>
                      </a:lnTo>
                      <a:lnTo>
                        <a:pt x="2532" y="2340"/>
                      </a:lnTo>
                      <a:lnTo>
                        <a:pt x="2556" y="2340"/>
                      </a:lnTo>
                      <a:lnTo>
                        <a:pt x="2562" y="2346"/>
                      </a:lnTo>
                      <a:lnTo>
                        <a:pt x="2580" y="2346"/>
                      </a:lnTo>
                      <a:lnTo>
                        <a:pt x="2604" y="2358"/>
                      </a:lnTo>
                      <a:lnTo>
                        <a:pt x="2604" y="2370"/>
                      </a:lnTo>
                      <a:lnTo>
                        <a:pt x="2598" y="2382"/>
                      </a:lnTo>
                      <a:lnTo>
                        <a:pt x="2598" y="2388"/>
                      </a:lnTo>
                      <a:lnTo>
                        <a:pt x="2592" y="2400"/>
                      </a:lnTo>
                      <a:lnTo>
                        <a:pt x="2604" y="2412"/>
                      </a:lnTo>
                      <a:lnTo>
                        <a:pt x="2592" y="2436"/>
                      </a:lnTo>
                      <a:lnTo>
                        <a:pt x="2598" y="2436"/>
                      </a:lnTo>
                      <a:lnTo>
                        <a:pt x="2604" y="2430"/>
                      </a:lnTo>
                      <a:lnTo>
                        <a:pt x="2616" y="2424"/>
                      </a:lnTo>
                      <a:lnTo>
                        <a:pt x="2634" y="2418"/>
                      </a:lnTo>
                      <a:lnTo>
                        <a:pt x="2646" y="2412"/>
                      </a:lnTo>
                      <a:lnTo>
                        <a:pt x="2670" y="2412"/>
                      </a:lnTo>
                      <a:lnTo>
                        <a:pt x="2670" y="2424"/>
                      </a:lnTo>
                      <a:lnTo>
                        <a:pt x="2658" y="2430"/>
                      </a:lnTo>
                      <a:lnTo>
                        <a:pt x="2652" y="2436"/>
                      </a:lnTo>
                      <a:lnTo>
                        <a:pt x="2646" y="2436"/>
                      </a:lnTo>
                      <a:lnTo>
                        <a:pt x="2640" y="2442"/>
                      </a:lnTo>
                      <a:lnTo>
                        <a:pt x="2646" y="2448"/>
                      </a:lnTo>
                      <a:lnTo>
                        <a:pt x="2652" y="2448"/>
                      </a:lnTo>
                      <a:lnTo>
                        <a:pt x="2664" y="2460"/>
                      </a:lnTo>
                      <a:lnTo>
                        <a:pt x="2640" y="2484"/>
                      </a:lnTo>
                      <a:lnTo>
                        <a:pt x="2640" y="2490"/>
                      </a:lnTo>
                      <a:lnTo>
                        <a:pt x="2652" y="2490"/>
                      </a:lnTo>
                      <a:lnTo>
                        <a:pt x="2652" y="2502"/>
                      </a:lnTo>
                      <a:lnTo>
                        <a:pt x="2640" y="2514"/>
                      </a:lnTo>
                      <a:lnTo>
                        <a:pt x="2640" y="2526"/>
                      </a:lnTo>
                      <a:lnTo>
                        <a:pt x="2658" y="2526"/>
                      </a:lnTo>
                      <a:lnTo>
                        <a:pt x="2652" y="2544"/>
                      </a:lnTo>
                      <a:lnTo>
                        <a:pt x="2658" y="2544"/>
                      </a:lnTo>
                      <a:lnTo>
                        <a:pt x="2670" y="2550"/>
                      </a:lnTo>
                      <a:lnTo>
                        <a:pt x="2754" y="2550"/>
                      </a:lnTo>
                      <a:lnTo>
                        <a:pt x="2766" y="2556"/>
                      </a:lnTo>
                      <a:lnTo>
                        <a:pt x="2784" y="2568"/>
                      </a:lnTo>
                      <a:lnTo>
                        <a:pt x="2838" y="2568"/>
                      </a:lnTo>
                      <a:lnTo>
                        <a:pt x="2850" y="2574"/>
                      </a:lnTo>
                      <a:lnTo>
                        <a:pt x="2856" y="2580"/>
                      </a:lnTo>
                      <a:lnTo>
                        <a:pt x="2856" y="2610"/>
                      </a:lnTo>
                      <a:lnTo>
                        <a:pt x="2874" y="2610"/>
                      </a:lnTo>
                      <a:lnTo>
                        <a:pt x="2874" y="2628"/>
                      </a:lnTo>
                      <a:lnTo>
                        <a:pt x="2862" y="2640"/>
                      </a:lnTo>
                      <a:lnTo>
                        <a:pt x="2862" y="2652"/>
                      </a:lnTo>
                      <a:lnTo>
                        <a:pt x="2874" y="2664"/>
                      </a:lnTo>
                      <a:lnTo>
                        <a:pt x="2880" y="2664"/>
                      </a:lnTo>
                      <a:lnTo>
                        <a:pt x="2856" y="2658"/>
                      </a:lnTo>
                      <a:lnTo>
                        <a:pt x="2856" y="2670"/>
                      </a:lnTo>
                      <a:lnTo>
                        <a:pt x="2850" y="2676"/>
                      </a:lnTo>
                      <a:lnTo>
                        <a:pt x="2844" y="2688"/>
                      </a:lnTo>
                      <a:lnTo>
                        <a:pt x="2838" y="2694"/>
                      </a:lnTo>
                      <a:lnTo>
                        <a:pt x="2832" y="2688"/>
                      </a:lnTo>
                      <a:lnTo>
                        <a:pt x="2820" y="2682"/>
                      </a:lnTo>
                      <a:lnTo>
                        <a:pt x="2802" y="2670"/>
                      </a:lnTo>
                      <a:lnTo>
                        <a:pt x="2790" y="2664"/>
                      </a:lnTo>
                      <a:lnTo>
                        <a:pt x="2784" y="2652"/>
                      </a:lnTo>
                      <a:lnTo>
                        <a:pt x="2784" y="2628"/>
                      </a:lnTo>
                      <a:lnTo>
                        <a:pt x="2766" y="2622"/>
                      </a:lnTo>
                      <a:lnTo>
                        <a:pt x="2772" y="2640"/>
                      </a:lnTo>
                      <a:lnTo>
                        <a:pt x="2772" y="2646"/>
                      </a:lnTo>
                      <a:lnTo>
                        <a:pt x="2778" y="2652"/>
                      </a:lnTo>
                      <a:lnTo>
                        <a:pt x="2778" y="2664"/>
                      </a:lnTo>
                      <a:lnTo>
                        <a:pt x="2772" y="2676"/>
                      </a:lnTo>
                      <a:lnTo>
                        <a:pt x="2760" y="2688"/>
                      </a:lnTo>
                      <a:lnTo>
                        <a:pt x="2754" y="2700"/>
                      </a:lnTo>
                      <a:lnTo>
                        <a:pt x="2736" y="2706"/>
                      </a:lnTo>
                      <a:lnTo>
                        <a:pt x="2718" y="2724"/>
                      </a:lnTo>
                      <a:lnTo>
                        <a:pt x="2712" y="2742"/>
                      </a:lnTo>
                      <a:lnTo>
                        <a:pt x="2700" y="2760"/>
                      </a:lnTo>
                      <a:lnTo>
                        <a:pt x="2694" y="2778"/>
                      </a:lnTo>
                      <a:lnTo>
                        <a:pt x="2688" y="2784"/>
                      </a:lnTo>
                      <a:lnTo>
                        <a:pt x="2664" y="2796"/>
                      </a:lnTo>
                      <a:lnTo>
                        <a:pt x="2652" y="2796"/>
                      </a:lnTo>
                      <a:lnTo>
                        <a:pt x="2646" y="2790"/>
                      </a:lnTo>
                      <a:lnTo>
                        <a:pt x="2640" y="2802"/>
                      </a:lnTo>
                      <a:lnTo>
                        <a:pt x="2634" y="2808"/>
                      </a:lnTo>
                      <a:lnTo>
                        <a:pt x="2634" y="2832"/>
                      </a:lnTo>
                      <a:lnTo>
                        <a:pt x="2628" y="2838"/>
                      </a:lnTo>
                      <a:lnTo>
                        <a:pt x="2622" y="2838"/>
                      </a:lnTo>
                      <a:lnTo>
                        <a:pt x="2586" y="2856"/>
                      </a:lnTo>
                      <a:lnTo>
                        <a:pt x="2562" y="2880"/>
                      </a:lnTo>
                      <a:lnTo>
                        <a:pt x="2562" y="2886"/>
                      </a:lnTo>
                      <a:lnTo>
                        <a:pt x="2568" y="2886"/>
                      </a:lnTo>
                      <a:lnTo>
                        <a:pt x="2580" y="2880"/>
                      </a:lnTo>
                      <a:lnTo>
                        <a:pt x="2592" y="2880"/>
                      </a:lnTo>
                      <a:lnTo>
                        <a:pt x="2598" y="2886"/>
                      </a:lnTo>
                      <a:lnTo>
                        <a:pt x="2610" y="2880"/>
                      </a:lnTo>
                      <a:lnTo>
                        <a:pt x="2616" y="2868"/>
                      </a:lnTo>
                      <a:lnTo>
                        <a:pt x="2628" y="2862"/>
                      </a:lnTo>
                      <a:lnTo>
                        <a:pt x="2658" y="2862"/>
                      </a:lnTo>
                      <a:lnTo>
                        <a:pt x="2658" y="2856"/>
                      </a:lnTo>
                      <a:lnTo>
                        <a:pt x="2664" y="2844"/>
                      </a:lnTo>
                      <a:lnTo>
                        <a:pt x="2676" y="2838"/>
                      </a:lnTo>
                      <a:lnTo>
                        <a:pt x="2682" y="2832"/>
                      </a:lnTo>
                      <a:lnTo>
                        <a:pt x="2754" y="2832"/>
                      </a:lnTo>
                      <a:lnTo>
                        <a:pt x="2766" y="2838"/>
                      </a:lnTo>
                      <a:lnTo>
                        <a:pt x="2790" y="2820"/>
                      </a:lnTo>
                      <a:lnTo>
                        <a:pt x="2856" y="2820"/>
                      </a:lnTo>
                      <a:lnTo>
                        <a:pt x="2862" y="2814"/>
                      </a:lnTo>
                      <a:lnTo>
                        <a:pt x="2862" y="2790"/>
                      </a:lnTo>
                      <a:lnTo>
                        <a:pt x="2844" y="2796"/>
                      </a:lnTo>
                      <a:lnTo>
                        <a:pt x="2832" y="2796"/>
                      </a:lnTo>
                      <a:lnTo>
                        <a:pt x="2826" y="2790"/>
                      </a:lnTo>
                      <a:lnTo>
                        <a:pt x="2826" y="2784"/>
                      </a:lnTo>
                      <a:lnTo>
                        <a:pt x="2832" y="2772"/>
                      </a:lnTo>
                      <a:lnTo>
                        <a:pt x="2850" y="2754"/>
                      </a:lnTo>
                      <a:lnTo>
                        <a:pt x="2868" y="2742"/>
                      </a:lnTo>
                      <a:lnTo>
                        <a:pt x="2880" y="2736"/>
                      </a:lnTo>
                      <a:lnTo>
                        <a:pt x="2910" y="2736"/>
                      </a:lnTo>
                      <a:lnTo>
                        <a:pt x="2928" y="2730"/>
                      </a:lnTo>
                      <a:lnTo>
                        <a:pt x="2952" y="2730"/>
                      </a:lnTo>
                      <a:lnTo>
                        <a:pt x="2964" y="2724"/>
                      </a:lnTo>
                      <a:lnTo>
                        <a:pt x="2970" y="2724"/>
                      </a:lnTo>
                      <a:lnTo>
                        <a:pt x="2976" y="2718"/>
                      </a:lnTo>
                      <a:lnTo>
                        <a:pt x="2982" y="2718"/>
                      </a:lnTo>
                      <a:lnTo>
                        <a:pt x="2994" y="2724"/>
                      </a:lnTo>
                      <a:lnTo>
                        <a:pt x="3000" y="2724"/>
                      </a:lnTo>
                      <a:lnTo>
                        <a:pt x="3012" y="2730"/>
                      </a:lnTo>
                      <a:lnTo>
                        <a:pt x="3018" y="2736"/>
                      </a:lnTo>
                      <a:lnTo>
                        <a:pt x="3024" y="2736"/>
                      </a:lnTo>
                      <a:lnTo>
                        <a:pt x="3030" y="2730"/>
                      </a:lnTo>
                      <a:lnTo>
                        <a:pt x="3030" y="2712"/>
                      </a:lnTo>
                      <a:lnTo>
                        <a:pt x="3036" y="2706"/>
                      </a:lnTo>
                      <a:lnTo>
                        <a:pt x="3048" y="2700"/>
                      </a:lnTo>
                      <a:lnTo>
                        <a:pt x="3060" y="2700"/>
                      </a:lnTo>
                      <a:lnTo>
                        <a:pt x="3066" y="2706"/>
                      </a:lnTo>
                      <a:lnTo>
                        <a:pt x="3072" y="2706"/>
                      </a:lnTo>
                      <a:lnTo>
                        <a:pt x="3072" y="2700"/>
                      </a:lnTo>
                      <a:lnTo>
                        <a:pt x="3102" y="2700"/>
                      </a:lnTo>
                      <a:lnTo>
                        <a:pt x="3114" y="2688"/>
                      </a:lnTo>
                      <a:lnTo>
                        <a:pt x="3126" y="2682"/>
                      </a:lnTo>
                      <a:lnTo>
                        <a:pt x="3150" y="2658"/>
                      </a:lnTo>
                      <a:lnTo>
                        <a:pt x="3162" y="2652"/>
                      </a:lnTo>
                      <a:lnTo>
                        <a:pt x="3174" y="2640"/>
                      </a:lnTo>
                      <a:lnTo>
                        <a:pt x="3408" y="2640"/>
                      </a:lnTo>
                      <a:lnTo>
                        <a:pt x="3408" y="2634"/>
                      </a:lnTo>
                      <a:lnTo>
                        <a:pt x="3420" y="2622"/>
                      </a:lnTo>
                      <a:lnTo>
                        <a:pt x="3438" y="2622"/>
                      </a:lnTo>
                      <a:lnTo>
                        <a:pt x="3450" y="2616"/>
                      </a:lnTo>
                      <a:lnTo>
                        <a:pt x="3456" y="2616"/>
                      </a:lnTo>
                      <a:lnTo>
                        <a:pt x="3456" y="2610"/>
                      </a:lnTo>
                      <a:lnTo>
                        <a:pt x="3468" y="2598"/>
                      </a:lnTo>
                      <a:lnTo>
                        <a:pt x="3480" y="2592"/>
                      </a:lnTo>
                      <a:lnTo>
                        <a:pt x="3486" y="2586"/>
                      </a:lnTo>
                      <a:lnTo>
                        <a:pt x="3498" y="2586"/>
                      </a:lnTo>
                      <a:lnTo>
                        <a:pt x="3504" y="2592"/>
                      </a:lnTo>
                      <a:lnTo>
                        <a:pt x="3510" y="2592"/>
                      </a:lnTo>
                      <a:lnTo>
                        <a:pt x="3510" y="2568"/>
                      </a:lnTo>
                      <a:lnTo>
                        <a:pt x="3516" y="2556"/>
                      </a:lnTo>
                      <a:lnTo>
                        <a:pt x="3528" y="2544"/>
                      </a:lnTo>
                      <a:lnTo>
                        <a:pt x="3534" y="2544"/>
                      </a:lnTo>
                      <a:lnTo>
                        <a:pt x="3546" y="2532"/>
                      </a:lnTo>
                      <a:lnTo>
                        <a:pt x="3546" y="2508"/>
                      </a:lnTo>
                      <a:lnTo>
                        <a:pt x="3588" y="2484"/>
                      </a:lnTo>
                      <a:lnTo>
                        <a:pt x="3594" y="2472"/>
                      </a:lnTo>
                      <a:lnTo>
                        <a:pt x="3618" y="2448"/>
                      </a:lnTo>
                      <a:lnTo>
                        <a:pt x="3630" y="2448"/>
                      </a:lnTo>
                      <a:lnTo>
                        <a:pt x="3636" y="2454"/>
                      </a:lnTo>
                      <a:lnTo>
                        <a:pt x="3636" y="2460"/>
                      </a:lnTo>
                      <a:lnTo>
                        <a:pt x="3642" y="2466"/>
                      </a:lnTo>
                      <a:lnTo>
                        <a:pt x="3654" y="2466"/>
                      </a:lnTo>
                      <a:lnTo>
                        <a:pt x="3666" y="2460"/>
                      </a:lnTo>
                      <a:lnTo>
                        <a:pt x="3702" y="2460"/>
                      </a:lnTo>
                      <a:lnTo>
                        <a:pt x="3708" y="2466"/>
                      </a:lnTo>
                      <a:lnTo>
                        <a:pt x="3708" y="2472"/>
                      </a:lnTo>
                      <a:lnTo>
                        <a:pt x="3702" y="2496"/>
                      </a:lnTo>
                      <a:lnTo>
                        <a:pt x="3690" y="2520"/>
                      </a:lnTo>
                      <a:lnTo>
                        <a:pt x="3678" y="2550"/>
                      </a:lnTo>
                      <a:lnTo>
                        <a:pt x="3666" y="2574"/>
                      </a:lnTo>
                      <a:lnTo>
                        <a:pt x="3666" y="2586"/>
                      </a:lnTo>
                      <a:lnTo>
                        <a:pt x="3672" y="2592"/>
                      </a:lnTo>
                      <a:lnTo>
                        <a:pt x="3678" y="2592"/>
                      </a:lnTo>
                      <a:lnTo>
                        <a:pt x="3684" y="2598"/>
                      </a:lnTo>
                      <a:lnTo>
                        <a:pt x="3672" y="2610"/>
                      </a:lnTo>
                      <a:lnTo>
                        <a:pt x="3666" y="2622"/>
                      </a:lnTo>
                      <a:lnTo>
                        <a:pt x="3666" y="2628"/>
                      </a:lnTo>
                      <a:lnTo>
                        <a:pt x="3690" y="2628"/>
                      </a:lnTo>
                      <a:lnTo>
                        <a:pt x="3690" y="2634"/>
                      </a:lnTo>
                      <a:lnTo>
                        <a:pt x="3696" y="2640"/>
                      </a:lnTo>
                      <a:lnTo>
                        <a:pt x="3714" y="2640"/>
                      </a:lnTo>
                      <a:lnTo>
                        <a:pt x="3750" y="2622"/>
                      </a:lnTo>
                      <a:lnTo>
                        <a:pt x="3768" y="2604"/>
                      </a:lnTo>
                      <a:lnTo>
                        <a:pt x="3780" y="2622"/>
                      </a:lnTo>
                      <a:lnTo>
                        <a:pt x="3786" y="2622"/>
                      </a:lnTo>
                      <a:lnTo>
                        <a:pt x="3792" y="2616"/>
                      </a:lnTo>
                      <a:lnTo>
                        <a:pt x="3816" y="2604"/>
                      </a:lnTo>
                      <a:lnTo>
                        <a:pt x="3828" y="2604"/>
                      </a:lnTo>
                      <a:lnTo>
                        <a:pt x="3840" y="2592"/>
                      </a:lnTo>
                      <a:lnTo>
                        <a:pt x="3852" y="2592"/>
                      </a:lnTo>
                      <a:lnTo>
                        <a:pt x="3864" y="2580"/>
                      </a:lnTo>
                      <a:lnTo>
                        <a:pt x="3870" y="2580"/>
                      </a:lnTo>
                      <a:lnTo>
                        <a:pt x="3888" y="2586"/>
                      </a:lnTo>
                      <a:lnTo>
                        <a:pt x="3846" y="2616"/>
                      </a:lnTo>
                      <a:lnTo>
                        <a:pt x="3936" y="2610"/>
                      </a:lnTo>
                      <a:lnTo>
                        <a:pt x="3918" y="2610"/>
                      </a:lnTo>
                      <a:lnTo>
                        <a:pt x="3906" y="2616"/>
                      </a:lnTo>
                      <a:lnTo>
                        <a:pt x="3894" y="2616"/>
                      </a:lnTo>
                      <a:lnTo>
                        <a:pt x="3888" y="2622"/>
                      </a:lnTo>
                      <a:lnTo>
                        <a:pt x="3888" y="2634"/>
                      </a:lnTo>
                      <a:lnTo>
                        <a:pt x="3882" y="2640"/>
                      </a:lnTo>
                      <a:lnTo>
                        <a:pt x="3876" y="2640"/>
                      </a:lnTo>
                      <a:lnTo>
                        <a:pt x="3870" y="2634"/>
                      </a:lnTo>
                      <a:lnTo>
                        <a:pt x="3864" y="2634"/>
                      </a:lnTo>
                      <a:lnTo>
                        <a:pt x="3852" y="2628"/>
                      </a:lnTo>
                      <a:lnTo>
                        <a:pt x="3846" y="2628"/>
                      </a:lnTo>
                      <a:lnTo>
                        <a:pt x="3828" y="2634"/>
                      </a:lnTo>
                      <a:lnTo>
                        <a:pt x="3738" y="2688"/>
                      </a:lnTo>
                      <a:lnTo>
                        <a:pt x="3726" y="2700"/>
                      </a:lnTo>
                      <a:lnTo>
                        <a:pt x="3720" y="2712"/>
                      </a:lnTo>
                      <a:lnTo>
                        <a:pt x="3720" y="2748"/>
                      </a:lnTo>
                      <a:lnTo>
                        <a:pt x="3726" y="2748"/>
                      </a:lnTo>
                      <a:lnTo>
                        <a:pt x="3732" y="2742"/>
                      </a:lnTo>
                      <a:lnTo>
                        <a:pt x="3738" y="2742"/>
                      </a:lnTo>
                      <a:lnTo>
                        <a:pt x="3738" y="2754"/>
                      </a:lnTo>
                      <a:lnTo>
                        <a:pt x="3744" y="2760"/>
                      </a:lnTo>
                      <a:lnTo>
                        <a:pt x="3756" y="2760"/>
                      </a:lnTo>
                      <a:lnTo>
                        <a:pt x="3762" y="2754"/>
                      </a:lnTo>
                      <a:lnTo>
                        <a:pt x="3768" y="2742"/>
                      </a:lnTo>
                      <a:lnTo>
                        <a:pt x="3774" y="2736"/>
                      </a:lnTo>
                      <a:lnTo>
                        <a:pt x="3786" y="2736"/>
                      </a:lnTo>
                      <a:lnTo>
                        <a:pt x="3804" y="2730"/>
                      </a:lnTo>
                      <a:lnTo>
                        <a:pt x="3816" y="2724"/>
                      </a:lnTo>
                      <a:lnTo>
                        <a:pt x="3834" y="2718"/>
                      </a:lnTo>
                      <a:lnTo>
                        <a:pt x="3846" y="2706"/>
                      </a:lnTo>
                      <a:lnTo>
                        <a:pt x="3852" y="2694"/>
                      </a:lnTo>
                      <a:lnTo>
                        <a:pt x="3870" y="2676"/>
                      </a:lnTo>
                      <a:lnTo>
                        <a:pt x="3876" y="2664"/>
                      </a:lnTo>
                      <a:lnTo>
                        <a:pt x="3876" y="2670"/>
                      </a:lnTo>
                      <a:lnTo>
                        <a:pt x="3882" y="2682"/>
                      </a:lnTo>
                      <a:lnTo>
                        <a:pt x="3888" y="2688"/>
                      </a:lnTo>
                      <a:lnTo>
                        <a:pt x="3894" y="2688"/>
                      </a:lnTo>
                      <a:lnTo>
                        <a:pt x="3930" y="2676"/>
                      </a:lnTo>
                      <a:lnTo>
                        <a:pt x="3954" y="2664"/>
                      </a:lnTo>
                      <a:lnTo>
                        <a:pt x="3972" y="2658"/>
                      </a:lnTo>
                      <a:lnTo>
                        <a:pt x="3984" y="2652"/>
                      </a:lnTo>
                      <a:lnTo>
                        <a:pt x="4008" y="2646"/>
                      </a:lnTo>
                      <a:lnTo>
                        <a:pt x="4068" y="2634"/>
                      </a:lnTo>
                      <a:lnTo>
                        <a:pt x="4080" y="2628"/>
                      </a:lnTo>
                      <a:lnTo>
                        <a:pt x="4068" y="2616"/>
                      </a:lnTo>
                      <a:lnTo>
                        <a:pt x="4074" y="2598"/>
                      </a:lnTo>
                      <a:lnTo>
                        <a:pt x="4038" y="2604"/>
                      </a:lnTo>
                      <a:lnTo>
                        <a:pt x="4038" y="2580"/>
                      </a:lnTo>
                      <a:lnTo>
                        <a:pt x="4026" y="2586"/>
                      </a:lnTo>
                      <a:lnTo>
                        <a:pt x="4020" y="2586"/>
                      </a:lnTo>
                      <a:lnTo>
                        <a:pt x="4008" y="2592"/>
                      </a:lnTo>
                      <a:lnTo>
                        <a:pt x="4002" y="2598"/>
                      </a:lnTo>
                      <a:lnTo>
                        <a:pt x="3990" y="2598"/>
                      </a:lnTo>
                      <a:lnTo>
                        <a:pt x="3990" y="2580"/>
                      </a:lnTo>
                      <a:lnTo>
                        <a:pt x="3930" y="2580"/>
                      </a:lnTo>
                      <a:lnTo>
                        <a:pt x="3924" y="2574"/>
                      </a:lnTo>
                      <a:lnTo>
                        <a:pt x="3924" y="2568"/>
                      </a:lnTo>
                      <a:lnTo>
                        <a:pt x="3918" y="2562"/>
                      </a:lnTo>
                      <a:lnTo>
                        <a:pt x="3918" y="2556"/>
                      </a:lnTo>
                      <a:lnTo>
                        <a:pt x="3930" y="2556"/>
                      </a:lnTo>
                      <a:lnTo>
                        <a:pt x="3918" y="2544"/>
                      </a:lnTo>
                      <a:lnTo>
                        <a:pt x="3888" y="2544"/>
                      </a:lnTo>
                      <a:lnTo>
                        <a:pt x="3882" y="2532"/>
                      </a:lnTo>
                      <a:lnTo>
                        <a:pt x="3882" y="2526"/>
                      </a:lnTo>
                      <a:lnTo>
                        <a:pt x="3876" y="2514"/>
                      </a:lnTo>
                      <a:lnTo>
                        <a:pt x="3876" y="2502"/>
                      </a:lnTo>
                      <a:lnTo>
                        <a:pt x="3894" y="2484"/>
                      </a:lnTo>
                      <a:lnTo>
                        <a:pt x="3870" y="2484"/>
                      </a:lnTo>
                      <a:lnTo>
                        <a:pt x="3876" y="2478"/>
                      </a:lnTo>
                      <a:lnTo>
                        <a:pt x="3888" y="2472"/>
                      </a:lnTo>
                      <a:lnTo>
                        <a:pt x="3894" y="2460"/>
                      </a:lnTo>
                      <a:lnTo>
                        <a:pt x="3906" y="2454"/>
                      </a:lnTo>
                      <a:lnTo>
                        <a:pt x="3918" y="2442"/>
                      </a:lnTo>
                      <a:lnTo>
                        <a:pt x="3924" y="2430"/>
                      </a:lnTo>
                      <a:lnTo>
                        <a:pt x="3936" y="2424"/>
                      </a:lnTo>
                      <a:lnTo>
                        <a:pt x="3942" y="2412"/>
                      </a:lnTo>
                      <a:lnTo>
                        <a:pt x="3948" y="2406"/>
                      </a:lnTo>
                      <a:lnTo>
                        <a:pt x="3936" y="2400"/>
                      </a:lnTo>
                      <a:lnTo>
                        <a:pt x="3912" y="2430"/>
                      </a:lnTo>
                      <a:lnTo>
                        <a:pt x="3894" y="2418"/>
                      </a:lnTo>
                      <a:lnTo>
                        <a:pt x="3864" y="2436"/>
                      </a:lnTo>
                      <a:lnTo>
                        <a:pt x="3858" y="2418"/>
                      </a:lnTo>
                      <a:lnTo>
                        <a:pt x="3828" y="2406"/>
                      </a:lnTo>
                      <a:lnTo>
                        <a:pt x="3810" y="2412"/>
                      </a:lnTo>
                      <a:lnTo>
                        <a:pt x="3864" y="2394"/>
                      </a:lnTo>
                      <a:lnTo>
                        <a:pt x="3870" y="2400"/>
                      </a:lnTo>
                      <a:lnTo>
                        <a:pt x="3882" y="2406"/>
                      </a:lnTo>
                      <a:lnTo>
                        <a:pt x="3900" y="2406"/>
                      </a:lnTo>
                      <a:lnTo>
                        <a:pt x="3918" y="2388"/>
                      </a:lnTo>
                      <a:lnTo>
                        <a:pt x="3930" y="2382"/>
                      </a:lnTo>
                      <a:lnTo>
                        <a:pt x="3936" y="2376"/>
                      </a:lnTo>
                      <a:lnTo>
                        <a:pt x="3978" y="2376"/>
                      </a:lnTo>
                      <a:lnTo>
                        <a:pt x="3978" y="2364"/>
                      </a:lnTo>
                      <a:lnTo>
                        <a:pt x="3972" y="2358"/>
                      </a:lnTo>
                      <a:lnTo>
                        <a:pt x="3966" y="2346"/>
                      </a:lnTo>
                      <a:lnTo>
                        <a:pt x="3990" y="2346"/>
                      </a:lnTo>
                      <a:lnTo>
                        <a:pt x="3978" y="2334"/>
                      </a:lnTo>
                      <a:lnTo>
                        <a:pt x="3972" y="2322"/>
                      </a:lnTo>
                      <a:lnTo>
                        <a:pt x="3960" y="2316"/>
                      </a:lnTo>
                      <a:lnTo>
                        <a:pt x="3942" y="2310"/>
                      </a:lnTo>
                      <a:lnTo>
                        <a:pt x="3918" y="2310"/>
                      </a:lnTo>
                      <a:lnTo>
                        <a:pt x="3852" y="2316"/>
                      </a:lnTo>
                      <a:lnTo>
                        <a:pt x="3792" y="2334"/>
                      </a:lnTo>
                      <a:lnTo>
                        <a:pt x="3744" y="2352"/>
                      </a:lnTo>
                      <a:lnTo>
                        <a:pt x="3684" y="2376"/>
                      </a:lnTo>
                      <a:lnTo>
                        <a:pt x="3660" y="2388"/>
                      </a:lnTo>
                      <a:lnTo>
                        <a:pt x="3642" y="2400"/>
                      </a:lnTo>
                      <a:lnTo>
                        <a:pt x="3624" y="2418"/>
                      </a:lnTo>
                      <a:lnTo>
                        <a:pt x="3606" y="2430"/>
                      </a:lnTo>
                      <a:lnTo>
                        <a:pt x="3594" y="2442"/>
                      </a:lnTo>
                      <a:lnTo>
                        <a:pt x="3576" y="2454"/>
                      </a:lnTo>
                      <a:lnTo>
                        <a:pt x="3564" y="2466"/>
                      </a:lnTo>
                      <a:lnTo>
                        <a:pt x="3528" y="2484"/>
                      </a:lnTo>
                      <a:lnTo>
                        <a:pt x="3516" y="2484"/>
                      </a:lnTo>
                      <a:lnTo>
                        <a:pt x="3498" y="2490"/>
                      </a:lnTo>
                      <a:lnTo>
                        <a:pt x="3486" y="2490"/>
                      </a:lnTo>
                      <a:lnTo>
                        <a:pt x="3492" y="2490"/>
                      </a:lnTo>
                      <a:lnTo>
                        <a:pt x="3498" y="2484"/>
                      </a:lnTo>
                      <a:lnTo>
                        <a:pt x="3510" y="2478"/>
                      </a:lnTo>
                      <a:lnTo>
                        <a:pt x="3522" y="2466"/>
                      </a:lnTo>
                      <a:lnTo>
                        <a:pt x="3540" y="2460"/>
                      </a:lnTo>
                      <a:lnTo>
                        <a:pt x="3552" y="2448"/>
                      </a:lnTo>
                      <a:lnTo>
                        <a:pt x="3576" y="2436"/>
                      </a:lnTo>
                      <a:lnTo>
                        <a:pt x="3600" y="2412"/>
                      </a:lnTo>
                      <a:lnTo>
                        <a:pt x="3606" y="2400"/>
                      </a:lnTo>
                      <a:lnTo>
                        <a:pt x="3582" y="2388"/>
                      </a:lnTo>
                      <a:lnTo>
                        <a:pt x="3588" y="2388"/>
                      </a:lnTo>
                      <a:lnTo>
                        <a:pt x="3594" y="2394"/>
                      </a:lnTo>
                      <a:lnTo>
                        <a:pt x="3624" y="2394"/>
                      </a:lnTo>
                      <a:lnTo>
                        <a:pt x="3642" y="2382"/>
                      </a:lnTo>
                      <a:lnTo>
                        <a:pt x="3702" y="2334"/>
                      </a:lnTo>
                      <a:lnTo>
                        <a:pt x="3750" y="2310"/>
                      </a:lnTo>
                      <a:lnTo>
                        <a:pt x="3768" y="2304"/>
                      </a:lnTo>
                      <a:lnTo>
                        <a:pt x="3804" y="2304"/>
                      </a:lnTo>
                      <a:lnTo>
                        <a:pt x="3852" y="2256"/>
                      </a:lnTo>
                      <a:lnTo>
                        <a:pt x="3870" y="2244"/>
                      </a:lnTo>
                      <a:lnTo>
                        <a:pt x="3888" y="2238"/>
                      </a:lnTo>
                      <a:lnTo>
                        <a:pt x="3936" y="2232"/>
                      </a:lnTo>
                      <a:lnTo>
                        <a:pt x="3990" y="2232"/>
                      </a:lnTo>
                      <a:lnTo>
                        <a:pt x="4044" y="2226"/>
                      </a:lnTo>
                      <a:lnTo>
                        <a:pt x="4074" y="2226"/>
                      </a:lnTo>
                      <a:lnTo>
                        <a:pt x="4104" y="2232"/>
                      </a:lnTo>
                      <a:lnTo>
                        <a:pt x="4176" y="2244"/>
                      </a:lnTo>
                      <a:lnTo>
                        <a:pt x="4200" y="2250"/>
                      </a:lnTo>
                      <a:lnTo>
                        <a:pt x="4212" y="2244"/>
                      </a:lnTo>
                      <a:lnTo>
                        <a:pt x="4248" y="2232"/>
                      </a:lnTo>
                      <a:lnTo>
                        <a:pt x="4260" y="2226"/>
                      </a:lnTo>
                      <a:lnTo>
                        <a:pt x="4278" y="2226"/>
                      </a:lnTo>
                      <a:lnTo>
                        <a:pt x="4296" y="2220"/>
                      </a:lnTo>
                      <a:lnTo>
                        <a:pt x="4320" y="2214"/>
                      </a:lnTo>
                      <a:lnTo>
                        <a:pt x="4338" y="2208"/>
                      </a:lnTo>
                      <a:lnTo>
                        <a:pt x="4374" y="2172"/>
                      </a:lnTo>
                      <a:lnTo>
                        <a:pt x="4392" y="2166"/>
                      </a:lnTo>
                      <a:lnTo>
                        <a:pt x="4404" y="2154"/>
                      </a:lnTo>
                      <a:lnTo>
                        <a:pt x="4410" y="2154"/>
                      </a:lnTo>
                      <a:lnTo>
                        <a:pt x="4422" y="2148"/>
                      </a:lnTo>
                      <a:lnTo>
                        <a:pt x="4452" y="2148"/>
                      </a:lnTo>
                      <a:lnTo>
                        <a:pt x="4458" y="2142"/>
                      </a:lnTo>
                      <a:lnTo>
                        <a:pt x="4470" y="2136"/>
                      </a:lnTo>
                      <a:lnTo>
                        <a:pt x="4476" y="2130"/>
                      </a:lnTo>
                      <a:lnTo>
                        <a:pt x="4494" y="2130"/>
                      </a:lnTo>
                      <a:lnTo>
                        <a:pt x="4500" y="2136"/>
                      </a:lnTo>
                      <a:lnTo>
                        <a:pt x="4518" y="2136"/>
                      </a:lnTo>
                      <a:lnTo>
                        <a:pt x="4530" y="2130"/>
                      </a:lnTo>
                      <a:lnTo>
                        <a:pt x="4536" y="2130"/>
                      </a:lnTo>
                      <a:lnTo>
                        <a:pt x="4542" y="2124"/>
                      </a:lnTo>
                      <a:lnTo>
                        <a:pt x="4596" y="2106"/>
                      </a:lnTo>
                      <a:lnTo>
                        <a:pt x="4620" y="2094"/>
                      </a:lnTo>
                      <a:lnTo>
                        <a:pt x="4620" y="2088"/>
                      </a:lnTo>
                      <a:lnTo>
                        <a:pt x="4614" y="2076"/>
                      </a:lnTo>
                      <a:lnTo>
                        <a:pt x="4602" y="2070"/>
                      </a:lnTo>
                      <a:lnTo>
                        <a:pt x="4584" y="2052"/>
                      </a:lnTo>
                      <a:lnTo>
                        <a:pt x="4578" y="2052"/>
                      </a:lnTo>
                      <a:lnTo>
                        <a:pt x="4602" y="2052"/>
                      </a:lnTo>
                      <a:lnTo>
                        <a:pt x="4614" y="2046"/>
                      </a:lnTo>
                      <a:lnTo>
                        <a:pt x="4614" y="2028"/>
                      </a:lnTo>
                      <a:lnTo>
                        <a:pt x="4608" y="2022"/>
                      </a:lnTo>
                      <a:lnTo>
                        <a:pt x="4608" y="2010"/>
                      </a:lnTo>
                      <a:lnTo>
                        <a:pt x="4632" y="2010"/>
                      </a:lnTo>
                      <a:lnTo>
                        <a:pt x="4644" y="1998"/>
                      </a:lnTo>
                      <a:lnTo>
                        <a:pt x="4644" y="1992"/>
                      </a:lnTo>
                      <a:lnTo>
                        <a:pt x="4632" y="1980"/>
                      </a:lnTo>
                      <a:lnTo>
                        <a:pt x="4626" y="1968"/>
                      </a:lnTo>
                      <a:lnTo>
                        <a:pt x="4608" y="1962"/>
                      </a:lnTo>
                      <a:lnTo>
                        <a:pt x="4602" y="1956"/>
                      </a:lnTo>
                      <a:lnTo>
                        <a:pt x="4590" y="1962"/>
                      </a:lnTo>
                      <a:close/>
                    </a:path>
                  </a:pathLst>
                </a:custGeom>
                <a:solidFill>
                  <a:srgbClr val="D40D8D"/>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320" name="Cameroon" descr="© INSCALE GmbH, 05.05.2010&#10;http://www.presentationload.com/">
                  <a:extLst>
                    <a:ext uri="{FF2B5EF4-FFF2-40B4-BE49-F238E27FC236}">
                      <a16:creationId xmlns:a16="http://schemas.microsoft.com/office/drawing/2014/main" id="{660C10AF-2702-4777-A2DD-B50F4A8746BA}"/>
                    </a:ext>
                  </a:extLst>
                </p:cNvPr>
                <p:cNvSpPr>
                  <a:spLocks/>
                </p:cNvSpPr>
                <p:nvPr/>
              </p:nvSpPr>
              <p:spPr bwMode="gray">
                <a:xfrm>
                  <a:off x="5883457" y="3399371"/>
                  <a:ext cx="247302" cy="418652"/>
                </a:xfrm>
                <a:custGeom>
                  <a:avLst/>
                  <a:gdLst>
                    <a:gd name="T0" fmla="*/ 2147483647 w 546"/>
                    <a:gd name="T1" fmla="*/ 0 h 924"/>
                    <a:gd name="T2" fmla="*/ 2147483647 w 546"/>
                    <a:gd name="T3" fmla="*/ 2147483647 h 924"/>
                    <a:gd name="T4" fmla="*/ 2147483647 w 546"/>
                    <a:gd name="T5" fmla="*/ 2147483647 h 924"/>
                    <a:gd name="T6" fmla="*/ 2147483647 w 546"/>
                    <a:gd name="T7" fmla="*/ 2147483647 h 924"/>
                    <a:gd name="T8" fmla="*/ 2147483647 w 546"/>
                    <a:gd name="T9" fmla="*/ 2147483647 h 924"/>
                    <a:gd name="T10" fmla="*/ 2147483647 w 546"/>
                    <a:gd name="T11" fmla="*/ 2147483647 h 924"/>
                    <a:gd name="T12" fmla="*/ 2147483647 w 546"/>
                    <a:gd name="T13" fmla="*/ 2147483647 h 924"/>
                    <a:gd name="T14" fmla="*/ 2147483647 w 546"/>
                    <a:gd name="T15" fmla="*/ 2147483647 h 924"/>
                    <a:gd name="T16" fmla="*/ 2147483647 w 546"/>
                    <a:gd name="T17" fmla="*/ 2147483647 h 924"/>
                    <a:gd name="T18" fmla="*/ 2147483647 w 546"/>
                    <a:gd name="T19" fmla="*/ 2147483647 h 924"/>
                    <a:gd name="T20" fmla="*/ 2147483647 w 546"/>
                    <a:gd name="T21" fmla="*/ 2147483647 h 924"/>
                    <a:gd name="T22" fmla="*/ 2147483647 w 546"/>
                    <a:gd name="T23" fmla="*/ 2147483647 h 924"/>
                    <a:gd name="T24" fmla="*/ 2147483647 w 546"/>
                    <a:gd name="T25" fmla="*/ 2147483647 h 924"/>
                    <a:gd name="T26" fmla="*/ 2147483647 w 546"/>
                    <a:gd name="T27" fmla="*/ 2147483647 h 924"/>
                    <a:gd name="T28" fmla="*/ 2147483647 w 546"/>
                    <a:gd name="T29" fmla="*/ 2147483647 h 924"/>
                    <a:gd name="T30" fmla="*/ 2147483647 w 546"/>
                    <a:gd name="T31" fmla="*/ 2147483647 h 924"/>
                    <a:gd name="T32" fmla="*/ 2147483647 w 546"/>
                    <a:gd name="T33" fmla="*/ 2147483647 h 924"/>
                    <a:gd name="T34" fmla="*/ 2147483647 w 546"/>
                    <a:gd name="T35" fmla="*/ 2147483647 h 924"/>
                    <a:gd name="T36" fmla="*/ 2147483647 w 546"/>
                    <a:gd name="T37" fmla="*/ 2147483647 h 924"/>
                    <a:gd name="T38" fmla="*/ 2147483647 w 546"/>
                    <a:gd name="T39" fmla="*/ 2147483647 h 924"/>
                    <a:gd name="T40" fmla="*/ 2147483647 w 546"/>
                    <a:gd name="T41" fmla="*/ 2147483647 h 924"/>
                    <a:gd name="T42" fmla="*/ 2147483647 w 546"/>
                    <a:gd name="T43" fmla="*/ 2147483647 h 924"/>
                    <a:gd name="T44" fmla="*/ 2147483647 w 546"/>
                    <a:gd name="T45" fmla="*/ 2147483647 h 924"/>
                    <a:gd name="T46" fmla="*/ 2147483647 w 546"/>
                    <a:gd name="T47" fmla="*/ 2147483647 h 924"/>
                    <a:gd name="T48" fmla="*/ 2147483647 w 546"/>
                    <a:gd name="T49" fmla="*/ 2147483647 h 924"/>
                    <a:gd name="T50" fmla="*/ 2147483647 w 546"/>
                    <a:gd name="T51" fmla="*/ 2147483647 h 924"/>
                    <a:gd name="T52" fmla="*/ 2147483647 w 546"/>
                    <a:gd name="T53" fmla="*/ 2147483647 h 924"/>
                    <a:gd name="T54" fmla="*/ 2147483647 w 546"/>
                    <a:gd name="T55" fmla="*/ 2147483647 h 924"/>
                    <a:gd name="T56" fmla="*/ 2147483647 w 546"/>
                    <a:gd name="T57" fmla="*/ 2147483647 h 924"/>
                    <a:gd name="T58" fmla="*/ 2147483647 w 546"/>
                    <a:gd name="T59" fmla="*/ 2147483647 h 924"/>
                    <a:gd name="T60" fmla="*/ 2147483647 w 546"/>
                    <a:gd name="T61" fmla="*/ 2147483647 h 924"/>
                    <a:gd name="T62" fmla="*/ 2147483647 w 546"/>
                    <a:gd name="T63" fmla="*/ 2147483647 h 924"/>
                    <a:gd name="T64" fmla="*/ 2147483647 w 546"/>
                    <a:gd name="T65" fmla="*/ 2147483647 h 924"/>
                    <a:gd name="T66" fmla="*/ 2147483647 w 546"/>
                    <a:gd name="T67" fmla="*/ 2147483647 h 924"/>
                    <a:gd name="T68" fmla="*/ 2147483647 w 546"/>
                    <a:gd name="T69" fmla="*/ 2147483647 h 924"/>
                    <a:gd name="T70" fmla="*/ 2147483647 w 546"/>
                    <a:gd name="T71" fmla="*/ 2147483647 h 924"/>
                    <a:gd name="T72" fmla="*/ 2147483647 w 546"/>
                    <a:gd name="T73" fmla="*/ 2147483647 h 924"/>
                    <a:gd name="T74" fmla="*/ 2147483647 w 546"/>
                    <a:gd name="T75" fmla="*/ 2147483647 h 924"/>
                    <a:gd name="T76" fmla="*/ 2147483647 w 546"/>
                    <a:gd name="T77" fmla="*/ 2147483647 h 924"/>
                    <a:gd name="T78" fmla="*/ 2147483647 w 546"/>
                    <a:gd name="T79" fmla="*/ 2147483647 h 924"/>
                    <a:gd name="T80" fmla="*/ 2147483647 w 546"/>
                    <a:gd name="T81" fmla="*/ 2147483647 h 924"/>
                    <a:gd name="T82" fmla="*/ 2147483647 w 546"/>
                    <a:gd name="T83" fmla="*/ 2147483647 h 924"/>
                    <a:gd name="T84" fmla="*/ 2147483647 w 546"/>
                    <a:gd name="T85" fmla="*/ 2147483647 h 924"/>
                    <a:gd name="T86" fmla="*/ 2147483647 w 546"/>
                    <a:gd name="T87" fmla="*/ 2147483647 h 924"/>
                    <a:gd name="T88" fmla="*/ 2147483647 w 546"/>
                    <a:gd name="T89" fmla="*/ 2147483647 h 924"/>
                    <a:gd name="T90" fmla="*/ 2147483647 w 546"/>
                    <a:gd name="T91" fmla="*/ 2147483647 h 924"/>
                    <a:gd name="T92" fmla="*/ 2147483647 w 546"/>
                    <a:gd name="T93" fmla="*/ 2147483647 h 924"/>
                    <a:gd name="T94" fmla="*/ 2147483647 w 546"/>
                    <a:gd name="T95" fmla="*/ 2147483647 h 924"/>
                    <a:gd name="T96" fmla="*/ 2147483647 w 546"/>
                    <a:gd name="T97" fmla="*/ 2147483647 h 924"/>
                    <a:gd name="T98" fmla="*/ 2147483647 w 546"/>
                    <a:gd name="T99" fmla="*/ 2147483647 h 924"/>
                    <a:gd name="T100" fmla="*/ 2147483647 w 546"/>
                    <a:gd name="T101" fmla="*/ 2147483647 h 924"/>
                    <a:gd name="T102" fmla="*/ 2147483647 w 546"/>
                    <a:gd name="T103" fmla="*/ 2147483647 h 924"/>
                    <a:gd name="T104" fmla="*/ 2147483647 w 546"/>
                    <a:gd name="T105" fmla="*/ 2147483647 h 924"/>
                    <a:gd name="T106" fmla="*/ 2147483647 w 546"/>
                    <a:gd name="T107" fmla="*/ 2147483647 h 924"/>
                    <a:gd name="T108" fmla="*/ 2147483647 w 546"/>
                    <a:gd name="T109" fmla="*/ 2147483647 h 924"/>
                    <a:gd name="T110" fmla="*/ 2147483647 w 546"/>
                    <a:gd name="T111" fmla="*/ 2147483647 h 924"/>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546"/>
                    <a:gd name="T169" fmla="*/ 0 h 924"/>
                    <a:gd name="T170" fmla="*/ 546 w 546"/>
                    <a:gd name="T171" fmla="*/ 924 h 924"/>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546" h="924">
                      <a:moveTo>
                        <a:pt x="420" y="30"/>
                      </a:moveTo>
                      <a:lnTo>
                        <a:pt x="414" y="18"/>
                      </a:lnTo>
                      <a:lnTo>
                        <a:pt x="414" y="0"/>
                      </a:lnTo>
                      <a:lnTo>
                        <a:pt x="390" y="6"/>
                      </a:lnTo>
                      <a:lnTo>
                        <a:pt x="390" y="54"/>
                      </a:lnTo>
                      <a:lnTo>
                        <a:pt x="396" y="60"/>
                      </a:lnTo>
                      <a:lnTo>
                        <a:pt x="396" y="66"/>
                      </a:lnTo>
                      <a:lnTo>
                        <a:pt x="426" y="66"/>
                      </a:lnTo>
                      <a:lnTo>
                        <a:pt x="426" y="96"/>
                      </a:lnTo>
                      <a:lnTo>
                        <a:pt x="420" y="102"/>
                      </a:lnTo>
                      <a:lnTo>
                        <a:pt x="420" y="108"/>
                      </a:lnTo>
                      <a:lnTo>
                        <a:pt x="426" y="114"/>
                      </a:lnTo>
                      <a:lnTo>
                        <a:pt x="426" y="126"/>
                      </a:lnTo>
                      <a:lnTo>
                        <a:pt x="408" y="144"/>
                      </a:lnTo>
                      <a:lnTo>
                        <a:pt x="396" y="150"/>
                      </a:lnTo>
                      <a:lnTo>
                        <a:pt x="384" y="150"/>
                      </a:lnTo>
                      <a:lnTo>
                        <a:pt x="384" y="156"/>
                      </a:lnTo>
                      <a:lnTo>
                        <a:pt x="378" y="162"/>
                      </a:lnTo>
                      <a:lnTo>
                        <a:pt x="378" y="168"/>
                      </a:lnTo>
                      <a:lnTo>
                        <a:pt x="372" y="174"/>
                      </a:lnTo>
                      <a:lnTo>
                        <a:pt x="372" y="180"/>
                      </a:lnTo>
                      <a:lnTo>
                        <a:pt x="360" y="192"/>
                      </a:lnTo>
                      <a:lnTo>
                        <a:pt x="354" y="204"/>
                      </a:lnTo>
                      <a:lnTo>
                        <a:pt x="348" y="234"/>
                      </a:lnTo>
                      <a:lnTo>
                        <a:pt x="342" y="240"/>
                      </a:lnTo>
                      <a:lnTo>
                        <a:pt x="342" y="270"/>
                      </a:lnTo>
                      <a:lnTo>
                        <a:pt x="336" y="288"/>
                      </a:lnTo>
                      <a:lnTo>
                        <a:pt x="330" y="294"/>
                      </a:lnTo>
                      <a:lnTo>
                        <a:pt x="312" y="294"/>
                      </a:lnTo>
                      <a:lnTo>
                        <a:pt x="312" y="324"/>
                      </a:lnTo>
                      <a:lnTo>
                        <a:pt x="306" y="342"/>
                      </a:lnTo>
                      <a:lnTo>
                        <a:pt x="306" y="354"/>
                      </a:lnTo>
                      <a:lnTo>
                        <a:pt x="300" y="360"/>
                      </a:lnTo>
                      <a:lnTo>
                        <a:pt x="288" y="366"/>
                      </a:lnTo>
                      <a:lnTo>
                        <a:pt x="282" y="372"/>
                      </a:lnTo>
                      <a:lnTo>
                        <a:pt x="270" y="378"/>
                      </a:lnTo>
                      <a:lnTo>
                        <a:pt x="258" y="426"/>
                      </a:lnTo>
                      <a:lnTo>
                        <a:pt x="234" y="456"/>
                      </a:lnTo>
                      <a:lnTo>
                        <a:pt x="234" y="486"/>
                      </a:lnTo>
                      <a:lnTo>
                        <a:pt x="228" y="492"/>
                      </a:lnTo>
                      <a:lnTo>
                        <a:pt x="216" y="498"/>
                      </a:lnTo>
                      <a:lnTo>
                        <a:pt x="210" y="510"/>
                      </a:lnTo>
                      <a:lnTo>
                        <a:pt x="210" y="522"/>
                      </a:lnTo>
                      <a:lnTo>
                        <a:pt x="192" y="540"/>
                      </a:lnTo>
                      <a:lnTo>
                        <a:pt x="186" y="540"/>
                      </a:lnTo>
                      <a:lnTo>
                        <a:pt x="180" y="534"/>
                      </a:lnTo>
                      <a:lnTo>
                        <a:pt x="174" y="522"/>
                      </a:lnTo>
                      <a:lnTo>
                        <a:pt x="174" y="516"/>
                      </a:lnTo>
                      <a:lnTo>
                        <a:pt x="168" y="504"/>
                      </a:lnTo>
                      <a:lnTo>
                        <a:pt x="156" y="492"/>
                      </a:lnTo>
                      <a:lnTo>
                        <a:pt x="150" y="480"/>
                      </a:lnTo>
                      <a:lnTo>
                        <a:pt x="138" y="480"/>
                      </a:lnTo>
                      <a:lnTo>
                        <a:pt x="144" y="486"/>
                      </a:lnTo>
                      <a:lnTo>
                        <a:pt x="144" y="498"/>
                      </a:lnTo>
                      <a:lnTo>
                        <a:pt x="138" y="504"/>
                      </a:lnTo>
                      <a:lnTo>
                        <a:pt x="132" y="504"/>
                      </a:lnTo>
                      <a:lnTo>
                        <a:pt x="120" y="498"/>
                      </a:lnTo>
                      <a:lnTo>
                        <a:pt x="114" y="492"/>
                      </a:lnTo>
                      <a:lnTo>
                        <a:pt x="108" y="492"/>
                      </a:lnTo>
                      <a:lnTo>
                        <a:pt x="102" y="498"/>
                      </a:lnTo>
                      <a:lnTo>
                        <a:pt x="90" y="522"/>
                      </a:lnTo>
                      <a:lnTo>
                        <a:pt x="84" y="528"/>
                      </a:lnTo>
                      <a:lnTo>
                        <a:pt x="84" y="534"/>
                      </a:lnTo>
                      <a:lnTo>
                        <a:pt x="18" y="588"/>
                      </a:lnTo>
                      <a:lnTo>
                        <a:pt x="18" y="642"/>
                      </a:lnTo>
                      <a:lnTo>
                        <a:pt x="12" y="654"/>
                      </a:lnTo>
                      <a:lnTo>
                        <a:pt x="12" y="666"/>
                      </a:lnTo>
                      <a:lnTo>
                        <a:pt x="6" y="672"/>
                      </a:lnTo>
                      <a:lnTo>
                        <a:pt x="6" y="678"/>
                      </a:lnTo>
                      <a:lnTo>
                        <a:pt x="0" y="690"/>
                      </a:lnTo>
                      <a:lnTo>
                        <a:pt x="24" y="684"/>
                      </a:lnTo>
                      <a:lnTo>
                        <a:pt x="24" y="708"/>
                      </a:lnTo>
                      <a:lnTo>
                        <a:pt x="36" y="732"/>
                      </a:lnTo>
                      <a:lnTo>
                        <a:pt x="60" y="744"/>
                      </a:lnTo>
                      <a:lnTo>
                        <a:pt x="66" y="750"/>
                      </a:lnTo>
                      <a:lnTo>
                        <a:pt x="84" y="726"/>
                      </a:lnTo>
                      <a:lnTo>
                        <a:pt x="66" y="756"/>
                      </a:lnTo>
                      <a:lnTo>
                        <a:pt x="84" y="786"/>
                      </a:lnTo>
                      <a:lnTo>
                        <a:pt x="102" y="792"/>
                      </a:lnTo>
                      <a:lnTo>
                        <a:pt x="102" y="840"/>
                      </a:lnTo>
                      <a:lnTo>
                        <a:pt x="90" y="840"/>
                      </a:lnTo>
                      <a:lnTo>
                        <a:pt x="90" y="870"/>
                      </a:lnTo>
                      <a:lnTo>
                        <a:pt x="102" y="882"/>
                      </a:lnTo>
                      <a:lnTo>
                        <a:pt x="198" y="882"/>
                      </a:lnTo>
                      <a:lnTo>
                        <a:pt x="216" y="864"/>
                      </a:lnTo>
                      <a:lnTo>
                        <a:pt x="228" y="882"/>
                      </a:lnTo>
                      <a:lnTo>
                        <a:pt x="258" y="882"/>
                      </a:lnTo>
                      <a:lnTo>
                        <a:pt x="270" y="870"/>
                      </a:lnTo>
                      <a:lnTo>
                        <a:pt x="276" y="870"/>
                      </a:lnTo>
                      <a:lnTo>
                        <a:pt x="288" y="876"/>
                      </a:lnTo>
                      <a:lnTo>
                        <a:pt x="294" y="876"/>
                      </a:lnTo>
                      <a:lnTo>
                        <a:pt x="342" y="870"/>
                      </a:lnTo>
                      <a:lnTo>
                        <a:pt x="342" y="888"/>
                      </a:lnTo>
                      <a:lnTo>
                        <a:pt x="372" y="888"/>
                      </a:lnTo>
                      <a:lnTo>
                        <a:pt x="390" y="882"/>
                      </a:lnTo>
                      <a:lnTo>
                        <a:pt x="438" y="882"/>
                      </a:lnTo>
                      <a:lnTo>
                        <a:pt x="450" y="888"/>
                      </a:lnTo>
                      <a:lnTo>
                        <a:pt x="456" y="894"/>
                      </a:lnTo>
                      <a:lnTo>
                        <a:pt x="468" y="894"/>
                      </a:lnTo>
                      <a:lnTo>
                        <a:pt x="474" y="900"/>
                      </a:lnTo>
                      <a:lnTo>
                        <a:pt x="510" y="900"/>
                      </a:lnTo>
                      <a:lnTo>
                        <a:pt x="534" y="924"/>
                      </a:lnTo>
                      <a:lnTo>
                        <a:pt x="540" y="882"/>
                      </a:lnTo>
                      <a:lnTo>
                        <a:pt x="546" y="876"/>
                      </a:lnTo>
                      <a:lnTo>
                        <a:pt x="534" y="864"/>
                      </a:lnTo>
                      <a:lnTo>
                        <a:pt x="534" y="834"/>
                      </a:lnTo>
                      <a:lnTo>
                        <a:pt x="528" y="816"/>
                      </a:lnTo>
                      <a:lnTo>
                        <a:pt x="516" y="810"/>
                      </a:lnTo>
                      <a:lnTo>
                        <a:pt x="510" y="798"/>
                      </a:lnTo>
                      <a:lnTo>
                        <a:pt x="498" y="792"/>
                      </a:lnTo>
                      <a:lnTo>
                        <a:pt x="486" y="780"/>
                      </a:lnTo>
                      <a:lnTo>
                        <a:pt x="474" y="756"/>
                      </a:lnTo>
                      <a:lnTo>
                        <a:pt x="468" y="750"/>
                      </a:lnTo>
                      <a:lnTo>
                        <a:pt x="468" y="708"/>
                      </a:lnTo>
                      <a:lnTo>
                        <a:pt x="462" y="708"/>
                      </a:lnTo>
                      <a:lnTo>
                        <a:pt x="444" y="690"/>
                      </a:lnTo>
                      <a:lnTo>
                        <a:pt x="438" y="690"/>
                      </a:lnTo>
                      <a:lnTo>
                        <a:pt x="438" y="642"/>
                      </a:lnTo>
                      <a:lnTo>
                        <a:pt x="420" y="630"/>
                      </a:lnTo>
                      <a:lnTo>
                        <a:pt x="432" y="618"/>
                      </a:lnTo>
                      <a:lnTo>
                        <a:pt x="432" y="582"/>
                      </a:lnTo>
                      <a:lnTo>
                        <a:pt x="426" y="582"/>
                      </a:lnTo>
                      <a:lnTo>
                        <a:pt x="414" y="576"/>
                      </a:lnTo>
                      <a:lnTo>
                        <a:pt x="414" y="570"/>
                      </a:lnTo>
                      <a:lnTo>
                        <a:pt x="426" y="558"/>
                      </a:lnTo>
                      <a:lnTo>
                        <a:pt x="438" y="552"/>
                      </a:lnTo>
                      <a:lnTo>
                        <a:pt x="444" y="546"/>
                      </a:lnTo>
                      <a:lnTo>
                        <a:pt x="450" y="546"/>
                      </a:lnTo>
                      <a:lnTo>
                        <a:pt x="456" y="510"/>
                      </a:lnTo>
                      <a:lnTo>
                        <a:pt x="462" y="510"/>
                      </a:lnTo>
                      <a:lnTo>
                        <a:pt x="468" y="498"/>
                      </a:lnTo>
                      <a:lnTo>
                        <a:pt x="468" y="480"/>
                      </a:lnTo>
                      <a:lnTo>
                        <a:pt x="474" y="474"/>
                      </a:lnTo>
                      <a:lnTo>
                        <a:pt x="480" y="462"/>
                      </a:lnTo>
                      <a:lnTo>
                        <a:pt x="492" y="450"/>
                      </a:lnTo>
                      <a:lnTo>
                        <a:pt x="498" y="450"/>
                      </a:lnTo>
                      <a:lnTo>
                        <a:pt x="498" y="438"/>
                      </a:lnTo>
                      <a:lnTo>
                        <a:pt x="492" y="420"/>
                      </a:lnTo>
                      <a:lnTo>
                        <a:pt x="486" y="408"/>
                      </a:lnTo>
                      <a:lnTo>
                        <a:pt x="486" y="390"/>
                      </a:lnTo>
                      <a:lnTo>
                        <a:pt x="474" y="366"/>
                      </a:lnTo>
                      <a:lnTo>
                        <a:pt x="462" y="354"/>
                      </a:lnTo>
                      <a:lnTo>
                        <a:pt x="450" y="348"/>
                      </a:lnTo>
                      <a:lnTo>
                        <a:pt x="432" y="336"/>
                      </a:lnTo>
                      <a:lnTo>
                        <a:pt x="420" y="324"/>
                      </a:lnTo>
                      <a:lnTo>
                        <a:pt x="414" y="312"/>
                      </a:lnTo>
                      <a:lnTo>
                        <a:pt x="402" y="300"/>
                      </a:lnTo>
                      <a:lnTo>
                        <a:pt x="390" y="276"/>
                      </a:lnTo>
                      <a:lnTo>
                        <a:pt x="390" y="264"/>
                      </a:lnTo>
                      <a:lnTo>
                        <a:pt x="396" y="258"/>
                      </a:lnTo>
                      <a:lnTo>
                        <a:pt x="408" y="252"/>
                      </a:lnTo>
                      <a:lnTo>
                        <a:pt x="504" y="252"/>
                      </a:lnTo>
                      <a:lnTo>
                        <a:pt x="486" y="234"/>
                      </a:lnTo>
                      <a:lnTo>
                        <a:pt x="480" y="222"/>
                      </a:lnTo>
                      <a:lnTo>
                        <a:pt x="468" y="216"/>
                      </a:lnTo>
                      <a:lnTo>
                        <a:pt x="462" y="204"/>
                      </a:lnTo>
                      <a:lnTo>
                        <a:pt x="462" y="186"/>
                      </a:lnTo>
                      <a:lnTo>
                        <a:pt x="456" y="168"/>
                      </a:lnTo>
                      <a:lnTo>
                        <a:pt x="456" y="132"/>
                      </a:lnTo>
                      <a:lnTo>
                        <a:pt x="462" y="132"/>
                      </a:lnTo>
                      <a:lnTo>
                        <a:pt x="462" y="96"/>
                      </a:lnTo>
                      <a:lnTo>
                        <a:pt x="456" y="84"/>
                      </a:lnTo>
                      <a:lnTo>
                        <a:pt x="444" y="78"/>
                      </a:lnTo>
                      <a:lnTo>
                        <a:pt x="450" y="42"/>
                      </a:lnTo>
                      <a:lnTo>
                        <a:pt x="444" y="42"/>
                      </a:lnTo>
                      <a:lnTo>
                        <a:pt x="438" y="36"/>
                      </a:lnTo>
                      <a:lnTo>
                        <a:pt x="426" y="36"/>
                      </a:lnTo>
                      <a:lnTo>
                        <a:pt x="420" y="30"/>
                      </a:lnTo>
                      <a:close/>
                    </a:path>
                  </a:pathLst>
                </a:custGeom>
                <a:solidFill>
                  <a:srgbClr val="A29C97"/>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321" name="Cambodia" descr="© INSCALE GmbH, 05.05.2010&#10;http://www.presentationload.com/">
                  <a:extLst>
                    <a:ext uri="{FF2B5EF4-FFF2-40B4-BE49-F238E27FC236}">
                      <a16:creationId xmlns:a16="http://schemas.microsoft.com/office/drawing/2014/main" id="{FC4E7273-7774-4393-B6C1-CA9DDC4CCA63}"/>
                    </a:ext>
                  </a:extLst>
                </p:cNvPr>
                <p:cNvSpPr>
                  <a:spLocks/>
                </p:cNvSpPr>
                <p:nvPr/>
              </p:nvSpPr>
              <p:spPr bwMode="gray">
                <a:xfrm>
                  <a:off x="8879360" y="3348142"/>
                  <a:ext cx="171345" cy="151915"/>
                </a:xfrm>
                <a:custGeom>
                  <a:avLst/>
                  <a:gdLst>
                    <a:gd name="T0" fmla="*/ 2147483647 w 378"/>
                    <a:gd name="T1" fmla="*/ 2147483647 h 336"/>
                    <a:gd name="T2" fmla="*/ 2147483647 w 378"/>
                    <a:gd name="T3" fmla="*/ 2147483647 h 336"/>
                    <a:gd name="T4" fmla="*/ 2147483647 w 378"/>
                    <a:gd name="T5" fmla="*/ 2147483647 h 336"/>
                    <a:gd name="T6" fmla="*/ 2147483647 w 378"/>
                    <a:gd name="T7" fmla="*/ 2147483647 h 336"/>
                    <a:gd name="T8" fmla="*/ 2147483647 w 378"/>
                    <a:gd name="T9" fmla="*/ 2147483647 h 336"/>
                    <a:gd name="T10" fmla="*/ 2147483647 w 378"/>
                    <a:gd name="T11" fmla="*/ 2147483647 h 336"/>
                    <a:gd name="T12" fmla="*/ 2147483647 w 378"/>
                    <a:gd name="T13" fmla="*/ 2147483647 h 336"/>
                    <a:gd name="T14" fmla="*/ 2147483647 w 378"/>
                    <a:gd name="T15" fmla="*/ 2147483647 h 336"/>
                    <a:gd name="T16" fmla="*/ 2147483647 w 378"/>
                    <a:gd name="T17" fmla="*/ 2147483647 h 336"/>
                    <a:gd name="T18" fmla="*/ 2147483647 w 378"/>
                    <a:gd name="T19" fmla="*/ 2147483647 h 336"/>
                    <a:gd name="T20" fmla="*/ 2147483647 w 378"/>
                    <a:gd name="T21" fmla="*/ 2147483647 h 336"/>
                    <a:gd name="T22" fmla="*/ 2147483647 w 378"/>
                    <a:gd name="T23" fmla="*/ 2147483647 h 336"/>
                    <a:gd name="T24" fmla="*/ 2147483647 w 378"/>
                    <a:gd name="T25" fmla="*/ 2147483647 h 336"/>
                    <a:gd name="T26" fmla="*/ 2147483647 w 378"/>
                    <a:gd name="T27" fmla="*/ 2147483647 h 336"/>
                    <a:gd name="T28" fmla="*/ 0 w 378"/>
                    <a:gd name="T29" fmla="*/ 2147483647 h 336"/>
                    <a:gd name="T30" fmla="*/ 2147483647 w 378"/>
                    <a:gd name="T31" fmla="*/ 2147483647 h 336"/>
                    <a:gd name="T32" fmla="*/ 2147483647 w 378"/>
                    <a:gd name="T33" fmla="*/ 2147483647 h 336"/>
                    <a:gd name="T34" fmla="*/ 2147483647 w 378"/>
                    <a:gd name="T35" fmla="*/ 2147483647 h 336"/>
                    <a:gd name="T36" fmla="*/ 2147483647 w 378"/>
                    <a:gd name="T37" fmla="*/ 2147483647 h 336"/>
                    <a:gd name="T38" fmla="*/ 2147483647 w 378"/>
                    <a:gd name="T39" fmla="*/ 2147483647 h 336"/>
                    <a:gd name="T40" fmla="*/ 2147483647 w 378"/>
                    <a:gd name="T41" fmla="*/ 2147483647 h 336"/>
                    <a:gd name="T42" fmla="*/ 2147483647 w 378"/>
                    <a:gd name="T43" fmla="*/ 2147483647 h 336"/>
                    <a:gd name="T44" fmla="*/ 2147483647 w 378"/>
                    <a:gd name="T45" fmla="*/ 2147483647 h 336"/>
                    <a:gd name="T46" fmla="*/ 2147483647 w 378"/>
                    <a:gd name="T47" fmla="*/ 2147483647 h 336"/>
                    <a:gd name="T48" fmla="*/ 2147483647 w 378"/>
                    <a:gd name="T49" fmla="*/ 2147483647 h 336"/>
                    <a:gd name="T50" fmla="*/ 2147483647 w 378"/>
                    <a:gd name="T51" fmla="*/ 2147483647 h 336"/>
                    <a:gd name="T52" fmla="*/ 2147483647 w 378"/>
                    <a:gd name="T53" fmla="*/ 2147483647 h 336"/>
                    <a:gd name="T54" fmla="*/ 2147483647 w 378"/>
                    <a:gd name="T55" fmla="*/ 2147483647 h 336"/>
                    <a:gd name="T56" fmla="*/ 2147483647 w 378"/>
                    <a:gd name="T57" fmla="*/ 2147483647 h 336"/>
                    <a:gd name="T58" fmla="*/ 2147483647 w 378"/>
                    <a:gd name="T59" fmla="*/ 2147483647 h 336"/>
                    <a:gd name="T60" fmla="*/ 2147483647 w 378"/>
                    <a:gd name="T61" fmla="*/ 2147483647 h 336"/>
                    <a:gd name="T62" fmla="*/ 2147483647 w 378"/>
                    <a:gd name="T63" fmla="*/ 2147483647 h 336"/>
                    <a:gd name="T64" fmla="*/ 2147483647 w 378"/>
                    <a:gd name="T65" fmla="*/ 2147483647 h 336"/>
                    <a:gd name="T66" fmla="*/ 2147483647 w 378"/>
                    <a:gd name="T67" fmla="*/ 2147483647 h 336"/>
                    <a:gd name="T68" fmla="*/ 2147483647 w 378"/>
                    <a:gd name="T69" fmla="*/ 2147483647 h 336"/>
                    <a:gd name="T70" fmla="*/ 2147483647 w 378"/>
                    <a:gd name="T71" fmla="*/ 2147483647 h 336"/>
                    <a:gd name="T72" fmla="*/ 2147483647 w 378"/>
                    <a:gd name="T73" fmla="*/ 2147483647 h 336"/>
                    <a:gd name="T74" fmla="*/ 2147483647 w 378"/>
                    <a:gd name="T75" fmla="*/ 2147483647 h 336"/>
                    <a:gd name="T76" fmla="*/ 2147483647 w 378"/>
                    <a:gd name="T77" fmla="*/ 2147483647 h 336"/>
                    <a:gd name="T78" fmla="*/ 2147483647 w 378"/>
                    <a:gd name="T79" fmla="*/ 2147483647 h 336"/>
                    <a:gd name="T80" fmla="*/ 2147483647 w 378"/>
                    <a:gd name="T81" fmla="*/ 2147483647 h 336"/>
                    <a:gd name="T82" fmla="*/ 2147483647 w 378"/>
                    <a:gd name="T83" fmla="*/ 2147483647 h 336"/>
                    <a:gd name="T84" fmla="*/ 2147483647 w 378"/>
                    <a:gd name="T85" fmla="*/ 2147483647 h 336"/>
                    <a:gd name="T86" fmla="*/ 2147483647 w 378"/>
                    <a:gd name="T87" fmla="*/ 2147483647 h 336"/>
                    <a:gd name="T88" fmla="*/ 2147483647 w 378"/>
                    <a:gd name="T89" fmla="*/ 2147483647 h 336"/>
                    <a:gd name="T90" fmla="*/ 2147483647 w 378"/>
                    <a:gd name="T91" fmla="*/ 2147483647 h 336"/>
                    <a:gd name="T92" fmla="*/ 2147483647 w 378"/>
                    <a:gd name="T93" fmla="*/ 2147483647 h 336"/>
                    <a:gd name="T94" fmla="*/ 2147483647 w 378"/>
                    <a:gd name="T95" fmla="*/ 0 h 3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378"/>
                    <a:gd name="T145" fmla="*/ 0 h 336"/>
                    <a:gd name="T146" fmla="*/ 378 w 378"/>
                    <a:gd name="T147" fmla="*/ 336 h 3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378" h="336">
                      <a:moveTo>
                        <a:pt x="324" y="0"/>
                      </a:moveTo>
                      <a:lnTo>
                        <a:pt x="312" y="12"/>
                      </a:lnTo>
                      <a:lnTo>
                        <a:pt x="276" y="0"/>
                      </a:lnTo>
                      <a:lnTo>
                        <a:pt x="264" y="12"/>
                      </a:lnTo>
                      <a:lnTo>
                        <a:pt x="246" y="24"/>
                      </a:lnTo>
                      <a:lnTo>
                        <a:pt x="258" y="36"/>
                      </a:lnTo>
                      <a:lnTo>
                        <a:pt x="258" y="48"/>
                      </a:lnTo>
                      <a:lnTo>
                        <a:pt x="252" y="54"/>
                      </a:lnTo>
                      <a:lnTo>
                        <a:pt x="240" y="54"/>
                      </a:lnTo>
                      <a:lnTo>
                        <a:pt x="228" y="42"/>
                      </a:lnTo>
                      <a:lnTo>
                        <a:pt x="228" y="36"/>
                      </a:lnTo>
                      <a:lnTo>
                        <a:pt x="222" y="36"/>
                      </a:lnTo>
                      <a:lnTo>
                        <a:pt x="216" y="30"/>
                      </a:lnTo>
                      <a:lnTo>
                        <a:pt x="192" y="30"/>
                      </a:lnTo>
                      <a:lnTo>
                        <a:pt x="192" y="18"/>
                      </a:lnTo>
                      <a:lnTo>
                        <a:pt x="186" y="18"/>
                      </a:lnTo>
                      <a:lnTo>
                        <a:pt x="186" y="24"/>
                      </a:lnTo>
                      <a:lnTo>
                        <a:pt x="180" y="18"/>
                      </a:lnTo>
                      <a:lnTo>
                        <a:pt x="168" y="12"/>
                      </a:lnTo>
                      <a:lnTo>
                        <a:pt x="138" y="12"/>
                      </a:lnTo>
                      <a:lnTo>
                        <a:pt x="126" y="18"/>
                      </a:lnTo>
                      <a:lnTo>
                        <a:pt x="114" y="18"/>
                      </a:lnTo>
                      <a:lnTo>
                        <a:pt x="108" y="12"/>
                      </a:lnTo>
                      <a:lnTo>
                        <a:pt x="72" y="12"/>
                      </a:lnTo>
                      <a:lnTo>
                        <a:pt x="54" y="18"/>
                      </a:lnTo>
                      <a:lnTo>
                        <a:pt x="42" y="24"/>
                      </a:lnTo>
                      <a:lnTo>
                        <a:pt x="36" y="30"/>
                      </a:lnTo>
                      <a:lnTo>
                        <a:pt x="30" y="42"/>
                      </a:lnTo>
                      <a:lnTo>
                        <a:pt x="30" y="48"/>
                      </a:lnTo>
                      <a:lnTo>
                        <a:pt x="0" y="78"/>
                      </a:lnTo>
                      <a:lnTo>
                        <a:pt x="6" y="114"/>
                      </a:lnTo>
                      <a:lnTo>
                        <a:pt x="18" y="126"/>
                      </a:lnTo>
                      <a:lnTo>
                        <a:pt x="18" y="156"/>
                      </a:lnTo>
                      <a:lnTo>
                        <a:pt x="30" y="168"/>
                      </a:lnTo>
                      <a:lnTo>
                        <a:pt x="30" y="198"/>
                      </a:lnTo>
                      <a:lnTo>
                        <a:pt x="42" y="210"/>
                      </a:lnTo>
                      <a:lnTo>
                        <a:pt x="48" y="222"/>
                      </a:lnTo>
                      <a:lnTo>
                        <a:pt x="54" y="228"/>
                      </a:lnTo>
                      <a:lnTo>
                        <a:pt x="54" y="234"/>
                      </a:lnTo>
                      <a:lnTo>
                        <a:pt x="42" y="246"/>
                      </a:lnTo>
                      <a:lnTo>
                        <a:pt x="54" y="270"/>
                      </a:lnTo>
                      <a:lnTo>
                        <a:pt x="60" y="276"/>
                      </a:lnTo>
                      <a:lnTo>
                        <a:pt x="72" y="282"/>
                      </a:lnTo>
                      <a:lnTo>
                        <a:pt x="78" y="282"/>
                      </a:lnTo>
                      <a:lnTo>
                        <a:pt x="90" y="270"/>
                      </a:lnTo>
                      <a:lnTo>
                        <a:pt x="90" y="264"/>
                      </a:lnTo>
                      <a:lnTo>
                        <a:pt x="90" y="288"/>
                      </a:lnTo>
                      <a:lnTo>
                        <a:pt x="96" y="300"/>
                      </a:lnTo>
                      <a:lnTo>
                        <a:pt x="102" y="306"/>
                      </a:lnTo>
                      <a:lnTo>
                        <a:pt x="114" y="306"/>
                      </a:lnTo>
                      <a:lnTo>
                        <a:pt x="120" y="300"/>
                      </a:lnTo>
                      <a:lnTo>
                        <a:pt x="132" y="300"/>
                      </a:lnTo>
                      <a:lnTo>
                        <a:pt x="138" y="306"/>
                      </a:lnTo>
                      <a:lnTo>
                        <a:pt x="138" y="312"/>
                      </a:lnTo>
                      <a:lnTo>
                        <a:pt x="150" y="336"/>
                      </a:lnTo>
                      <a:lnTo>
                        <a:pt x="168" y="336"/>
                      </a:lnTo>
                      <a:lnTo>
                        <a:pt x="180" y="324"/>
                      </a:lnTo>
                      <a:lnTo>
                        <a:pt x="192" y="318"/>
                      </a:lnTo>
                      <a:lnTo>
                        <a:pt x="210" y="318"/>
                      </a:lnTo>
                      <a:lnTo>
                        <a:pt x="222" y="312"/>
                      </a:lnTo>
                      <a:lnTo>
                        <a:pt x="222" y="306"/>
                      </a:lnTo>
                      <a:lnTo>
                        <a:pt x="216" y="300"/>
                      </a:lnTo>
                      <a:lnTo>
                        <a:pt x="210" y="300"/>
                      </a:lnTo>
                      <a:lnTo>
                        <a:pt x="204" y="294"/>
                      </a:lnTo>
                      <a:lnTo>
                        <a:pt x="240" y="294"/>
                      </a:lnTo>
                      <a:lnTo>
                        <a:pt x="240" y="288"/>
                      </a:lnTo>
                      <a:lnTo>
                        <a:pt x="246" y="282"/>
                      </a:lnTo>
                      <a:lnTo>
                        <a:pt x="258" y="282"/>
                      </a:lnTo>
                      <a:lnTo>
                        <a:pt x="270" y="288"/>
                      </a:lnTo>
                      <a:lnTo>
                        <a:pt x="276" y="294"/>
                      </a:lnTo>
                      <a:lnTo>
                        <a:pt x="288" y="300"/>
                      </a:lnTo>
                      <a:lnTo>
                        <a:pt x="294" y="306"/>
                      </a:lnTo>
                      <a:lnTo>
                        <a:pt x="294" y="294"/>
                      </a:lnTo>
                      <a:lnTo>
                        <a:pt x="276" y="276"/>
                      </a:lnTo>
                      <a:lnTo>
                        <a:pt x="264" y="252"/>
                      </a:lnTo>
                      <a:lnTo>
                        <a:pt x="264" y="228"/>
                      </a:lnTo>
                      <a:lnTo>
                        <a:pt x="306" y="228"/>
                      </a:lnTo>
                      <a:lnTo>
                        <a:pt x="306" y="204"/>
                      </a:lnTo>
                      <a:lnTo>
                        <a:pt x="336" y="204"/>
                      </a:lnTo>
                      <a:lnTo>
                        <a:pt x="336" y="186"/>
                      </a:lnTo>
                      <a:lnTo>
                        <a:pt x="342" y="180"/>
                      </a:lnTo>
                      <a:lnTo>
                        <a:pt x="360" y="180"/>
                      </a:lnTo>
                      <a:lnTo>
                        <a:pt x="372" y="186"/>
                      </a:lnTo>
                      <a:lnTo>
                        <a:pt x="372" y="156"/>
                      </a:lnTo>
                      <a:lnTo>
                        <a:pt x="366" y="150"/>
                      </a:lnTo>
                      <a:lnTo>
                        <a:pt x="366" y="120"/>
                      </a:lnTo>
                      <a:lnTo>
                        <a:pt x="360" y="114"/>
                      </a:lnTo>
                      <a:lnTo>
                        <a:pt x="360" y="102"/>
                      </a:lnTo>
                      <a:lnTo>
                        <a:pt x="366" y="102"/>
                      </a:lnTo>
                      <a:lnTo>
                        <a:pt x="378" y="90"/>
                      </a:lnTo>
                      <a:lnTo>
                        <a:pt x="378" y="84"/>
                      </a:lnTo>
                      <a:lnTo>
                        <a:pt x="366" y="60"/>
                      </a:lnTo>
                      <a:lnTo>
                        <a:pt x="354" y="48"/>
                      </a:lnTo>
                      <a:lnTo>
                        <a:pt x="348" y="48"/>
                      </a:lnTo>
                      <a:lnTo>
                        <a:pt x="348" y="6"/>
                      </a:lnTo>
                      <a:lnTo>
                        <a:pt x="324" y="0"/>
                      </a:lnTo>
                      <a:close/>
                    </a:path>
                  </a:pathLst>
                </a:custGeom>
                <a:solidFill>
                  <a:srgbClr val="A29C97"/>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322" name="Burundi" descr="© INSCALE GmbH, 05.05.2010&#10;http://www.presentationload.com/">
                  <a:extLst>
                    <a:ext uri="{FF2B5EF4-FFF2-40B4-BE49-F238E27FC236}">
                      <a16:creationId xmlns:a16="http://schemas.microsoft.com/office/drawing/2014/main" id="{0F42AFCA-0B84-423E-84D5-44B1FA6F7A2B}"/>
                    </a:ext>
                  </a:extLst>
                </p:cNvPr>
                <p:cNvSpPr>
                  <a:spLocks/>
                </p:cNvSpPr>
                <p:nvPr/>
              </p:nvSpPr>
              <p:spPr bwMode="gray">
                <a:xfrm>
                  <a:off x="6540579" y="3966400"/>
                  <a:ext cx="60060" cy="75959"/>
                </a:xfrm>
                <a:custGeom>
                  <a:avLst/>
                  <a:gdLst>
                    <a:gd name="T0" fmla="*/ 2147483647 w 132"/>
                    <a:gd name="T1" fmla="*/ 2147483647 h 168"/>
                    <a:gd name="T2" fmla="*/ 2147483647 w 132"/>
                    <a:gd name="T3" fmla="*/ 2147483647 h 168"/>
                    <a:gd name="T4" fmla="*/ 2147483647 w 132"/>
                    <a:gd name="T5" fmla="*/ 2147483647 h 168"/>
                    <a:gd name="T6" fmla="*/ 2147483647 w 132"/>
                    <a:gd name="T7" fmla="*/ 2147483647 h 168"/>
                    <a:gd name="T8" fmla="*/ 2147483647 w 132"/>
                    <a:gd name="T9" fmla="*/ 2147483647 h 168"/>
                    <a:gd name="T10" fmla="*/ 2147483647 w 132"/>
                    <a:gd name="T11" fmla="*/ 2147483647 h 168"/>
                    <a:gd name="T12" fmla="*/ 2147483647 w 132"/>
                    <a:gd name="T13" fmla="*/ 2147483647 h 168"/>
                    <a:gd name="T14" fmla="*/ 2147483647 w 132"/>
                    <a:gd name="T15" fmla="*/ 2147483647 h 168"/>
                    <a:gd name="T16" fmla="*/ 2147483647 w 132"/>
                    <a:gd name="T17" fmla="*/ 2147483647 h 168"/>
                    <a:gd name="T18" fmla="*/ 2147483647 w 132"/>
                    <a:gd name="T19" fmla="*/ 2147483647 h 168"/>
                    <a:gd name="T20" fmla="*/ 2147483647 w 132"/>
                    <a:gd name="T21" fmla="*/ 2147483647 h 168"/>
                    <a:gd name="T22" fmla="*/ 2147483647 w 132"/>
                    <a:gd name="T23" fmla="*/ 2147483647 h 168"/>
                    <a:gd name="T24" fmla="*/ 2147483647 w 132"/>
                    <a:gd name="T25" fmla="*/ 2147483647 h 168"/>
                    <a:gd name="T26" fmla="*/ 2147483647 w 132"/>
                    <a:gd name="T27" fmla="*/ 2147483647 h 168"/>
                    <a:gd name="T28" fmla="*/ 2147483647 w 132"/>
                    <a:gd name="T29" fmla="*/ 2147483647 h 168"/>
                    <a:gd name="T30" fmla="*/ 2147483647 w 132"/>
                    <a:gd name="T31" fmla="*/ 2147483647 h 168"/>
                    <a:gd name="T32" fmla="*/ 2147483647 w 132"/>
                    <a:gd name="T33" fmla="*/ 2147483647 h 168"/>
                    <a:gd name="T34" fmla="*/ 2147483647 w 132"/>
                    <a:gd name="T35" fmla="*/ 2147483647 h 168"/>
                    <a:gd name="T36" fmla="*/ 2147483647 w 132"/>
                    <a:gd name="T37" fmla="*/ 2147483647 h 168"/>
                    <a:gd name="T38" fmla="*/ 2147483647 w 132"/>
                    <a:gd name="T39" fmla="*/ 2147483647 h 168"/>
                    <a:gd name="T40" fmla="*/ 2147483647 w 132"/>
                    <a:gd name="T41" fmla="*/ 2147483647 h 168"/>
                    <a:gd name="T42" fmla="*/ 2147483647 w 132"/>
                    <a:gd name="T43" fmla="*/ 2147483647 h 168"/>
                    <a:gd name="T44" fmla="*/ 2147483647 w 132"/>
                    <a:gd name="T45" fmla="*/ 2147483647 h 168"/>
                    <a:gd name="T46" fmla="*/ 2147483647 w 132"/>
                    <a:gd name="T47" fmla="*/ 0 h 168"/>
                    <a:gd name="T48" fmla="*/ 2147483647 w 132"/>
                    <a:gd name="T49" fmla="*/ 0 h 168"/>
                    <a:gd name="T50" fmla="*/ 2147483647 w 132"/>
                    <a:gd name="T51" fmla="*/ 0 h 168"/>
                    <a:gd name="T52" fmla="*/ 2147483647 w 132"/>
                    <a:gd name="T53" fmla="*/ 2147483647 h 168"/>
                    <a:gd name="T54" fmla="*/ 2147483647 w 132"/>
                    <a:gd name="T55" fmla="*/ 2147483647 h 168"/>
                    <a:gd name="T56" fmla="*/ 2147483647 w 132"/>
                    <a:gd name="T57" fmla="*/ 2147483647 h 168"/>
                    <a:gd name="T58" fmla="*/ 2147483647 w 132"/>
                    <a:gd name="T59" fmla="*/ 2147483647 h 168"/>
                    <a:gd name="T60" fmla="*/ 2147483647 w 132"/>
                    <a:gd name="T61" fmla="*/ 2147483647 h 168"/>
                    <a:gd name="T62" fmla="*/ 2147483647 w 132"/>
                    <a:gd name="T63" fmla="*/ 2147483647 h 168"/>
                    <a:gd name="T64" fmla="*/ 0 w 132"/>
                    <a:gd name="T65" fmla="*/ 2147483647 h 168"/>
                    <a:gd name="T66" fmla="*/ 2147483647 w 132"/>
                    <a:gd name="T67" fmla="*/ 2147483647 h 168"/>
                    <a:gd name="T68" fmla="*/ 2147483647 w 132"/>
                    <a:gd name="T69" fmla="*/ 2147483647 h 168"/>
                    <a:gd name="T70" fmla="*/ 2147483647 w 132"/>
                    <a:gd name="T71" fmla="*/ 2147483647 h 168"/>
                    <a:gd name="T72" fmla="*/ 2147483647 w 132"/>
                    <a:gd name="T73" fmla="*/ 2147483647 h 168"/>
                    <a:gd name="T74" fmla="*/ 2147483647 w 132"/>
                    <a:gd name="T75" fmla="*/ 2147483647 h 168"/>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32"/>
                    <a:gd name="T115" fmla="*/ 0 h 168"/>
                    <a:gd name="T116" fmla="*/ 132 w 132"/>
                    <a:gd name="T117" fmla="*/ 168 h 168"/>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32" h="168">
                      <a:moveTo>
                        <a:pt x="36" y="72"/>
                      </a:moveTo>
                      <a:lnTo>
                        <a:pt x="36" y="96"/>
                      </a:lnTo>
                      <a:lnTo>
                        <a:pt x="30" y="102"/>
                      </a:lnTo>
                      <a:lnTo>
                        <a:pt x="30" y="138"/>
                      </a:lnTo>
                      <a:lnTo>
                        <a:pt x="36" y="156"/>
                      </a:lnTo>
                      <a:lnTo>
                        <a:pt x="42" y="168"/>
                      </a:lnTo>
                      <a:lnTo>
                        <a:pt x="54" y="168"/>
                      </a:lnTo>
                      <a:lnTo>
                        <a:pt x="60" y="162"/>
                      </a:lnTo>
                      <a:lnTo>
                        <a:pt x="72" y="156"/>
                      </a:lnTo>
                      <a:lnTo>
                        <a:pt x="84" y="144"/>
                      </a:lnTo>
                      <a:lnTo>
                        <a:pt x="90" y="132"/>
                      </a:lnTo>
                      <a:lnTo>
                        <a:pt x="90" y="114"/>
                      </a:lnTo>
                      <a:lnTo>
                        <a:pt x="96" y="102"/>
                      </a:lnTo>
                      <a:lnTo>
                        <a:pt x="114" y="84"/>
                      </a:lnTo>
                      <a:lnTo>
                        <a:pt x="126" y="84"/>
                      </a:lnTo>
                      <a:lnTo>
                        <a:pt x="120" y="72"/>
                      </a:lnTo>
                      <a:lnTo>
                        <a:pt x="132" y="66"/>
                      </a:lnTo>
                      <a:lnTo>
                        <a:pt x="132" y="48"/>
                      </a:lnTo>
                      <a:lnTo>
                        <a:pt x="114" y="48"/>
                      </a:lnTo>
                      <a:lnTo>
                        <a:pt x="108" y="42"/>
                      </a:lnTo>
                      <a:lnTo>
                        <a:pt x="102" y="42"/>
                      </a:lnTo>
                      <a:lnTo>
                        <a:pt x="102" y="24"/>
                      </a:lnTo>
                      <a:lnTo>
                        <a:pt x="108" y="12"/>
                      </a:lnTo>
                      <a:lnTo>
                        <a:pt x="108" y="0"/>
                      </a:lnTo>
                      <a:lnTo>
                        <a:pt x="120" y="0"/>
                      </a:lnTo>
                      <a:lnTo>
                        <a:pt x="66" y="0"/>
                      </a:lnTo>
                      <a:lnTo>
                        <a:pt x="60" y="24"/>
                      </a:lnTo>
                      <a:lnTo>
                        <a:pt x="48" y="30"/>
                      </a:lnTo>
                      <a:lnTo>
                        <a:pt x="42" y="36"/>
                      </a:lnTo>
                      <a:lnTo>
                        <a:pt x="30" y="36"/>
                      </a:lnTo>
                      <a:lnTo>
                        <a:pt x="24" y="30"/>
                      </a:lnTo>
                      <a:lnTo>
                        <a:pt x="18" y="18"/>
                      </a:lnTo>
                      <a:lnTo>
                        <a:pt x="0" y="18"/>
                      </a:lnTo>
                      <a:lnTo>
                        <a:pt x="12" y="48"/>
                      </a:lnTo>
                      <a:lnTo>
                        <a:pt x="18" y="54"/>
                      </a:lnTo>
                      <a:lnTo>
                        <a:pt x="30" y="60"/>
                      </a:lnTo>
                      <a:lnTo>
                        <a:pt x="36" y="66"/>
                      </a:lnTo>
                      <a:lnTo>
                        <a:pt x="36" y="72"/>
                      </a:lnTo>
                      <a:close/>
                    </a:path>
                  </a:pathLst>
                </a:custGeom>
                <a:solidFill>
                  <a:srgbClr val="A29C97"/>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323" name="Burkina Faso" descr="© INSCALE GmbH, 05.05.2010&#10;http://www.presentationload.com/">
                  <a:extLst>
                    <a:ext uri="{FF2B5EF4-FFF2-40B4-BE49-F238E27FC236}">
                      <a16:creationId xmlns:a16="http://schemas.microsoft.com/office/drawing/2014/main" id="{0A62A9E3-690A-4F07-AF08-02A910CEE5F9}"/>
                    </a:ext>
                  </a:extLst>
                </p:cNvPr>
                <p:cNvSpPr>
                  <a:spLocks/>
                </p:cNvSpPr>
                <p:nvPr/>
              </p:nvSpPr>
              <p:spPr bwMode="gray">
                <a:xfrm>
                  <a:off x="5431246" y="3330477"/>
                  <a:ext cx="257902" cy="203143"/>
                </a:xfrm>
                <a:custGeom>
                  <a:avLst/>
                  <a:gdLst>
                    <a:gd name="T0" fmla="*/ 2147483647 w 570"/>
                    <a:gd name="T1" fmla="*/ 2147483647 h 450"/>
                    <a:gd name="T2" fmla="*/ 2147483647 w 570"/>
                    <a:gd name="T3" fmla="*/ 2147483647 h 450"/>
                    <a:gd name="T4" fmla="*/ 2147483647 w 570"/>
                    <a:gd name="T5" fmla="*/ 2147483647 h 450"/>
                    <a:gd name="T6" fmla="*/ 2147483647 w 570"/>
                    <a:gd name="T7" fmla="*/ 2147483647 h 450"/>
                    <a:gd name="T8" fmla="*/ 2147483647 w 570"/>
                    <a:gd name="T9" fmla="*/ 2147483647 h 450"/>
                    <a:gd name="T10" fmla="*/ 2147483647 w 570"/>
                    <a:gd name="T11" fmla="*/ 2147483647 h 450"/>
                    <a:gd name="T12" fmla="*/ 2147483647 w 570"/>
                    <a:gd name="T13" fmla="*/ 2147483647 h 450"/>
                    <a:gd name="T14" fmla="*/ 2147483647 w 570"/>
                    <a:gd name="T15" fmla="*/ 2147483647 h 450"/>
                    <a:gd name="T16" fmla="*/ 2147483647 w 570"/>
                    <a:gd name="T17" fmla="*/ 2147483647 h 450"/>
                    <a:gd name="T18" fmla="*/ 2147483647 w 570"/>
                    <a:gd name="T19" fmla="*/ 2147483647 h 450"/>
                    <a:gd name="T20" fmla="*/ 2147483647 w 570"/>
                    <a:gd name="T21" fmla="*/ 2147483647 h 450"/>
                    <a:gd name="T22" fmla="*/ 2147483647 w 570"/>
                    <a:gd name="T23" fmla="*/ 2147483647 h 450"/>
                    <a:gd name="T24" fmla="*/ 2147483647 w 570"/>
                    <a:gd name="T25" fmla="*/ 2147483647 h 450"/>
                    <a:gd name="T26" fmla="*/ 2147483647 w 570"/>
                    <a:gd name="T27" fmla="*/ 2147483647 h 450"/>
                    <a:gd name="T28" fmla="*/ 2147483647 w 570"/>
                    <a:gd name="T29" fmla="*/ 2147483647 h 450"/>
                    <a:gd name="T30" fmla="*/ 2147483647 w 570"/>
                    <a:gd name="T31" fmla="*/ 2147483647 h 450"/>
                    <a:gd name="T32" fmla="*/ 2147483647 w 570"/>
                    <a:gd name="T33" fmla="*/ 2147483647 h 450"/>
                    <a:gd name="T34" fmla="*/ 2147483647 w 570"/>
                    <a:gd name="T35" fmla="*/ 2147483647 h 450"/>
                    <a:gd name="T36" fmla="*/ 2147483647 w 570"/>
                    <a:gd name="T37" fmla="*/ 2147483647 h 450"/>
                    <a:gd name="T38" fmla="*/ 2147483647 w 570"/>
                    <a:gd name="T39" fmla="*/ 2147483647 h 450"/>
                    <a:gd name="T40" fmla="*/ 2147483647 w 570"/>
                    <a:gd name="T41" fmla="*/ 2147483647 h 450"/>
                    <a:gd name="T42" fmla="*/ 2147483647 w 570"/>
                    <a:gd name="T43" fmla="*/ 2147483647 h 450"/>
                    <a:gd name="T44" fmla="*/ 2147483647 w 570"/>
                    <a:gd name="T45" fmla="*/ 2147483647 h 450"/>
                    <a:gd name="T46" fmla="*/ 2147483647 w 570"/>
                    <a:gd name="T47" fmla="*/ 2147483647 h 450"/>
                    <a:gd name="T48" fmla="*/ 2147483647 w 570"/>
                    <a:gd name="T49" fmla="*/ 2147483647 h 450"/>
                    <a:gd name="T50" fmla="*/ 2147483647 w 570"/>
                    <a:gd name="T51" fmla="*/ 2147483647 h 450"/>
                    <a:gd name="T52" fmla="*/ 2147483647 w 570"/>
                    <a:gd name="T53" fmla="*/ 2147483647 h 450"/>
                    <a:gd name="T54" fmla="*/ 2147483647 w 570"/>
                    <a:gd name="T55" fmla="*/ 2147483647 h 450"/>
                    <a:gd name="T56" fmla="*/ 2147483647 w 570"/>
                    <a:gd name="T57" fmla="*/ 2147483647 h 450"/>
                    <a:gd name="T58" fmla="*/ 2147483647 w 570"/>
                    <a:gd name="T59" fmla="*/ 2147483647 h 450"/>
                    <a:gd name="T60" fmla="*/ 2147483647 w 570"/>
                    <a:gd name="T61" fmla="*/ 2147483647 h 450"/>
                    <a:gd name="T62" fmla="*/ 2147483647 w 570"/>
                    <a:gd name="T63" fmla="*/ 2147483647 h 450"/>
                    <a:gd name="T64" fmla="*/ 2147483647 w 570"/>
                    <a:gd name="T65" fmla="*/ 2147483647 h 450"/>
                    <a:gd name="T66" fmla="*/ 2147483647 w 570"/>
                    <a:gd name="T67" fmla="*/ 0 h 450"/>
                    <a:gd name="T68" fmla="*/ 2147483647 w 570"/>
                    <a:gd name="T69" fmla="*/ 2147483647 h 450"/>
                    <a:gd name="T70" fmla="*/ 2147483647 w 570"/>
                    <a:gd name="T71" fmla="*/ 2147483647 h 450"/>
                    <a:gd name="T72" fmla="*/ 2147483647 w 570"/>
                    <a:gd name="T73" fmla="*/ 2147483647 h 450"/>
                    <a:gd name="T74" fmla="*/ 2147483647 w 570"/>
                    <a:gd name="T75" fmla="*/ 2147483647 h 450"/>
                    <a:gd name="T76" fmla="*/ 2147483647 w 570"/>
                    <a:gd name="T77" fmla="*/ 2147483647 h 450"/>
                    <a:gd name="T78" fmla="*/ 2147483647 w 570"/>
                    <a:gd name="T79" fmla="*/ 2147483647 h 450"/>
                    <a:gd name="T80" fmla="*/ 2147483647 w 570"/>
                    <a:gd name="T81" fmla="*/ 2147483647 h 450"/>
                    <a:gd name="T82" fmla="*/ 2147483647 w 570"/>
                    <a:gd name="T83" fmla="*/ 2147483647 h 450"/>
                    <a:gd name="T84" fmla="*/ 2147483647 w 570"/>
                    <a:gd name="T85" fmla="*/ 2147483647 h 450"/>
                    <a:gd name="T86" fmla="*/ 2147483647 w 570"/>
                    <a:gd name="T87" fmla="*/ 2147483647 h 450"/>
                    <a:gd name="T88" fmla="*/ 2147483647 w 570"/>
                    <a:gd name="T89" fmla="*/ 2147483647 h 450"/>
                    <a:gd name="T90" fmla="*/ 2147483647 w 570"/>
                    <a:gd name="T91" fmla="*/ 2147483647 h 450"/>
                    <a:gd name="T92" fmla="*/ 2147483647 w 570"/>
                    <a:gd name="T93" fmla="*/ 2147483647 h 450"/>
                    <a:gd name="T94" fmla="*/ 2147483647 w 570"/>
                    <a:gd name="T95" fmla="*/ 2147483647 h 450"/>
                    <a:gd name="T96" fmla="*/ 2147483647 w 570"/>
                    <a:gd name="T97" fmla="*/ 2147483647 h 450"/>
                    <a:gd name="T98" fmla="*/ 2147483647 w 570"/>
                    <a:gd name="T99" fmla="*/ 2147483647 h 450"/>
                    <a:gd name="T100" fmla="*/ 2147483647 w 570"/>
                    <a:gd name="T101" fmla="*/ 2147483647 h 450"/>
                    <a:gd name="T102" fmla="*/ 2147483647 w 570"/>
                    <a:gd name="T103" fmla="*/ 2147483647 h 450"/>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570"/>
                    <a:gd name="T157" fmla="*/ 0 h 450"/>
                    <a:gd name="T158" fmla="*/ 570 w 570"/>
                    <a:gd name="T159" fmla="*/ 450 h 450"/>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570" h="450">
                      <a:moveTo>
                        <a:pt x="0" y="312"/>
                      </a:moveTo>
                      <a:lnTo>
                        <a:pt x="6" y="366"/>
                      </a:lnTo>
                      <a:lnTo>
                        <a:pt x="6" y="390"/>
                      </a:lnTo>
                      <a:lnTo>
                        <a:pt x="30" y="384"/>
                      </a:lnTo>
                      <a:lnTo>
                        <a:pt x="30" y="390"/>
                      </a:lnTo>
                      <a:lnTo>
                        <a:pt x="36" y="396"/>
                      </a:lnTo>
                      <a:lnTo>
                        <a:pt x="36" y="408"/>
                      </a:lnTo>
                      <a:lnTo>
                        <a:pt x="42" y="420"/>
                      </a:lnTo>
                      <a:lnTo>
                        <a:pt x="54" y="426"/>
                      </a:lnTo>
                      <a:lnTo>
                        <a:pt x="60" y="432"/>
                      </a:lnTo>
                      <a:lnTo>
                        <a:pt x="72" y="432"/>
                      </a:lnTo>
                      <a:lnTo>
                        <a:pt x="78" y="438"/>
                      </a:lnTo>
                      <a:lnTo>
                        <a:pt x="90" y="438"/>
                      </a:lnTo>
                      <a:lnTo>
                        <a:pt x="96" y="432"/>
                      </a:lnTo>
                      <a:lnTo>
                        <a:pt x="96" y="426"/>
                      </a:lnTo>
                      <a:lnTo>
                        <a:pt x="120" y="414"/>
                      </a:lnTo>
                      <a:lnTo>
                        <a:pt x="150" y="414"/>
                      </a:lnTo>
                      <a:lnTo>
                        <a:pt x="168" y="420"/>
                      </a:lnTo>
                      <a:lnTo>
                        <a:pt x="186" y="438"/>
                      </a:lnTo>
                      <a:lnTo>
                        <a:pt x="186" y="450"/>
                      </a:lnTo>
                      <a:lnTo>
                        <a:pt x="204" y="444"/>
                      </a:lnTo>
                      <a:lnTo>
                        <a:pt x="198" y="450"/>
                      </a:lnTo>
                      <a:lnTo>
                        <a:pt x="198" y="396"/>
                      </a:lnTo>
                      <a:lnTo>
                        <a:pt x="192" y="366"/>
                      </a:lnTo>
                      <a:lnTo>
                        <a:pt x="186" y="366"/>
                      </a:lnTo>
                      <a:lnTo>
                        <a:pt x="186" y="348"/>
                      </a:lnTo>
                      <a:lnTo>
                        <a:pt x="192" y="336"/>
                      </a:lnTo>
                      <a:lnTo>
                        <a:pt x="198" y="330"/>
                      </a:lnTo>
                      <a:lnTo>
                        <a:pt x="354" y="330"/>
                      </a:lnTo>
                      <a:lnTo>
                        <a:pt x="378" y="318"/>
                      </a:lnTo>
                      <a:lnTo>
                        <a:pt x="396" y="324"/>
                      </a:lnTo>
                      <a:lnTo>
                        <a:pt x="414" y="324"/>
                      </a:lnTo>
                      <a:lnTo>
                        <a:pt x="438" y="330"/>
                      </a:lnTo>
                      <a:lnTo>
                        <a:pt x="456" y="330"/>
                      </a:lnTo>
                      <a:lnTo>
                        <a:pt x="462" y="318"/>
                      </a:lnTo>
                      <a:lnTo>
                        <a:pt x="474" y="318"/>
                      </a:lnTo>
                      <a:lnTo>
                        <a:pt x="480" y="306"/>
                      </a:lnTo>
                      <a:lnTo>
                        <a:pt x="498" y="288"/>
                      </a:lnTo>
                      <a:lnTo>
                        <a:pt x="528" y="288"/>
                      </a:lnTo>
                      <a:lnTo>
                        <a:pt x="534" y="294"/>
                      </a:lnTo>
                      <a:lnTo>
                        <a:pt x="534" y="282"/>
                      </a:lnTo>
                      <a:lnTo>
                        <a:pt x="540" y="282"/>
                      </a:lnTo>
                      <a:lnTo>
                        <a:pt x="546" y="276"/>
                      </a:lnTo>
                      <a:lnTo>
                        <a:pt x="558" y="276"/>
                      </a:lnTo>
                      <a:lnTo>
                        <a:pt x="564" y="258"/>
                      </a:lnTo>
                      <a:lnTo>
                        <a:pt x="570" y="252"/>
                      </a:lnTo>
                      <a:lnTo>
                        <a:pt x="564" y="252"/>
                      </a:lnTo>
                      <a:lnTo>
                        <a:pt x="540" y="216"/>
                      </a:lnTo>
                      <a:lnTo>
                        <a:pt x="564" y="210"/>
                      </a:lnTo>
                      <a:lnTo>
                        <a:pt x="558" y="198"/>
                      </a:lnTo>
                      <a:lnTo>
                        <a:pt x="546" y="186"/>
                      </a:lnTo>
                      <a:lnTo>
                        <a:pt x="534" y="186"/>
                      </a:lnTo>
                      <a:lnTo>
                        <a:pt x="522" y="198"/>
                      </a:lnTo>
                      <a:lnTo>
                        <a:pt x="504" y="198"/>
                      </a:lnTo>
                      <a:lnTo>
                        <a:pt x="498" y="186"/>
                      </a:lnTo>
                      <a:lnTo>
                        <a:pt x="486" y="180"/>
                      </a:lnTo>
                      <a:lnTo>
                        <a:pt x="462" y="156"/>
                      </a:lnTo>
                      <a:lnTo>
                        <a:pt x="462" y="150"/>
                      </a:lnTo>
                      <a:lnTo>
                        <a:pt x="480" y="132"/>
                      </a:lnTo>
                      <a:lnTo>
                        <a:pt x="468" y="132"/>
                      </a:lnTo>
                      <a:lnTo>
                        <a:pt x="468" y="114"/>
                      </a:lnTo>
                      <a:lnTo>
                        <a:pt x="444" y="114"/>
                      </a:lnTo>
                      <a:lnTo>
                        <a:pt x="432" y="108"/>
                      </a:lnTo>
                      <a:lnTo>
                        <a:pt x="420" y="84"/>
                      </a:lnTo>
                      <a:lnTo>
                        <a:pt x="420" y="60"/>
                      </a:lnTo>
                      <a:lnTo>
                        <a:pt x="414" y="48"/>
                      </a:lnTo>
                      <a:lnTo>
                        <a:pt x="414" y="12"/>
                      </a:lnTo>
                      <a:lnTo>
                        <a:pt x="390" y="0"/>
                      </a:lnTo>
                      <a:lnTo>
                        <a:pt x="342" y="0"/>
                      </a:lnTo>
                      <a:lnTo>
                        <a:pt x="324" y="18"/>
                      </a:lnTo>
                      <a:lnTo>
                        <a:pt x="300" y="18"/>
                      </a:lnTo>
                      <a:lnTo>
                        <a:pt x="282" y="42"/>
                      </a:lnTo>
                      <a:lnTo>
                        <a:pt x="258" y="42"/>
                      </a:lnTo>
                      <a:lnTo>
                        <a:pt x="258" y="60"/>
                      </a:lnTo>
                      <a:lnTo>
                        <a:pt x="252" y="66"/>
                      </a:lnTo>
                      <a:lnTo>
                        <a:pt x="252" y="72"/>
                      </a:lnTo>
                      <a:lnTo>
                        <a:pt x="240" y="72"/>
                      </a:lnTo>
                      <a:lnTo>
                        <a:pt x="228" y="60"/>
                      </a:lnTo>
                      <a:lnTo>
                        <a:pt x="222" y="60"/>
                      </a:lnTo>
                      <a:lnTo>
                        <a:pt x="216" y="66"/>
                      </a:lnTo>
                      <a:lnTo>
                        <a:pt x="210" y="78"/>
                      </a:lnTo>
                      <a:lnTo>
                        <a:pt x="198" y="84"/>
                      </a:lnTo>
                      <a:lnTo>
                        <a:pt x="192" y="96"/>
                      </a:lnTo>
                      <a:lnTo>
                        <a:pt x="186" y="102"/>
                      </a:lnTo>
                      <a:lnTo>
                        <a:pt x="186" y="108"/>
                      </a:lnTo>
                      <a:lnTo>
                        <a:pt x="168" y="108"/>
                      </a:lnTo>
                      <a:lnTo>
                        <a:pt x="168" y="144"/>
                      </a:lnTo>
                      <a:lnTo>
                        <a:pt x="144" y="150"/>
                      </a:lnTo>
                      <a:lnTo>
                        <a:pt x="114" y="120"/>
                      </a:lnTo>
                      <a:lnTo>
                        <a:pt x="96" y="150"/>
                      </a:lnTo>
                      <a:lnTo>
                        <a:pt x="102" y="156"/>
                      </a:lnTo>
                      <a:lnTo>
                        <a:pt x="102" y="186"/>
                      </a:lnTo>
                      <a:lnTo>
                        <a:pt x="84" y="186"/>
                      </a:lnTo>
                      <a:lnTo>
                        <a:pt x="84" y="216"/>
                      </a:lnTo>
                      <a:lnTo>
                        <a:pt x="78" y="222"/>
                      </a:lnTo>
                      <a:lnTo>
                        <a:pt x="72" y="222"/>
                      </a:lnTo>
                      <a:lnTo>
                        <a:pt x="78" y="228"/>
                      </a:lnTo>
                      <a:lnTo>
                        <a:pt x="78" y="240"/>
                      </a:lnTo>
                      <a:lnTo>
                        <a:pt x="42" y="240"/>
                      </a:lnTo>
                      <a:lnTo>
                        <a:pt x="36" y="246"/>
                      </a:lnTo>
                      <a:lnTo>
                        <a:pt x="30" y="246"/>
                      </a:lnTo>
                      <a:lnTo>
                        <a:pt x="12" y="258"/>
                      </a:lnTo>
                      <a:lnTo>
                        <a:pt x="36" y="288"/>
                      </a:lnTo>
                      <a:lnTo>
                        <a:pt x="24" y="312"/>
                      </a:lnTo>
                      <a:lnTo>
                        <a:pt x="0" y="312"/>
                      </a:lnTo>
                      <a:close/>
                    </a:path>
                  </a:pathLst>
                </a:custGeom>
                <a:solidFill>
                  <a:srgbClr val="A29C97"/>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324" name="Bulgaria" descr="© INSCALE GmbH, 05.05.2010&#10;http://www.presentationload.com/">
                  <a:extLst>
                    <a:ext uri="{FF2B5EF4-FFF2-40B4-BE49-F238E27FC236}">
                      <a16:creationId xmlns:a16="http://schemas.microsoft.com/office/drawing/2014/main" id="{793E4AE5-0798-4C43-B400-216B1501FF2F}"/>
                    </a:ext>
                  </a:extLst>
                </p:cNvPr>
                <p:cNvSpPr>
                  <a:spLocks/>
                </p:cNvSpPr>
                <p:nvPr/>
              </p:nvSpPr>
              <p:spPr bwMode="gray">
                <a:xfrm>
                  <a:off x="6291508" y="2272367"/>
                  <a:ext cx="178412" cy="102454"/>
                </a:xfrm>
                <a:custGeom>
                  <a:avLst/>
                  <a:gdLst>
                    <a:gd name="T0" fmla="*/ 2147483647 w 396"/>
                    <a:gd name="T1" fmla="*/ 2147483647 h 228"/>
                    <a:gd name="T2" fmla="*/ 2147483647 w 396"/>
                    <a:gd name="T3" fmla="*/ 2147483647 h 228"/>
                    <a:gd name="T4" fmla="*/ 2147483647 w 396"/>
                    <a:gd name="T5" fmla="*/ 2147483647 h 228"/>
                    <a:gd name="T6" fmla="*/ 2147483647 w 396"/>
                    <a:gd name="T7" fmla="*/ 2147483647 h 228"/>
                    <a:gd name="T8" fmla="*/ 2147483647 w 396"/>
                    <a:gd name="T9" fmla="*/ 2147483647 h 228"/>
                    <a:gd name="T10" fmla="*/ 2147483647 w 396"/>
                    <a:gd name="T11" fmla="*/ 2147483647 h 228"/>
                    <a:gd name="T12" fmla="*/ 2147483647 w 396"/>
                    <a:gd name="T13" fmla="*/ 2147483647 h 228"/>
                    <a:gd name="T14" fmla="*/ 2147483647 w 396"/>
                    <a:gd name="T15" fmla="*/ 0 h 228"/>
                    <a:gd name="T16" fmla="*/ 2147483647 w 396"/>
                    <a:gd name="T17" fmla="*/ 2147483647 h 228"/>
                    <a:gd name="T18" fmla="*/ 2147483647 w 396"/>
                    <a:gd name="T19" fmla="*/ 2147483647 h 228"/>
                    <a:gd name="T20" fmla="*/ 2147483647 w 396"/>
                    <a:gd name="T21" fmla="*/ 2147483647 h 228"/>
                    <a:gd name="T22" fmla="*/ 2147483647 w 396"/>
                    <a:gd name="T23" fmla="*/ 2147483647 h 228"/>
                    <a:gd name="T24" fmla="*/ 2147483647 w 396"/>
                    <a:gd name="T25" fmla="*/ 2147483647 h 228"/>
                    <a:gd name="T26" fmla="*/ 2147483647 w 396"/>
                    <a:gd name="T27" fmla="*/ 2147483647 h 228"/>
                    <a:gd name="T28" fmla="*/ 2147483647 w 396"/>
                    <a:gd name="T29" fmla="*/ 2147483647 h 228"/>
                    <a:gd name="T30" fmla="*/ 2147483647 w 396"/>
                    <a:gd name="T31" fmla="*/ 2147483647 h 228"/>
                    <a:gd name="T32" fmla="*/ 2147483647 w 396"/>
                    <a:gd name="T33" fmla="*/ 2147483647 h 228"/>
                    <a:gd name="T34" fmla="*/ 2147483647 w 396"/>
                    <a:gd name="T35" fmla="*/ 2147483647 h 228"/>
                    <a:gd name="T36" fmla="*/ 2147483647 w 396"/>
                    <a:gd name="T37" fmla="*/ 2147483647 h 228"/>
                    <a:gd name="T38" fmla="*/ 2147483647 w 396"/>
                    <a:gd name="T39" fmla="*/ 2147483647 h 228"/>
                    <a:gd name="T40" fmla="*/ 2147483647 w 396"/>
                    <a:gd name="T41" fmla="*/ 2147483647 h 228"/>
                    <a:gd name="T42" fmla="*/ 2147483647 w 396"/>
                    <a:gd name="T43" fmla="*/ 0 h 228"/>
                    <a:gd name="T44" fmla="*/ 0 w 396"/>
                    <a:gd name="T45" fmla="*/ 2147483647 h 228"/>
                    <a:gd name="T46" fmla="*/ 2147483647 w 396"/>
                    <a:gd name="T47" fmla="*/ 2147483647 h 228"/>
                    <a:gd name="T48" fmla="*/ 2147483647 w 396"/>
                    <a:gd name="T49" fmla="*/ 2147483647 h 228"/>
                    <a:gd name="T50" fmla="*/ 2147483647 w 396"/>
                    <a:gd name="T51" fmla="*/ 2147483647 h 228"/>
                    <a:gd name="T52" fmla="*/ 2147483647 w 396"/>
                    <a:gd name="T53" fmla="*/ 2147483647 h 228"/>
                    <a:gd name="T54" fmla="*/ 2147483647 w 396"/>
                    <a:gd name="T55" fmla="*/ 2147483647 h 228"/>
                    <a:gd name="T56" fmla="*/ 0 w 396"/>
                    <a:gd name="T57" fmla="*/ 2147483647 h 228"/>
                    <a:gd name="T58" fmla="*/ 2147483647 w 396"/>
                    <a:gd name="T59" fmla="*/ 2147483647 h 228"/>
                    <a:gd name="T60" fmla="*/ 2147483647 w 396"/>
                    <a:gd name="T61" fmla="*/ 2147483647 h 228"/>
                    <a:gd name="T62" fmla="*/ 2147483647 w 396"/>
                    <a:gd name="T63" fmla="*/ 2147483647 h 228"/>
                    <a:gd name="T64" fmla="*/ 2147483647 w 396"/>
                    <a:gd name="T65" fmla="*/ 2147483647 h 228"/>
                    <a:gd name="T66" fmla="*/ 2147483647 w 396"/>
                    <a:gd name="T67" fmla="*/ 2147483647 h 228"/>
                    <a:gd name="T68" fmla="*/ 2147483647 w 396"/>
                    <a:gd name="T69" fmla="*/ 2147483647 h 228"/>
                    <a:gd name="T70" fmla="*/ 2147483647 w 396"/>
                    <a:gd name="T71" fmla="*/ 2147483647 h 228"/>
                    <a:gd name="T72" fmla="*/ 2147483647 w 396"/>
                    <a:gd name="T73" fmla="*/ 2147483647 h 228"/>
                    <a:gd name="T74" fmla="*/ 2147483647 w 396"/>
                    <a:gd name="T75" fmla="*/ 2147483647 h 228"/>
                    <a:gd name="T76" fmla="*/ 2147483647 w 396"/>
                    <a:gd name="T77" fmla="*/ 2147483647 h 228"/>
                    <a:gd name="T78" fmla="*/ 2147483647 w 396"/>
                    <a:gd name="T79" fmla="*/ 2147483647 h 228"/>
                    <a:gd name="T80" fmla="*/ 2147483647 w 396"/>
                    <a:gd name="T81" fmla="*/ 2147483647 h 228"/>
                    <a:gd name="T82" fmla="*/ 2147483647 w 396"/>
                    <a:gd name="T83" fmla="*/ 2147483647 h 228"/>
                    <a:gd name="T84" fmla="*/ 2147483647 w 396"/>
                    <a:gd name="T85" fmla="*/ 2147483647 h 228"/>
                    <a:gd name="T86" fmla="*/ 2147483647 w 396"/>
                    <a:gd name="T87" fmla="*/ 2147483647 h 228"/>
                    <a:gd name="T88" fmla="*/ 2147483647 w 396"/>
                    <a:gd name="T89" fmla="*/ 2147483647 h 228"/>
                    <a:gd name="T90" fmla="*/ 2147483647 w 396"/>
                    <a:gd name="T91" fmla="*/ 2147483647 h 228"/>
                    <a:gd name="T92" fmla="*/ 2147483647 w 396"/>
                    <a:gd name="T93" fmla="*/ 2147483647 h 228"/>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396"/>
                    <a:gd name="T142" fmla="*/ 0 h 228"/>
                    <a:gd name="T143" fmla="*/ 396 w 396"/>
                    <a:gd name="T144" fmla="*/ 228 h 228"/>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396" h="228">
                      <a:moveTo>
                        <a:pt x="372" y="168"/>
                      </a:moveTo>
                      <a:lnTo>
                        <a:pt x="336" y="126"/>
                      </a:lnTo>
                      <a:lnTo>
                        <a:pt x="354" y="108"/>
                      </a:lnTo>
                      <a:lnTo>
                        <a:pt x="354" y="78"/>
                      </a:lnTo>
                      <a:lnTo>
                        <a:pt x="360" y="72"/>
                      </a:lnTo>
                      <a:lnTo>
                        <a:pt x="372" y="66"/>
                      </a:lnTo>
                      <a:lnTo>
                        <a:pt x="396" y="66"/>
                      </a:lnTo>
                      <a:lnTo>
                        <a:pt x="396" y="48"/>
                      </a:lnTo>
                      <a:lnTo>
                        <a:pt x="390" y="36"/>
                      </a:lnTo>
                      <a:lnTo>
                        <a:pt x="372" y="36"/>
                      </a:lnTo>
                      <a:lnTo>
                        <a:pt x="348" y="12"/>
                      </a:lnTo>
                      <a:lnTo>
                        <a:pt x="324" y="12"/>
                      </a:lnTo>
                      <a:lnTo>
                        <a:pt x="312" y="6"/>
                      </a:lnTo>
                      <a:lnTo>
                        <a:pt x="300" y="6"/>
                      </a:lnTo>
                      <a:lnTo>
                        <a:pt x="288" y="0"/>
                      </a:lnTo>
                      <a:lnTo>
                        <a:pt x="282" y="0"/>
                      </a:lnTo>
                      <a:lnTo>
                        <a:pt x="282" y="12"/>
                      </a:lnTo>
                      <a:lnTo>
                        <a:pt x="252" y="6"/>
                      </a:lnTo>
                      <a:lnTo>
                        <a:pt x="252" y="12"/>
                      </a:lnTo>
                      <a:lnTo>
                        <a:pt x="246" y="12"/>
                      </a:lnTo>
                      <a:lnTo>
                        <a:pt x="234" y="18"/>
                      </a:lnTo>
                      <a:lnTo>
                        <a:pt x="228" y="18"/>
                      </a:lnTo>
                      <a:lnTo>
                        <a:pt x="222" y="24"/>
                      </a:lnTo>
                      <a:lnTo>
                        <a:pt x="222" y="36"/>
                      </a:lnTo>
                      <a:lnTo>
                        <a:pt x="216" y="42"/>
                      </a:lnTo>
                      <a:lnTo>
                        <a:pt x="198" y="42"/>
                      </a:lnTo>
                      <a:lnTo>
                        <a:pt x="186" y="36"/>
                      </a:lnTo>
                      <a:lnTo>
                        <a:pt x="180" y="30"/>
                      </a:lnTo>
                      <a:lnTo>
                        <a:pt x="156" y="30"/>
                      </a:lnTo>
                      <a:lnTo>
                        <a:pt x="138" y="24"/>
                      </a:lnTo>
                      <a:lnTo>
                        <a:pt x="138" y="30"/>
                      </a:lnTo>
                      <a:lnTo>
                        <a:pt x="132" y="36"/>
                      </a:lnTo>
                      <a:lnTo>
                        <a:pt x="108" y="36"/>
                      </a:lnTo>
                      <a:lnTo>
                        <a:pt x="102" y="30"/>
                      </a:lnTo>
                      <a:lnTo>
                        <a:pt x="90" y="30"/>
                      </a:lnTo>
                      <a:lnTo>
                        <a:pt x="66" y="18"/>
                      </a:lnTo>
                      <a:lnTo>
                        <a:pt x="54" y="30"/>
                      </a:lnTo>
                      <a:lnTo>
                        <a:pt x="36" y="30"/>
                      </a:lnTo>
                      <a:lnTo>
                        <a:pt x="30" y="24"/>
                      </a:lnTo>
                      <a:lnTo>
                        <a:pt x="36" y="18"/>
                      </a:lnTo>
                      <a:lnTo>
                        <a:pt x="36" y="12"/>
                      </a:lnTo>
                      <a:lnTo>
                        <a:pt x="42" y="6"/>
                      </a:lnTo>
                      <a:lnTo>
                        <a:pt x="36" y="0"/>
                      </a:lnTo>
                      <a:lnTo>
                        <a:pt x="12" y="0"/>
                      </a:lnTo>
                      <a:lnTo>
                        <a:pt x="12" y="12"/>
                      </a:lnTo>
                      <a:lnTo>
                        <a:pt x="0" y="24"/>
                      </a:lnTo>
                      <a:lnTo>
                        <a:pt x="0" y="42"/>
                      </a:lnTo>
                      <a:lnTo>
                        <a:pt x="18" y="48"/>
                      </a:lnTo>
                      <a:lnTo>
                        <a:pt x="12" y="60"/>
                      </a:lnTo>
                      <a:lnTo>
                        <a:pt x="30" y="66"/>
                      </a:lnTo>
                      <a:lnTo>
                        <a:pt x="36" y="72"/>
                      </a:lnTo>
                      <a:lnTo>
                        <a:pt x="36" y="96"/>
                      </a:lnTo>
                      <a:lnTo>
                        <a:pt x="30" y="102"/>
                      </a:lnTo>
                      <a:lnTo>
                        <a:pt x="6" y="102"/>
                      </a:lnTo>
                      <a:lnTo>
                        <a:pt x="6" y="108"/>
                      </a:lnTo>
                      <a:lnTo>
                        <a:pt x="12" y="114"/>
                      </a:lnTo>
                      <a:lnTo>
                        <a:pt x="12" y="138"/>
                      </a:lnTo>
                      <a:lnTo>
                        <a:pt x="0" y="138"/>
                      </a:lnTo>
                      <a:lnTo>
                        <a:pt x="12" y="156"/>
                      </a:lnTo>
                      <a:lnTo>
                        <a:pt x="18" y="156"/>
                      </a:lnTo>
                      <a:lnTo>
                        <a:pt x="18" y="168"/>
                      </a:lnTo>
                      <a:lnTo>
                        <a:pt x="36" y="180"/>
                      </a:lnTo>
                      <a:lnTo>
                        <a:pt x="42" y="186"/>
                      </a:lnTo>
                      <a:lnTo>
                        <a:pt x="48" y="198"/>
                      </a:lnTo>
                      <a:lnTo>
                        <a:pt x="48" y="210"/>
                      </a:lnTo>
                      <a:lnTo>
                        <a:pt x="42" y="222"/>
                      </a:lnTo>
                      <a:lnTo>
                        <a:pt x="48" y="222"/>
                      </a:lnTo>
                      <a:lnTo>
                        <a:pt x="54" y="228"/>
                      </a:lnTo>
                      <a:lnTo>
                        <a:pt x="66" y="228"/>
                      </a:lnTo>
                      <a:lnTo>
                        <a:pt x="78" y="222"/>
                      </a:lnTo>
                      <a:lnTo>
                        <a:pt x="84" y="216"/>
                      </a:lnTo>
                      <a:lnTo>
                        <a:pt x="108" y="222"/>
                      </a:lnTo>
                      <a:lnTo>
                        <a:pt x="114" y="204"/>
                      </a:lnTo>
                      <a:lnTo>
                        <a:pt x="144" y="198"/>
                      </a:lnTo>
                      <a:lnTo>
                        <a:pt x="144" y="204"/>
                      </a:lnTo>
                      <a:lnTo>
                        <a:pt x="162" y="222"/>
                      </a:lnTo>
                      <a:lnTo>
                        <a:pt x="174" y="222"/>
                      </a:lnTo>
                      <a:lnTo>
                        <a:pt x="180" y="216"/>
                      </a:lnTo>
                      <a:lnTo>
                        <a:pt x="192" y="228"/>
                      </a:lnTo>
                      <a:lnTo>
                        <a:pt x="204" y="228"/>
                      </a:lnTo>
                      <a:lnTo>
                        <a:pt x="216" y="216"/>
                      </a:lnTo>
                      <a:lnTo>
                        <a:pt x="228" y="228"/>
                      </a:lnTo>
                      <a:lnTo>
                        <a:pt x="246" y="228"/>
                      </a:lnTo>
                      <a:lnTo>
                        <a:pt x="252" y="222"/>
                      </a:lnTo>
                      <a:lnTo>
                        <a:pt x="252" y="204"/>
                      </a:lnTo>
                      <a:lnTo>
                        <a:pt x="246" y="198"/>
                      </a:lnTo>
                      <a:lnTo>
                        <a:pt x="264" y="192"/>
                      </a:lnTo>
                      <a:lnTo>
                        <a:pt x="282" y="168"/>
                      </a:lnTo>
                      <a:lnTo>
                        <a:pt x="312" y="174"/>
                      </a:lnTo>
                      <a:lnTo>
                        <a:pt x="324" y="156"/>
                      </a:lnTo>
                      <a:lnTo>
                        <a:pt x="336" y="174"/>
                      </a:lnTo>
                      <a:lnTo>
                        <a:pt x="348" y="174"/>
                      </a:lnTo>
                      <a:lnTo>
                        <a:pt x="360" y="180"/>
                      </a:lnTo>
                      <a:lnTo>
                        <a:pt x="372" y="180"/>
                      </a:lnTo>
                      <a:lnTo>
                        <a:pt x="372" y="168"/>
                      </a:lnTo>
                      <a:close/>
                    </a:path>
                  </a:pathLst>
                </a:custGeom>
                <a:solidFill>
                  <a:srgbClr val="D40D8D"/>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325" name="Brazil" descr="© INSCALE GmbH, 05.05.2010&#10;http://www.presentationload.com/">
                  <a:extLst>
                    <a:ext uri="{FF2B5EF4-FFF2-40B4-BE49-F238E27FC236}">
                      <a16:creationId xmlns:a16="http://schemas.microsoft.com/office/drawing/2014/main" id="{B34C7E87-97BC-4E3F-84AF-52CDE961445A}"/>
                    </a:ext>
                  </a:extLst>
                </p:cNvPr>
                <p:cNvSpPr>
                  <a:spLocks noEditPoints="1"/>
                </p:cNvSpPr>
                <p:nvPr/>
              </p:nvSpPr>
              <p:spPr bwMode="gray">
                <a:xfrm>
                  <a:off x="3235546" y="3685535"/>
                  <a:ext cx="1257715" cy="1422000"/>
                </a:xfrm>
                <a:custGeom>
                  <a:avLst/>
                  <a:gdLst>
                    <a:gd name="T0" fmla="*/ 2147483647 w 2784"/>
                    <a:gd name="T1" fmla="*/ 2147483647 h 3150"/>
                    <a:gd name="T2" fmla="*/ 2147483647 w 2784"/>
                    <a:gd name="T3" fmla="*/ 2147483647 h 3150"/>
                    <a:gd name="T4" fmla="*/ 2147483647 w 2784"/>
                    <a:gd name="T5" fmla="*/ 2147483647 h 3150"/>
                    <a:gd name="T6" fmla="*/ 2147483647 w 2784"/>
                    <a:gd name="T7" fmla="*/ 2147483647 h 3150"/>
                    <a:gd name="T8" fmla="*/ 2147483647 w 2784"/>
                    <a:gd name="T9" fmla="*/ 2147483647 h 3150"/>
                    <a:gd name="T10" fmla="*/ 2147483647 w 2784"/>
                    <a:gd name="T11" fmla="*/ 2147483647 h 3150"/>
                    <a:gd name="T12" fmla="*/ 2147483647 w 2784"/>
                    <a:gd name="T13" fmla="*/ 2147483647 h 3150"/>
                    <a:gd name="T14" fmla="*/ 2147483647 w 2784"/>
                    <a:gd name="T15" fmla="*/ 2147483647 h 3150"/>
                    <a:gd name="T16" fmla="*/ 2147483647 w 2784"/>
                    <a:gd name="T17" fmla="*/ 2147483647 h 3150"/>
                    <a:gd name="T18" fmla="*/ 2147483647 w 2784"/>
                    <a:gd name="T19" fmla="*/ 2147483647 h 3150"/>
                    <a:gd name="T20" fmla="*/ 2147483647 w 2784"/>
                    <a:gd name="T21" fmla="*/ 2147483647 h 3150"/>
                    <a:gd name="T22" fmla="*/ 2147483647 w 2784"/>
                    <a:gd name="T23" fmla="*/ 2147483647 h 3150"/>
                    <a:gd name="T24" fmla="*/ 2147483647 w 2784"/>
                    <a:gd name="T25" fmla="*/ 2147483647 h 3150"/>
                    <a:gd name="T26" fmla="*/ 2147483647 w 2784"/>
                    <a:gd name="T27" fmla="*/ 2147483647 h 3150"/>
                    <a:gd name="T28" fmla="*/ 2147483647 w 2784"/>
                    <a:gd name="T29" fmla="*/ 2147483647 h 3150"/>
                    <a:gd name="T30" fmla="*/ 2147483647 w 2784"/>
                    <a:gd name="T31" fmla="*/ 2147483647 h 3150"/>
                    <a:gd name="T32" fmla="*/ 2147483647 w 2784"/>
                    <a:gd name="T33" fmla="*/ 2147483647 h 3150"/>
                    <a:gd name="T34" fmla="*/ 2147483647 w 2784"/>
                    <a:gd name="T35" fmla="*/ 2147483647 h 3150"/>
                    <a:gd name="T36" fmla="*/ 2147483647 w 2784"/>
                    <a:gd name="T37" fmla="*/ 2147483647 h 3150"/>
                    <a:gd name="T38" fmla="*/ 2147483647 w 2784"/>
                    <a:gd name="T39" fmla="*/ 2147483647 h 3150"/>
                    <a:gd name="T40" fmla="*/ 2147483647 w 2784"/>
                    <a:gd name="T41" fmla="*/ 2147483647 h 3150"/>
                    <a:gd name="T42" fmla="*/ 2147483647 w 2784"/>
                    <a:gd name="T43" fmla="*/ 2147483647 h 3150"/>
                    <a:gd name="T44" fmla="*/ 2147483647 w 2784"/>
                    <a:gd name="T45" fmla="*/ 2147483647 h 3150"/>
                    <a:gd name="T46" fmla="*/ 2147483647 w 2784"/>
                    <a:gd name="T47" fmla="*/ 2147483647 h 3150"/>
                    <a:gd name="T48" fmla="*/ 2147483647 w 2784"/>
                    <a:gd name="T49" fmla="*/ 2147483647 h 3150"/>
                    <a:gd name="T50" fmla="*/ 2147483647 w 2784"/>
                    <a:gd name="T51" fmla="*/ 2147483647 h 3150"/>
                    <a:gd name="T52" fmla="*/ 2147483647 w 2784"/>
                    <a:gd name="T53" fmla="*/ 2147483647 h 3150"/>
                    <a:gd name="T54" fmla="*/ 2147483647 w 2784"/>
                    <a:gd name="T55" fmla="*/ 2147483647 h 3150"/>
                    <a:gd name="T56" fmla="*/ 2147483647 w 2784"/>
                    <a:gd name="T57" fmla="*/ 2147483647 h 3150"/>
                    <a:gd name="T58" fmla="*/ 2147483647 w 2784"/>
                    <a:gd name="T59" fmla="*/ 2147483647 h 3150"/>
                    <a:gd name="T60" fmla="*/ 2147483647 w 2784"/>
                    <a:gd name="T61" fmla="*/ 2147483647 h 3150"/>
                    <a:gd name="T62" fmla="*/ 2147483647 w 2784"/>
                    <a:gd name="T63" fmla="*/ 2147483647 h 3150"/>
                    <a:gd name="T64" fmla="*/ 2147483647 w 2784"/>
                    <a:gd name="T65" fmla="*/ 2147483647 h 3150"/>
                    <a:gd name="T66" fmla="*/ 2147483647 w 2784"/>
                    <a:gd name="T67" fmla="*/ 2147483647 h 3150"/>
                    <a:gd name="T68" fmla="*/ 2147483647 w 2784"/>
                    <a:gd name="T69" fmla="*/ 2147483647 h 3150"/>
                    <a:gd name="T70" fmla="*/ 2147483647 w 2784"/>
                    <a:gd name="T71" fmla="*/ 2147483647 h 3150"/>
                    <a:gd name="T72" fmla="*/ 2147483647 w 2784"/>
                    <a:gd name="T73" fmla="*/ 2147483647 h 3150"/>
                    <a:gd name="T74" fmla="*/ 2147483647 w 2784"/>
                    <a:gd name="T75" fmla="*/ 2147483647 h 3150"/>
                    <a:gd name="T76" fmla="*/ 2147483647 w 2784"/>
                    <a:gd name="T77" fmla="*/ 2147483647 h 3150"/>
                    <a:gd name="T78" fmla="*/ 2147483647 w 2784"/>
                    <a:gd name="T79" fmla="*/ 2147483647 h 3150"/>
                    <a:gd name="T80" fmla="*/ 2147483647 w 2784"/>
                    <a:gd name="T81" fmla="*/ 2147483647 h 3150"/>
                    <a:gd name="T82" fmla="*/ 2147483647 w 2784"/>
                    <a:gd name="T83" fmla="*/ 2147483647 h 3150"/>
                    <a:gd name="T84" fmla="*/ 2147483647 w 2784"/>
                    <a:gd name="T85" fmla="*/ 2147483647 h 3150"/>
                    <a:gd name="T86" fmla="*/ 2147483647 w 2784"/>
                    <a:gd name="T87" fmla="*/ 2147483647 h 3150"/>
                    <a:gd name="T88" fmla="*/ 2147483647 w 2784"/>
                    <a:gd name="T89" fmla="*/ 2147483647 h 3150"/>
                    <a:gd name="T90" fmla="*/ 2147483647 w 2784"/>
                    <a:gd name="T91" fmla="*/ 2147483647 h 3150"/>
                    <a:gd name="T92" fmla="*/ 2147483647 w 2784"/>
                    <a:gd name="T93" fmla="*/ 2147483647 h 3150"/>
                    <a:gd name="T94" fmla="*/ 2147483647 w 2784"/>
                    <a:gd name="T95" fmla="*/ 2147483647 h 3150"/>
                    <a:gd name="T96" fmla="*/ 2147483647 w 2784"/>
                    <a:gd name="T97" fmla="*/ 2147483647 h 3150"/>
                    <a:gd name="T98" fmla="*/ 2147483647 w 2784"/>
                    <a:gd name="T99" fmla="*/ 2147483647 h 3150"/>
                    <a:gd name="T100" fmla="*/ 2147483647 w 2784"/>
                    <a:gd name="T101" fmla="*/ 2147483647 h 3150"/>
                    <a:gd name="T102" fmla="*/ 2147483647 w 2784"/>
                    <a:gd name="T103" fmla="*/ 2147483647 h 3150"/>
                    <a:gd name="T104" fmla="*/ 2147483647 w 2784"/>
                    <a:gd name="T105" fmla="*/ 2147483647 h 3150"/>
                    <a:gd name="T106" fmla="*/ 2147483647 w 2784"/>
                    <a:gd name="T107" fmla="*/ 2147483647 h 3150"/>
                    <a:gd name="T108" fmla="*/ 2147483647 w 2784"/>
                    <a:gd name="T109" fmla="*/ 2147483647 h 3150"/>
                    <a:gd name="T110" fmla="*/ 2147483647 w 2784"/>
                    <a:gd name="T111" fmla="*/ 2147483647 h 3150"/>
                    <a:gd name="T112" fmla="*/ 2147483647 w 2784"/>
                    <a:gd name="T113" fmla="*/ 2147483647 h 3150"/>
                    <a:gd name="T114" fmla="*/ 2147483647 w 2784"/>
                    <a:gd name="T115" fmla="*/ 2147483647 h 3150"/>
                    <a:gd name="T116" fmla="*/ 2147483647 w 2784"/>
                    <a:gd name="T117" fmla="*/ 2147483647 h 3150"/>
                    <a:gd name="T118" fmla="*/ 2147483647 w 2784"/>
                    <a:gd name="T119" fmla="*/ 2147483647 h 3150"/>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2784"/>
                    <a:gd name="T181" fmla="*/ 0 h 3150"/>
                    <a:gd name="T182" fmla="*/ 2784 w 2784"/>
                    <a:gd name="T183" fmla="*/ 3150 h 3150"/>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2784" h="3150">
                      <a:moveTo>
                        <a:pt x="1716" y="450"/>
                      </a:moveTo>
                      <a:lnTo>
                        <a:pt x="1710" y="450"/>
                      </a:lnTo>
                      <a:lnTo>
                        <a:pt x="1698" y="444"/>
                      </a:lnTo>
                      <a:lnTo>
                        <a:pt x="1680" y="444"/>
                      </a:lnTo>
                      <a:lnTo>
                        <a:pt x="1662" y="438"/>
                      </a:lnTo>
                      <a:lnTo>
                        <a:pt x="1650" y="438"/>
                      </a:lnTo>
                      <a:lnTo>
                        <a:pt x="1644" y="444"/>
                      </a:lnTo>
                      <a:lnTo>
                        <a:pt x="1644" y="450"/>
                      </a:lnTo>
                      <a:lnTo>
                        <a:pt x="1650" y="462"/>
                      </a:lnTo>
                      <a:lnTo>
                        <a:pt x="1650" y="468"/>
                      </a:lnTo>
                      <a:lnTo>
                        <a:pt x="1656" y="480"/>
                      </a:lnTo>
                      <a:lnTo>
                        <a:pt x="1638" y="480"/>
                      </a:lnTo>
                      <a:lnTo>
                        <a:pt x="1638" y="504"/>
                      </a:lnTo>
                      <a:lnTo>
                        <a:pt x="1656" y="516"/>
                      </a:lnTo>
                      <a:lnTo>
                        <a:pt x="1644" y="528"/>
                      </a:lnTo>
                      <a:lnTo>
                        <a:pt x="1644" y="540"/>
                      </a:lnTo>
                      <a:lnTo>
                        <a:pt x="1656" y="564"/>
                      </a:lnTo>
                      <a:lnTo>
                        <a:pt x="1668" y="570"/>
                      </a:lnTo>
                      <a:lnTo>
                        <a:pt x="1674" y="576"/>
                      </a:lnTo>
                      <a:lnTo>
                        <a:pt x="1686" y="576"/>
                      </a:lnTo>
                      <a:lnTo>
                        <a:pt x="1698" y="570"/>
                      </a:lnTo>
                      <a:lnTo>
                        <a:pt x="1710" y="570"/>
                      </a:lnTo>
                      <a:lnTo>
                        <a:pt x="1716" y="564"/>
                      </a:lnTo>
                      <a:lnTo>
                        <a:pt x="1716" y="558"/>
                      </a:lnTo>
                      <a:lnTo>
                        <a:pt x="1728" y="558"/>
                      </a:lnTo>
                      <a:lnTo>
                        <a:pt x="1740" y="552"/>
                      </a:lnTo>
                      <a:lnTo>
                        <a:pt x="1758" y="552"/>
                      </a:lnTo>
                      <a:lnTo>
                        <a:pt x="1770" y="546"/>
                      </a:lnTo>
                      <a:lnTo>
                        <a:pt x="1776" y="534"/>
                      </a:lnTo>
                      <a:lnTo>
                        <a:pt x="1788" y="492"/>
                      </a:lnTo>
                      <a:lnTo>
                        <a:pt x="1794" y="480"/>
                      </a:lnTo>
                      <a:lnTo>
                        <a:pt x="1794" y="474"/>
                      </a:lnTo>
                      <a:lnTo>
                        <a:pt x="1800" y="462"/>
                      </a:lnTo>
                      <a:lnTo>
                        <a:pt x="1800" y="444"/>
                      </a:lnTo>
                      <a:lnTo>
                        <a:pt x="1794" y="438"/>
                      </a:lnTo>
                      <a:lnTo>
                        <a:pt x="1752" y="438"/>
                      </a:lnTo>
                      <a:lnTo>
                        <a:pt x="1740" y="444"/>
                      </a:lnTo>
                      <a:lnTo>
                        <a:pt x="1734" y="444"/>
                      </a:lnTo>
                      <a:lnTo>
                        <a:pt x="1722" y="450"/>
                      </a:lnTo>
                      <a:lnTo>
                        <a:pt x="1716" y="450"/>
                      </a:lnTo>
                      <a:close/>
                      <a:moveTo>
                        <a:pt x="1716" y="438"/>
                      </a:moveTo>
                      <a:lnTo>
                        <a:pt x="1740" y="432"/>
                      </a:lnTo>
                      <a:lnTo>
                        <a:pt x="1722" y="414"/>
                      </a:lnTo>
                      <a:lnTo>
                        <a:pt x="1698" y="438"/>
                      </a:lnTo>
                      <a:lnTo>
                        <a:pt x="1716" y="438"/>
                      </a:lnTo>
                      <a:close/>
                      <a:moveTo>
                        <a:pt x="1686" y="408"/>
                      </a:moveTo>
                      <a:lnTo>
                        <a:pt x="1662" y="408"/>
                      </a:lnTo>
                      <a:lnTo>
                        <a:pt x="1662" y="426"/>
                      </a:lnTo>
                      <a:lnTo>
                        <a:pt x="1698" y="426"/>
                      </a:lnTo>
                      <a:lnTo>
                        <a:pt x="1716" y="402"/>
                      </a:lnTo>
                      <a:lnTo>
                        <a:pt x="1698" y="384"/>
                      </a:lnTo>
                      <a:lnTo>
                        <a:pt x="1686" y="408"/>
                      </a:lnTo>
                      <a:close/>
                      <a:moveTo>
                        <a:pt x="1572" y="492"/>
                      </a:moveTo>
                      <a:lnTo>
                        <a:pt x="1572" y="510"/>
                      </a:lnTo>
                      <a:lnTo>
                        <a:pt x="1554" y="546"/>
                      </a:lnTo>
                      <a:lnTo>
                        <a:pt x="1584" y="528"/>
                      </a:lnTo>
                      <a:lnTo>
                        <a:pt x="1590" y="516"/>
                      </a:lnTo>
                      <a:lnTo>
                        <a:pt x="1596" y="510"/>
                      </a:lnTo>
                      <a:lnTo>
                        <a:pt x="1608" y="486"/>
                      </a:lnTo>
                      <a:lnTo>
                        <a:pt x="1608" y="480"/>
                      </a:lnTo>
                      <a:lnTo>
                        <a:pt x="1602" y="474"/>
                      </a:lnTo>
                      <a:lnTo>
                        <a:pt x="1596" y="474"/>
                      </a:lnTo>
                      <a:lnTo>
                        <a:pt x="1584" y="480"/>
                      </a:lnTo>
                      <a:lnTo>
                        <a:pt x="1572" y="492"/>
                      </a:lnTo>
                      <a:close/>
                      <a:moveTo>
                        <a:pt x="1632" y="426"/>
                      </a:moveTo>
                      <a:lnTo>
                        <a:pt x="1608" y="450"/>
                      </a:lnTo>
                      <a:lnTo>
                        <a:pt x="1626" y="456"/>
                      </a:lnTo>
                      <a:lnTo>
                        <a:pt x="1644" y="432"/>
                      </a:lnTo>
                      <a:lnTo>
                        <a:pt x="1632" y="426"/>
                      </a:lnTo>
                      <a:close/>
                      <a:moveTo>
                        <a:pt x="2778" y="1002"/>
                      </a:moveTo>
                      <a:lnTo>
                        <a:pt x="2778" y="984"/>
                      </a:lnTo>
                      <a:lnTo>
                        <a:pt x="2772" y="972"/>
                      </a:lnTo>
                      <a:lnTo>
                        <a:pt x="2760" y="954"/>
                      </a:lnTo>
                      <a:lnTo>
                        <a:pt x="2754" y="936"/>
                      </a:lnTo>
                      <a:lnTo>
                        <a:pt x="2754" y="870"/>
                      </a:lnTo>
                      <a:lnTo>
                        <a:pt x="2724" y="840"/>
                      </a:lnTo>
                      <a:lnTo>
                        <a:pt x="2694" y="834"/>
                      </a:lnTo>
                      <a:lnTo>
                        <a:pt x="2646" y="840"/>
                      </a:lnTo>
                      <a:lnTo>
                        <a:pt x="2628" y="822"/>
                      </a:lnTo>
                      <a:lnTo>
                        <a:pt x="2610" y="822"/>
                      </a:lnTo>
                      <a:lnTo>
                        <a:pt x="2592" y="798"/>
                      </a:lnTo>
                      <a:lnTo>
                        <a:pt x="2568" y="798"/>
                      </a:lnTo>
                      <a:lnTo>
                        <a:pt x="2538" y="768"/>
                      </a:lnTo>
                      <a:lnTo>
                        <a:pt x="2526" y="750"/>
                      </a:lnTo>
                      <a:lnTo>
                        <a:pt x="2490" y="714"/>
                      </a:lnTo>
                      <a:lnTo>
                        <a:pt x="2418" y="666"/>
                      </a:lnTo>
                      <a:lnTo>
                        <a:pt x="2394" y="660"/>
                      </a:lnTo>
                      <a:lnTo>
                        <a:pt x="2316" y="660"/>
                      </a:lnTo>
                      <a:lnTo>
                        <a:pt x="2316" y="672"/>
                      </a:lnTo>
                      <a:lnTo>
                        <a:pt x="2310" y="672"/>
                      </a:lnTo>
                      <a:lnTo>
                        <a:pt x="2298" y="660"/>
                      </a:lnTo>
                      <a:lnTo>
                        <a:pt x="2286" y="654"/>
                      </a:lnTo>
                      <a:lnTo>
                        <a:pt x="2274" y="654"/>
                      </a:lnTo>
                      <a:lnTo>
                        <a:pt x="2262" y="648"/>
                      </a:lnTo>
                      <a:lnTo>
                        <a:pt x="2232" y="648"/>
                      </a:lnTo>
                      <a:lnTo>
                        <a:pt x="2226" y="642"/>
                      </a:lnTo>
                      <a:lnTo>
                        <a:pt x="2214" y="636"/>
                      </a:lnTo>
                      <a:lnTo>
                        <a:pt x="2196" y="630"/>
                      </a:lnTo>
                      <a:lnTo>
                        <a:pt x="2184" y="624"/>
                      </a:lnTo>
                      <a:lnTo>
                        <a:pt x="2166" y="618"/>
                      </a:lnTo>
                      <a:lnTo>
                        <a:pt x="2154" y="618"/>
                      </a:lnTo>
                      <a:lnTo>
                        <a:pt x="2142" y="624"/>
                      </a:lnTo>
                      <a:lnTo>
                        <a:pt x="2112" y="654"/>
                      </a:lnTo>
                      <a:lnTo>
                        <a:pt x="2106" y="666"/>
                      </a:lnTo>
                      <a:lnTo>
                        <a:pt x="2088" y="642"/>
                      </a:lnTo>
                      <a:lnTo>
                        <a:pt x="2088" y="678"/>
                      </a:lnTo>
                      <a:lnTo>
                        <a:pt x="2058" y="702"/>
                      </a:lnTo>
                      <a:lnTo>
                        <a:pt x="2076" y="636"/>
                      </a:lnTo>
                      <a:lnTo>
                        <a:pt x="2082" y="636"/>
                      </a:lnTo>
                      <a:lnTo>
                        <a:pt x="2094" y="624"/>
                      </a:lnTo>
                      <a:lnTo>
                        <a:pt x="2094" y="606"/>
                      </a:lnTo>
                      <a:lnTo>
                        <a:pt x="2088" y="600"/>
                      </a:lnTo>
                      <a:lnTo>
                        <a:pt x="2082" y="600"/>
                      </a:lnTo>
                      <a:lnTo>
                        <a:pt x="2064" y="618"/>
                      </a:lnTo>
                      <a:lnTo>
                        <a:pt x="2076" y="582"/>
                      </a:lnTo>
                      <a:lnTo>
                        <a:pt x="2070" y="582"/>
                      </a:lnTo>
                      <a:lnTo>
                        <a:pt x="2064" y="576"/>
                      </a:lnTo>
                      <a:lnTo>
                        <a:pt x="2064" y="570"/>
                      </a:lnTo>
                      <a:lnTo>
                        <a:pt x="2040" y="546"/>
                      </a:lnTo>
                      <a:lnTo>
                        <a:pt x="2034" y="546"/>
                      </a:lnTo>
                      <a:lnTo>
                        <a:pt x="2022" y="564"/>
                      </a:lnTo>
                      <a:lnTo>
                        <a:pt x="2016" y="552"/>
                      </a:lnTo>
                      <a:lnTo>
                        <a:pt x="2004" y="546"/>
                      </a:lnTo>
                      <a:lnTo>
                        <a:pt x="1998" y="534"/>
                      </a:lnTo>
                      <a:lnTo>
                        <a:pt x="1986" y="528"/>
                      </a:lnTo>
                      <a:lnTo>
                        <a:pt x="1980" y="522"/>
                      </a:lnTo>
                      <a:lnTo>
                        <a:pt x="1968" y="516"/>
                      </a:lnTo>
                      <a:lnTo>
                        <a:pt x="1944" y="516"/>
                      </a:lnTo>
                      <a:lnTo>
                        <a:pt x="1932" y="510"/>
                      </a:lnTo>
                      <a:lnTo>
                        <a:pt x="1926" y="510"/>
                      </a:lnTo>
                      <a:lnTo>
                        <a:pt x="1914" y="498"/>
                      </a:lnTo>
                      <a:lnTo>
                        <a:pt x="1902" y="492"/>
                      </a:lnTo>
                      <a:lnTo>
                        <a:pt x="1896" y="480"/>
                      </a:lnTo>
                      <a:lnTo>
                        <a:pt x="1884" y="474"/>
                      </a:lnTo>
                      <a:lnTo>
                        <a:pt x="1878" y="486"/>
                      </a:lnTo>
                      <a:lnTo>
                        <a:pt x="1824" y="486"/>
                      </a:lnTo>
                      <a:lnTo>
                        <a:pt x="1812" y="498"/>
                      </a:lnTo>
                      <a:lnTo>
                        <a:pt x="1806" y="510"/>
                      </a:lnTo>
                      <a:lnTo>
                        <a:pt x="1806" y="522"/>
                      </a:lnTo>
                      <a:lnTo>
                        <a:pt x="1800" y="528"/>
                      </a:lnTo>
                      <a:lnTo>
                        <a:pt x="1800" y="534"/>
                      </a:lnTo>
                      <a:lnTo>
                        <a:pt x="1812" y="552"/>
                      </a:lnTo>
                      <a:lnTo>
                        <a:pt x="1776" y="552"/>
                      </a:lnTo>
                      <a:lnTo>
                        <a:pt x="1770" y="564"/>
                      </a:lnTo>
                      <a:lnTo>
                        <a:pt x="1758" y="576"/>
                      </a:lnTo>
                      <a:lnTo>
                        <a:pt x="1752" y="588"/>
                      </a:lnTo>
                      <a:lnTo>
                        <a:pt x="1752" y="594"/>
                      </a:lnTo>
                      <a:lnTo>
                        <a:pt x="1746" y="600"/>
                      </a:lnTo>
                      <a:lnTo>
                        <a:pt x="1746" y="612"/>
                      </a:lnTo>
                      <a:lnTo>
                        <a:pt x="1740" y="624"/>
                      </a:lnTo>
                      <a:lnTo>
                        <a:pt x="1728" y="636"/>
                      </a:lnTo>
                      <a:lnTo>
                        <a:pt x="1722" y="636"/>
                      </a:lnTo>
                      <a:lnTo>
                        <a:pt x="1728" y="630"/>
                      </a:lnTo>
                      <a:lnTo>
                        <a:pt x="1728" y="618"/>
                      </a:lnTo>
                      <a:lnTo>
                        <a:pt x="1734" y="606"/>
                      </a:lnTo>
                      <a:lnTo>
                        <a:pt x="1734" y="600"/>
                      </a:lnTo>
                      <a:lnTo>
                        <a:pt x="1740" y="588"/>
                      </a:lnTo>
                      <a:lnTo>
                        <a:pt x="1740" y="582"/>
                      </a:lnTo>
                      <a:lnTo>
                        <a:pt x="1734" y="576"/>
                      </a:lnTo>
                      <a:lnTo>
                        <a:pt x="1728" y="576"/>
                      </a:lnTo>
                      <a:lnTo>
                        <a:pt x="1722" y="582"/>
                      </a:lnTo>
                      <a:lnTo>
                        <a:pt x="1716" y="582"/>
                      </a:lnTo>
                      <a:lnTo>
                        <a:pt x="1704" y="594"/>
                      </a:lnTo>
                      <a:lnTo>
                        <a:pt x="1692" y="588"/>
                      </a:lnTo>
                      <a:lnTo>
                        <a:pt x="1656" y="588"/>
                      </a:lnTo>
                      <a:lnTo>
                        <a:pt x="1644" y="582"/>
                      </a:lnTo>
                      <a:lnTo>
                        <a:pt x="1632" y="570"/>
                      </a:lnTo>
                      <a:lnTo>
                        <a:pt x="1632" y="522"/>
                      </a:lnTo>
                      <a:lnTo>
                        <a:pt x="1626" y="516"/>
                      </a:lnTo>
                      <a:lnTo>
                        <a:pt x="1626" y="504"/>
                      </a:lnTo>
                      <a:lnTo>
                        <a:pt x="1620" y="504"/>
                      </a:lnTo>
                      <a:lnTo>
                        <a:pt x="1614" y="510"/>
                      </a:lnTo>
                      <a:lnTo>
                        <a:pt x="1602" y="516"/>
                      </a:lnTo>
                      <a:lnTo>
                        <a:pt x="1596" y="522"/>
                      </a:lnTo>
                      <a:lnTo>
                        <a:pt x="1590" y="534"/>
                      </a:lnTo>
                      <a:lnTo>
                        <a:pt x="1584" y="540"/>
                      </a:lnTo>
                      <a:lnTo>
                        <a:pt x="1560" y="552"/>
                      </a:lnTo>
                      <a:lnTo>
                        <a:pt x="1554" y="558"/>
                      </a:lnTo>
                      <a:lnTo>
                        <a:pt x="1512" y="558"/>
                      </a:lnTo>
                      <a:lnTo>
                        <a:pt x="1500" y="552"/>
                      </a:lnTo>
                      <a:lnTo>
                        <a:pt x="1542" y="540"/>
                      </a:lnTo>
                      <a:lnTo>
                        <a:pt x="1548" y="528"/>
                      </a:lnTo>
                      <a:lnTo>
                        <a:pt x="1566" y="510"/>
                      </a:lnTo>
                      <a:lnTo>
                        <a:pt x="1566" y="492"/>
                      </a:lnTo>
                      <a:lnTo>
                        <a:pt x="1572" y="486"/>
                      </a:lnTo>
                      <a:lnTo>
                        <a:pt x="1590" y="450"/>
                      </a:lnTo>
                      <a:lnTo>
                        <a:pt x="1626" y="414"/>
                      </a:lnTo>
                      <a:lnTo>
                        <a:pt x="1638" y="408"/>
                      </a:lnTo>
                      <a:lnTo>
                        <a:pt x="1656" y="390"/>
                      </a:lnTo>
                      <a:lnTo>
                        <a:pt x="1656" y="378"/>
                      </a:lnTo>
                      <a:lnTo>
                        <a:pt x="1662" y="366"/>
                      </a:lnTo>
                      <a:lnTo>
                        <a:pt x="1674" y="354"/>
                      </a:lnTo>
                      <a:lnTo>
                        <a:pt x="1686" y="348"/>
                      </a:lnTo>
                      <a:lnTo>
                        <a:pt x="1692" y="342"/>
                      </a:lnTo>
                      <a:lnTo>
                        <a:pt x="1704" y="336"/>
                      </a:lnTo>
                      <a:lnTo>
                        <a:pt x="1680" y="330"/>
                      </a:lnTo>
                      <a:lnTo>
                        <a:pt x="1698" y="312"/>
                      </a:lnTo>
                      <a:lnTo>
                        <a:pt x="1698" y="294"/>
                      </a:lnTo>
                      <a:lnTo>
                        <a:pt x="1692" y="288"/>
                      </a:lnTo>
                      <a:lnTo>
                        <a:pt x="1680" y="282"/>
                      </a:lnTo>
                      <a:lnTo>
                        <a:pt x="1662" y="282"/>
                      </a:lnTo>
                      <a:lnTo>
                        <a:pt x="1650" y="276"/>
                      </a:lnTo>
                      <a:lnTo>
                        <a:pt x="1644" y="270"/>
                      </a:lnTo>
                      <a:lnTo>
                        <a:pt x="1638" y="252"/>
                      </a:lnTo>
                      <a:lnTo>
                        <a:pt x="1632" y="216"/>
                      </a:lnTo>
                      <a:lnTo>
                        <a:pt x="1626" y="168"/>
                      </a:lnTo>
                      <a:lnTo>
                        <a:pt x="1620" y="138"/>
                      </a:lnTo>
                      <a:lnTo>
                        <a:pt x="1614" y="114"/>
                      </a:lnTo>
                      <a:lnTo>
                        <a:pt x="1608" y="96"/>
                      </a:lnTo>
                      <a:lnTo>
                        <a:pt x="1602" y="84"/>
                      </a:lnTo>
                      <a:lnTo>
                        <a:pt x="1590" y="78"/>
                      </a:lnTo>
                      <a:lnTo>
                        <a:pt x="1584" y="78"/>
                      </a:lnTo>
                      <a:lnTo>
                        <a:pt x="1584" y="90"/>
                      </a:lnTo>
                      <a:lnTo>
                        <a:pt x="1590" y="96"/>
                      </a:lnTo>
                      <a:lnTo>
                        <a:pt x="1590" y="108"/>
                      </a:lnTo>
                      <a:lnTo>
                        <a:pt x="1572" y="108"/>
                      </a:lnTo>
                      <a:lnTo>
                        <a:pt x="1572" y="102"/>
                      </a:lnTo>
                      <a:lnTo>
                        <a:pt x="1566" y="108"/>
                      </a:lnTo>
                      <a:lnTo>
                        <a:pt x="1560" y="120"/>
                      </a:lnTo>
                      <a:lnTo>
                        <a:pt x="1560" y="126"/>
                      </a:lnTo>
                      <a:lnTo>
                        <a:pt x="1554" y="132"/>
                      </a:lnTo>
                      <a:lnTo>
                        <a:pt x="1548" y="144"/>
                      </a:lnTo>
                      <a:lnTo>
                        <a:pt x="1536" y="156"/>
                      </a:lnTo>
                      <a:lnTo>
                        <a:pt x="1518" y="192"/>
                      </a:lnTo>
                      <a:lnTo>
                        <a:pt x="1518" y="210"/>
                      </a:lnTo>
                      <a:lnTo>
                        <a:pt x="1494" y="246"/>
                      </a:lnTo>
                      <a:lnTo>
                        <a:pt x="1488" y="246"/>
                      </a:lnTo>
                      <a:lnTo>
                        <a:pt x="1482" y="252"/>
                      </a:lnTo>
                      <a:lnTo>
                        <a:pt x="1464" y="252"/>
                      </a:lnTo>
                      <a:lnTo>
                        <a:pt x="1452" y="240"/>
                      </a:lnTo>
                      <a:lnTo>
                        <a:pt x="1446" y="246"/>
                      </a:lnTo>
                      <a:lnTo>
                        <a:pt x="1434" y="246"/>
                      </a:lnTo>
                      <a:lnTo>
                        <a:pt x="1428" y="240"/>
                      </a:lnTo>
                      <a:lnTo>
                        <a:pt x="1416" y="240"/>
                      </a:lnTo>
                      <a:lnTo>
                        <a:pt x="1410" y="246"/>
                      </a:lnTo>
                      <a:lnTo>
                        <a:pt x="1410" y="252"/>
                      </a:lnTo>
                      <a:lnTo>
                        <a:pt x="1404" y="258"/>
                      </a:lnTo>
                      <a:lnTo>
                        <a:pt x="1380" y="258"/>
                      </a:lnTo>
                      <a:lnTo>
                        <a:pt x="1368" y="246"/>
                      </a:lnTo>
                      <a:lnTo>
                        <a:pt x="1368" y="240"/>
                      </a:lnTo>
                      <a:lnTo>
                        <a:pt x="1350" y="234"/>
                      </a:lnTo>
                      <a:lnTo>
                        <a:pt x="1344" y="228"/>
                      </a:lnTo>
                      <a:lnTo>
                        <a:pt x="1338" y="216"/>
                      </a:lnTo>
                      <a:lnTo>
                        <a:pt x="1332" y="216"/>
                      </a:lnTo>
                      <a:lnTo>
                        <a:pt x="1320" y="222"/>
                      </a:lnTo>
                      <a:lnTo>
                        <a:pt x="1314" y="228"/>
                      </a:lnTo>
                      <a:lnTo>
                        <a:pt x="1302" y="234"/>
                      </a:lnTo>
                      <a:lnTo>
                        <a:pt x="1278" y="234"/>
                      </a:lnTo>
                      <a:lnTo>
                        <a:pt x="1278" y="222"/>
                      </a:lnTo>
                      <a:lnTo>
                        <a:pt x="1272" y="222"/>
                      </a:lnTo>
                      <a:lnTo>
                        <a:pt x="1260" y="228"/>
                      </a:lnTo>
                      <a:lnTo>
                        <a:pt x="1260" y="252"/>
                      </a:lnTo>
                      <a:lnTo>
                        <a:pt x="1272" y="264"/>
                      </a:lnTo>
                      <a:lnTo>
                        <a:pt x="1272" y="270"/>
                      </a:lnTo>
                      <a:lnTo>
                        <a:pt x="1278" y="276"/>
                      </a:lnTo>
                      <a:lnTo>
                        <a:pt x="1272" y="282"/>
                      </a:lnTo>
                      <a:lnTo>
                        <a:pt x="1254" y="282"/>
                      </a:lnTo>
                      <a:lnTo>
                        <a:pt x="1230" y="270"/>
                      </a:lnTo>
                      <a:lnTo>
                        <a:pt x="1224" y="270"/>
                      </a:lnTo>
                      <a:lnTo>
                        <a:pt x="1212" y="264"/>
                      </a:lnTo>
                      <a:lnTo>
                        <a:pt x="1212" y="270"/>
                      </a:lnTo>
                      <a:lnTo>
                        <a:pt x="1206" y="276"/>
                      </a:lnTo>
                      <a:lnTo>
                        <a:pt x="1200" y="276"/>
                      </a:lnTo>
                      <a:lnTo>
                        <a:pt x="1188" y="264"/>
                      </a:lnTo>
                      <a:lnTo>
                        <a:pt x="1176" y="264"/>
                      </a:lnTo>
                      <a:lnTo>
                        <a:pt x="1158" y="282"/>
                      </a:lnTo>
                      <a:lnTo>
                        <a:pt x="1158" y="288"/>
                      </a:lnTo>
                      <a:lnTo>
                        <a:pt x="1128" y="288"/>
                      </a:lnTo>
                      <a:lnTo>
                        <a:pt x="1122" y="300"/>
                      </a:lnTo>
                      <a:lnTo>
                        <a:pt x="1104" y="300"/>
                      </a:lnTo>
                      <a:lnTo>
                        <a:pt x="1092" y="312"/>
                      </a:lnTo>
                      <a:lnTo>
                        <a:pt x="1092" y="324"/>
                      </a:lnTo>
                      <a:lnTo>
                        <a:pt x="1086" y="330"/>
                      </a:lnTo>
                      <a:lnTo>
                        <a:pt x="1050" y="330"/>
                      </a:lnTo>
                      <a:lnTo>
                        <a:pt x="1044" y="318"/>
                      </a:lnTo>
                      <a:lnTo>
                        <a:pt x="1032" y="318"/>
                      </a:lnTo>
                      <a:lnTo>
                        <a:pt x="1002" y="282"/>
                      </a:lnTo>
                      <a:lnTo>
                        <a:pt x="1002" y="252"/>
                      </a:lnTo>
                      <a:lnTo>
                        <a:pt x="978" y="228"/>
                      </a:lnTo>
                      <a:lnTo>
                        <a:pt x="972" y="216"/>
                      </a:lnTo>
                      <a:lnTo>
                        <a:pt x="972" y="210"/>
                      </a:lnTo>
                      <a:lnTo>
                        <a:pt x="978" y="198"/>
                      </a:lnTo>
                      <a:lnTo>
                        <a:pt x="978" y="192"/>
                      </a:lnTo>
                      <a:lnTo>
                        <a:pt x="984" y="180"/>
                      </a:lnTo>
                      <a:lnTo>
                        <a:pt x="996" y="138"/>
                      </a:lnTo>
                      <a:lnTo>
                        <a:pt x="1008" y="126"/>
                      </a:lnTo>
                      <a:lnTo>
                        <a:pt x="1014" y="114"/>
                      </a:lnTo>
                      <a:lnTo>
                        <a:pt x="1014" y="102"/>
                      </a:lnTo>
                      <a:lnTo>
                        <a:pt x="1008" y="102"/>
                      </a:lnTo>
                      <a:lnTo>
                        <a:pt x="1002" y="96"/>
                      </a:lnTo>
                      <a:lnTo>
                        <a:pt x="1002" y="66"/>
                      </a:lnTo>
                      <a:lnTo>
                        <a:pt x="996" y="66"/>
                      </a:lnTo>
                      <a:lnTo>
                        <a:pt x="984" y="72"/>
                      </a:lnTo>
                      <a:lnTo>
                        <a:pt x="978" y="72"/>
                      </a:lnTo>
                      <a:lnTo>
                        <a:pt x="972" y="66"/>
                      </a:lnTo>
                      <a:lnTo>
                        <a:pt x="972" y="60"/>
                      </a:lnTo>
                      <a:lnTo>
                        <a:pt x="978" y="54"/>
                      </a:lnTo>
                      <a:lnTo>
                        <a:pt x="984" y="42"/>
                      </a:lnTo>
                      <a:lnTo>
                        <a:pt x="984" y="24"/>
                      </a:lnTo>
                      <a:lnTo>
                        <a:pt x="978" y="12"/>
                      </a:lnTo>
                      <a:lnTo>
                        <a:pt x="966" y="0"/>
                      </a:lnTo>
                      <a:lnTo>
                        <a:pt x="960" y="12"/>
                      </a:lnTo>
                      <a:lnTo>
                        <a:pt x="936" y="6"/>
                      </a:lnTo>
                      <a:lnTo>
                        <a:pt x="936" y="42"/>
                      </a:lnTo>
                      <a:lnTo>
                        <a:pt x="930" y="48"/>
                      </a:lnTo>
                      <a:lnTo>
                        <a:pt x="918" y="48"/>
                      </a:lnTo>
                      <a:lnTo>
                        <a:pt x="918" y="60"/>
                      </a:lnTo>
                      <a:lnTo>
                        <a:pt x="894" y="60"/>
                      </a:lnTo>
                      <a:lnTo>
                        <a:pt x="882" y="66"/>
                      </a:lnTo>
                      <a:lnTo>
                        <a:pt x="858" y="90"/>
                      </a:lnTo>
                      <a:lnTo>
                        <a:pt x="846" y="96"/>
                      </a:lnTo>
                      <a:lnTo>
                        <a:pt x="828" y="96"/>
                      </a:lnTo>
                      <a:lnTo>
                        <a:pt x="822" y="90"/>
                      </a:lnTo>
                      <a:lnTo>
                        <a:pt x="804" y="90"/>
                      </a:lnTo>
                      <a:lnTo>
                        <a:pt x="798" y="96"/>
                      </a:lnTo>
                      <a:lnTo>
                        <a:pt x="798" y="108"/>
                      </a:lnTo>
                      <a:lnTo>
                        <a:pt x="792" y="120"/>
                      </a:lnTo>
                      <a:lnTo>
                        <a:pt x="792" y="138"/>
                      </a:lnTo>
                      <a:lnTo>
                        <a:pt x="786" y="144"/>
                      </a:lnTo>
                      <a:lnTo>
                        <a:pt x="774" y="138"/>
                      </a:lnTo>
                      <a:lnTo>
                        <a:pt x="762" y="126"/>
                      </a:lnTo>
                      <a:lnTo>
                        <a:pt x="756" y="114"/>
                      </a:lnTo>
                      <a:lnTo>
                        <a:pt x="750" y="108"/>
                      </a:lnTo>
                      <a:lnTo>
                        <a:pt x="738" y="108"/>
                      </a:lnTo>
                      <a:lnTo>
                        <a:pt x="732" y="114"/>
                      </a:lnTo>
                      <a:lnTo>
                        <a:pt x="720" y="108"/>
                      </a:lnTo>
                      <a:lnTo>
                        <a:pt x="708" y="114"/>
                      </a:lnTo>
                      <a:lnTo>
                        <a:pt x="696" y="114"/>
                      </a:lnTo>
                      <a:lnTo>
                        <a:pt x="696" y="96"/>
                      </a:lnTo>
                      <a:lnTo>
                        <a:pt x="690" y="90"/>
                      </a:lnTo>
                      <a:lnTo>
                        <a:pt x="648" y="90"/>
                      </a:lnTo>
                      <a:lnTo>
                        <a:pt x="648" y="84"/>
                      </a:lnTo>
                      <a:lnTo>
                        <a:pt x="642" y="78"/>
                      </a:lnTo>
                      <a:lnTo>
                        <a:pt x="642" y="108"/>
                      </a:lnTo>
                      <a:lnTo>
                        <a:pt x="660" y="126"/>
                      </a:lnTo>
                      <a:lnTo>
                        <a:pt x="672" y="132"/>
                      </a:lnTo>
                      <a:lnTo>
                        <a:pt x="678" y="138"/>
                      </a:lnTo>
                      <a:lnTo>
                        <a:pt x="678" y="168"/>
                      </a:lnTo>
                      <a:lnTo>
                        <a:pt x="672" y="174"/>
                      </a:lnTo>
                      <a:lnTo>
                        <a:pt x="684" y="186"/>
                      </a:lnTo>
                      <a:lnTo>
                        <a:pt x="690" y="198"/>
                      </a:lnTo>
                      <a:lnTo>
                        <a:pt x="690" y="228"/>
                      </a:lnTo>
                      <a:lnTo>
                        <a:pt x="738" y="234"/>
                      </a:lnTo>
                      <a:lnTo>
                        <a:pt x="744" y="240"/>
                      </a:lnTo>
                      <a:lnTo>
                        <a:pt x="744" y="246"/>
                      </a:lnTo>
                      <a:lnTo>
                        <a:pt x="738" y="258"/>
                      </a:lnTo>
                      <a:lnTo>
                        <a:pt x="732" y="264"/>
                      </a:lnTo>
                      <a:lnTo>
                        <a:pt x="690" y="264"/>
                      </a:lnTo>
                      <a:lnTo>
                        <a:pt x="690" y="294"/>
                      </a:lnTo>
                      <a:lnTo>
                        <a:pt x="684" y="306"/>
                      </a:lnTo>
                      <a:lnTo>
                        <a:pt x="648" y="324"/>
                      </a:lnTo>
                      <a:lnTo>
                        <a:pt x="642" y="330"/>
                      </a:lnTo>
                      <a:lnTo>
                        <a:pt x="624" y="330"/>
                      </a:lnTo>
                      <a:lnTo>
                        <a:pt x="612" y="342"/>
                      </a:lnTo>
                      <a:lnTo>
                        <a:pt x="600" y="366"/>
                      </a:lnTo>
                      <a:lnTo>
                        <a:pt x="588" y="378"/>
                      </a:lnTo>
                      <a:lnTo>
                        <a:pt x="582" y="378"/>
                      </a:lnTo>
                      <a:lnTo>
                        <a:pt x="582" y="354"/>
                      </a:lnTo>
                      <a:lnTo>
                        <a:pt x="576" y="348"/>
                      </a:lnTo>
                      <a:lnTo>
                        <a:pt x="570" y="354"/>
                      </a:lnTo>
                      <a:lnTo>
                        <a:pt x="558" y="360"/>
                      </a:lnTo>
                      <a:lnTo>
                        <a:pt x="552" y="366"/>
                      </a:lnTo>
                      <a:lnTo>
                        <a:pt x="540" y="372"/>
                      </a:lnTo>
                      <a:lnTo>
                        <a:pt x="534" y="372"/>
                      </a:lnTo>
                      <a:lnTo>
                        <a:pt x="522" y="366"/>
                      </a:lnTo>
                      <a:lnTo>
                        <a:pt x="516" y="366"/>
                      </a:lnTo>
                      <a:lnTo>
                        <a:pt x="504" y="354"/>
                      </a:lnTo>
                      <a:lnTo>
                        <a:pt x="504" y="348"/>
                      </a:lnTo>
                      <a:lnTo>
                        <a:pt x="498" y="336"/>
                      </a:lnTo>
                      <a:lnTo>
                        <a:pt x="492" y="330"/>
                      </a:lnTo>
                      <a:lnTo>
                        <a:pt x="468" y="330"/>
                      </a:lnTo>
                      <a:lnTo>
                        <a:pt x="468" y="300"/>
                      </a:lnTo>
                      <a:lnTo>
                        <a:pt x="462" y="288"/>
                      </a:lnTo>
                      <a:lnTo>
                        <a:pt x="462" y="276"/>
                      </a:lnTo>
                      <a:lnTo>
                        <a:pt x="456" y="270"/>
                      </a:lnTo>
                      <a:lnTo>
                        <a:pt x="456" y="258"/>
                      </a:lnTo>
                      <a:lnTo>
                        <a:pt x="450" y="258"/>
                      </a:lnTo>
                      <a:lnTo>
                        <a:pt x="420" y="288"/>
                      </a:lnTo>
                      <a:lnTo>
                        <a:pt x="396" y="264"/>
                      </a:lnTo>
                      <a:lnTo>
                        <a:pt x="390" y="264"/>
                      </a:lnTo>
                      <a:lnTo>
                        <a:pt x="384" y="270"/>
                      </a:lnTo>
                      <a:lnTo>
                        <a:pt x="384" y="288"/>
                      </a:lnTo>
                      <a:lnTo>
                        <a:pt x="318" y="294"/>
                      </a:lnTo>
                      <a:lnTo>
                        <a:pt x="306" y="282"/>
                      </a:lnTo>
                      <a:lnTo>
                        <a:pt x="288" y="282"/>
                      </a:lnTo>
                      <a:lnTo>
                        <a:pt x="282" y="288"/>
                      </a:lnTo>
                      <a:lnTo>
                        <a:pt x="276" y="300"/>
                      </a:lnTo>
                      <a:lnTo>
                        <a:pt x="276" y="312"/>
                      </a:lnTo>
                      <a:lnTo>
                        <a:pt x="282" y="324"/>
                      </a:lnTo>
                      <a:lnTo>
                        <a:pt x="282" y="336"/>
                      </a:lnTo>
                      <a:lnTo>
                        <a:pt x="306" y="348"/>
                      </a:lnTo>
                      <a:lnTo>
                        <a:pt x="318" y="342"/>
                      </a:lnTo>
                      <a:lnTo>
                        <a:pt x="330" y="354"/>
                      </a:lnTo>
                      <a:lnTo>
                        <a:pt x="330" y="360"/>
                      </a:lnTo>
                      <a:lnTo>
                        <a:pt x="336" y="366"/>
                      </a:lnTo>
                      <a:lnTo>
                        <a:pt x="336" y="372"/>
                      </a:lnTo>
                      <a:lnTo>
                        <a:pt x="330" y="378"/>
                      </a:lnTo>
                      <a:lnTo>
                        <a:pt x="300" y="378"/>
                      </a:lnTo>
                      <a:lnTo>
                        <a:pt x="294" y="372"/>
                      </a:lnTo>
                      <a:lnTo>
                        <a:pt x="264" y="378"/>
                      </a:lnTo>
                      <a:lnTo>
                        <a:pt x="258" y="444"/>
                      </a:lnTo>
                      <a:lnTo>
                        <a:pt x="264" y="444"/>
                      </a:lnTo>
                      <a:lnTo>
                        <a:pt x="276" y="456"/>
                      </a:lnTo>
                      <a:lnTo>
                        <a:pt x="288" y="462"/>
                      </a:lnTo>
                      <a:lnTo>
                        <a:pt x="294" y="468"/>
                      </a:lnTo>
                      <a:lnTo>
                        <a:pt x="294" y="492"/>
                      </a:lnTo>
                      <a:lnTo>
                        <a:pt x="300" y="498"/>
                      </a:lnTo>
                      <a:lnTo>
                        <a:pt x="300" y="504"/>
                      </a:lnTo>
                      <a:lnTo>
                        <a:pt x="312" y="516"/>
                      </a:lnTo>
                      <a:lnTo>
                        <a:pt x="318" y="528"/>
                      </a:lnTo>
                      <a:lnTo>
                        <a:pt x="318" y="540"/>
                      </a:lnTo>
                      <a:lnTo>
                        <a:pt x="312" y="552"/>
                      </a:lnTo>
                      <a:lnTo>
                        <a:pt x="300" y="564"/>
                      </a:lnTo>
                      <a:lnTo>
                        <a:pt x="306" y="612"/>
                      </a:lnTo>
                      <a:lnTo>
                        <a:pt x="288" y="660"/>
                      </a:lnTo>
                      <a:lnTo>
                        <a:pt x="282" y="732"/>
                      </a:lnTo>
                      <a:lnTo>
                        <a:pt x="282" y="762"/>
                      </a:lnTo>
                      <a:lnTo>
                        <a:pt x="276" y="774"/>
                      </a:lnTo>
                      <a:lnTo>
                        <a:pt x="270" y="780"/>
                      </a:lnTo>
                      <a:lnTo>
                        <a:pt x="252" y="780"/>
                      </a:lnTo>
                      <a:lnTo>
                        <a:pt x="252" y="774"/>
                      </a:lnTo>
                      <a:lnTo>
                        <a:pt x="240" y="762"/>
                      </a:lnTo>
                      <a:lnTo>
                        <a:pt x="222" y="762"/>
                      </a:lnTo>
                      <a:lnTo>
                        <a:pt x="216" y="768"/>
                      </a:lnTo>
                      <a:lnTo>
                        <a:pt x="210" y="780"/>
                      </a:lnTo>
                      <a:lnTo>
                        <a:pt x="204" y="786"/>
                      </a:lnTo>
                      <a:lnTo>
                        <a:pt x="174" y="780"/>
                      </a:lnTo>
                      <a:lnTo>
                        <a:pt x="168" y="792"/>
                      </a:lnTo>
                      <a:lnTo>
                        <a:pt x="138" y="792"/>
                      </a:lnTo>
                      <a:lnTo>
                        <a:pt x="126" y="798"/>
                      </a:lnTo>
                      <a:lnTo>
                        <a:pt x="120" y="804"/>
                      </a:lnTo>
                      <a:lnTo>
                        <a:pt x="108" y="810"/>
                      </a:lnTo>
                      <a:lnTo>
                        <a:pt x="96" y="822"/>
                      </a:lnTo>
                      <a:lnTo>
                        <a:pt x="96" y="828"/>
                      </a:lnTo>
                      <a:lnTo>
                        <a:pt x="90" y="834"/>
                      </a:lnTo>
                      <a:lnTo>
                        <a:pt x="90" y="840"/>
                      </a:lnTo>
                      <a:lnTo>
                        <a:pt x="66" y="840"/>
                      </a:lnTo>
                      <a:lnTo>
                        <a:pt x="66" y="894"/>
                      </a:lnTo>
                      <a:lnTo>
                        <a:pt x="48" y="912"/>
                      </a:lnTo>
                      <a:lnTo>
                        <a:pt x="48" y="924"/>
                      </a:lnTo>
                      <a:lnTo>
                        <a:pt x="54" y="930"/>
                      </a:lnTo>
                      <a:lnTo>
                        <a:pt x="54" y="948"/>
                      </a:lnTo>
                      <a:lnTo>
                        <a:pt x="60" y="954"/>
                      </a:lnTo>
                      <a:lnTo>
                        <a:pt x="54" y="954"/>
                      </a:lnTo>
                      <a:lnTo>
                        <a:pt x="48" y="948"/>
                      </a:lnTo>
                      <a:lnTo>
                        <a:pt x="18" y="978"/>
                      </a:lnTo>
                      <a:lnTo>
                        <a:pt x="12" y="990"/>
                      </a:lnTo>
                      <a:lnTo>
                        <a:pt x="12" y="1014"/>
                      </a:lnTo>
                      <a:lnTo>
                        <a:pt x="18" y="1020"/>
                      </a:lnTo>
                      <a:lnTo>
                        <a:pt x="6" y="1026"/>
                      </a:lnTo>
                      <a:lnTo>
                        <a:pt x="0" y="1032"/>
                      </a:lnTo>
                      <a:lnTo>
                        <a:pt x="0" y="1044"/>
                      </a:lnTo>
                      <a:lnTo>
                        <a:pt x="6" y="1050"/>
                      </a:lnTo>
                      <a:lnTo>
                        <a:pt x="18" y="1056"/>
                      </a:lnTo>
                      <a:lnTo>
                        <a:pt x="24" y="1080"/>
                      </a:lnTo>
                      <a:lnTo>
                        <a:pt x="24" y="1086"/>
                      </a:lnTo>
                      <a:lnTo>
                        <a:pt x="30" y="1092"/>
                      </a:lnTo>
                      <a:lnTo>
                        <a:pt x="42" y="1116"/>
                      </a:lnTo>
                      <a:lnTo>
                        <a:pt x="54" y="1128"/>
                      </a:lnTo>
                      <a:lnTo>
                        <a:pt x="66" y="1134"/>
                      </a:lnTo>
                      <a:lnTo>
                        <a:pt x="90" y="1158"/>
                      </a:lnTo>
                      <a:lnTo>
                        <a:pt x="84" y="1164"/>
                      </a:lnTo>
                      <a:lnTo>
                        <a:pt x="78" y="1176"/>
                      </a:lnTo>
                      <a:lnTo>
                        <a:pt x="66" y="1182"/>
                      </a:lnTo>
                      <a:lnTo>
                        <a:pt x="60" y="1188"/>
                      </a:lnTo>
                      <a:lnTo>
                        <a:pt x="102" y="1188"/>
                      </a:lnTo>
                      <a:lnTo>
                        <a:pt x="114" y="1194"/>
                      </a:lnTo>
                      <a:lnTo>
                        <a:pt x="120" y="1194"/>
                      </a:lnTo>
                      <a:lnTo>
                        <a:pt x="126" y="1200"/>
                      </a:lnTo>
                      <a:lnTo>
                        <a:pt x="126" y="1212"/>
                      </a:lnTo>
                      <a:lnTo>
                        <a:pt x="132" y="1224"/>
                      </a:lnTo>
                      <a:lnTo>
                        <a:pt x="138" y="1230"/>
                      </a:lnTo>
                      <a:lnTo>
                        <a:pt x="138" y="1236"/>
                      </a:lnTo>
                      <a:lnTo>
                        <a:pt x="198" y="1230"/>
                      </a:lnTo>
                      <a:lnTo>
                        <a:pt x="252" y="1182"/>
                      </a:lnTo>
                      <a:lnTo>
                        <a:pt x="252" y="1194"/>
                      </a:lnTo>
                      <a:lnTo>
                        <a:pt x="258" y="1206"/>
                      </a:lnTo>
                      <a:lnTo>
                        <a:pt x="258" y="1224"/>
                      </a:lnTo>
                      <a:lnTo>
                        <a:pt x="252" y="1230"/>
                      </a:lnTo>
                      <a:lnTo>
                        <a:pt x="252" y="1242"/>
                      </a:lnTo>
                      <a:lnTo>
                        <a:pt x="246" y="1254"/>
                      </a:lnTo>
                      <a:lnTo>
                        <a:pt x="246" y="1266"/>
                      </a:lnTo>
                      <a:lnTo>
                        <a:pt x="252" y="1284"/>
                      </a:lnTo>
                      <a:lnTo>
                        <a:pt x="252" y="1314"/>
                      </a:lnTo>
                      <a:lnTo>
                        <a:pt x="264" y="1308"/>
                      </a:lnTo>
                      <a:lnTo>
                        <a:pt x="264" y="1314"/>
                      </a:lnTo>
                      <a:lnTo>
                        <a:pt x="270" y="1320"/>
                      </a:lnTo>
                      <a:lnTo>
                        <a:pt x="282" y="1320"/>
                      </a:lnTo>
                      <a:lnTo>
                        <a:pt x="282" y="1314"/>
                      </a:lnTo>
                      <a:lnTo>
                        <a:pt x="288" y="1314"/>
                      </a:lnTo>
                      <a:lnTo>
                        <a:pt x="294" y="1308"/>
                      </a:lnTo>
                      <a:lnTo>
                        <a:pt x="324" y="1308"/>
                      </a:lnTo>
                      <a:lnTo>
                        <a:pt x="336" y="1314"/>
                      </a:lnTo>
                      <a:lnTo>
                        <a:pt x="366" y="1314"/>
                      </a:lnTo>
                      <a:lnTo>
                        <a:pt x="372" y="1320"/>
                      </a:lnTo>
                      <a:lnTo>
                        <a:pt x="372" y="1326"/>
                      </a:lnTo>
                      <a:lnTo>
                        <a:pt x="390" y="1326"/>
                      </a:lnTo>
                      <a:lnTo>
                        <a:pt x="414" y="1314"/>
                      </a:lnTo>
                      <a:lnTo>
                        <a:pt x="420" y="1308"/>
                      </a:lnTo>
                      <a:lnTo>
                        <a:pt x="432" y="1290"/>
                      </a:lnTo>
                      <a:lnTo>
                        <a:pt x="468" y="1290"/>
                      </a:lnTo>
                      <a:lnTo>
                        <a:pt x="474" y="1260"/>
                      </a:lnTo>
                      <a:lnTo>
                        <a:pt x="510" y="1260"/>
                      </a:lnTo>
                      <a:lnTo>
                        <a:pt x="510" y="1254"/>
                      </a:lnTo>
                      <a:lnTo>
                        <a:pt x="516" y="1248"/>
                      </a:lnTo>
                      <a:lnTo>
                        <a:pt x="522" y="1236"/>
                      </a:lnTo>
                      <a:lnTo>
                        <a:pt x="528" y="1230"/>
                      </a:lnTo>
                      <a:lnTo>
                        <a:pt x="540" y="1224"/>
                      </a:lnTo>
                      <a:lnTo>
                        <a:pt x="576" y="1224"/>
                      </a:lnTo>
                      <a:lnTo>
                        <a:pt x="588" y="1212"/>
                      </a:lnTo>
                      <a:lnTo>
                        <a:pt x="600" y="1224"/>
                      </a:lnTo>
                      <a:lnTo>
                        <a:pt x="606" y="1224"/>
                      </a:lnTo>
                      <a:lnTo>
                        <a:pt x="606" y="1218"/>
                      </a:lnTo>
                      <a:lnTo>
                        <a:pt x="618" y="1212"/>
                      </a:lnTo>
                      <a:lnTo>
                        <a:pt x="630" y="1212"/>
                      </a:lnTo>
                      <a:lnTo>
                        <a:pt x="630" y="1242"/>
                      </a:lnTo>
                      <a:lnTo>
                        <a:pt x="624" y="1248"/>
                      </a:lnTo>
                      <a:lnTo>
                        <a:pt x="624" y="1254"/>
                      </a:lnTo>
                      <a:lnTo>
                        <a:pt x="618" y="1260"/>
                      </a:lnTo>
                      <a:lnTo>
                        <a:pt x="618" y="1290"/>
                      </a:lnTo>
                      <a:lnTo>
                        <a:pt x="624" y="1296"/>
                      </a:lnTo>
                      <a:lnTo>
                        <a:pt x="630" y="1308"/>
                      </a:lnTo>
                      <a:lnTo>
                        <a:pt x="630" y="1326"/>
                      </a:lnTo>
                      <a:lnTo>
                        <a:pt x="624" y="1332"/>
                      </a:lnTo>
                      <a:lnTo>
                        <a:pt x="624" y="1344"/>
                      </a:lnTo>
                      <a:lnTo>
                        <a:pt x="636" y="1356"/>
                      </a:lnTo>
                      <a:lnTo>
                        <a:pt x="648" y="1362"/>
                      </a:lnTo>
                      <a:lnTo>
                        <a:pt x="654" y="1368"/>
                      </a:lnTo>
                      <a:lnTo>
                        <a:pt x="660" y="1398"/>
                      </a:lnTo>
                      <a:lnTo>
                        <a:pt x="684" y="1398"/>
                      </a:lnTo>
                      <a:lnTo>
                        <a:pt x="690" y="1404"/>
                      </a:lnTo>
                      <a:lnTo>
                        <a:pt x="690" y="1410"/>
                      </a:lnTo>
                      <a:lnTo>
                        <a:pt x="696" y="1422"/>
                      </a:lnTo>
                      <a:lnTo>
                        <a:pt x="696" y="1428"/>
                      </a:lnTo>
                      <a:lnTo>
                        <a:pt x="702" y="1434"/>
                      </a:lnTo>
                      <a:lnTo>
                        <a:pt x="714" y="1440"/>
                      </a:lnTo>
                      <a:lnTo>
                        <a:pt x="744" y="1440"/>
                      </a:lnTo>
                      <a:lnTo>
                        <a:pt x="750" y="1434"/>
                      </a:lnTo>
                      <a:lnTo>
                        <a:pt x="756" y="1446"/>
                      </a:lnTo>
                      <a:lnTo>
                        <a:pt x="768" y="1452"/>
                      </a:lnTo>
                      <a:lnTo>
                        <a:pt x="780" y="1452"/>
                      </a:lnTo>
                      <a:lnTo>
                        <a:pt x="786" y="1446"/>
                      </a:lnTo>
                      <a:lnTo>
                        <a:pt x="798" y="1446"/>
                      </a:lnTo>
                      <a:lnTo>
                        <a:pt x="798" y="1452"/>
                      </a:lnTo>
                      <a:lnTo>
                        <a:pt x="804" y="1464"/>
                      </a:lnTo>
                      <a:lnTo>
                        <a:pt x="816" y="1470"/>
                      </a:lnTo>
                      <a:lnTo>
                        <a:pt x="828" y="1482"/>
                      </a:lnTo>
                      <a:lnTo>
                        <a:pt x="840" y="1488"/>
                      </a:lnTo>
                      <a:lnTo>
                        <a:pt x="864" y="1488"/>
                      </a:lnTo>
                      <a:lnTo>
                        <a:pt x="864" y="1494"/>
                      </a:lnTo>
                      <a:lnTo>
                        <a:pt x="876" y="1506"/>
                      </a:lnTo>
                      <a:lnTo>
                        <a:pt x="888" y="1512"/>
                      </a:lnTo>
                      <a:lnTo>
                        <a:pt x="894" y="1518"/>
                      </a:lnTo>
                      <a:lnTo>
                        <a:pt x="954" y="1518"/>
                      </a:lnTo>
                      <a:lnTo>
                        <a:pt x="978" y="1530"/>
                      </a:lnTo>
                      <a:lnTo>
                        <a:pt x="984" y="1542"/>
                      </a:lnTo>
                      <a:lnTo>
                        <a:pt x="990" y="1548"/>
                      </a:lnTo>
                      <a:lnTo>
                        <a:pt x="990" y="1578"/>
                      </a:lnTo>
                      <a:lnTo>
                        <a:pt x="996" y="1590"/>
                      </a:lnTo>
                      <a:lnTo>
                        <a:pt x="1002" y="1596"/>
                      </a:lnTo>
                      <a:lnTo>
                        <a:pt x="1008" y="1608"/>
                      </a:lnTo>
                      <a:lnTo>
                        <a:pt x="1008" y="1638"/>
                      </a:lnTo>
                      <a:lnTo>
                        <a:pt x="990" y="1638"/>
                      </a:lnTo>
                      <a:lnTo>
                        <a:pt x="990" y="1644"/>
                      </a:lnTo>
                      <a:lnTo>
                        <a:pt x="996" y="1650"/>
                      </a:lnTo>
                      <a:lnTo>
                        <a:pt x="1002" y="1662"/>
                      </a:lnTo>
                      <a:lnTo>
                        <a:pt x="1014" y="1668"/>
                      </a:lnTo>
                      <a:lnTo>
                        <a:pt x="1020" y="1674"/>
                      </a:lnTo>
                      <a:lnTo>
                        <a:pt x="1014" y="1686"/>
                      </a:lnTo>
                      <a:lnTo>
                        <a:pt x="1014" y="1728"/>
                      </a:lnTo>
                      <a:lnTo>
                        <a:pt x="1020" y="1734"/>
                      </a:lnTo>
                      <a:lnTo>
                        <a:pt x="1050" y="1740"/>
                      </a:lnTo>
                      <a:lnTo>
                        <a:pt x="1098" y="1746"/>
                      </a:lnTo>
                      <a:lnTo>
                        <a:pt x="1158" y="1746"/>
                      </a:lnTo>
                      <a:lnTo>
                        <a:pt x="1158" y="1752"/>
                      </a:lnTo>
                      <a:lnTo>
                        <a:pt x="1152" y="1758"/>
                      </a:lnTo>
                      <a:lnTo>
                        <a:pt x="1152" y="1770"/>
                      </a:lnTo>
                      <a:lnTo>
                        <a:pt x="1146" y="1788"/>
                      </a:lnTo>
                      <a:lnTo>
                        <a:pt x="1146" y="1800"/>
                      </a:lnTo>
                      <a:lnTo>
                        <a:pt x="1152" y="1812"/>
                      </a:lnTo>
                      <a:lnTo>
                        <a:pt x="1164" y="1818"/>
                      </a:lnTo>
                      <a:lnTo>
                        <a:pt x="1170" y="1824"/>
                      </a:lnTo>
                      <a:lnTo>
                        <a:pt x="1194" y="1836"/>
                      </a:lnTo>
                      <a:lnTo>
                        <a:pt x="1206" y="1848"/>
                      </a:lnTo>
                      <a:lnTo>
                        <a:pt x="1212" y="1860"/>
                      </a:lnTo>
                      <a:lnTo>
                        <a:pt x="1224" y="1896"/>
                      </a:lnTo>
                      <a:lnTo>
                        <a:pt x="1224" y="1908"/>
                      </a:lnTo>
                      <a:lnTo>
                        <a:pt x="1218" y="1920"/>
                      </a:lnTo>
                      <a:lnTo>
                        <a:pt x="1218" y="1944"/>
                      </a:lnTo>
                      <a:lnTo>
                        <a:pt x="1212" y="1950"/>
                      </a:lnTo>
                      <a:lnTo>
                        <a:pt x="1212" y="1956"/>
                      </a:lnTo>
                      <a:lnTo>
                        <a:pt x="1218" y="1968"/>
                      </a:lnTo>
                      <a:lnTo>
                        <a:pt x="1212" y="1980"/>
                      </a:lnTo>
                      <a:lnTo>
                        <a:pt x="1206" y="1986"/>
                      </a:lnTo>
                      <a:lnTo>
                        <a:pt x="1200" y="1998"/>
                      </a:lnTo>
                      <a:lnTo>
                        <a:pt x="1200" y="2022"/>
                      </a:lnTo>
                      <a:lnTo>
                        <a:pt x="1206" y="2028"/>
                      </a:lnTo>
                      <a:lnTo>
                        <a:pt x="1218" y="2034"/>
                      </a:lnTo>
                      <a:lnTo>
                        <a:pt x="1212" y="2040"/>
                      </a:lnTo>
                      <a:lnTo>
                        <a:pt x="1200" y="2046"/>
                      </a:lnTo>
                      <a:lnTo>
                        <a:pt x="1194" y="2052"/>
                      </a:lnTo>
                      <a:lnTo>
                        <a:pt x="1194" y="2064"/>
                      </a:lnTo>
                      <a:lnTo>
                        <a:pt x="1200" y="2070"/>
                      </a:lnTo>
                      <a:lnTo>
                        <a:pt x="1212" y="2076"/>
                      </a:lnTo>
                      <a:lnTo>
                        <a:pt x="1212" y="2112"/>
                      </a:lnTo>
                      <a:lnTo>
                        <a:pt x="1224" y="2112"/>
                      </a:lnTo>
                      <a:lnTo>
                        <a:pt x="1224" y="2130"/>
                      </a:lnTo>
                      <a:lnTo>
                        <a:pt x="1218" y="2142"/>
                      </a:lnTo>
                      <a:lnTo>
                        <a:pt x="1218" y="2184"/>
                      </a:lnTo>
                      <a:lnTo>
                        <a:pt x="1224" y="2196"/>
                      </a:lnTo>
                      <a:lnTo>
                        <a:pt x="1230" y="2202"/>
                      </a:lnTo>
                      <a:lnTo>
                        <a:pt x="1266" y="2214"/>
                      </a:lnTo>
                      <a:lnTo>
                        <a:pt x="1308" y="2220"/>
                      </a:lnTo>
                      <a:lnTo>
                        <a:pt x="1380" y="2220"/>
                      </a:lnTo>
                      <a:lnTo>
                        <a:pt x="1392" y="2226"/>
                      </a:lnTo>
                      <a:lnTo>
                        <a:pt x="1398" y="2232"/>
                      </a:lnTo>
                      <a:lnTo>
                        <a:pt x="1398" y="2256"/>
                      </a:lnTo>
                      <a:lnTo>
                        <a:pt x="1404" y="2274"/>
                      </a:lnTo>
                      <a:lnTo>
                        <a:pt x="1404" y="2298"/>
                      </a:lnTo>
                      <a:lnTo>
                        <a:pt x="1410" y="2316"/>
                      </a:lnTo>
                      <a:lnTo>
                        <a:pt x="1410" y="2334"/>
                      </a:lnTo>
                      <a:lnTo>
                        <a:pt x="1422" y="2358"/>
                      </a:lnTo>
                      <a:lnTo>
                        <a:pt x="1434" y="2364"/>
                      </a:lnTo>
                      <a:lnTo>
                        <a:pt x="1446" y="2364"/>
                      </a:lnTo>
                      <a:lnTo>
                        <a:pt x="1464" y="2346"/>
                      </a:lnTo>
                      <a:lnTo>
                        <a:pt x="1476" y="2346"/>
                      </a:lnTo>
                      <a:lnTo>
                        <a:pt x="1488" y="2352"/>
                      </a:lnTo>
                      <a:lnTo>
                        <a:pt x="1500" y="2364"/>
                      </a:lnTo>
                      <a:lnTo>
                        <a:pt x="1506" y="2376"/>
                      </a:lnTo>
                      <a:lnTo>
                        <a:pt x="1506" y="2394"/>
                      </a:lnTo>
                      <a:lnTo>
                        <a:pt x="1500" y="2412"/>
                      </a:lnTo>
                      <a:lnTo>
                        <a:pt x="1500" y="2442"/>
                      </a:lnTo>
                      <a:lnTo>
                        <a:pt x="1494" y="2448"/>
                      </a:lnTo>
                      <a:lnTo>
                        <a:pt x="1494" y="2454"/>
                      </a:lnTo>
                      <a:lnTo>
                        <a:pt x="1488" y="2466"/>
                      </a:lnTo>
                      <a:lnTo>
                        <a:pt x="1488" y="2478"/>
                      </a:lnTo>
                      <a:lnTo>
                        <a:pt x="1494" y="2496"/>
                      </a:lnTo>
                      <a:lnTo>
                        <a:pt x="1506" y="2490"/>
                      </a:lnTo>
                      <a:lnTo>
                        <a:pt x="1512" y="2484"/>
                      </a:lnTo>
                      <a:lnTo>
                        <a:pt x="1530" y="2484"/>
                      </a:lnTo>
                      <a:lnTo>
                        <a:pt x="1536" y="2490"/>
                      </a:lnTo>
                      <a:lnTo>
                        <a:pt x="1548" y="2514"/>
                      </a:lnTo>
                      <a:lnTo>
                        <a:pt x="1548" y="2526"/>
                      </a:lnTo>
                      <a:lnTo>
                        <a:pt x="1554" y="2526"/>
                      </a:lnTo>
                      <a:lnTo>
                        <a:pt x="1560" y="2532"/>
                      </a:lnTo>
                      <a:lnTo>
                        <a:pt x="1560" y="2562"/>
                      </a:lnTo>
                      <a:lnTo>
                        <a:pt x="1566" y="2580"/>
                      </a:lnTo>
                      <a:lnTo>
                        <a:pt x="1566" y="2616"/>
                      </a:lnTo>
                      <a:lnTo>
                        <a:pt x="1512" y="2634"/>
                      </a:lnTo>
                      <a:lnTo>
                        <a:pt x="1506" y="2640"/>
                      </a:lnTo>
                      <a:lnTo>
                        <a:pt x="1500" y="2652"/>
                      </a:lnTo>
                      <a:lnTo>
                        <a:pt x="1500" y="2670"/>
                      </a:lnTo>
                      <a:lnTo>
                        <a:pt x="1464" y="2670"/>
                      </a:lnTo>
                      <a:lnTo>
                        <a:pt x="1464" y="2688"/>
                      </a:lnTo>
                      <a:lnTo>
                        <a:pt x="1458" y="2694"/>
                      </a:lnTo>
                      <a:lnTo>
                        <a:pt x="1452" y="2718"/>
                      </a:lnTo>
                      <a:lnTo>
                        <a:pt x="1428" y="2724"/>
                      </a:lnTo>
                      <a:lnTo>
                        <a:pt x="1428" y="2736"/>
                      </a:lnTo>
                      <a:lnTo>
                        <a:pt x="1422" y="2748"/>
                      </a:lnTo>
                      <a:lnTo>
                        <a:pt x="1422" y="2760"/>
                      </a:lnTo>
                      <a:lnTo>
                        <a:pt x="1404" y="2778"/>
                      </a:lnTo>
                      <a:lnTo>
                        <a:pt x="1392" y="2778"/>
                      </a:lnTo>
                      <a:lnTo>
                        <a:pt x="1392" y="2802"/>
                      </a:lnTo>
                      <a:lnTo>
                        <a:pt x="1386" y="2808"/>
                      </a:lnTo>
                      <a:lnTo>
                        <a:pt x="1380" y="2820"/>
                      </a:lnTo>
                      <a:lnTo>
                        <a:pt x="1374" y="2826"/>
                      </a:lnTo>
                      <a:lnTo>
                        <a:pt x="1356" y="2826"/>
                      </a:lnTo>
                      <a:lnTo>
                        <a:pt x="1350" y="2832"/>
                      </a:lnTo>
                      <a:lnTo>
                        <a:pt x="1350" y="2844"/>
                      </a:lnTo>
                      <a:lnTo>
                        <a:pt x="1344" y="2856"/>
                      </a:lnTo>
                      <a:lnTo>
                        <a:pt x="1344" y="2868"/>
                      </a:lnTo>
                      <a:lnTo>
                        <a:pt x="1368" y="2868"/>
                      </a:lnTo>
                      <a:lnTo>
                        <a:pt x="1374" y="2862"/>
                      </a:lnTo>
                      <a:lnTo>
                        <a:pt x="1386" y="2856"/>
                      </a:lnTo>
                      <a:lnTo>
                        <a:pt x="1398" y="2856"/>
                      </a:lnTo>
                      <a:lnTo>
                        <a:pt x="1404" y="2862"/>
                      </a:lnTo>
                      <a:lnTo>
                        <a:pt x="1428" y="2874"/>
                      </a:lnTo>
                      <a:lnTo>
                        <a:pt x="1434" y="2886"/>
                      </a:lnTo>
                      <a:lnTo>
                        <a:pt x="1446" y="2892"/>
                      </a:lnTo>
                      <a:lnTo>
                        <a:pt x="1452" y="2898"/>
                      </a:lnTo>
                      <a:lnTo>
                        <a:pt x="1458" y="2910"/>
                      </a:lnTo>
                      <a:lnTo>
                        <a:pt x="1470" y="2922"/>
                      </a:lnTo>
                      <a:lnTo>
                        <a:pt x="1470" y="2934"/>
                      </a:lnTo>
                      <a:lnTo>
                        <a:pt x="1482" y="2934"/>
                      </a:lnTo>
                      <a:lnTo>
                        <a:pt x="1482" y="2928"/>
                      </a:lnTo>
                      <a:lnTo>
                        <a:pt x="1494" y="2916"/>
                      </a:lnTo>
                      <a:lnTo>
                        <a:pt x="1500" y="2916"/>
                      </a:lnTo>
                      <a:lnTo>
                        <a:pt x="1512" y="2922"/>
                      </a:lnTo>
                      <a:lnTo>
                        <a:pt x="1518" y="2934"/>
                      </a:lnTo>
                      <a:lnTo>
                        <a:pt x="1536" y="2952"/>
                      </a:lnTo>
                      <a:lnTo>
                        <a:pt x="1554" y="2952"/>
                      </a:lnTo>
                      <a:lnTo>
                        <a:pt x="1572" y="2970"/>
                      </a:lnTo>
                      <a:lnTo>
                        <a:pt x="1578" y="2970"/>
                      </a:lnTo>
                      <a:lnTo>
                        <a:pt x="1578" y="2982"/>
                      </a:lnTo>
                      <a:lnTo>
                        <a:pt x="1584" y="2988"/>
                      </a:lnTo>
                      <a:lnTo>
                        <a:pt x="1596" y="2994"/>
                      </a:lnTo>
                      <a:lnTo>
                        <a:pt x="1614" y="3000"/>
                      </a:lnTo>
                      <a:lnTo>
                        <a:pt x="1626" y="3000"/>
                      </a:lnTo>
                      <a:lnTo>
                        <a:pt x="1632" y="3012"/>
                      </a:lnTo>
                      <a:lnTo>
                        <a:pt x="1638" y="3018"/>
                      </a:lnTo>
                      <a:lnTo>
                        <a:pt x="1644" y="3030"/>
                      </a:lnTo>
                      <a:lnTo>
                        <a:pt x="1662" y="3048"/>
                      </a:lnTo>
                      <a:lnTo>
                        <a:pt x="1668" y="3048"/>
                      </a:lnTo>
                      <a:lnTo>
                        <a:pt x="1680" y="3054"/>
                      </a:lnTo>
                      <a:lnTo>
                        <a:pt x="1686" y="3054"/>
                      </a:lnTo>
                      <a:lnTo>
                        <a:pt x="1686" y="3066"/>
                      </a:lnTo>
                      <a:lnTo>
                        <a:pt x="1674" y="3090"/>
                      </a:lnTo>
                      <a:lnTo>
                        <a:pt x="1668" y="3096"/>
                      </a:lnTo>
                      <a:lnTo>
                        <a:pt x="1668" y="3120"/>
                      </a:lnTo>
                      <a:lnTo>
                        <a:pt x="1674" y="3120"/>
                      </a:lnTo>
                      <a:lnTo>
                        <a:pt x="1674" y="3150"/>
                      </a:lnTo>
                      <a:lnTo>
                        <a:pt x="1692" y="3150"/>
                      </a:lnTo>
                      <a:lnTo>
                        <a:pt x="1692" y="3144"/>
                      </a:lnTo>
                      <a:lnTo>
                        <a:pt x="1698" y="3132"/>
                      </a:lnTo>
                      <a:lnTo>
                        <a:pt x="1710" y="3126"/>
                      </a:lnTo>
                      <a:lnTo>
                        <a:pt x="1716" y="3114"/>
                      </a:lnTo>
                      <a:lnTo>
                        <a:pt x="1728" y="3102"/>
                      </a:lnTo>
                      <a:lnTo>
                        <a:pt x="1734" y="3090"/>
                      </a:lnTo>
                      <a:lnTo>
                        <a:pt x="1734" y="3060"/>
                      </a:lnTo>
                      <a:lnTo>
                        <a:pt x="1728" y="3054"/>
                      </a:lnTo>
                      <a:lnTo>
                        <a:pt x="1728" y="3048"/>
                      </a:lnTo>
                      <a:lnTo>
                        <a:pt x="1746" y="3018"/>
                      </a:lnTo>
                      <a:lnTo>
                        <a:pt x="1734" y="3012"/>
                      </a:lnTo>
                      <a:lnTo>
                        <a:pt x="1728" y="3000"/>
                      </a:lnTo>
                      <a:lnTo>
                        <a:pt x="1728" y="2988"/>
                      </a:lnTo>
                      <a:lnTo>
                        <a:pt x="1740" y="2976"/>
                      </a:lnTo>
                      <a:lnTo>
                        <a:pt x="1746" y="2976"/>
                      </a:lnTo>
                      <a:lnTo>
                        <a:pt x="1746" y="2952"/>
                      </a:lnTo>
                      <a:lnTo>
                        <a:pt x="1764" y="2952"/>
                      </a:lnTo>
                      <a:lnTo>
                        <a:pt x="1776" y="2940"/>
                      </a:lnTo>
                      <a:lnTo>
                        <a:pt x="1776" y="2904"/>
                      </a:lnTo>
                      <a:lnTo>
                        <a:pt x="1782" y="2898"/>
                      </a:lnTo>
                      <a:lnTo>
                        <a:pt x="1788" y="2886"/>
                      </a:lnTo>
                      <a:lnTo>
                        <a:pt x="1800" y="2874"/>
                      </a:lnTo>
                      <a:lnTo>
                        <a:pt x="1812" y="2868"/>
                      </a:lnTo>
                      <a:lnTo>
                        <a:pt x="1818" y="2862"/>
                      </a:lnTo>
                      <a:lnTo>
                        <a:pt x="1824" y="2862"/>
                      </a:lnTo>
                      <a:lnTo>
                        <a:pt x="1824" y="2898"/>
                      </a:lnTo>
                      <a:lnTo>
                        <a:pt x="1818" y="2904"/>
                      </a:lnTo>
                      <a:lnTo>
                        <a:pt x="1818" y="2910"/>
                      </a:lnTo>
                      <a:lnTo>
                        <a:pt x="1812" y="2916"/>
                      </a:lnTo>
                      <a:lnTo>
                        <a:pt x="1812" y="2934"/>
                      </a:lnTo>
                      <a:lnTo>
                        <a:pt x="1800" y="2940"/>
                      </a:lnTo>
                      <a:lnTo>
                        <a:pt x="1800" y="2952"/>
                      </a:lnTo>
                      <a:lnTo>
                        <a:pt x="1776" y="2982"/>
                      </a:lnTo>
                      <a:lnTo>
                        <a:pt x="1746" y="3006"/>
                      </a:lnTo>
                      <a:lnTo>
                        <a:pt x="1752" y="3012"/>
                      </a:lnTo>
                      <a:lnTo>
                        <a:pt x="1770" y="3012"/>
                      </a:lnTo>
                      <a:lnTo>
                        <a:pt x="1770" y="2994"/>
                      </a:lnTo>
                      <a:lnTo>
                        <a:pt x="1776" y="2988"/>
                      </a:lnTo>
                      <a:lnTo>
                        <a:pt x="1788" y="2988"/>
                      </a:lnTo>
                      <a:lnTo>
                        <a:pt x="1794" y="2982"/>
                      </a:lnTo>
                      <a:lnTo>
                        <a:pt x="1800" y="2982"/>
                      </a:lnTo>
                      <a:lnTo>
                        <a:pt x="1812" y="2964"/>
                      </a:lnTo>
                      <a:lnTo>
                        <a:pt x="1824" y="2940"/>
                      </a:lnTo>
                      <a:lnTo>
                        <a:pt x="1848" y="2880"/>
                      </a:lnTo>
                      <a:lnTo>
                        <a:pt x="1860" y="2832"/>
                      </a:lnTo>
                      <a:lnTo>
                        <a:pt x="1872" y="2808"/>
                      </a:lnTo>
                      <a:lnTo>
                        <a:pt x="1878" y="2790"/>
                      </a:lnTo>
                      <a:lnTo>
                        <a:pt x="1884" y="2778"/>
                      </a:lnTo>
                      <a:lnTo>
                        <a:pt x="1896" y="2772"/>
                      </a:lnTo>
                      <a:lnTo>
                        <a:pt x="1902" y="2760"/>
                      </a:lnTo>
                      <a:lnTo>
                        <a:pt x="1926" y="2736"/>
                      </a:lnTo>
                      <a:lnTo>
                        <a:pt x="1926" y="2724"/>
                      </a:lnTo>
                      <a:lnTo>
                        <a:pt x="1920" y="2718"/>
                      </a:lnTo>
                      <a:lnTo>
                        <a:pt x="1938" y="2706"/>
                      </a:lnTo>
                      <a:lnTo>
                        <a:pt x="1932" y="2670"/>
                      </a:lnTo>
                      <a:lnTo>
                        <a:pt x="1938" y="2646"/>
                      </a:lnTo>
                      <a:lnTo>
                        <a:pt x="1926" y="2640"/>
                      </a:lnTo>
                      <a:lnTo>
                        <a:pt x="1932" y="2634"/>
                      </a:lnTo>
                      <a:lnTo>
                        <a:pt x="1938" y="2622"/>
                      </a:lnTo>
                      <a:lnTo>
                        <a:pt x="1938" y="2610"/>
                      </a:lnTo>
                      <a:lnTo>
                        <a:pt x="1932" y="2604"/>
                      </a:lnTo>
                      <a:lnTo>
                        <a:pt x="1920" y="2598"/>
                      </a:lnTo>
                      <a:lnTo>
                        <a:pt x="1914" y="2592"/>
                      </a:lnTo>
                      <a:lnTo>
                        <a:pt x="1914" y="2556"/>
                      </a:lnTo>
                      <a:lnTo>
                        <a:pt x="1896" y="2544"/>
                      </a:lnTo>
                      <a:lnTo>
                        <a:pt x="1920" y="2544"/>
                      </a:lnTo>
                      <a:lnTo>
                        <a:pt x="1914" y="2520"/>
                      </a:lnTo>
                      <a:lnTo>
                        <a:pt x="1902" y="2508"/>
                      </a:lnTo>
                      <a:lnTo>
                        <a:pt x="1908" y="2508"/>
                      </a:lnTo>
                      <a:lnTo>
                        <a:pt x="1920" y="2502"/>
                      </a:lnTo>
                      <a:lnTo>
                        <a:pt x="1920" y="2490"/>
                      </a:lnTo>
                      <a:lnTo>
                        <a:pt x="1914" y="2490"/>
                      </a:lnTo>
                      <a:lnTo>
                        <a:pt x="1902" y="2484"/>
                      </a:lnTo>
                      <a:lnTo>
                        <a:pt x="1896" y="2478"/>
                      </a:lnTo>
                      <a:lnTo>
                        <a:pt x="1920" y="2460"/>
                      </a:lnTo>
                      <a:lnTo>
                        <a:pt x="1932" y="2472"/>
                      </a:lnTo>
                      <a:lnTo>
                        <a:pt x="1944" y="2478"/>
                      </a:lnTo>
                      <a:lnTo>
                        <a:pt x="1950" y="2478"/>
                      </a:lnTo>
                      <a:lnTo>
                        <a:pt x="1950" y="2448"/>
                      </a:lnTo>
                      <a:lnTo>
                        <a:pt x="1962" y="2424"/>
                      </a:lnTo>
                      <a:lnTo>
                        <a:pt x="1974" y="2418"/>
                      </a:lnTo>
                      <a:lnTo>
                        <a:pt x="1980" y="2418"/>
                      </a:lnTo>
                      <a:lnTo>
                        <a:pt x="2004" y="2406"/>
                      </a:lnTo>
                      <a:lnTo>
                        <a:pt x="2010" y="2394"/>
                      </a:lnTo>
                      <a:lnTo>
                        <a:pt x="2010" y="2382"/>
                      </a:lnTo>
                      <a:lnTo>
                        <a:pt x="2016" y="2376"/>
                      </a:lnTo>
                      <a:lnTo>
                        <a:pt x="2028" y="2376"/>
                      </a:lnTo>
                      <a:lnTo>
                        <a:pt x="2034" y="2370"/>
                      </a:lnTo>
                      <a:lnTo>
                        <a:pt x="2046" y="2370"/>
                      </a:lnTo>
                      <a:lnTo>
                        <a:pt x="2046" y="2358"/>
                      </a:lnTo>
                      <a:lnTo>
                        <a:pt x="2070" y="2358"/>
                      </a:lnTo>
                      <a:lnTo>
                        <a:pt x="2070" y="2340"/>
                      </a:lnTo>
                      <a:lnTo>
                        <a:pt x="2118" y="2340"/>
                      </a:lnTo>
                      <a:lnTo>
                        <a:pt x="2124" y="2358"/>
                      </a:lnTo>
                      <a:lnTo>
                        <a:pt x="2136" y="2352"/>
                      </a:lnTo>
                      <a:lnTo>
                        <a:pt x="2118" y="2334"/>
                      </a:lnTo>
                      <a:lnTo>
                        <a:pt x="2136" y="2316"/>
                      </a:lnTo>
                      <a:lnTo>
                        <a:pt x="2142" y="2316"/>
                      </a:lnTo>
                      <a:lnTo>
                        <a:pt x="2154" y="2310"/>
                      </a:lnTo>
                      <a:lnTo>
                        <a:pt x="2178" y="2310"/>
                      </a:lnTo>
                      <a:lnTo>
                        <a:pt x="2160" y="2292"/>
                      </a:lnTo>
                      <a:lnTo>
                        <a:pt x="2172" y="2286"/>
                      </a:lnTo>
                      <a:lnTo>
                        <a:pt x="2178" y="2280"/>
                      </a:lnTo>
                      <a:lnTo>
                        <a:pt x="2190" y="2280"/>
                      </a:lnTo>
                      <a:lnTo>
                        <a:pt x="2190" y="2304"/>
                      </a:lnTo>
                      <a:lnTo>
                        <a:pt x="2196" y="2304"/>
                      </a:lnTo>
                      <a:lnTo>
                        <a:pt x="2196" y="2298"/>
                      </a:lnTo>
                      <a:lnTo>
                        <a:pt x="2202" y="2286"/>
                      </a:lnTo>
                      <a:lnTo>
                        <a:pt x="2208" y="2280"/>
                      </a:lnTo>
                      <a:lnTo>
                        <a:pt x="2244" y="2286"/>
                      </a:lnTo>
                      <a:lnTo>
                        <a:pt x="2244" y="2280"/>
                      </a:lnTo>
                      <a:lnTo>
                        <a:pt x="2250" y="2274"/>
                      </a:lnTo>
                      <a:lnTo>
                        <a:pt x="2250" y="2268"/>
                      </a:lnTo>
                      <a:lnTo>
                        <a:pt x="2256" y="2262"/>
                      </a:lnTo>
                      <a:lnTo>
                        <a:pt x="2268" y="2256"/>
                      </a:lnTo>
                      <a:lnTo>
                        <a:pt x="2274" y="2256"/>
                      </a:lnTo>
                      <a:lnTo>
                        <a:pt x="2280" y="2262"/>
                      </a:lnTo>
                      <a:lnTo>
                        <a:pt x="2280" y="2286"/>
                      </a:lnTo>
                      <a:lnTo>
                        <a:pt x="2346" y="2280"/>
                      </a:lnTo>
                      <a:lnTo>
                        <a:pt x="2352" y="2262"/>
                      </a:lnTo>
                      <a:lnTo>
                        <a:pt x="2346" y="2250"/>
                      </a:lnTo>
                      <a:lnTo>
                        <a:pt x="2352" y="2244"/>
                      </a:lnTo>
                      <a:lnTo>
                        <a:pt x="2358" y="2232"/>
                      </a:lnTo>
                      <a:lnTo>
                        <a:pt x="2370" y="2220"/>
                      </a:lnTo>
                      <a:lnTo>
                        <a:pt x="2406" y="2202"/>
                      </a:lnTo>
                      <a:lnTo>
                        <a:pt x="2418" y="2202"/>
                      </a:lnTo>
                      <a:lnTo>
                        <a:pt x="2412" y="2190"/>
                      </a:lnTo>
                      <a:lnTo>
                        <a:pt x="2412" y="2112"/>
                      </a:lnTo>
                      <a:lnTo>
                        <a:pt x="2442" y="2082"/>
                      </a:lnTo>
                      <a:lnTo>
                        <a:pt x="2442" y="2058"/>
                      </a:lnTo>
                      <a:lnTo>
                        <a:pt x="2460" y="2052"/>
                      </a:lnTo>
                      <a:lnTo>
                        <a:pt x="2460" y="2022"/>
                      </a:lnTo>
                      <a:lnTo>
                        <a:pt x="2466" y="2022"/>
                      </a:lnTo>
                      <a:lnTo>
                        <a:pt x="2472" y="2016"/>
                      </a:lnTo>
                      <a:lnTo>
                        <a:pt x="2478" y="2016"/>
                      </a:lnTo>
                      <a:lnTo>
                        <a:pt x="2478" y="2010"/>
                      </a:lnTo>
                      <a:lnTo>
                        <a:pt x="2484" y="2004"/>
                      </a:lnTo>
                      <a:lnTo>
                        <a:pt x="2484" y="1956"/>
                      </a:lnTo>
                      <a:lnTo>
                        <a:pt x="2478" y="1944"/>
                      </a:lnTo>
                      <a:lnTo>
                        <a:pt x="2478" y="1926"/>
                      </a:lnTo>
                      <a:lnTo>
                        <a:pt x="2472" y="1908"/>
                      </a:lnTo>
                      <a:lnTo>
                        <a:pt x="2484" y="1884"/>
                      </a:lnTo>
                      <a:lnTo>
                        <a:pt x="2514" y="1854"/>
                      </a:lnTo>
                      <a:lnTo>
                        <a:pt x="2514" y="1848"/>
                      </a:lnTo>
                      <a:lnTo>
                        <a:pt x="2508" y="1836"/>
                      </a:lnTo>
                      <a:lnTo>
                        <a:pt x="2508" y="1830"/>
                      </a:lnTo>
                      <a:lnTo>
                        <a:pt x="2502" y="1818"/>
                      </a:lnTo>
                      <a:lnTo>
                        <a:pt x="2508" y="1764"/>
                      </a:lnTo>
                      <a:lnTo>
                        <a:pt x="2508" y="1758"/>
                      </a:lnTo>
                      <a:lnTo>
                        <a:pt x="2514" y="1752"/>
                      </a:lnTo>
                      <a:lnTo>
                        <a:pt x="2514" y="1722"/>
                      </a:lnTo>
                      <a:lnTo>
                        <a:pt x="2520" y="1710"/>
                      </a:lnTo>
                      <a:lnTo>
                        <a:pt x="2520" y="1680"/>
                      </a:lnTo>
                      <a:lnTo>
                        <a:pt x="2508" y="1644"/>
                      </a:lnTo>
                      <a:lnTo>
                        <a:pt x="2502" y="1608"/>
                      </a:lnTo>
                      <a:lnTo>
                        <a:pt x="2502" y="1596"/>
                      </a:lnTo>
                      <a:lnTo>
                        <a:pt x="2508" y="1560"/>
                      </a:lnTo>
                      <a:lnTo>
                        <a:pt x="2508" y="1548"/>
                      </a:lnTo>
                      <a:lnTo>
                        <a:pt x="2502" y="1536"/>
                      </a:lnTo>
                      <a:lnTo>
                        <a:pt x="2502" y="1500"/>
                      </a:lnTo>
                      <a:lnTo>
                        <a:pt x="2508" y="1488"/>
                      </a:lnTo>
                      <a:lnTo>
                        <a:pt x="2520" y="1476"/>
                      </a:lnTo>
                      <a:lnTo>
                        <a:pt x="2508" y="1458"/>
                      </a:lnTo>
                      <a:lnTo>
                        <a:pt x="2520" y="1446"/>
                      </a:lnTo>
                      <a:lnTo>
                        <a:pt x="2532" y="1446"/>
                      </a:lnTo>
                      <a:lnTo>
                        <a:pt x="2532" y="1452"/>
                      </a:lnTo>
                      <a:lnTo>
                        <a:pt x="2538" y="1464"/>
                      </a:lnTo>
                      <a:lnTo>
                        <a:pt x="2544" y="1470"/>
                      </a:lnTo>
                      <a:lnTo>
                        <a:pt x="2556" y="1464"/>
                      </a:lnTo>
                      <a:lnTo>
                        <a:pt x="2562" y="1452"/>
                      </a:lnTo>
                      <a:lnTo>
                        <a:pt x="2574" y="1446"/>
                      </a:lnTo>
                      <a:lnTo>
                        <a:pt x="2580" y="1434"/>
                      </a:lnTo>
                      <a:lnTo>
                        <a:pt x="2586" y="1428"/>
                      </a:lnTo>
                      <a:lnTo>
                        <a:pt x="2592" y="1416"/>
                      </a:lnTo>
                      <a:lnTo>
                        <a:pt x="2592" y="1404"/>
                      </a:lnTo>
                      <a:lnTo>
                        <a:pt x="2598" y="1386"/>
                      </a:lnTo>
                      <a:lnTo>
                        <a:pt x="2598" y="1374"/>
                      </a:lnTo>
                      <a:lnTo>
                        <a:pt x="2604" y="1356"/>
                      </a:lnTo>
                      <a:lnTo>
                        <a:pt x="2604" y="1344"/>
                      </a:lnTo>
                      <a:lnTo>
                        <a:pt x="2610" y="1338"/>
                      </a:lnTo>
                      <a:lnTo>
                        <a:pt x="2616" y="1338"/>
                      </a:lnTo>
                      <a:lnTo>
                        <a:pt x="2628" y="1326"/>
                      </a:lnTo>
                      <a:lnTo>
                        <a:pt x="2634" y="1314"/>
                      </a:lnTo>
                      <a:lnTo>
                        <a:pt x="2640" y="1308"/>
                      </a:lnTo>
                      <a:lnTo>
                        <a:pt x="2640" y="1296"/>
                      </a:lnTo>
                      <a:lnTo>
                        <a:pt x="2652" y="1290"/>
                      </a:lnTo>
                      <a:lnTo>
                        <a:pt x="2658" y="1284"/>
                      </a:lnTo>
                      <a:lnTo>
                        <a:pt x="2670" y="1284"/>
                      </a:lnTo>
                      <a:lnTo>
                        <a:pt x="2682" y="1272"/>
                      </a:lnTo>
                      <a:lnTo>
                        <a:pt x="2682" y="1254"/>
                      </a:lnTo>
                      <a:lnTo>
                        <a:pt x="2688" y="1254"/>
                      </a:lnTo>
                      <a:lnTo>
                        <a:pt x="2724" y="1218"/>
                      </a:lnTo>
                      <a:lnTo>
                        <a:pt x="2736" y="1188"/>
                      </a:lnTo>
                      <a:lnTo>
                        <a:pt x="2754" y="1158"/>
                      </a:lnTo>
                      <a:lnTo>
                        <a:pt x="2760" y="1134"/>
                      </a:lnTo>
                      <a:lnTo>
                        <a:pt x="2766" y="1122"/>
                      </a:lnTo>
                      <a:lnTo>
                        <a:pt x="2772" y="1116"/>
                      </a:lnTo>
                      <a:lnTo>
                        <a:pt x="2778" y="1104"/>
                      </a:lnTo>
                      <a:lnTo>
                        <a:pt x="2784" y="1098"/>
                      </a:lnTo>
                      <a:lnTo>
                        <a:pt x="2784" y="1080"/>
                      </a:lnTo>
                      <a:lnTo>
                        <a:pt x="2778" y="1068"/>
                      </a:lnTo>
                      <a:lnTo>
                        <a:pt x="2778" y="1002"/>
                      </a:lnTo>
                      <a:close/>
                    </a:path>
                  </a:pathLst>
                </a:custGeom>
                <a:solidFill>
                  <a:srgbClr val="572772"/>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326" name="Botswana" descr="© INSCALE GmbH, 05.05.2010&#10;http://www.presentationload.com/">
                  <a:extLst>
                    <a:ext uri="{FF2B5EF4-FFF2-40B4-BE49-F238E27FC236}">
                      <a16:creationId xmlns:a16="http://schemas.microsoft.com/office/drawing/2014/main" id="{828E7F33-DE92-4DA8-8CD5-969F61A401EB}"/>
                    </a:ext>
                  </a:extLst>
                </p:cNvPr>
                <p:cNvSpPr>
                  <a:spLocks/>
                </p:cNvSpPr>
                <p:nvPr/>
              </p:nvSpPr>
              <p:spPr bwMode="gray">
                <a:xfrm>
                  <a:off x="6242046" y="4524602"/>
                  <a:ext cx="293231" cy="330326"/>
                </a:xfrm>
                <a:custGeom>
                  <a:avLst/>
                  <a:gdLst>
                    <a:gd name="T0" fmla="*/ 2147483647 w 648"/>
                    <a:gd name="T1" fmla="*/ 2147483647 h 732"/>
                    <a:gd name="T2" fmla="*/ 2147483647 w 648"/>
                    <a:gd name="T3" fmla="*/ 2147483647 h 732"/>
                    <a:gd name="T4" fmla="*/ 2147483647 w 648"/>
                    <a:gd name="T5" fmla="*/ 2147483647 h 732"/>
                    <a:gd name="T6" fmla="*/ 2147483647 w 648"/>
                    <a:gd name="T7" fmla="*/ 2147483647 h 732"/>
                    <a:gd name="T8" fmla="*/ 2147483647 w 648"/>
                    <a:gd name="T9" fmla="*/ 2147483647 h 732"/>
                    <a:gd name="T10" fmla="*/ 2147483647 w 648"/>
                    <a:gd name="T11" fmla="*/ 2147483647 h 732"/>
                    <a:gd name="T12" fmla="*/ 2147483647 w 648"/>
                    <a:gd name="T13" fmla="*/ 2147483647 h 732"/>
                    <a:gd name="T14" fmla="*/ 2147483647 w 648"/>
                    <a:gd name="T15" fmla="*/ 2147483647 h 732"/>
                    <a:gd name="T16" fmla="*/ 2147483647 w 648"/>
                    <a:gd name="T17" fmla="*/ 2147483647 h 732"/>
                    <a:gd name="T18" fmla="*/ 2147483647 w 648"/>
                    <a:gd name="T19" fmla="*/ 2147483647 h 732"/>
                    <a:gd name="T20" fmla="*/ 2147483647 w 648"/>
                    <a:gd name="T21" fmla="*/ 2147483647 h 732"/>
                    <a:gd name="T22" fmla="*/ 2147483647 w 648"/>
                    <a:gd name="T23" fmla="*/ 2147483647 h 732"/>
                    <a:gd name="T24" fmla="*/ 2147483647 w 648"/>
                    <a:gd name="T25" fmla="*/ 2147483647 h 732"/>
                    <a:gd name="T26" fmla="*/ 2147483647 w 648"/>
                    <a:gd name="T27" fmla="*/ 2147483647 h 732"/>
                    <a:gd name="T28" fmla="*/ 2147483647 w 648"/>
                    <a:gd name="T29" fmla="*/ 2147483647 h 732"/>
                    <a:gd name="T30" fmla="*/ 2147483647 w 648"/>
                    <a:gd name="T31" fmla="*/ 2147483647 h 732"/>
                    <a:gd name="T32" fmla="*/ 2147483647 w 648"/>
                    <a:gd name="T33" fmla="*/ 2147483647 h 732"/>
                    <a:gd name="T34" fmla="*/ 2147483647 w 648"/>
                    <a:gd name="T35" fmla="*/ 2147483647 h 732"/>
                    <a:gd name="T36" fmla="*/ 2147483647 w 648"/>
                    <a:gd name="T37" fmla="*/ 2147483647 h 732"/>
                    <a:gd name="T38" fmla="*/ 2147483647 w 648"/>
                    <a:gd name="T39" fmla="*/ 2147483647 h 732"/>
                    <a:gd name="T40" fmla="*/ 2147483647 w 648"/>
                    <a:gd name="T41" fmla="*/ 2147483647 h 732"/>
                    <a:gd name="T42" fmla="*/ 2147483647 w 648"/>
                    <a:gd name="T43" fmla="*/ 2147483647 h 732"/>
                    <a:gd name="T44" fmla="*/ 2147483647 w 648"/>
                    <a:gd name="T45" fmla="*/ 2147483647 h 732"/>
                    <a:gd name="T46" fmla="*/ 2147483647 w 648"/>
                    <a:gd name="T47" fmla="*/ 2147483647 h 732"/>
                    <a:gd name="T48" fmla="*/ 2147483647 w 648"/>
                    <a:gd name="T49" fmla="*/ 2147483647 h 732"/>
                    <a:gd name="T50" fmla="*/ 2147483647 w 648"/>
                    <a:gd name="T51" fmla="*/ 2147483647 h 732"/>
                    <a:gd name="T52" fmla="*/ 2147483647 w 648"/>
                    <a:gd name="T53" fmla="*/ 2147483647 h 732"/>
                    <a:gd name="T54" fmla="*/ 2147483647 w 648"/>
                    <a:gd name="T55" fmla="*/ 2147483647 h 732"/>
                    <a:gd name="T56" fmla="*/ 2147483647 w 648"/>
                    <a:gd name="T57" fmla="*/ 2147483647 h 732"/>
                    <a:gd name="T58" fmla="*/ 2147483647 w 648"/>
                    <a:gd name="T59" fmla="*/ 2147483647 h 732"/>
                    <a:gd name="T60" fmla="*/ 2147483647 w 648"/>
                    <a:gd name="T61" fmla="*/ 2147483647 h 732"/>
                    <a:gd name="T62" fmla="*/ 2147483647 w 648"/>
                    <a:gd name="T63" fmla="*/ 2147483647 h 732"/>
                    <a:gd name="T64" fmla="*/ 2147483647 w 648"/>
                    <a:gd name="T65" fmla="*/ 2147483647 h 732"/>
                    <a:gd name="T66" fmla="*/ 2147483647 w 648"/>
                    <a:gd name="T67" fmla="*/ 2147483647 h 732"/>
                    <a:gd name="T68" fmla="*/ 2147483647 w 648"/>
                    <a:gd name="T69" fmla="*/ 2147483647 h 732"/>
                    <a:gd name="T70" fmla="*/ 2147483647 w 648"/>
                    <a:gd name="T71" fmla="*/ 2147483647 h 732"/>
                    <a:gd name="T72" fmla="*/ 2147483647 w 648"/>
                    <a:gd name="T73" fmla="*/ 2147483647 h 732"/>
                    <a:gd name="T74" fmla="*/ 2147483647 w 648"/>
                    <a:gd name="T75" fmla="*/ 2147483647 h 732"/>
                    <a:gd name="T76" fmla="*/ 2147483647 w 648"/>
                    <a:gd name="T77" fmla="*/ 2147483647 h 732"/>
                    <a:gd name="T78" fmla="*/ 2147483647 w 648"/>
                    <a:gd name="T79" fmla="*/ 2147483647 h 732"/>
                    <a:gd name="T80" fmla="*/ 2147483647 w 648"/>
                    <a:gd name="T81" fmla="*/ 2147483647 h 732"/>
                    <a:gd name="T82" fmla="*/ 2147483647 w 648"/>
                    <a:gd name="T83" fmla="*/ 2147483647 h 732"/>
                    <a:gd name="T84" fmla="*/ 2147483647 w 648"/>
                    <a:gd name="T85" fmla="*/ 2147483647 h 732"/>
                    <a:gd name="T86" fmla="*/ 2147483647 w 648"/>
                    <a:gd name="T87" fmla="*/ 2147483647 h 732"/>
                    <a:gd name="T88" fmla="*/ 2147483647 w 648"/>
                    <a:gd name="T89" fmla="*/ 2147483647 h 732"/>
                    <a:gd name="T90" fmla="*/ 2147483647 w 648"/>
                    <a:gd name="T91" fmla="*/ 2147483647 h 732"/>
                    <a:gd name="T92" fmla="*/ 2147483647 w 648"/>
                    <a:gd name="T93" fmla="*/ 2147483647 h 732"/>
                    <a:gd name="T94" fmla="*/ 2147483647 w 648"/>
                    <a:gd name="T95" fmla="*/ 0 h 732"/>
                    <a:gd name="T96" fmla="*/ 2147483647 w 648"/>
                    <a:gd name="T97" fmla="*/ 2147483647 h 732"/>
                    <a:gd name="T98" fmla="*/ 2147483647 w 648"/>
                    <a:gd name="T99" fmla="*/ 2147483647 h 732"/>
                    <a:gd name="T100" fmla="*/ 2147483647 w 648"/>
                    <a:gd name="T101" fmla="*/ 2147483647 h 732"/>
                    <a:gd name="T102" fmla="*/ 2147483647 w 648"/>
                    <a:gd name="T103" fmla="*/ 2147483647 h 732"/>
                    <a:gd name="T104" fmla="*/ 2147483647 w 648"/>
                    <a:gd name="T105" fmla="*/ 2147483647 h 732"/>
                    <a:gd name="T106" fmla="*/ 2147483647 w 648"/>
                    <a:gd name="T107" fmla="*/ 2147483647 h 732"/>
                    <a:gd name="T108" fmla="*/ 2147483647 w 648"/>
                    <a:gd name="T109" fmla="*/ 2147483647 h 732"/>
                    <a:gd name="T110" fmla="*/ 2147483647 w 648"/>
                    <a:gd name="T111" fmla="*/ 2147483647 h 732"/>
                    <a:gd name="T112" fmla="*/ 2147483647 w 648"/>
                    <a:gd name="T113" fmla="*/ 2147483647 h 732"/>
                    <a:gd name="T114" fmla="*/ 0 w 648"/>
                    <a:gd name="T115" fmla="*/ 2147483647 h 732"/>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648"/>
                    <a:gd name="T175" fmla="*/ 0 h 732"/>
                    <a:gd name="T176" fmla="*/ 648 w 648"/>
                    <a:gd name="T177" fmla="*/ 732 h 732"/>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648" h="732">
                      <a:moveTo>
                        <a:pt x="0" y="570"/>
                      </a:moveTo>
                      <a:lnTo>
                        <a:pt x="12" y="576"/>
                      </a:lnTo>
                      <a:lnTo>
                        <a:pt x="18" y="582"/>
                      </a:lnTo>
                      <a:lnTo>
                        <a:pt x="30" y="588"/>
                      </a:lnTo>
                      <a:lnTo>
                        <a:pt x="36" y="594"/>
                      </a:lnTo>
                      <a:lnTo>
                        <a:pt x="42" y="612"/>
                      </a:lnTo>
                      <a:lnTo>
                        <a:pt x="48" y="624"/>
                      </a:lnTo>
                      <a:lnTo>
                        <a:pt x="48" y="642"/>
                      </a:lnTo>
                      <a:lnTo>
                        <a:pt x="54" y="648"/>
                      </a:lnTo>
                      <a:lnTo>
                        <a:pt x="54" y="672"/>
                      </a:lnTo>
                      <a:lnTo>
                        <a:pt x="48" y="684"/>
                      </a:lnTo>
                      <a:lnTo>
                        <a:pt x="48" y="690"/>
                      </a:lnTo>
                      <a:lnTo>
                        <a:pt x="42" y="702"/>
                      </a:lnTo>
                      <a:lnTo>
                        <a:pt x="42" y="732"/>
                      </a:lnTo>
                      <a:lnTo>
                        <a:pt x="120" y="732"/>
                      </a:lnTo>
                      <a:lnTo>
                        <a:pt x="120" y="714"/>
                      </a:lnTo>
                      <a:lnTo>
                        <a:pt x="144" y="714"/>
                      </a:lnTo>
                      <a:lnTo>
                        <a:pt x="144" y="708"/>
                      </a:lnTo>
                      <a:lnTo>
                        <a:pt x="150" y="702"/>
                      </a:lnTo>
                      <a:lnTo>
                        <a:pt x="156" y="690"/>
                      </a:lnTo>
                      <a:lnTo>
                        <a:pt x="162" y="684"/>
                      </a:lnTo>
                      <a:lnTo>
                        <a:pt x="168" y="684"/>
                      </a:lnTo>
                      <a:lnTo>
                        <a:pt x="174" y="678"/>
                      </a:lnTo>
                      <a:lnTo>
                        <a:pt x="186" y="678"/>
                      </a:lnTo>
                      <a:lnTo>
                        <a:pt x="186" y="654"/>
                      </a:lnTo>
                      <a:lnTo>
                        <a:pt x="192" y="642"/>
                      </a:lnTo>
                      <a:lnTo>
                        <a:pt x="192" y="630"/>
                      </a:lnTo>
                      <a:lnTo>
                        <a:pt x="198" y="618"/>
                      </a:lnTo>
                      <a:lnTo>
                        <a:pt x="204" y="612"/>
                      </a:lnTo>
                      <a:lnTo>
                        <a:pt x="216" y="606"/>
                      </a:lnTo>
                      <a:lnTo>
                        <a:pt x="228" y="606"/>
                      </a:lnTo>
                      <a:lnTo>
                        <a:pt x="240" y="612"/>
                      </a:lnTo>
                      <a:lnTo>
                        <a:pt x="246" y="618"/>
                      </a:lnTo>
                      <a:lnTo>
                        <a:pt x="258" y="624"/>
                      </a:lnTo>
                      <a:lnTo>
                        <a:pt x="270" y="636"/>
                      </a:lnTo>
                      <a:lnTo>
                        <a:pt x="300" y="636"/>
                      </a:lnTo>
                      <a:lnTo>
                        <a:pt x="306" y="642"/>
                      </a:lnTo>
                      <a:lnTo>
                        <a:pt x="318" y="648"/>
                      </a:lnTo>
                      <a:lnTo>
                        <a:pt x="324" y="654"/>
                      </a:lnTo>
                      <a:lnTo>
                        <a:pt x="336" y="654"/>
                      </a:lnTo>
                      <a:lnTo>
                        <a:pt x="348" y="648"/>
                      </a:lnTo>
                      <a:lnTo>
                        <a:pt x="354" y="642"/>
                      </a:lnTo>
                      <a:lnTo>
                        <a:pt x="360" y="648"/>
                      </a:lnTo>
                      <a:lnTo>
                        <a:pt x="372" y="648"/>
                      </a:lnTo>
                      <a:lnTo>
                        <a:pt x="384" y="642"/>
                      </a:lnTo>
                      <a:lnTo>
                        <a:pt x="390" y="636"/>
                      </a:lnTo>
                      <a:lnTo>
                        <a:pt x="396" y="624"/>
                      </a:lnTo>
                      <a:lnTo>
                        <a:pt x="402" y="606"/>
                      </a:lnTo>
                      <a:lnTo>
                        <a:pt x="408" y="594"/>
                      </a:lnTo>
                      <a:lnTo>
                        <a:pt x="408" y="582"/>
                      </a:lnTo>
                      <a:lnTo>
                        <a:pt x="426" y="564"/>
                      </a:lnTo>
                      <a:lnTo>
                        <a:pt x="444" y="558"/>
                      </a:lnTo>
                      <a:lnTo>
                        <a:pt x="456" y="552"/>
                      </a:lnTo>
                      <a:lnTo>
                        <a:pt x="462" y="546"/>
                      </a:lnTo>
                      <a:lnTo>
                        <a:pt x="468" y="534"/>
                      </a:lnTo>
                      <a:lnTo>
                        <a:pt x="480" y="528"/>
                      </a:lnTo>
                      <a:lnTo>
                        <a:pt x="480" y="492"/>
                      </a:lnTo>
                      <a:lnTo>
                        <a:pt x="492" y="468"/>
                      </a:lnTo>
                      <a:lnTo>
                        <a:pt x="504" y="462"/>
                      </a:lnTo>
                      <a:lnTo>
                        <a:pt x="510" y="462"/>
                      </a:lnTo>
                      <a:lnTo>
                        <a:pt x="522" y="456"/>
                      </a:lnTo>
                      <a:lnTo>
                        <a:pt x="564" y="414"/>
                      </a:lnTo>
                      <a:lnTo>
                        <a:pt x="576" y="390"/>
                      </a:lnTo>
                      <a:lnTo>
                        <a:pt x="582" y="384"/>
                      </a:lnTo>
                      <a:lnTo>
                        <a:pt x="594" y="384"/>
                      </a:lnTo>
                      <a:lnTo>
                        <a:pt x="606" y="378"/>
                      </a:lnTo>
                      <a:lnTo>
                        <a:pt x="618" y="378"/>
                      </a:lnTo>
                      <a:lnTo>
                        <a:pt x="630" y="354"/>
                      </a:lnTo>
                      <a:lnTo>
                        <a:pt x="648" y="354"/>
                      </a:lnTo>
                      <a:lnTo>
                        <a:pt x="648" y="348"/>
                      </a:lnTo>
                      <a:lnTo>
                        <a:pt x="642" y="336"/>
                      </a:lnTo>
                      <a:lnTo>
                        <a:pt x="624" y="318"/>
                      </a:lnTo>
                      <a:lnTo>
                        <a:pt x="606" y="312"/>
                      </a:lnTo>
                      <a:lnTo>
                        <a:pt x="594" y="312"/>
                      </a:lnTo>
                      <a:lnTo>
                        <a:pt x="576" y="306"/>
                      </a:lnTo>
                      <a:lnTo>
                        <a:pt x="564" y="306"/>
                      </a:lnTo>
                      <a:lnTo>
                        <a:pt x="564" y="276"/>
                      </a:lnTo>
                      <a:lnTo>
                        <a:pt x="546" y="276"/>
                      </a:lnTo>
                      <a:lnTo>
                        <a:pt x="546" y="246"/>
                      </a:lnTo>
                      <a:lnTo>
                        <a:pt x="552" y="240"/>
                      </a:lnTo>
                      <a:lnTo>
                        <a:pt x="546" y="216"/>
                      </a:lnTo>
                      <a:lnTo>
                        <a:pt x="516" y="216"/>
                      </a:lnTo>
                      <a:lnTo>
                        <a:pt x="516" y="186"/>
                      </a:lnTo>
                      <a:lnTo>
                        <a:pt x="510" y="180"/>
                      </a:lnTo>
                      <a:lnTo>
                        <a:pt x="480" y="180"/>
                      </a:lnTo>
                      <a:lnTo>
                        <a:pt x="462" y="162"/>
                      </a:lnTo>
                      <a:lnTo>
                        <a:pt x="450" y="156"/>
                      </a:lnTo>
                      <a:lnTo>
                        <a:pt x="432" y="120"/>
                      </a:lnTo>
                      <a:lnTo>
                        <a:pt x="432" y="96"/>
                      </a:lnTo>
                      <a:lnTo>
                        <a:pt x="426" y="90"/>
                      </a:lnTo>
                      <a:lnTo>
                        <a:pt x="414" y="66"/>
                      </a:lnTo>
                      <a:lnTo>
                        <a:pt x="408" y="60"/>
                      </a:lnTo>
                      <a:lnTo>
                        <a:pt x="396" y="60"/>
                      </a:lnTo>
                      <a:lnTo>
                        <a:pt x="396" y="30"/>
                      </a:lnTo>
                      <a:lnTo>
                        <a:pt x="384" y="18"/>
                      </a:lnTo>
                      <a:lnTo>
                        <a:pt x="378" y="0"/>
                      </a:lnTo>
                      <a:lnTo>
                        <a:pt x="342" y="6"/>
                      </a:lnTo>
                      <a:lnTo>
                        <a:pt x="330" y="18"/>
                      </a:lnTo>
                      <a:lnTo>
                        <a:pt x="306" y="18"/>
                      </a:lnTo>
                      <a:lnTo>
                        <a:pt x="264" y="60"/>
                      </a:lnTo>
                      <a:lnTo>
                        <a:pt x="258" y="60"/>
                      </a:lnTo>
                      <a:lnTo>
                        <a:pt x="258" y="42"/>
                      </a:lnTo>
                      <a:lnTo>
                        <a:pt x="252" y="42"/>
                      </a:lnTo>
                      <a:lnTo>
                        <a:pt x="252" y="24"/>
                      </a:lnTo>
                      <a:lnTo>
                        <a:pt x="246" y="18"/>
                      </a:lnTo>
                      <a:lnTo>
                        <a:pt x="228" y="18"/>
                      </a:lnTo>
                      <a:lnTo>
                        <a:pt x="216" y="24"/>
                      </a:lnTo>
                      <a:lnTo>
                        <a:pt x="168" y="36"/>
                      </a:lnTo>
                      <a:lnTo>
                        <a:pt x="132" y="36"/>
                      </a:lnTo>
                      <a:lnTo>
                        <a:pt x="114" y="42"/>
                      </a:lnTo>
                      <a:lnTo>
                        <a:pt x="78" y="42"/>
                      </a:lnTo>
                      <a:lnTo>
                        <a:pt x="78" y="216"/>
                      </a:lnTo>
                      <a:lnTo>
                        <a:pt x="72" y="222"/>
                      </a:lnTo>
                      <a:lnTo>
                        <a:pt x="78" y="348"/>
                      </a:lnTo>
                      <a:lnTo>
                        <a:pt x="6" y="348"/>
                      </a:lnTo>
                      <a:lnTo>
                        <a:pt x="0" y="570"/>
                      </a:lnTo>
                      <a:close/>
                    </a:path>
                  </a:pathLst>
                </a:custGeom>
                <a:solidFill>
                  <a:srgbClr val="A29C97"/>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327" name="Bosnia and Herzegovina" descr="© INSCALE GmbH, 05.05.2010&#10;http://www.presentationload.com/">
                  <a:extLst>
                    <a:ext uri="{FF2B5EF4-FFF2-40B4-BE49-F238E27FC236}">
                      <a16:creationId xmlns:a16="http://schemas.microsoft.com/office/drawing/2014/main" id="{8A4CC58F-300E-473F-8550-C0F5BE488B6A}"/>
                    </a:ext>
                  </a:extLst>
                </p:cNvPr>
                <p:cNvSpPr>
                  <a:spLocks/>
                </p:cNvSpPr>
                <p:nvPr/>
              </p:nvSpPr>
              <p:spPr bwMode="gray">
                <a:xfrm>
                  <a:off x="6090133" y="2231740"/>
                  <a:ext cx="120118" cy="105986"/>
                </a:xfrm>
                <a:custGeom>
                  <a:avLst/>
                  <a:gdLst>
                    <a:gd name="T0" fmla="*/ 2147483647 w 264"/>
                    <a:gd name="T1" fmla="*/ 2147483647 h 234"/>
                    <a:gd name="T2" fmla="*/ 2147483647 w 264"/>
                    <a:gd name="T3" fmla="*/ 2147483647 h 234"/>
                    <a:gd name="T4" fmla="*/ 2147483647 w 264"/>
                    <a:gd name="T5" fmla="*/ 2147483647 h 234"/>
                    <a:gd name="T6" fmla="*/ 2147483647 w 264"/>
                    <a:gd name="T7" fmla="*/ 2147483647 h 234"/>
                    <a:gd name="T8" fmla="*/ 2147483647 w 264"/>
                    <a:gd name="T9" fmla="*/ 2147483647 h 234"/>
                    <a:gd name="T10" fmla="*/ 2147483647 w 264"/>
                    <a:gd name="T11" fmla="*/ 2147483647 h 234"/>
                    <a:gd name="T12" fmla="*/ 2147483647 w 264"/>
                    <a:gd name="T13" fmla="*/ 2147483647 h 234"/>
                    <a:gd name="T14" fmla="*/ 2147483647 w 264"/>
                    <a:gd name="T15" fmla="*/ 2147483647 h 234"/>
                    <a:gd name="T16" fmla="*/ 2147483647 w 264"/>
                    <a:gd name="T17" fmla="*/ 2147483647 h 234"/>
                    <a:gd name="T18" fmla="*/ 2147483647 w 264"/>
                    <a:gd name="T19" fmla="*/ 2147483647 h 234"/>
                    <a:gd name="T20" fmla="*/ 2147483647 w 264"/>
                    <a:gd name="T21" fmla="*/ 2147483647 h 234"/>
                    <a:gd name="T22" fmla="*/ 2147483647 w 264"/>
                    <a:gd name="T23" fmla="*/ 2147483647 h 234"/>
                    <a:gd name="T24" fmla="*/ 2147483647 w 264"/>
                    <a:gd name="T25" fmla="*/ 2147483647 h 234"/>
                    <a:gd name="T26" fmla="*/ 2147483647 w 264"/>
                    <a:gd name="T27" fmla="*/ 2147483647 h 234"/>
                    <a:gd name="T28" fmla="*/ 2147483647 w 264"/>
                    <a:gd name="T29" fmla="*/ 2147483647 h 234"/>
                    <a:gd name="T30" fmla="*/ 2147483647 w 264"/>
                    <a:gd name="T31" fmla="*/ 2147483647 h 234"/>
                    <a:gd name="T32" fmla="*/ 2147483647 w 264"/>
                    <a:gd name="T33" fmla="*/ 2147483647 h 234"/>
                    <a:gd name="T34" fmla="*/ 2147483647 w 264"/>
                    <a:gd name="T35" fmla="*/ 2147483647 h 234"/>
                    <a:gd name="T36" fmla="*/ 2147483647 w 264"/>
                    <a:gd name="T37" fmla="*/ 2147483647 h 234"/>
                    <a:gd name="T38" fmla="*/ 2147483647 w 264"/>
                    <a:gd name="T39" fmla="*/ 0 h 234"/>
                    <a:gd name="T40" fmla="*/ 2147483647 w 264"/>
                    <a:gd name="T41" fmla="*/ 0 h 234"/>
                    <a:gd name="T42" fmla="*/ 2147483647 w 264"/>
                    <a:gd name="T43" fmla="*/ 2147483647 h 234"/>
                    <a:gd name="T44" fmla="*/ 0 w 264"/>
                    <a:gd name="T45" fmla="*/ 2147483647 h 234"/>
                    <a:gd name="T46" fmla="*/ 2147483647 w 264"/>
                    <a:gd name="T47" fmla="*/ 2147483647 h 234"/>
                    <a:gd name="T48" fmla="*/ 2147483647 w 264"/>
                    <a:gd name="T49" fmla="*/ 2147483647 h 234"/>
                    <a:gd name="T50" fmla="*/ 2147483647 w 264"/>
                    <a:gd name="T51" fmla="*/ 2147483647 h 234"/>
                    <a:gd name="T52" fmla="*/ 2147483647 w 264"/>
                    <a:gd name="T53" fmla="*/ 2147483647 h 234"/>
                    <a:gd name="T54" fmla="*/ 2147483647 w 264"/>
                    <a:gd name="T55" fmla="*/ 2147483647 h 234"/>
                    <a:gd name="T56" fmla="*/ 2147483647 w 264"/>
                    <a:gd name="T57" fmla="*/ 2147483647 h 234"/>
                    <a:gd name="T58" fmla="*/ 2147483647 w 264"/>
                    <a:gd name="T59" fmla="*/ 2147483647 h 234"/>
                    <a:gd name="T60" fmla="*/ 2147483647 w 264"/>
                    <a:gd name="T61" fmla="*/ 2147483647 h 234"/>
                    <a:gd name="T62" fmla="*/ 2147483647 w 264"/>
                    <a:gd name="T63" fmla="*/ 2147483647 h 234"/>
                    <a:gd name="T64" fmla="*/ 2147483647 w 264"/>
                    <a:gd name="T65" fmla="*/ 2147483647 h 234"/>
                    <a:gd name="T66" fmla="*/ 2147483647 w 264"/>
                    <a:gd name="T67" fmla="*/ 2147483647 h 234"/>
                    <a:gd name="T68" fmla="*/ 2147483647 w 264"/>
                    <a:gd name="T69" fmla="*/ 2147483647 h 234"/>
                    <a:gd name="T70" fmla="*/ 2147483647 w 264"/>
                    <a:gd name="T71" fmla="*/ 2147483647 h 234"/>
                    <a:gd name="T72" fmla="*/ 2147483647 w 264"/>
                    <a:gd name="T73" fmla="*/ 2147483647 h 234"/>
                    <a:gd name="T74" fmla="*/ 2147483647 w 264"/>
                    <a:gd name="T75" fmla="*/ 2147483647 h 234"/>
                    <a:gd name="T76" fmla="*/ 2147483647 w 264"/>
                    <a:gd name="T77" fmla="*/ 2147483647 h 234"/>
                    <a:gd name="T78" fmla="*/ 2147483647 w 264"/>
                    <a:gd name="T79" fmla="*/ 2147483647 h 234"/>
                    <a:gd name="T80" fmla="*/ 2147483647 w 264"/>
                    <a:gd name="T81" fmla="*/ 2147483647 h 234"/>
                    <a:gd name="T82" fmla="*/ 2147483647 w 264"/>
                    <a:gd name="T83" fmla="*/ 2147483647 h 234"/>
                    <a:gd name="T84" fmla="*/ 2147483647 w 264"/>
                    <a:gd name="T85" fmla="*/ 2147483647 h 234"/>
                    <a:gd name="T86" fmla="*/ 2147483647 w 264"/>
                    <a:gd name="T87" fmla="*/ 2147483647 h 234"/>
                    <a:gd name="T88" fmla="*/ 2147483647 w 264"/>
                    <a:gd name="T89" fmla="*/ 2147483647 h 234"/>
                    <a:gd name="T90" fmla="*/ 2147483647 w 264"/>
                    <a:gd name="T91" fmla="*/ 2147483647 h 234"/>
                    <a:gd name="T92" fmla="*/ 2147483647 w 264"/>
                    <a:gd name="T93" fmla="*/ 2147483647 h 234"/>
                    <a:gd name="T94" fmla="*/ 2147483647 w 264"/>
                    <a:gd name="T95" fmla="*/ 2147483647 h 234"/>
                    <a:gd name="T96" fmla="*/ 2147483647 w 264"/>
                    <a:gd name="T97" fmla="*/ 2147483647 h 234"/>
                    <a:gd name="T98" fmla="*/ 2147483647 w 264"/>
                    <a:gd name="T99" fmla="*/ 2147483647 h 234"/>
                    <a:gd name="T100" fmla="*/ 2147483647 w 264"/>
                    <a:gd name="T101" fmla="*/ 2147483647 h 234"/>
                    <a:gd name="T102" fmla="*/ 2147483647 w 264"/>
                    <a:gd name="T103" fmla="*/ 2147483647 h 234"/>
                    <a:gd name="T104" fmla="*/ 2147483647 w 264"/>
                    <a:gd name="T105" fmla="*/ 2147483647 h 234"/>
                    <a:gd name="T106" fmla="*/ 2147483647 w 264"/>
                    <a:gd name="T107" fmla="*/ 2147483647 h 234"/>
                    <a:gd name="T108" fmla="*/ 2147483647 w 264"/>
                    <a:gd name="T109" fmla="*/ 2147483647 h 234"/>
                    <a:gd name="T110" fmla="*/ 2147483647 w 264"/>
                    <a:gd name="T111" fmla="*/ 2147483647 h 234"/>
                    <a:gd name="T112" fmla="*/ 2147483647 w 264"/>
                    <a:gd name="T113" fmla="*/ 2147483647 h 234"/>
                    <a:gd name="T114" fmla="*/ 2147483647 w 264"/>
                    <a:gd name="T115" fmla="*/ 2147483647 h 234"/>
                    <a:gd name="T116" fmla="*/ 2147483647 w 264"/>
                    <a:gd name="T117" fmla="*/ 2147483647 h 234"/>
                    <a:gd name="T118" fmla="*/ 2147483647 w 264"/>
                    <a:gd name="T119" fmla="*/ 2147483647 h 234"/>
                    <a:gd name="T120" fmla="*/ 2147483647 w 264"/>
                    <a:gd name="T121" fmla="*/ 2147483647 h 234"/>
                    <a:gd name="T122" fmla="*/ 2147483647 w 264"/>
                    <a:gd name="T123" fmla="*/ 2147483647 h 234"/>
                    <a:gd name="T124" fmla="*/ 2147483647 w 264"/>
                    <a:gd name="T125" fmla="*/ 2147483647 h 234"/>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264"/>
                    <a:gd name="T190" fmla="*/ 0 h 234"/>
                    <a:gd name="T191" fmla="*/ 264 w 264"/>
                    <a:gd name="T192" fmla="*/ 234 h 234"/>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264" h="234">
                      <a:moveTo>
                        <a:pt x="246" y="78"/>
                      </a:moveTo>
                      <a:lnTo>
                        <a:pt x="228" y="78"/>
                      </a:lnTo>
                      <a:lnTo>
                        <a:pt x="228" y="60"/>
                      </a:lnTo>
                      <a:lnTo>
                        <a:pt x="246" y="42"/>
                      </a:lnTo>
                      <a:lnTo>
                        <a:pt x="246" y="30"/>
                      </a:lnTo>
                      <a:lnTo>
                        <a:pt x="234" y="30"/>
                      </a:lnTo>
                      <a:lnTo>
                        <a:pt x="222" y="36"/>
                      </a:lnTo>
                      <a:lnTo>
                        <a:pt x="216" y="36"/>
                      </a:lnTo>
                      <a:lnTo>
                        <a:pt x="216" y="30"/>
                      </a:lnTo>
                      <a:lnTo>
                        <a:pt x="204" y="30"/>
                      </a:lnTo>
                      <a:lnTo>
                        <a:pt x="192" y="12"/>
                      </a:lnTo>
                      <a:lnTo>
                        <a:pt x="138" y="12"/>
                      </a:lnTo>
                      <a:lnTo>
                        <a:pt x="132" y="6"/>
                      </a:lnTo>
                      <a:lnTo>
                        <a:pt x="120" y="6"/>
                      </a:lnTo>
                      <a:lnTo>
                        <a:pt x="108" y="12"/>
                      </a:lnTo>
                      <a:lnTo>
                        <a:pt x="90" y="6"/>
                      </a:lnTo>
                      <a:lnTo>
                        <a:pt x="66" y="6"/>
                      </a:lnTo>
                      <a:lnTo>
                        <a:pt x="42" y="12"/>
                      </a:lnTo>
                      <a:lnTo>
                        <a:pt x="30" y="6"/>
                      </a:lnTo>
                      <a:lnTo>
                        <a:pt x="24" y="0"/>
                      </a:lnTo>
                      <a:lnTo>
                        <a:pt x="18" y="0"/>
                      </a:lnTo>
                      <a:lnTo>
                        <a:pt x="18" y="24"/>
                      </a:lnTo>
                      <a:lnTo>
                        <a:pt x="0" y="30"/>
                      </a:lnTo>
                      <a:lnTo>
                        <a:pt x="12" y="42"/>
                      </a:lnTo>
                      <a:lnTo>
                        <a:pt x="30" y="48"/>
                      </a:lnTo>
                      <a:lnTo>
                        <a:pt x="30" y="60"/>
                      </a:lnTo>
                      <a:lnTo>
                        <a:pt x="36" y="60"/>
                      </a:lnTo>
                      <a:lnTo>
                        <a:pt x="42" y="66"/>
                      </a:lnTo>
                      <a:lnTo>
                        <a:pt x="42" y="84"/>
                      </a:lnTo>
                      <a:lnTo>
                        <a:pt x="60" y="90"/>
                      </a:lnTo>
                      <a:lnTo>
                        <a:pt x="72" y="120"/>
                      </a:lnTo>
                      <a:lnTo>
                        <a:pt x="84" y="132"/>
                      </a:lnTo>
                      <a:lnTo>
                        <a:pt x="96" y="138"/>
                      </a:lnTo>
                      <a:lnTo>
                        <a:pt x="114" y="150"/>
                      </a:lnTo>
                      <a:lnTo>
                        <a:pt x="126" y="156"/>
                      </a:lnTo>
                      <a:lnTo>
                        <a:pt x="132" y="168"/>
                      </a:lnTo>
                      <a:lnTo>
                        <a:pt x="132" y="174"/>
                      </a:lnTo>
                      <a:lnTo>
                        <a:pt x="126" y="180"/>
                      </a:lnTo>
                      <a:lnTo>
                        <a:pt x="138" y="180"/>
                      </a:lnTo>
                      <a:lnTo>
                        <a:pt x="156" y="198"/>
                      </a:lnTo>
                      <a:lnTo>
                        <a:pt x="162" y="210"/>
                      </a:lnTo>
                      <a:lnTo>
                        <a:pt x="174" y="216"/>
                      </a:lnTo>
                      <a:lnTo>
                        <a:pt x="192" y="234"/>
                      </a:lnTo>
                      <a:lnTo>
                        <a:pt x="210" y="204"/>
                      </a:lnTo>
                      <a:lnTo>
                        <a:pt x="198" y="198"/>
                      </a:lnTo>
                      <a:lnTo>
                        <a:pt x="192" y="198"/>
                      </a:lnTo>
                      <a:lnTo>
                        <a:pt x="186" y="192"/>
                      </a:lnTo>
                      <a:lnTo>
                        <a:pt x="186" y="186"/>
                      </a:lnTo>
                      <a:lnTo>
                        <a:pt x="192" y="180"/>
                      </a:lnTo>
                      <a:lnTo>
                        <a:pt x="198" y="180"/>
                      </a:lnTo>
                      <a:lnTo>
                        <a:pt x="204" y="168"/>
                      </a:lnTo>
                      <a:lnTo>
                        <a:pt x="204" y="162"/>
                      </a:lnTo>
                      <a:lnTo>
                        <a:pt x="210" y="156"/>
                      </a:lnTo>
                      <a:lnTo>
                        <a:pt x="228" y="156"/>
                      </a:lnTo>
                      <a:lnTo>
                        <a:pt x="228" y="132"/>
                      </a:lnTo>
                      <a:lnTo>
                        <a:pt x="258" y="132"/>
                      </a:lnTo>
                      <a:lnTo>
                        <a:pt x="258" y="126"/>
                      </a:lnTo>
                      <a:lnTo>
                        <a:pt x="252" y="114"/>
                      </a:lnTo>
                      <a:lnTo>
                        <a:pt x="240" y="102"/>
                      </a:lnTo>
                      <a:lnTo>
                        <a:pt x="264" y="96"/>
                      </a:lnTo>
                      <a:lnTo>
                        <a:pt x="258" y="84"/>
                      </a:lnTo>
                      <a:lnTo>
                        <a:pt x="252" y="78"/>
                      </a:lnTo>
                      <a:lnTo>
                        <a:pt x="246" y="78"/>
                      </a:lnTo>
                      <a:close/>
                    </a:path>
                  </a:pathLst>
                </a:custGeom>
                <a:solidFill>
                  <a:srgbClr val="A29C97"/>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328" name="Bolivia" descr="© INSCALE GmbH, 05.05.2010&#10;http://www.presentationload.com/">
                  <a:extLst>
                    <a:ext uri="{FF2B5EF4-FFF2-40B4-BE49-F238E27FC236}">
                      <a16:creationId xmlns:a16="http://schemas.microsoft.com/office/drawing/2014/main" id="{57F41DAA-CE71-4881-AC5B-E2CB7CCB177F}"/>
                    </a:ext>
                  </a:extLst>
                </p:cNvPr>
                <p:cNvSpPr>
                  <a:spLocks/>
                </p:cNvSpPr>
                <p:nvPr/>
              </p:nvSpPr>
              <p:spPr bwMode="gray">
                <a:xfrm>
                  <a:off x="3385694" y="4231372"/>
                  <a:ext cx="402748" cy="478711"/>
                </a:xfrm>
                <a:custGeom>
                  <a:avLst/>
                  <a:gdLst>
                    <a:gd name="T0" fmla="*/ 2147483647 w 894"/>
                    <a:gd name="T1" fmla="*/ 2147483647 h 1056"/>
                    <a:gd name="T2" fmla="*/ 2147483647 w 894"/>
                    <a:gd name="T3" fmla="*/ 2147483647 h 1056"/>
                    <a:gd name="T4" fmla="*/ 2147483647 w 894"/>
                    <a:gd name="T5" fmla="*/ 2147483647 h 1056"/>
                    <a:gd name="T6" fmla="*/ 2147483647 w 894"/>
                    <a:gd name="T7" fmla="*/ 2147483647 h 1056"/>
                    <a:gd name="T8" fmla="*/ 2147483647 w 894"/>
                    <a:gd name="T9" fmla="*/ 2147483647 h 1056"/>
                    <a:gd name="T10" fmla="*/ 2147483647 w 894"/>
                    <a:gd name="T11" fmla="*/ 2147483647 h 1056"/>
                    <a:gd name="T12" fmla="*/ 2147483647 w 894"/>
                    <a:gd name="T13" fmla="*/ 2147483647 h 1056"/>
                    <a:gd name="T14" fmla="*/ 2147483647 w 894"/>
                    <a:gd name="T15" fmla="*/ 2147483647 h 1056"/>
                    <a:gd name="T16" fmla="*/ 2147483647 w 894"/>
                    <a:gd name="T17" fmla="*/ 2147483647 h 1056"/>
                    <a:gd name="T18" fmla="*/ 2147483647 w 894"/>
                    <a:gd name="T19" fmla="*/ 2147483647 h 1056"/>
                    <a:gd name="T20" fmla="*/ 2147483647 w 894"/>
                    <a:gd name="T21" fmla="*/ 2147483647 h 1056"/>
                    <a:gd name="T22" fmla="*/ 2147483647 w 894"/>
                    <a:gd name="T23" fmla="*/ 2147483647 h 1056"/>
                    <a:gd name="T24" fmla="*/ 2147483647 w 894"/>
                    <a:gd name="T25" fmla="*/ 2147483647 h 1056"/>
                    <a:gd name="T26" fmla="*/ 2147483647 w 894"/>
                    <a:gd name="T27" fmla="*/ 2147483647 h 1056"/>
                    <a:gd name="T28" fmla="*/ 2147483647 w 894"/>
                    <a:gd name="T29" fmla="*/ 2147483647 h 1056"/>
                    <a:gd name="T30" fmla="*/ 2147483647 w 894"/>
                    <a:gd name="T31" fmla="*/ 2147483647 h 1056"/>
                    <a:gd name="T32" fmla="*/ 2147483647 w 894"/>
                    <a:gd name="T33" fmla="*/ 2147483647 h 1056"/>
                    <a:gd name="T34" fmla="*/ 2147483647 w 894"/>
                    <a:gd name="T35" fmla="*/ 2147483647 h 1056"/>
                    <a:gd name="T36" fmla="*/ 2147483647 w 894"/>
                    <a:gd name="T37" fmla="*/ 2147483647 h 1056"/>
                    <a:gd name="T38" fmla="*/ 2147483647 w 894"/>
                    <a:gd name="T39" fmla="*/ 2147483647 h 1056"/>
                    <a:gd name="T40" fmla="*/ 2147483647 w 894"/>
                    <a:gd name="T41" fmla="*/ 2147483647 h 1056"/>
                    <a:gd name="T42" fmla="*/ 2147483647 w 894"/>
                    <a:gd name="T43" fmla="*/ 2147483647 h 1056"/>
                    <a:gd name="T44" fmla="*/ 2147483647 w 894"/>
                    <a:gd name="T45" fmla="*/ 2147483647 h 1056"/>
                    <a:gd name="T46" fmla="*/ 2147483647 w 894"/>
                    <a:gd name="T47" fmla="*/ 2147483647 h 1056"/>
                    <a:gd name="T48" fmla="*/ 0 w 894"/>
                    <a:gd name="T49" fmla="*/ 2147483647 h 1056"/>
                    <a:gd name="T50" fmla="*/ 2147483647 w 894"/>
                    <a:gd name="T51" fmla="*/ 2147483647 h 1056"/>
                    <a:gd name="T52" fmla="*/ 2147483647 w 894"/>
                    <a:gd name="T53" fmla="*/ 2147483647 h 1056"/>
                    <a:gd name="T54" fmla="*/ 2147483647 w 894"/>
                    <a:gd name="T55" fmla="*/ 2147483647 h 1056"/>
                    <a:gd name="T56" fmla="*/ 2147483647 w 894"/>
                    <a:gd name="T57" fmla="*/ 2147483647 h 1056"/>
                    <a:gd name="T58" fmla="*/ 2147483647 w 894"/>
                    <a:gd name="T59" fmla="*/ 2147483647 h 1056"/>
                    <a:gd name="T60" fmla="*/ 2147483647 w 894"/>
                    <a:gd name="T61" fmla="*/ 2147483647 h 1056"/>
                    <a:gd name="T62" fmla="*/ 2147483647 w 894"/>
                    <a:gd name="T63" fmla="*/ 2147483647 h 1056"/>
                    <a:gd name="T64" fmla="*/ 2147483647 w 894"/>
                    <a:gd name="T65" fmla="*/ 2147483647 h 1056"/>
                    <a:gd name="T66" fmla="*/ 2147483647 w 894"/>
                    <a:gd name="T67" fmla="*/ 2147483647 h 1056"/>
                    <a:gd name="T68" fmla="*/ 2147483647 w 894"/>
                    <a:gd name="T69" fmla="*/ 2147483647 h 1056"/>
                    <a:gd name="T70" fmla="*/ 2147483647 w 894"/>
                    <a:gd name="T71" fmla="*/ 2147483647 h 1056"/>
                    <a:gd name="T72" fmla="*/ 2147483647 w 894"/>
                    <a:gd name="T73" fmla="*/ 2147483647 h 1056"/>
                    <a:gd name="T74" fmla="*/ 2147483647 w 894"/>
                    <a:gd name="T75" fmla="*/ 2147483647 h 1056"/>
                    <a:gd name="T76" fmla="*/ 2147483647 w 894"/>
                    <a:gd name="T77" fmla="*/ 2147483647 h 1056"/>
                    <a:gd name="T78" fmla="*/ 2147483647 w 894"/>
                    <a:gd name="T79" fmla="*/ 2147483647 h 1056"/>
                    <a:gd name="T80" fmla="*/ 2147483647 w 894"/>
                    <a:gd name="T81" fmla="*/ 2147483647 h 1056"/>
                    <a:gd name="T82" fmla="*/ 2147483647 w 894"/>
                    <a:gd name="T83" fmla="*/ 2147483647 h 1056"/>
                    <a:gd name="T84" fmla="*/ 2147483647 w 894"/>
                    <a:gd name="T85" fmla="*/ 2147483647 h 1056"/>
                    <a:gd name="T86" fmla="*/ 2147483647 w 894"/>
                    <a:gd name="T87" fmla="*/ 2147483647 h 1056"/>
                    <a:gd name="T88" fmla="*/ 2147483647 w 894"/>
                    <a:gd name="T89" fmla="*/ 2147483647 h 1056"/>
                    <a:gd name="T90" fmla="*/ 2147483647 w 894"/>
                    <a:gd name="T91" fmla="*/ 2147483647 h 1056"/>
                    <a:gd name="T92" fmla="*/ 2147483647 w 894"/>
                    <a:gd name="T93" fmla="*/ 2147483647 h 1056"/>
                    <a:gd name="T94" fmla="*/ 2147483647 w 894"/>
                    <a:gd name="T95" fmla="*/ 2147483647 h 1056"/>
                    <a:gd name="T96" fmla="*/ 2147483647 w 894"/>
                    <a:gd name="T97" fmla="*/ 2147483647 h 1056"/>
                    <a:gd name="T98" fmla="*/ 2147483647 w 894"/>
                    <a:gd name="T99" fmla="*/ 2147483647 h 1056"/>
                    <a:gd name="T100" fmla="*/ 2147483647 w 894"/>
                    <a:gd name="T101" fmla="*/ 2147483647 h 105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894"/>
                    <a:gd name="T154" fmla="*/ 0 h 1056"/>
                    <a:gd name="T155" fmla="*/ 894 w 894"/>
                    <a:gd name="T156" fmla="*/ 1056 h 105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894" h="1056">
                      <a:moveTo>
                        <a:pt x="882" y="744"/>
                      </a:moveTo>
                      <a:lnTo>
                        <a:pt x="882" y="738"/>
                      </a:lnTo>
                      <a:lnTo>
                        <a:pt x="888" y="732"/>
                      </a:lnTo>
                      <a:lnTo>
                        <a:pt x="888" y="708"/>
                      </a:lnTo>
                      <a:lnTo>
                        <a:pt x="894" y="696"/>
                      </a:lnTo>
                      <a:lnTo>
                        <a:pt x="894" y="684"/>
                      </a:lnTo>
                      <a:lnTo>
                        <a:pt x="882" y="648"/>
                      </a:lnTo>
                      <a:lnTo>
                        <a:pt x="876" y="636"/>
                      </a:lnTo>
                      <a:lnTo>
                        <a:pt x="864" y="624"/>
                      </a:lnTo>
                      <a:lnTo>
                        <a:pt x="840" y="612"/>
                      </a:lnTo>
                      <a:lnTo>
                        <a:pt x="834" y="606"/>
                      </a:lnTo>
                      <a:lnTo>
                        <a:pt x="822" y="600"/>
                      </a:lnTo>
                      <a:lnTo>
                        <a:pt x="816" y="588"/>
                      </a:lnTo>
                      <a:lnTo>
                        <a:pt x="816" y="576"/>
                      </a:lnTo>
                      <a:lnTo>
                        <a:pt x="822" y="558"/>
                      </a:lnTo>
                      <a:lnTo>
                        <a:pt x="822" y="546"/>
                      </a:lnTo>
                      <a:lnTo>
                        <a:pt x="828" y="540"/>
                      </a:lnTo>
                      <a:lnTo>
                        <a:pt x="828" y="534"/>
                      </a:lnTo>
                      <a:lnTo>
                        <a:pt x="768" y="534"/>
                      </a:lnTo>
                      <a:lnTo>
                        <a:pt x="720" y="528"/>
                      </a:lnTo>
                      <a:lnTo>
                        <a:pt x="690" y="522"/>
                      </a:lnTo>
                      <a:lnTo>
                        <a:pt x="684" y="516"/>
                      </a:lnTo>
                      <a:lnTo>
                        <a:pt x="684" y="474"/>
                      </a:lnTo>
                      <a:lnTo>
                        <a:pt x="690" y="462"/>
                      </a:lnTo>
                      <a:lnTo>
                        <a:pt x="684" y="456"/>
                      </a:lnTo>
                      <a:lnTo>
                        <a:pt x="672" y="450"/>
                      </a:lnTo>
                      <a:lnTo>
                        <a:pt x="666" y="438"/>
                      </a:lnTo>
                      <a:lnTo>
                        <a:pt x="660" y="432"/>
                      </a:lnTo>
                      <a:lnTo>
                        <a:pt x="660" y="426"/>
                      </a:lnTo>
                      <a:lnTo>
                        <a:pt x="678" y="426"/>
                      </a:lnTo>
                      <a:lnTo>
                        <a:pt x="678" y="396"/>
                      </a:lnTo>
                      <a:lnTo>
                        <a:pt x="672" y="384"/>
                      </a:lnTo>
                      <a:lnTo>
                        <a:pt x="666" y="378"/>
                      </a:lnTo>
                      <a:lnTo>
                        <a:pt x="660" y="366"/>
                      </a:lnTo>
                      <a:lnTo>
                        <a:pt x="660" y="336"/>
                      </a:lnTo>
                      <a:lnTo>
                        <a:pt x="654" y="330"/>
                      </a:lnTo>
                      <a:lnTo>
                        <a:pt x="648" y="318"/>
                      </a:lnTo>
                      <a:lnTo>
                        <a:pt x="624" y="306"/>
                      </a:lnTo>
                      <a:lnTo>
                        <a:pt x="564" y="306"/>
                      </a:lnTo>
                      <a:lnTo>
                        <a:pt x="558" y="300"/>
                      </a:lnTo>
                      <a:lnTo>
                        <a:pt x="546" y="294"/>
                      </a:lnTo>
                      <a:lnTo>
                        <a:pt x="534" y="282"/>
                      </a:lnTo>
                      <a:lnTo>
                        <a:pt x="534" y="276"/>
                      </a:lnTo>
                      <a:lnTo>
                        <a:pt x="510" y="276"/>
                      </a:lnTo>
                      <a:lnTo>
                        <a:pt x="498" y="270"/>
                      </a:lnTo>
                      <a:lnTo>
                        <a:pt x="486" y="258"/>
                      </a:lnTo>
                      <a:lnTo>
                        <a:pt x="474" y="252"/>
                      </a:lnTo>
                      <a:lnTo>
                        <a:pt x="468" y="240"/>
                      </a:lnTo>
                      <a:lnTo>
                        <a:pt x="468" y="234"/>
                      </a:lnTo>
                      <a:lnTo>
                        <a:pt x="456" y="234"/>
                      </a:lnTo>
                      <a:lnTo>
                        <a:pt x="450" y="240"/>
                      </a:lnTo>
                      <a:lnTo>
                        <a:pt x="438" y="240"/>
                      </a:lnTo>
                      <a:lnTo>
                        <a:pt x="426" y="234"/>
                      </a:lnTo>
                      <a:lnTo>
                        <a:pt x="420" y="222"/>
                      </a:lnTo>
                      <a:lnTo>
                        <a:pt x="414" y="228"/>
                      </a:lnTo>
                      <a:lnTo>
                        <a:pt x="384" y="228"/>
                      </a:lnTo>
                      <a:lnTo>
                        <a:pt x="372" y="222"/>
                      </a:lnTo>
                      <a:lnTo>
                        <a:pt x="366" y="216"/>
                      </a:lnTo>
                      <a:lnTo>
                        <a:pt x="366" y="210"/>
                      </a:lnTo>
                      <a:lnTo>
                        <a:pt x="360" y="198"/>
                      </a:lnTo>
                      <a:lnTo>
                        <a:pt x="360" y="192"/>
                      </a:lnTo>
                      <a:lnTo>
                        <a:pt x="354" y="186"/>
                      </a:lnTo>
                      <a:lnTo>
                        <a:pt x="330" y="186"/>
                      </a:lnTo>
                      <a:lnTo>
                        <a:pt x="324" y="156"/>
                      </a:lnTo>
                      <a:lnTo>
                        <a:pt x="318" y="150"/>
                      </a:lnTo>
                      <a:lnTo>
                        <a:pt x="306" y="144"/>
                      </a:lnTo>
                      <a:lnTo>
                        <a:pt x="294" y="132"/>
                      </a:lnTo>
                      <a:lnTo>
                        <a:pt x="294" y="120"/>
                      </a:lnTo>
                      <a:lnTo>
                        <a:pt x="300" y="114"/>
                      </a:lnTo>
                      <a:lnTo>
                        <a:pt x="300" y="96"/>
                      </a:lnTo>
                      <a:lnTo>
                        <a:pt x="294" y="84"/>
                      </a:lnTo>
                      <a:lnTo>
                        <a:pt x="288" y="78"/>
                      </a:lnTo>
                      <a:lnTo>
                        <a:pt x="288" y="48"/>
                      </a:lnTo>
                      <a:lnTo>
                        <a:pt x="294" y="42"/>
                      </a:lnTo>
                      <a:lnTo>
                        <a:pt x="294" y="36"/>
                      </a:lnTo>
                      <a:lnTo>
                        <a:pt x="300" y="30"/>
                      </a:lnTo>
                      <a:lnTo>
                        <a:pt x="300" y="0"/>
                      </a:lnTo>
                      <a:lnTo>
                        <a:pt x="288" y="0"/>
                      </a:lnTo>
                      <a:lnTo>
                        <a:pt x="276" y="6"/>
                      </a:lnTo>
                      <a:lnTo>
                        <a:pt x="276" y="12"/>
                      </a:lnTo>
                      <a:lnTo>
                        <a:pt x="270" y="12"/>
                      </a:lnTo>
                      <a:lnTo>
                        <a:pt x="258" y="0"/>
                      </a:lnTo>
                      <a:lnTo>
                        <a:pt x="246" y="12"/>
                      </a:lnTo>
                      <a:lnTo>
                        <a:pt x="210" y="12"/>
                      </a:lnTo>
                      <a:lnTo>
                        <a:pt x="198" y="18"/>
                      </a:lnTo>
                      <a:lnTo>
                        <a:pt x="192" y="24"/>
                      </a:lnTo>
                      <a:lnTo>
                        <a:pt x="186" y="36"/>
                      </a:lnTo>
                      <a:lnTo>
                        <a:pt x="180" y="42"/>
                      </a:lnTo>
                      <a:lnTo>
                        <a:pt x="180" y="48"/>
                      </a:lnTo>
                      <a:lnTo>
                        <a:pt x="144" y="48"/>
                      </a:lnTo>
                      <a:lnTo>
                        <a:pt x="138" y="78"/>
                      </a:lnTo>
                      <a:lnTo>
                        <a:pt x="102" y="78"/>
                      </a:lnTo>
                      <a:lnTo>
                        <a:pt x="90" y="96"/>
                      </a:lnTo>
                      <a:lnTo>
                        <a:pt x="84" y="102"/>
                      </a:lnTo>
                      <a:lnTo>
                        <a:pt x="60" y="114"/>
                      </a:lnTo>
                      <a:lnTo>
                        <a:pt x="42" y="114"/>
                      </a:lnTo>
                      <a:lnTo>
                        <a:pt x="42" y="108"/>
                      </a:lnTo>
                      <a:lnTo>
                        <a:pt x="36" y="102"/>
                      </a:lnTo>
                      <a:lnTo>
                        <a:pt x="12" y="102"/>
                      </a:lnTo>
                      <a:lnTo>
                        <a:pt x="0" y="96"/>
                      </a:lnTo>
                      <a:lnTo>
                        <a:pt x="0" y="114"/>
                      </a:lnTo>
                      <a:lnTo>
                        <a:pt x="6" y="132"/>
                      </a:lnTo>
                      <a:lnTo>
                        <a:pt x="18" y="144"/>
                      </a:lnTo>
                      <a:lnTo>
                        <a:pt x="30" y="162"/>
                      </a:lnTo>
                      <a:lnTo>
                        <a:pt x="42" y="174"/>
                      </a:lnTo>
                      <a:lnTo>
                        <a:pt x="54" y="192"/>
                      </a:lnTo>
                      <a:lnTo>
                        <a:pt x="66" y="216"/>
                      </a:lnTo>
                      <a:lnTo>
                        <a:pt x="66" y="228"/>
                      </a:lnTo>
                      <a:lnTo>
                        <a:pt x="60" y="234"/>
                      </a:lnTo>
                      <a:lnTo>
                        <a:pt x="54" y="246"/>
                      </a:lnTo>
                      <a:lnTo>
                        <a:pt x="48" y="252"/>
                      </a:lnTo>
                      <a:lnTo>
                        <a:pt x="60" y="300"/>
                      </a:lnTo>
                      <a:lnTo>
                        <a:pt x="42" y="330"/>
                      </a:lnTo>
                      <a:lnTo>
                        <a:pt x="48" y="330"/>
                      </a:lnTo>
                      <a:lnTo>
                        <a:pt x="60" y="342"/>
                      </a:lnTo>
                      <a:lnTo>
                        <a:pt x="66" y="354"/>
                      </a:lnTo>
                      <a:lnTo>
                        <a:pt x="66" y="360"/>
                      </a:lnTo>
                      <a:lnTo>
                        <a:pt x="60" y="372"/>
                      </a:lnTo>
                      <a:lnTo>
                        <a:pt x="48" y="384"/>
                      </a:lnTo>
                      <a:lnTo>
                        <a:pt x="36" y="408"/>
                      </a:lnTo>
                      <a:lnTo>
                        <a:pt x="42" y="426"/>
                      </a:lnTo>
                      <a:lnTo>
                        <a:pt x="48" y="438"/>
                      </a:lnTo>
                      <a:lnTo>
                        <a:pt x="54" y="444"/>
                      </a:lnTo>
                      <a:lnTo>
                        <a:pt x="54" y="450"/>
                      </a:lnTo>
                      <a:lnTo>
                        <a:pt x="42" y="468"/>
                      </a:lnTo>
                      <a:lnTo>
                        <a:pt x="54" y="480"/>
                      </a:lnTo>
                      <a:lnTo>
                        <a:pt x="78" y="498"/>
                      </a:lnTo>
                      <a:lnTo>
                        <a:pt x="78" y="516"/>
                      </a:lnTo>
                      <a:lnTo>
                        <a:pt x="102" y="528"/>
                      </a:lnTo>
                      <a:lnTo>
                        <a:pt x="90" y="558"/>
                      </a:lnTo>
                      <a:lnTo>
                        <a:pt x="78" y="546"/>
                      </a:lnTo>
                      <a:lnTo>
                        <a:pt x="78" y="558"/>
                      </a:lnTo>
                      <a:lnTo>
                        <a:pt x="66" y="582"/>
                      </a:lnTo>
                      <a:lnTo>
                        <a:pt x="54" y="588"/>
                      </a:lnTo>
                      <a:lnTo>
                        <a:pt x="36" y="606"/>
                      </a:lnTo>
                      <a:lnTo>
                        <a:pt x="48" y="630"/>
                      </a:lnTo>
                      <a:lnTo>
                        <a:pt x="42" y="636"/>
                      </a:lnTo>
                      <a:lnTo>
                        <a:pt x="60" y="666"/>
                      </a:lnTo>
                      <a:lnTo>
                        <a:pt x="84" y="666"/>
                      </a:lnTo>
                      <a:lnTo>
                        <a:pt x="96" y="744"/>
                      </a:lnTo>
                      <a:lnTo>
                        <a:pt x="108" y="750"/>
                      </a:lnTo>
                      <a:lnTo>
                        <a:pt x="114" y="750"/>
                      </a:lnTo>
                      <a:lnTo>
                        <a:pt x="138" y="762"/>
                      </a:lnTo>
                      <a:lnTo>
                        <a:pt x="144" y="774"/>
                      </a:lnTo>
                      <a:lnTo>
                        <a:pt x="144" y="780"/>
                      </a:lnTo>
                      <a:lnTo>
                        <a:pt x="138" y="792"/>
                      </a:lnTo>
                      <a:lnTo>
                        <a:pt x="126" y="804"/>
                      </a:lnTo>
                      <a:lnTo>
                        <a:pt x="144" y="822"/>
                      </a:lnTo>
                      <a:lnTo>
                        <a:pt x="138" y="828"/>
                      </a:lnTo>
                      <a:lnTo>
                        <a:pt x="132" y="840"/>
                      </a:lnTo>
                      <a:lnTo>
                        <a:pt x="126" y="846"/>
                      </a:lnTo>
                      <a:lnTo>
                        <a:pt x="126" y="858"/>
                      </a:lnTo>
                      <a:lnTo>
                        <a:pt x="132" y="870"/>
                      </a:lnTo>
                      <a:lnTo>
                        <a:pt x="138" y="876"/>
                      </a:lnTo>
                      <a:lnTo>
                        <a:pt x="138" y="900"/>
                      </a:lnTo>
                      <a:lnTo>
                        <a:pt x="144" y="900"/>
                      </a:lnTo>
                      <a:lnTo>
                        <a:pt x="150" y="906"/>
                      </a:lnTo>
                      <a:lnTo>
                        <a:pt x="162" y="912"/>
                      </a:lnTo>
                      <a:lnTo>
                        <a:pt x="168" y="918"/>
                      </a:lnTo>
                      <a:lnTo>
                        <a:pt x="180" y="924"/>
                      </a:lnTo>
                      <a:lnTo>
                        <a:pt x="186" y="930"/>
                      </a:lnTo>
                      <a:lnTo>
                        <a:pt x="186" y="996"/>
                      </a:lnTo>
                      <a:lnTo>
                        <a:pt x="210" y="1020"/>
                      </a:lnTo>
                      <a:lnTo>
                        <a:pt x="210" y="1044"/>
                      </a:lnTo>
                      <a:lnTo>
                        <a:pt x="216" y="1056"/>
                      </a:lnTo>
                      <a:lnTo>
                        <a:pt x="270" y="1056"/>
                      </a:lnTo>
                      <a:lnTo>
                        <a:pt x="270" y="1026"/>
                      </a:lnTo>
                      <a:lnTo>
                        <a:pt x="282" y="1026"/>
                      </a:lnTo>
                      <a:lnTo>
                        <a:pt x="282" y="1008"/>
                      </a:lnTo>
                      <a:lnTo>
                        <a:pt x="306" y="1002"/>
                      </a:lnTo>
                      <a:lnTo>
                        <a:pt x="318" y="978"/>
                      </a:lnTo>
                      <a:lnTo>
                        <a:pt x="324" y="984"/>
                      </a:lnTo>
                      <a:lnTo>
                        <a:pt x="348" y="996"/>
                      </a:lnTo>
                      <a:lnTo>
                        <a:pt x="360" y="996"/>
                      </a:lnTo>
                      <a:lnTo>
                        <a:pt x="378" y="1002"/>
                      </a:lnTo>
                      <a:lnTo>
                        <a:pt x="432" y="1002"/>
                      </a:lnTo>
                      <a:lnTo>
                        <a:pt x="462" y="1050"/>
                      </a:lnTo>
                      <a:lnTo>
                        <a:pt x="474" y="996"/>
                      </a:lnTo>
                      <a:lnTo>
                        <a:pt x="546" y="990"/>
                      </a:lnTo>
                      <a:lnTo>
                        <a:pt x="582" y="1014"/>
                      </a:lnTo>
                      <a:lnTo>
                        <a:pt x="582" y="996"/>
                      </a:lnTo>
                      <a:lnTo>
                        <a:pt x="594" y="924"/>
                      </a:lnTo>
                      <a:lnTo>
                        <a:pt x="594" y="900"/>
                      </a:lnTo>
                      <a:lnTo>
                        <a:pt x="588" y="894"/>
                      </a:lnTo>
                      <a:lnTo>
                        <a:pt x="588" y="888"/>
                      </a:lnTo>
                      <a:lnTo>
                        <a:pt x="576" y="864"/>
                      </a:lnTo>
                      <a:lnTo>
                        <a:pt x="576" y="852"/>
                      </a:lnTo>
                      <a:lnTo>
                        <a:pt x="582" y="846"/>
                      </a:lnTo>
                      <a:lnTo>
                        <a:pt x="594" y="840"/>
                      </a:lnTo>
                      <a:lnTo>
                        <a:pt x="606" y="828"/>
                      </a:lnTo>
                      <a:lnTo>
                        <a:pt x="612" y="798"/>
                      </a:lnTo>
                      <a:lnTo>
                        <a:pt x="714" y="780"/>
                      </a:lnTo>
                      <a:lnTo>
                        <a:pt x="792" y="768"/>
                      </a:lnTo>
                      <a:lnTo>
                        <a:pt x="846" y="810"/>
                      </a:lnTo>
                      <a:lnTo>
                        <a:pt x="864" y="846"/>
                      </a:lnTo>
                      <a:lnTo>
                        <a:pt x="864" y="840"/>
                      </a:lnTo>
                      <a:lnTo>
                        <a:pt x="870" y="834"/>
                      </a:lnTo>
                      <a:lnTo>
                        <a:pt x="882" y="828"/>
                      </a:lnTo>
                      <a:lnTo>
                        <a:pt x="888" y="822"/>
                      </a:lnTo>
                      <a:lnTo>
                        <a:pt x="876" y="816"/>
                      </a:lnTo>
                      <a:lnTo>
                        <a:pt x="870" y="810"/>
                      </a:lnTo>
                      <a:lnTo>
                        <a:pt x="870" y="786"/>
                      </a:lnTo>
                      <a:lnTo>
                        <a:pt x="876" y="774"/>
                      </a:lnTo>
                      <a:lnTo>
                        <a:pt x="882" y="768"/>
                      </a:lnTo>
                      <a:lnTo>
                        <a:pt x="888" y="756"/>
                      </a:lnTo>
                      <a:lnTo>
                        <a:pt x="882" y="744"/>
                      </a:lnTo>
                      <a:close/>
                    </a:path>
                  </a:pathLst>
                </a:custGeom>
                <a:solidFill>
                  <a:srgbClr val="A29C97"/>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329" name="Bhutan" descr="© INSCALE GmbH, 05.05.2010&#10;http://www.presentationload.com/">
                  <a:extLst>
                    <a:ext uri="{FF2B5EF4-FFF2-40B4-BE49-F238E27FC236}">
                      <a16:creationId xmlns:a16="http://schemas.microsoft.com/office/drawing/2014/main" id="{6CF80D91-C160-453E-8871-0BB1E0E4F974}"/>
                    </a:ext>
                  </a:extLst>
                </p:cNvPr>
                <p:cNvSpPr>
                  <a:spLocks/>
                </p:cNvSpPr>
                <p:nvPr/>
              </p:nvSpPr>
              <p:spPr bwMode="gray">
                <a:xfrm>
                  <a:off x="8382986" y="2846468"/>
                  <a:ext cx="105985" cy="60061"/>
                </a:xfrm>
                <a:custGeom>
                  <a:avLst/>
                  <a:gdLst>
                    <a:gd name="T0" fmla="*/ 2147483647 w 234"/>
                    <a:gd name="T1" fmla="*/ 2147483647 h 132"/>
                    <a:gd name="T2" fmla="*/ 2147483647 w 234"/>
                    <a:gd name="T3" fmla="*/ 2147483647 h 132"/>
                    <a:gd name="T4" fmla="*/ 2147483647 w 234"/>
                    <a:gd name="T5" fmla="*/ 2147483647 h 132"/>
                    <a:gd name="T6" fmla="*/ 2147483647 w 234"/>
                    <a:gd name="T7" fmla="*/ 2147483647 h 132"/>
                    <a:gd name="T8" fmla="*/ 2147483647 w 234"/>
                    <a:gd name="T9" fmla="*/ 2147483647 h 132"/>
                    <a:gd name="T10" fmla="*/ 2147483647 w 234"/>
                    <a:gd name="T11" fmla="*/ 2147483647 h 132"/>
                    <a:gd name="T12" fmla="*/ 2147483647 w 234"/>
                    <a:gd name="T13" fmla="*/ 2147483647 h 132"/>
                    <a:gd name="T14" fmla="*/ 2147483647 w 234"/>
                    <a:gd name="T15" fmla="*/ 2147483647 h 132"/>
                    <a:gd name="T16" fmla="*/ 2147483647 w 234"/>
                    <a:gd name="T17" fmla="*/ 2147483647 h 132"/>
                    <a:gd name="T18" fmla="*/ 2147483647 w 234"/>
                    <a:gd name="T19" fmla="*/ 2147483647 h 132"/>
                    <a:gd name="T20" fmla="*/ 2147483647 w 234"/>
                    <a:gd name="T21" fmla="*/ 2147483647 h 132"/>
                    <a:gd name="T22" fmla="*/ 2147483647 w 234"/>
                    <a:gd name="T23" fmla="*/ 2147483647 h 132"/>
                    <a:gd name="T24" fmla="*/ 2147483647 w 234"/>
                    <a:gd name="T25" fmla="*/ 2147483647 h 132"/>
                    <a:gd name="T26" fmla="*/ 2147483647 w 234"/>
                    <a:gd name="T27" fmla="*/ 2147483647 h 132"/>
                    <a:gd name="T28" fmla="*/ 2147483647 w 234"/>
                    <a:gd name="T29" fmla="*/ 2147483647 h 132"/>
                    <a:gd name="T30" fmla="*/ 2147483647 w 234"/>
                    <a:gd name="T31" fmla="*/ 2147483647 h 132"/>
                    <a:gd name="T32" fmla="*/ 2147483647 w 234"/>
                    <a:gd name="T33" fmla="*/ 2147483647 h 132"/>
                    <a:gd name="T34" fmla="*/ 2147483647 w 234"/>
                    <a:gd name="T35" fmla="*/ 2147483647 h 132"/>
                    <a:gd name="T36" fmla="*/ 2147483647 w 234"/>
                    <a:gd name="T37" fmla="*/ 2147483647 h 132"/>
                    <a:gd name="T38" fmla="*/ 2147483647 w 234"/>
                    <a:gd name="T39" fmla="*/ 2147483647 h 132"/>
                    <a:gd name="T40" fmla="*/ 2147483647 w 234"/>
                    <a:gd name="T41" fmla="*/ 2147483647 h 132"/>
                    <a:gd name="T42" fmla="*/ 2147483647 w 234"/>
                    <a:gd name="T43" fmla="*/ 2147483647 h 132"/>
                    <a:gd name="T44" fmla="*/ 2147483647 w 234"/>
                    <a:gd name="T45" fmla="*/ 2147483647 h 132"/>
                    <a:gd name="T46" fmla="*/ 2147483647 w 234"/>
                    <a:gd name="T47" fmla="*/ 2147483647 h 132"/>
                    <a:gd name="T48" fmla="*/ 2147483647 w 234"/>
                    <a:gd name="T49" fmla="*/ 2147483647 h 132"/>
                    <a:gd name="T50" fmla="*/ 2147483647 w 234"/>
                    <a:gd name="T51" fmla="*/ 2147483647 h 132"/>
                    <a:gd name="T52" fmla="*/ 2147483647 w 234"/>
                    <a:gd name="T53" fmla="*/ 2147483647 h 132"/>
                    <a:gd name="T54" fmla="*/ 2147483647 w 234"/>
                    <a:gd name="T55" fmla="*/ 2147483647 h 132"/>
                    <a:gd name="T56" fmla="*/ 2147483647 w 234"/>
                    <a:gd name="T57" fmla="*/ 2147483647 h 132"/>
                    <a:gd name="T58" fmla="*/ 2147483647 w 234"/>
                    <a:gd name="T59" fmla="*/ 0 h 132"/>
                    <a:gd name="T60" fmla="*/ 2147483647 w 234"/>
                    <a:gd name="T61" fmla="*/ 0 h 132"/>
                    <a:gd name="T62" fmla="*/ 2147483647 w 234"/>
                    <a:gd name="T63" fmla="*/ 2147483647 h 132"/>
                    <a:gd name="T64" fmla="*/ 2147483647 w 234"/>
                    <a:gd name="T65" fmla="*/ 2147483647 h 132"/>
                    <a:gd name="T66" fmla="*/ 2147483647 w 234"/>
                    <a:gd name="T67" fmla="*/ 2147483647 h 132"/>
                    <a:gd name="T68" fmla="*/ 2147483647 w 234"/>
                    <a:gd name="T69" fmla="*/ 2147483647 h 132"/>
                    <a:gd name="T70" fmla="*/ 2147483647 w 234"/>
                    <a:gd name="T71" fmla="*/ 2147483647 h 132"/>
                    <a:gd name="T72" fmla="*/ 2147483647 w 234"/>
                    <a:gd name="T73" fmla="*/ 2147483647 h 132"/>
                    <a:gd name="T74" fmla="*/ 2147483647 w 234"/>
                    <a:gd name="T75" fmla="*/ 2147483647 h 132"/>
                    <a:gd name="T76" fmla="*/ 0 w 234"/>
                    <a:gd name="T77" fmla="*/ 2147483647 h 132"/>
                    <a:gd name="T78" fmla="*/ 0 w 234"/>
                    <a:gd name="T79" fmla="*/ 2147483647 h 132"/>
                    <a:gd name="T80" fmla="*/ 2147483647 w 234"/>
                    <a:gd name="T81" fmla="*/ 2147483647 h 132"/>
                    <a:gd name="T82" fmla="*/ 2147483647 w 234"/>
                    <a:gd name="T83" fmla="*/ 2147483647 h 132"/>
                    <a:gd name="T84" fmla="*/ 2147483647 w 234"/>
                    <a:gd name="T85" fmla="*/ 2147483647 h 132"/>
                    <a:gd name="T86" fmla="*/ 2147483647 w 234"/>
                    <a:gd name="T87" fmla="*/ 2147483647 h 132"/>
                    <a:gd name="T88" fmla="*/ 2147483647 w 234"/>
                    <a:gd name="T89" fmla="*/ 2147483647 h 132"/>
                    <a:gd name="T90" fmla="*/ 2147483647 w 234"/>
                    <a:gd name="T91" fmla="*/ 2147483647 h 132"/>
                    <a:gd name="T92" fmla="*/ 2147483647 w 234"/>
                    <a:gd name="T93" fmla="*/ 2147483647 h 132"/>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234"/>
                    <a:gd name="T142" fmla="*/ 0 h 132"/>
                    <a:gd name="T143" fmla="*/ 234 w 234"/>
                    <a:gd name="T144" fmla="*/ 132 h 132"/>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234" h="132">
                      <a:moveTo>
                        <a:pt x="78" y="132"/>
                      </a:moveTo>
                      <a:lnTo>
                        <a:pt x="90" y="132"/>
                      </a:lnTo>
                      <a:lnTo>
                        <a:pt x="102" y="126"/>
                      </a:lnTo>
                      <a:lnTo>
                        <a:pt x="108" y="120"/>
                      </a:lnTo>
                      <a:lnTo>
                        <a:pt x="126" y="120"/>
                      </a:lnTo>
                      <a:lnTo>
                        <a:pt x="138" y="126"/>
                      </a:lnTo>
                      <a:lnTo>
                        <a:pt x="168" y="126"/>
                      </a:lnTo>
                      <a:lnTo>
                        <a:pt x="180" y="120"/>
                      </a:lnTo>
                      <a:lnTo>
                        <a:pt x="192" y="120"/>
                      </a:lnTo>
                      <a:lnTo>
                        <a:pt x="198" y="126"/>
                      </a:lnTo>
                      <a:lnTo>
                        <a:pt x="210" y="126"/>
                      </a:lnTo>
                      <a:lnTo>
                        <a:pt x="234" y="114"/>
                      </a:lnTo>
                      <a:lnTo>
                        <a:pt x="234" y="108"/>
                      </a:lnTo>
                      <a:lnTo>
                        <a:pt x="222" y="96"/>
                      </a:lnTo>
                      <a:lnTo>
                        <a:pt x="222" y="72"/>
                      </a:lnTo>
                      <a:lnTo>
                        <a:pt x="198" y="72"/>
                      </a:lnTo>
                      <a:lnTo>
                        <a:pt x="192" y="66"/>
                      </a:lnTo>
                      <a:lnTo>
                        <a:pt x="192" y="42"/>
                      </a:lnTo>
                      <a:lnTo>
                        <a:pt x="186" y="30"/>
                      </a:lnTo>
                      <a:lnTo>
                        <a:pt x="174" y="18"/>
                      </a:lnTo>
                      <a:lnTo>
                        <a:pt x="162" y="12"/>
                      </a:lnTo>
                      <a:lnTo>
                        <a:pt x="150" y="12"/>
                      </a:lnTo>
                      <a:lnTo>
                        <a:pt x="138" y="18"/>
                      </a:lnTo>
                      <a:lnTo>
                        <a:pt x="126" y="18"/>
                      </a:lnTo>
                      <a:lnTo>
                        <a:pt x="114" y="24"/>
                      </a:lnTo>
                      <a:lnTo>
                        <a:pt x="108" y="30"/>
                      </a:lnTo>
                      <a:lnTo>
                        <a:pt x="102" y="30"/>
                      </a:lnTo>
                      <a:lnTo>
                        <a:pt x="102" y="6"/>
                      </a:lnTo>
                      <a:lnTo>
                        <a:pt x="78" y="6"/>
                      </a:lnTo>
                      <a:lnTo>
                        <a:pt x="66" y="0"/>
                      </a:lnTo>
                      <a:lnTo>
                        <a:pt x="54" y="0"/>
                      </a:lnTo>
                      <a:lnTo>
                        <a:pt x="48" y="12"/>
                      </a:lnTo>
                      <a:lnTo>
                        <a:pt x="36" y="24"/>
                      </a:lnTo>
                      <a:lnTo>
                        <a:pt x="30" y="36"/>
                      </a:lnTo>
                      <a:lnTo>
                        <a:pt x="18" y="54"/>
                      </a:lnTo>
                      <a:lnTo>
                        <a:pt x="12" y="66"/>
                      </a:lnTo>
                      <a:lnTo>
                        <a:pt x="6" y="72"/>
                      </a:lnTo>
                      <a:lnTo>
                        <a:pt x="6" y="78"/>
                      </a:lnTo>
                      <a:lnTo>
                        <a:pt x="0" y="78"/>
                      </a:lnTo>
                      <a:lnTo>
                        <a:pt x="0" y="90"/>
                      </a:lnTo>
                      <a:lnTo>
                        <a:pt x="18" y="108"/>
                      </a:lnTo>
                      <a:lnTo>
                        <a:pt x="42" y="120"/>
                      </a:lnTo>
                      <a:lnTo>
                        <a:pt x="54" y="120"/>
                      </a:lnTo>
                      <a:lnTo>
                        <a:pt x="54" y="114"/>
                      </a:lnTo>
                      <a:lnTo>
                        <a:pt x="54" y="120"/>
                      </a:lnTo>
                      <a:lnTo>
                        <a:pt x="66" y="132"/>
                      </a:lnTo>
                      <a:lnTo>
                        <a:pt x="78" y="132"/>
                      </a:lnTo>
                      <a:close/>
                    </a:path>
                  </a:pathLst>
                </a:custGeom>
                <a:solidFill>
                  <a:srgbClr val="A29C97"/>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330" name="Benin" descr="© INSCALE GmbH, 05.05.2010&#10;http://www.presentationload.com/">
                  <a:extLst>
                    <a:ext uri="{FF2B5EF4-FFF2-40B4-BE49-F238E27FC236}">
                      <a16:creationId xmlns:a16="http://schemas.microsoft.com/office/drawing/2014/main" id="{CDB102A2-235E-42B9-84EC-DDED791F610F}"/>
                    </a:ext>
                  </a:extLst>
                </p:cNvPr>
                <p:cNvSpPr>
                  <a:spLocks/>
                </p:cNvSpPr>
                <p:nvPr/>
              </p:nvSpPr>
              <p:spPr bwMode="gray">
                <a:xfrm>
                  <a:off x="5634387" y="3427634"/>
                  <a:ext cx="100687" cy="224341"/>
                </a:xfrm>
                <a:custGeom>
                  <a:avLst/>
                  <a:gdLst>
                    <a:gd name="T0" fmla="*/ 2147483647 w 222"/>
                    <a:gd name="T1" fmla="*/ 2147483647 h 498"/>
                    <a:gd name="T2" fmla="*/ 2147483647 w 222"/>
                    <a:gd name="T3" fmla="*/ 2147483647 h 498"/>
                    <a:gd name="T4" fmla="*/ 2147483647 w 222"/>
                    <a:gd name="T5" fmla="*/ 2147483647 h 498"/>
                    <a:gd name="T6" fmla="*/ 2147483647 w 222"/>
                    <a:gd name="T7" fmla="*/ 2147483647 h 498"/>
                    <a:gd name="T8" fmla="*/ 2147483647 w 222"/>
                    <a:gd name="T9" fmla="*/ 2147483647 h 498"/>
                    <a:gd name="T10" fmla="*/ 2147483647 w 222"/>
                    <a:gd name="T11" fmla="*/ 2147483647 h 498"/>
                    <a:gd name="T12" fmla="*/ 2147483647 w 222"/>
                    <a:gd name="T13" fmla="*/ 2147483647 h 498"/>
                    <a:gd name="T14" fmla="*/ 2147483647 w 222"/>
                    <a:gd name="T15" fmla="*/ 2147483647 h 498"/>
                    <a:gd name="T16" fmla="*/ 2147483647 w 222"/>
                    <a:gd name="T17" fmla="*/ 2147483647 h 498"/>
                    <a:gd name="T18" fmla="*/ 2147483647 w 222"/>
                    <a:gd name="T19" fmla="*/ 2147483647 h 498"/>
                    <a:gd name="T20" fmla="*/ 2147483647 w 222"/>
                    <a:gd name="T21" fmla="*/ 2147483647 h 498"/>
                    <a:gd name="T22" fmla="*/ 2147483647 w 222"/>
                    <a:gd name="T23" fmla="*/ 2147483647 h 498"/>
                    <a:gd name="T24" fmla="*/ 2147483647 w 222"/>
                    <a:gd name="T25" fmla="*/ 2147483647 h 498"/>
                    <a:gd name="T26" fmla="*/ 2147483647 w 222"/>
                    <a:gd name="T27" fmla="*/ 2147483647 h 498"/>
                    <a:gd name="T28" fmla="*/ 2147483647 w 222"/>
                    <a:gd name="T29" fmla="*/ 2147483647 h 498"/>
                    <a:gd name="T30" fmla="*/ 2147483647 w 222"/>
                    <a:gd name="T31" fmla="*/ 2147483647 h 498"/>
                    <a:gd name="T32" fmla="*/ 2147483647 w 222"/>
                    <a:gd name="T33" fmla="*/ 2147483647 h 498"/>
                    <a:gd name="T34" fmla="*/ 2147483647 w 222"/>
                    <a:gd name="T35" fmla="*/ 2147483647 h 498"/>
                    <a:gd name="T36" fmla="*/ 2147483647 w 222"/>
                    <a:gd name="T37" fmla="*/ 2147483647 h 498"/>
                    <a:gd name="T38" fmla="*/ 2147483647 w 222"/>
                    <a:gd name="T39" fmla="*/ 2147483647 h 498"/>
                    <a:gd name="T40" fmla="*/ 2147483647 w 222"/>
                    <a:gd name="T41" fmla="*/ 2147483647 h 498"/>
                    <a:gd name="T42" fmla="*/ 2147483647 w 222"/>
                    <a:gd name="T43" fmla="*/ 2147483647 h 498"/>
                    <a:gd name="T44" fmla="*/ 2147483647 w 222"/>
                    <a:gd name="T45" fmla="*/ 2147483647 h 498"/>
                    <a:gd name="T46" fmla="*/ 0 w 222"/>
                    <a:gd name="T47" fmla="*/ 2147483647 h 498"/>
                    <a:gd name="T48" fmla="*/ 2147483647 w 222"/>
                    <a:gd name="T49" fmla="*/ 2147483647 h 498"/>
                    <a:gd name="T50" fmla="*/ 2147483647 w 222"/>
                    <a:gd name="T51" fmla="*/ 2147483647 h 498"/>
                    <a:gd name="T52" fmla="*/ 2147483647 w 222"/>
                    <a:gd name="T53" fmla="*/ 2147483647 h 498"/>
                    <a:gd name="T54" fmla="*/ 2147483647 w 222"/>
                    <a:gd name="T55" fmla="*/ 2147483647 h 498"/>
                    <a:gd name="T56" fmla="*/ 2147483647 w 222"/>
                    <a:gd name="T57" fmla="*/ 2147483647 h 498"/>
                    <a:gd name="T58" fmla="*/ 2147483647 w 222"/>
                    <a:gd name="T59" fmla="*/ 2147483647 h 498"/>
                    <a:gd name="T60" fmla="*/ 2147483647 w 222"/>
                    <a:gd name="T61" fmla="*/ 2147483647 h 498"/>
                    <a:gd name="T62" fmla="*/ 2147483647 w 222"/>
                    <a:gd name="T63" fmla="*/ 2147483647 h 498"/>
                    <a:gd name="T64" fmla="*/ 2147483647 w 222"/>
                    <a:gd name="T65" fmla="*/ 2147483647 h 498"/>
                    <a:gd name="T66" fmla="*/ 2147483647 w 222"/>
                    <a:gd name="T67" fmla="*/ 2147483647 h 498"/>
                    <a:gd name="T68" fmla="*/ 2147483647 w 222"/>
                    <a:gd name="T69" fmla="*/ 2147483647 h 49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22"/>
                    <a:gd name="T106" fmla="*/ 0 h 498"/>
                    <a:gd name="T107" fmla="*/ 222 w 222"/>
                    <a:gd name="T108" fmla="*/ 498 h 49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22" h="498">
                      <a:moveTo>
                        <a:pt x="138" y="372"/>
                      </a:moveTo>
                      <a:lnTo>
                        <a:pt x="144" y="342"/>
                      </a:lnTo>
                      <a:lnTo>
                        <a:pt x="138" y="306"/>
                      </a:lnTo>
                      <a:lnTo>
                        <a:pt x="144" y="276"/>
                      </a:lnTo>
                      <a:lnTo>
                        <a:pt x="162" y="276"/>
                      </a:lnTo>
                      <a:lnTo>
                        <a:pt x="174" y="252"/>
                      </a:lnTo>
                      <a:lnTo>
                        <a:pt x="174" y="222"/>
                      </a:lnTo>
                      <a:lnTo>
                        <a:pt x="180" y="216"/>
                      </a:lnTo>
                      <a:lnTo>
                        <a:pt x="186" y="204"/>
                      </a:lnTo>
                      <a:lnTo>
                        <a:pt x="198" y="198"/>
                      </a:lnTo>
                      <a:lnTo>
                        <a:pt x="198" y="156"/>
                      </a:lnTo>
                      <a:lnTo>
                        <a:pt x="210" y="150"/>
                      </a:lnTo>
                      <a:lnTo>
                        <a:pt x="216" y="150"/>
                      </a:lnTo>
                      <a:lnTo>
                        <a:pt x="222" y="144"/>
                      </a:lnTo>
                      <a:lnTo>
                        <a:pt x="222" y="132"/>
                      </a:lnTo>
                      <a:lnTo>
                        <a:pt x="216" y="126"/>
                      </a:lnTo>
                      <a:lnTo>
                        <a:pt x="216" y="114"/>
                      </a:lnTo>
                      <a:lnTo>
                        <a:pt x="210" y="102"/>
                      </a:lnTo>
                      <a:lnTo>
                        <a:pt x="204" y="96"/>
                      </a:lnTo>
                      <a:lnTo>
                        <a:pt x="192" y="72"/>
                      </a:lnTo>
                      <a:lnTo>
                        <a:pt x="198" y="66"/>
                      </a:lnTo>
                      <a:lnTo>
                        <a:pt x="198" y="60"/>
                      </a:lnTo>
                      <a:lnTo>
                        <a:pt x="204" y="48"/>
                      </a:lnTo>
                      <a:lnTo>
                        <a:pt x="198" y="42"/>
                      </a:lnTo>
                      <a:lnTo>
                        <a:pt x="186" y="36"/>
                      </a:lnTo>
                      <a:lnTo>
                        <a:pt x="180" y="36"/>
                      </a:lnTo>
                      <a:lnTo>
                        <a:pt x="174" y="30"/>
                      </a:lnTo>
                      <a:lnTo>
                        <a:pt x="168" y="30"/>
                      </a:lnTo>
                      <a:lnTo>
                        <a:pt x="162" y="24"/>
                      </a:lnTo>
                      <a:lnTo>
                        <a:pt x="156" y="12"/>
                      </a:lnTo>
                      <a:lnTo>
                        <a:pt x="144" y="0"/>
                      </a:lnTo>
                      <a:lnTo>
                        <a:pt x="114" y="12"/>
                      </a:lnTo>
                      <a:lnTo>
                        <a:pt x="114" y="36"/>
                      </a:lnTo>
                      <a:lnTo>
                        <a:pt x="120" y="36"/>
                      </a:lnTo>
                      <a:lnTo>
                        <a:pt x="114" y="42"/>
                      </a:lnTo>
                      <a:lnTo>
                        <a:pt x="108" y="60"/>
                      </a:lnTo>
                      <a:lnTo>
                        <a:pt x="96" y="60"/>
                      </a:lnTo>
                      <a:lnTo>
                        <a:pt x="90" y="66"/>
                      </a:lnTo>
                      <a:lnTo>
                        <a:pt x="84" y="66"/>
                      </a:lnTo>
                      <a:lnTo>
                        <a:pt x="84" y="78"/>
                      </a:lnTo>
                      <a:lnTo>
                        <a:pt x="78" y="72"/>
                      </a:lnTo>
                      <a:lnTo>
                        <a:pt x="48" y="72"/>
                      </a:lnTo>
                      <a:lnTo>
                        <a:pt x="30" y="90"/>
                      </a:lnTo>
                      <a:lnTo>
                        <a:pt x="24" y="102"/>
                      </a:lnTo>
                      <a:lnTo>
                        <a:pt x="12" y="102"/>
                      </a:lnTo>
                      <a:lnTo>
                        <a:pt x="6" y="114"/>
                      </a:lnTo>
                      <a:lnTo>
                        <a:pt x="0" y="132"/>
                      </a:lnTo>
                      <a:lnTo>
                        <a:pt x="0" y="162"/>
                      </a:lnTo>
                      <a:lnTo>
                        <a:pt x="12" y="168"/>
                      </a:lnTo>
                      <a:lnTo>
                        <a:pt x="42" y="198"/>
                      </a:lnTo>
                      <a:lnTo>
                        <a:pt x="42" y="240"/>
                      </a:lnTo>
                      <a:lnTo>
                        <a:pt x="54" y="252"/>
                      </a:lnTo>
                      <a:lnTo>
                        <a:pt x="60" y="264"/>
                      </a:lnTo>
                      <a:lnTo>
                        <a:pt x="60" y="294"/>
                      </a:lnTo>
                      <a:lnTo>
                        <a:pt x="66" y="306"/>
                      </a:lnTo>
                      <a:lnTo>
                        <a:pt x="54" y="318"/>
                      </a:lnTo>
                      <a:lnTo>
                        <a:pt x="54" y="378"/>
                      </a:lnTo>
                      <a:lnTo>
                        <a:pt x="66" y="390"/>
                      </a:lnTo>
                      <a:lnTo>
                        <a:pt x="54" y="396"/>
                      </a:lnTo>
                      <a:lnTo>
                        <a:pt x="60" y="462"/>
                      </a:lnTo>
                      <a:lnTo>
                        <a:pt x="60" y="468"/>
                      </a:lnTo>
                      <a:lnTo>
                        <a:pt x="72" y="480"/>
                      </a:lnTo>
                      <a:lnTo>
                        <a:pt x="72" y="492"/>
                      </a:lnTo>
                      <a:lnTo>
                        <a:pt x="84" y="492"/>
                      </a:lnTo>
                      <a:lnTo>
                        <a:pt x="96" y="498"/>
                      </a:lnTo>
                      <a:lnTo>
                        <a:pt x="108" y="498"/>
                      </a:lnTo>
                      <a:lnTo>
                        <a:pt x="120" y="474"/>
                      </a:lnTo>
                      <a:lnTo>
                        <a:pt x="126" y="480"/>
                      </a:lnTo>
                      <a:lnTo>
                        <a:pt x="138" y="486"/>
                      </a:lnTo>
                      <a:lnTo>
                        <a:pt x="138" y="372"/>
                      </a:lnTo>
                      <a:close/>
                    </a:path>
                  </a:pathLst>
                </a:custGeom>
                <a:solidFill>
                  <a:srgbClr val="A29C97"/>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331" name="Belize" descr="© INSCALE GmbH, 05.05.2010&#10;http://www.presentationload.com/">
                  <a:extLst>
                    <a:ext uri="{FF2B5EF4-FFF2-40B4-BE49-F238E27FC236}">
                      <a16:creationId xmlns:a16="http://schemas.microsoft.com/office/drawing/2014/main" id="{0430B550-FEFC-48EF-887B-E6210EC10411}"/>
                    </a:ext>
                  </a:extLst>
                </p:cNvPr>
                <p:cNvSpPr>
                  <a:spLocks/>
                </p:cNvSpPr>
                <p:nvPr/>
              </p:nvSpPr>
              <p:spPr bwMode="gray">
                <a:xfrm>
                  <a:off x="2772736" y="3205059"/>
                  <a:ext cx="49460" cy="95390"/>
                </a:xfrm>
                <a:custGeom>
                  <a:avLst/>
                  <a:gdLst>
                    <a:gd name="T0" fmla="*/ 2147483647 w 108"/>
                    <a:gd name="T1" fmla="*/ 2147483647 h 210"/>
                    <a:gd name="T2" fmla="*/ 2147483647 w 108"/>
                    <a:gd name="T3" fmla="*/ 2147483647 h 210"/>
                    <a:gd name="T4" fmla="*/ 2147483647 w 108"/>
                    <a:gd name="T5" fmla="*/ 2147483647 h 210"/>
                    <a:gd name="T6" fmla="*/ 2147483647 w 108"/>
                    <a:gd name="T7" fmla="*/ 2147483647 h 210"/>
                    <a:gd name="T8" fmla="*/ 2147483647 w 108"/>
                    <a:gd name="T9" fmla="*/ 2147483647 h 210"/>
                    <a:gd name="T10" fmla="*/ 2147483647 w 108"/>
                    <a:gd name="T11" fmla="*/ 0 h 210"/>
                    <a:gd name="T12" fmla="*/ 2147483647 w 108"/>
                    <a:gd name="T13" fmla="*/ 2147483647 h 210"/>
                    <a:gd name="T14" fmla="*/ 2147483647 w 108"/>
                    <a:gd name="T15" fmla="*/ 2147483647 h 210"/>
                    <a:gd name="T16" fmla="*/ 2147483647 w 108"/>
                    <a:gd name="T17" fmla="*/ 2147483647 h 210"/>
                    <a:gd name="T18" fmla="*/ 2147483647 w 108"/>
                    <a:gd name="T19" fmla="*/ 2147483647 h 210"/>
                    <a:gd name="T20" fmla="*/ 2147483647 w 108"/>
                    <a:gd name="T21" fmla="*/ 2147483647 h 210"/>
                    <a:gd name="T22" fmla="*/ 2147483647 w 108"/>
                    <a:gd name="T23" fmla="*/ 2147483647 h 210"/>
                    <a:gd name="T24" fmla="*/ 2147483647 w 108"/>
                    <a:gd name="T25" fmla="*/ 2147483647 h 210"/>
                    <a:gd name="T26" fmla="*/ 2147483647 w 108"/>
                    <a:gd name="T27" fmla="*/ 2147483647 h 210"/>
                    <a:gd name="T28" fmla="*/ 2147483647 w 108"/>
                    <a:gd name="T29" fmla="*/ 2147483647 h 210"/>
                    <a:gd name="T30" fmla="*/ 2147483647 w 108"/>
                    <a:gd name="T31" fmla="*/ 2147483647 h 210"/>
                    <a:gd name="T32" fmla="*/ 2147483647 w 108"/>
                    <a:gd name="T33" fmla="*/ 2147483647 h 210"/>
                    <a:gd name="T34" fmla="*/ 2147483647 w 108"/>
                    <a:gd name="T35" fmla="*/ 2147483647 h 210"/>
                    <a:gd name="T36" fmla="*/ 0 w 108"/>
                    <a:gd name="T37" fmla="*/ 2147483647 h 210"/>
                    <a:gd name="T38" fmla="*/ 2147483647 w 108"/>
                    <a:gd name="T39" fmla="*/ 2147483647 h 210"/>
                    <a:gd name="T40" fmla="*/ 2147483647 w 108"/>
                    <a:gd name="T41" fmla="*/ 2147483647 h 210"/>
                    <a:gd name="T42" fmla="*/ 2147483647 w 108"/>
                    <a:gd name="T43" fmla="*/ 2147483647 h 210"/>
                    <a:gd name="T44" fmla="*/ 2147483647 w 108"/>
                    <a:gd name="T45" fmla="*/ 2147483647 h 210"/>
                    <a:gd name="T46" fmla="*/ 2147483647 w 108"/>
                    <a:gd name="T47" fmla="*/ 2147483647 h 210"/>
                    <a:gd name="T48" fmla="*/ 2147483647 w 108"/>
                    <a:gd name="T49" fmla="*/ 2147483647 h 210"/>
                    <a:gd name="T50" fmla="*/ 2147483647 w 108"/>
                    <a:gd name="T51" fmla="*/ 2147483647 h 210"/>
                    <a:gd name="T52" fmla="*/ 2147483647 w 108"/>
                    <a:gd name="T53" fmla="*/ 2147483647 h 210"/>
                    <a:gd name="T54" fmla="*/ 2147483647 w 108"/>
                    <a:gd name="T55" fmla="*/ 2147483647 h 21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08"/>
                    <a:gd name="T85" fmla="*/ 0 h 210"/>
                    <a:gd name="T86" fmla="*/ 108 w 108"/>
                    <a:gd name="T87" fmla="*/ 210 h 210"/>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08" h="210">
                      <a:moveTo>
                        <a:pt x="108" y="30"/>
                      </a:moveTo>
                      <a:lnTo>
                        <a:pt x="108" y="24"/>
                      </a:lnTo>
                      <a:lnTo>
                        <a:pt x="102" y="24"/>
                      </a:lnTo>
                      <a:lnTo>
                        <a:pt x="90" y="18"/>
                      </a:lnTo>
                      <a:lnTo>
                        <a:pt x="84" y="12"/>
                      </a:lnTo>
                      <a:lnTo>
                        <a:pt x="78" y="0"/>
                      </a:lnTo>
                      <a:lnTo>
                        <a:pt x="78" y="6"/>
                      </a:lnTo>
                      <a:lnTo>
                        <a:pt x="72" y="12"/>
                      </a:lnTo>
                      <a:lnTo>
                        <a:pt x="72" y="24"/>
                      </a:lnTo>
                      <a:lnTo>
                        <a:pt x="66" y="36"/>
                      </a:lnTo>
                      <a:lnTo>
                        <a:pt x="54" y="42"/>
                      </a:lnTo>
                      <a:lnTo>
                        <a:pt x="48" y="48"/>
                      </a:lnTo>
                      <a:lnTo>
                        <a:pt x="42" y="48"/>
                      </a:lnTo>
                      <a:lnTo>
                        <a:pt x="42" y="42"/>
                      </a:lnTo>
                      <a:lnTo>
                        <a:pt x="36" y="36"/>
                      </a:lnTo>
                      <a:lnTo>
                        <a:pt x="30" y="36"/>
                      </a:lnTo>
                      <a:lnTo>
                        <a:pt x="30" y="42"/>
                      </a:lnTo>
                      <a:lnTo>
                        <a:pt x="24" y="54"/>
                      </a:lnTo>
                      <a:lnTo>
                        <a:pt x="0" y="210"/>
                      </a:lnTo>
                      <a:lnTo>
                        <a:pt x="30" y="210"/>
                      </a:lnTo>
                      <a:lnTo>
                        <a:pt x="42" y="168"/>
                      </a:lnTo>
                      <a:lnTo>
                        <a:pt x="60" y="174"/>
                      </a:lnTo>
                      <a:lnTo>
                        <a:pt x="84" y="150"/>
                      </a:lnTo>
                      <a:lnTo>
                        <a:pt x="84" y="90"/>
                      </a:lnTo>
                      <a:lnTo>
                        <a:pt x="90" y="78"/>
                      </a:lnTo>
                      <a:lnTo>
                        <a:pt x="96" y="60"/>
                      </a:lnTo>
                      <a:lnTo>
                        <a:pt x="108" y="36"/>
                      </a:lnTo>
                      <a:lnTo>
                        <a:pt x="108" y="30"/>
                      </a:lnTo>
                      <a:close/>
                    </a:path>
                  </a:pathLst>
                </a:custGeom>
                <a:solidFill>
                  <a:srgbClr val="A29C97"/>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332" name="Belgium" descr="© INSCALE GmbH, 05.05.2010&#10;http://www.presentationload.com/">
                  <a:extLst>
                    <a:ext uri="{FF2B5EF4-FFF2-40B4-BE49-F238E27FC236}">
                      <a16:creationId xmlns:a16="http://schemas.microsoft.com/office/drawing/2014/main" id="{5DEEAB58-2ADA-47B3-A19C-85F9C22484DD}"/>
                    </a:ext>
                  </a:extLst>
                </p:cNvPr>
                <p:cNvSpPr>
                  <a:spLocks/>
                </p:cNvSpPr>
                <p:nvPr/>
              </p:nvSpPr>
              <p:spPr bwMode="gray">
                <a:xfrm>
                  <a:off x="5729777" y="2014466"/>
                  <a:ext cx="100687" cy="68892"/>
                </a:xfrm>
                <a:custGeom>
                  <a:avLst/>
                  <a:gdLst>
                    <a:gd name="T0" fmla="*/ 0 w 222"/>
                    <a:gd name="T1" fmla="*/ 2147483647 h 150"/>
                    <a:gd name="T2" fmla="*/ 2147483647 w 222"/>
                    <a:gd name="T3" fmla="*/ 2147483647 h 150"/>
                    <a:gd name="T4" fmla="*/ 2147483647 w 222"/>
                    <a:gd name="T5" fmla="*/ 2147483647 h 150"/>
                    <a:gd name="T6" fmla="*/ 2147483647 w 222"/>
                    <a:gd name="T7" fmla="*/ 2147483647 h 150"/>
                    <a:gd name="T8" fmla="*/ 2147483647 w 222"/>
                    <a:gd name="T9" fmla="*/ 2147483647 h 150"/>
                    <a:gd name="T10" fmla="*/ 2147483647 w 222"/>
                    <a:gd name="T11" fmla="*/ 2147483647 h 150"/>
                    <a:gd name="T12" fmla="*/ 2147483647 w 222"/>
                    <a:gd name="T13" fmla="*/ 2147483647 h 150"/>
                    <a:gd name="T14" fmla="*/ 2147483647 w 222"/>
                    <a:gd name="T15" fmla="*/ 2147483647 h 150"/>
                    <a:gd name="T16" fmla="*/ 2147483647 w 222"/>
                    <a:gd name="T17" fmla="*/ 2147483647 h 150"/>
                    <a:gd name="T18" fmla="*/ 2147483647 w 222"/>
                    <a:gd name="T19" fmla="*/ 2147483647 h 150"/>
                    <a:gd name="T20" fmla="*/ 2147483647 w 222"/>
                    <a:gd name="T21" fmla="*/ 2147483647 h 150"/>
                    <a:gd name="T22" fmla="*/ 2147483647 w 222"/>
                    <a:gd name="T23" fmla="*/ 2147483647 h 150"/>
                    <a:gd name="T24" fmla="*/ 2147483647 w 222"/>
                    <a:gd name="T25" fmla="*/ 2147483647 h 150"/>
                    <a:gd name="T26" fmla="*/ 2147483647 w 222"/>
                    <a:gd name="T27" fmla="*/ 2147483647 h 150"/>
                    <a:gd name="T28" fmla="*/ 2147483647 w 222"/>
                    <a:gd name="T29" fmla="*/ 2147483647 h 150"/>
                    <a:gd name="T30" fmla="*/ 2147483647 w 222"/>
                    <a:gd name="T31" fmla="*/ 2147483647 h 150"/>
                    <a:gd name="T32" fmla="*/ 2147483647 w 222"/>
                    <a:gd name="T33" fmla="*/ 2147483647 h 150"/>
                    <a:gd name="T34" fmla="*/ 2147483647 w 222"/>
                    <a:gd name="T35" fmla="*/ 2147483647 h 150"/>
                    <a:gd name="T36" fmla="*/ 2147483647 w 222"/>
                    <a:gd name="T37" fmla="*/ 2147483647 h 150"/>
                    <a:gd name="T38" fmla="*/ 2147483647 w 222"/>
                    <a:gd name="T39" fmla="*/ 2147483647 h 150"/>
                    <a:gd name="T40" fmla="*/ 2147483647 w 222"/>
                    <a:gd name="T41" fmla="*/ 2147483647 h 150"/>
                    <a:gd name="T42" fmla="*/ 2147483647 w 222"/>
                    <a:gd name="T43" fmla="*/ 2147483647 h 150"/>
                    <a:gd name="T44" fmla="*/ 2147483647 w 222"/>
                    <a:gd name="T45" fmla="*/ 2147483647 h 150"/>
                    <a:gd name="T46" fmla="*/ 2147483647 w 222"/>
                    <a:gd name="T47" fmla="*/ 2147483647 h 150"/>
                    <a:gd name="T48" fmla="*/ 2147483647 w 222"/>
                    <a:gd name="T49" fmla="*/ 2147483647 h 150"/>
                    <a:gd name="T50" fmla="*/ 2147483647 w 222"/>
                    <a:gd name="T51" fmla="*/ 2147483647 h 150"/>
                    <a:gd name="T52" fmla="*/ 2147483647 w 222"/>
                    <a:gd name="T53" fmla="*/ 2147483647 h 150"/>
                    <a:gd name="T54" fmla="*/ 2147483647 w 222"/>
                    <a:gd name="T55" fmla="*/ 2147483647 h 150"/>
                    <a:gd name="T56" fmla="*/ 2147483647 w 222"/>
                    <a:gd name="T57" fmla="*/ 2147483647 h 150"/>
                    <a:gd name="T58" fmla="*/ 2147483647 w 222"/>
                    <a:gd name="T59" fmla="*/ 2147483647 h 150"/>
                    <a:gd name="T60" fmla="*/ 2147483647 w 222"/>
                    <a:gd name="T61" fmla="*/ 2147483647 h 150"/>
                    <a:gd name="T62" fmla="*/ 2147483647 w 222"/>
                    <a:gd name="T63" fmla="*/ 2147483647 h 150"/>
                    <a:gd name="T64" fmla="*/ 2147483647 w 222"/>
                    <a:gd name="T65" fmla="*/ 2147483647 h 150"/>
                    <a:gd name="T66" fmla="*/ 2147483647 w 222"/>
                    <a:gd name="T67" fmla="*/ 2147483647 h 150"/>
                    <a:gd name="T68" fmla="*/ 2147483647 w 222"/>
                    <a:gd name="T69" fmla="*/ 2147483647 h 150"/>
                    <a:gd name="T70" fmla="*/ 2147483647 w 222"/>
                    <a:gd name="T71" fmla="*/ 2147483647 h 150"/>
                    <a:gd name="T72" fmla="*/ 2147483647 w 222"/>
                    <a:gd name="T73" fmla="*/ 2147483647 h 150"/>
                    <a:gd name="T74" fmla="*/ 2147483647 w 222"/>
                    <a:gd name="T75" fmla="*/ 2147483647 h 150"/>
                    <a:gd name="T76" fmla="*/ 2147483647 w 222"/>
                    <a:gd name="T77" fmla="*/ 2147483647 h 150"/>
                    <a:gd name="T78" fmla="*/ 2147483647 w 222"/>
                    <a:gd name="T79" fmla="*/ 2147483647 h 150"/>
                    <a:gd name="T80" fmla="*/ 2147483647 w 222"/>
                    <a:gd name="T81" fmla="*/ 0 h 150"/>
                    <a:gd name="T82" fmla="*/ 2147483647 w 222"/>
                    <a:gd name="T83" fmla="*/ 0 h 150"/>
                    <a:gd name="T84" fmla="*/ 2147483647 w 222"/>
                    <a:gd name="T85" fmla="*/ 2147483647 h 150"/>
                    <a:gd name="T86" fmla="*/ 2147483647 w 222"/>
                    <a:gd name="T87" fmla="*/ 0 h 150"/>
                    <a:gd name="T88" fmla="*/ 2147483647 w 222"/>
                    <a:gd name="T89" fmla="*/ 2147483647 h 150"/>
                    <a:gd name="T90" fmla="*/ 2147483647 w 222"/>
                    <a:gd name="T91" fmla="*/ 2147483647 h 150"/>
                    <a:gd name="T92" fmla="*/ 2147483647 w 222"/>
                    <a:gd name="T93" fmla="*/ 2147483647 h 150"/>
                    <a:gd name="T94" fmla="*/ 2147483647 w 222"/>
                    <a:gd name="T95" fmla="*/ 2147483647 h 150"/>
                    <a:gd name="T96" fmla="*/ 2147483647 w 222"/>
                    <a:gd name="T97" fmla="*/ 2147483647 h 150"/>
                    <a:gd name="T98" fmla="*/ 2147483647 w 222"/>
                    <a:gd name="T99" fmla="*/ 2147483647 h 150"/>
                    <a:gd name="T100" fmla="*/ 2147483647 w 222"/>
                    <a:gd name="T101" fmla="*/ 2147483647 h 150"/>
                    <a:gd name="T102" fmla="*/ 0 w 222"/>
                    <a:gd name="T103" fmla="*/ 2147483647 h 150"/>
                    <a:gd name="T104" fmla="*/ 0 w 222"/>
                    <a:gd name="T105" fmla="*/ 2147483647 h 150"/>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222"/>
                    <a:gd name="T160" fmla="*/ 0 h 150"/>
                    <a:gd name="T161" fmla="*/ 222 w 222"/>
                    <a:gd name="T162" fmla="*/ 150 h 150"/>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222" h="150">
                      <a:moveTo>
                        <a:pt x="0" y="42"/>
                      </a:moveTo>
                      <a:lnTo>
                        <a:pt x="6" y="60"/>
                      </a:lnTo>
                      <a:lnTo>
                        <a:pt x="30" y="66"/>
                      </a:lnTo>
                      <a:lnTo>
                        <a:pt x="42" y="78"/>
                      </a:lnTo>
                      <a:lnTo>
                        <a:pt x="66" y="78"/>
                      </a:lnTo>
                      <a:lnTo>
                        <a:pt x="78" y="84"/>
                      </a:lnTo>
                      <a:lnTo>
                        <a:pt x="84" y="90"/>
                      </a:lnTo>
                      <a:lnTo>
                        <a:pt x="84" y="114"/>
                      </a:lnTo>
                      <a:lnTo>
                        <a:pt x="108" y="114"/>
                      </a:lnTo>
                      <a:lnTo>
                        <a:pt x="120" y="102"/>
                      </a:lnTo>
                      <a:lnTo>
                        <a:pt x="120" y="126"/>
                      </a:lnTo>
                      <a:lnTo>
                        <a:pt x="132" y="126"/>
                      </a:lnTo>
                      <a:lnTo>
                        <a:pt x="144" y="132"/>
                      </a:lnTo>
                      <a:lnTo>
                        <a:pt x="150" y="132"/>
                      </a:lnTo>
                      <a:lnTo>
                        <a:pt x="162" y="144"/>
                      </a:lnTo>
                      <a:lnTo>
                        <a:pt x="180" y="144"/>
                      </a:lnTo>
                      <a:lnTo>
                        <a:pt x="192" y="150"/>
                      </a:lnTo>
                      <a:lnTo>
                        <a:pt x="192" y="144"/>
                      </a:lnTo>
                      <a:lnTo>
                        <a:pt x="186" y="132"/>
                      </a:lnTo>
                      <a:lnTo>
                        <a:pt x="174" y="120"/>
                      </a:lnTo>
                      <a:lnTo>
                        <a:pt x="174" y="114"/>
                      </a:lnTo>
                      <a:lnTo>
                        <a:pt x="180" y="114"/>
                      </a:lnTo>
                      <a:lnTo>
                        <a:pt x="192" y="108"/>
                      </a:lnTo>
                      <a:lnTo>
                        <a:pt x="198" y="102"/>
                      </a:lnTo>
                      <a:lnTo>
                        <a:pt x="204" y="102"/>
                      </a:lnTo>
                      <a:lnTo>
                        <a:pt x="204" y="96"/>
                      </a:lnTo>
                      <a:lnTo>
                        <a:pt x="210" y="90"/>
                      </a:lnTo>
                      <a:lnTo>
                        <a:pt x="222" y="90"/>
                      </a:lnTo>
                      <a:lnTo>
                        <a:pt x="216" y="84"/>
                      </a:lnTo>
                      <a:lnTo>
                        <a:pt x="216" y="66"/>
                      </a:lnTo>
                      <a:lnTo>
                        <a:pt x="204" y="54"/>
                      </a:lnTo>
                      <a:lnTo>
                        <a:pt x="180" y="54"/>
                      </a:lnTo>
                      <a:lnTo>
                        <a:pt x="180" y="42"/>
                      </a:lnTo>
                      <a:lnTo>
                        <a:pt x="186" y="36"/>
                      </a:lnTo>
                      <a:lnTo>
                        <a:pt x="186" y="18"/>
                      </a:lnTo>
                      <a:lnTo>
                        <a:pt x="180" y="12"/>
                      </a:lnTo>
                      <a:lnTo>
                        <a:pt x="174" y="12"/>
                      </a:lnTo>
                      <a:lnTo>
                        <a:pt x="162" y="18"/>
                      </a:lnTo>
                      <a:lnTo>
                        <a:pt x="150" y="18"/>
                      </a:lnTo>
                      <a:lnTo>
                        <a:pt x="144" y="12"/>
                      </a:lnTo>
                      <a:lnTo>
                        <a:pt x="144" y="0"/>
                      </a:lnTo>
                      <a:lnTo>
                        <a:pt x="108" y="0"/>
                      </a:lnTo>
                      <a:lnTo>
                        <a:pt x="108" y="6"/>
                      </a:lnTo>
                      <a:lnTo>
                        <a:pt x="96" y="0"/>
                      </a:lnTo>
                      <a:lnTo>
                        <a:pt x="96" y="12"/>
                      </a:lnTo>
                      <a:lnTo>
                        <a:pt x="78" y="6"/>
                      </a:lnTo>
                      <a:lnTo>
                        <a:pt x="72" y="18"/>
                      </a:lnTo>
                      <a:lnTo>
                        <a:pt x="66" y="12"/>
                      </a:lnTo>
                      <a:lnTo>
                        <a:pt x="42" y="12"/>
                      </a:lnTo>
                      <a:lnTo>
                        <a:pt x="36" y="6"/>
                      </a:lnTo>
                      <a:lnTo>
                        <a:pt x="24" y="6"/>
                      </a:lnTo>
                      <a:lnTo>
                        <a:pt x="0" y="24"/>
                      </a:lnTo>
                      <a:lnTo>
                        <a:pt x="0" y="42"/>
                      </a:lnTo>
                      <a:close/>
                    </a:path>
                  </a:pathLst>
                </a:custGeom>
                <a:solidFill>
                  <a:srgbClr val="D40D8D"/>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333" name="Bangladesh" descr="© INSCALE GmbH, 05.05.2010&#10;http://www.presentationload.com/">
                  <a:extLst>
                    <a:ext uri="{FF2B5EF4-FFF2-40B4-BE49-F238E27FC236}">
                      <a16:creationId xmlns:a16="http://schemas.microsoft.com/office/drawing/2014/main" id="{A91B9B22-3AEF-48DF-B975-CAF555388B68}"/>
                    </a:ext>
                  </a:extLst>
                </p:cNvPr>
                <p:cNvSpPr>
                  <a:spLocks/>
                </p:cNvSpPr>
                <p:nvPr/>
              </p:nvSpPr>
              <p:spPr bwMode="gray">
                <a:xfrm>
                  <a:off x="8368857" y="2911828"/>
                  <a:ext cx="169579" cy="192545"/>
                </a:xfrm>
                <a:custGeom>
                  <a:avLst/>
                  <a:gdLst>
                    <a:gd name="T0" fmla="*/ 2147483647 w 372"/>
                    <a:gd name="T1" fmla="*/ 2147483647 h 426"/>
                    <a:gd name="T2" fmla="*/ 2147483647 w 372"/>
                    <a:gd name="T3" fmla="*/ 2147483647 h 426"/>
                    <a:gd name="T4" fmla="*/ 2147483647 w 372"/>
                    <a:gd name="T5" fmla="*/ 2147483647 h 426"/>
                    <a:gd name="T6" fmla="*/ 2147483647 w 372"/>
                    <a:gd name="T7" fmla="*/ 2147483647 h 426"/>
                    <a:gd name="T8" fmla="*/ 2147483647 w 372"/>
                    <a:gd name="T9" fmla="*/ 2147483647 h 426"/>
                    <a:gd name="T10" fmla="*/ 2147483647 w 372"/>
                    <a:gd name="T11" fmla="*/ 2147483647 h 426"/>
                    <a:gd name="T12" fmla="*/ 2147483647 w 372"/>
                    <a:gd name="T13" fmla="*/ 2147483647 h 426"/>
                    <a:gd name="T14" fmla="*/ 2147483647 w 372"/>
                    <a:gd name="T15" fmla="*/ 2147483647 h 426"/>
                    <a:gd name="T16" fmla="*/ 2147483647 w 372"/>
                    <a:gd name="T17" fmla="*/ 2147483647 h 426"/>
                    <a:gd name="T18" fmla="*/ 2147483647 w 372"/>
                    <a:gd name="T19" fmla="*/ 2147483647 h 426"/>
                    <a:gd name="T20" fmla="*/ 2147483647 w 372"/>
                    <a:gd name="T21" fmla="*/ 2147483647 h 426"/>
                    <a:gd name="T22" fmla="*/ 2147483647 w 372"/>
                    <a:gd name="T23" fmla="*/ 2147483647 h 426"/>
                    <a:gd name="T24" fmla="*/ 2147483647 w 372"/>
                    <a:gd name="T25" fmla="*/ 2147483647 h 426"/>
                    <a:gd name="T26" fmla="*/ 2147483647 w 372"/>
                    <a:gd name="T27" fmla="*/ 2147483647 h 426"/>
                    <a:gd name="T28" fmla="*/ 2147483647 w 372"/>
                    <a:gd name="T29" fmla="*/ 2147483647 h 426"/>
                    <a:gd name="T30" fmla="*/ 2147483647 w 372"/>
                    <a:gd name="T31" fmla="*/ 2147483647 h 426"/>
                    <a:gd name="T32" fmla="*/ 2147483647 w 372"/>
                    <a:gd name="T33" fmla="*/ 2147483647 h 426"/>
                    <a:gd name="T34" fmla="*/ 2147483647 w 372"/>
                    <a:gd name="T35" fmla="*/ 2147483647 h 426"/>
                    <a:gd name="T36" fmla="*/ 2147483647 w 372"/>
                    <a:gd name="T37" fmla="*/ 2147483647 h 426"/>
                    <a:gd name="T38" fmla="*/ 2147483647 w 372"/>
                    <a:gd name="T39" fmla="*/ 2147483647 h 426"/>
                    <a:gd name="T40" fmla="*/ 2147483647 w 372"/>
                    <a:gd name="T41" fmla="*/ 2147483647 h 426"/>
                    <a:gd name="T42" fmla="*/ 2147483647 w 372"/>
                    <a:gd name="T43" fmla="*/ 2147483647 h 426"/>
                    <a:gd name="T44" fmla="*/ 2147483647 w 372"/>
                    <a:gd name="T45" fmla="*/ 2147483647 h 426"/>
                    <a:gd name="T46" fmla="*/ 2147483647 w 372"/>
                    <a:gd name="T47" fmla="*/ 2147483647 h 426"/>
                    <a:gd name="T48" fmla="*/ 2147483647 w 372"/>
                    <a:gd name="T49" fmla="*/ 2147483647 h 426"/>
                    <a:gd name="T50" fmla="*/ 2147483647 w 372"/>
                    <a:gd name="T51" fmla="*/ 2147483647 h 426"/>
                    <a:gd name="T52" fmla="*/ 2147483647 w 372"/>
                    <a:gd name="T53" fmla="*/ 2147483647 h 426"/>
                    <a:gd name="T54" fmla="*/ 2147483647 w 372"/>
                    <a:gd name="T55" fmla="*/ 2147483647 h 426"/>
                    <a:gd name="T56" fmla="*/ 2147483647 w 372"/>
                    <a:gd name="T57" fmla="*/ 2147483647 h 426"/>
                    <a:gd name="T58" fmla="*/ 2147483647 w 372"/>
                    <a:gd name="T59" fmla="*/ 2147483647 h 426"/>
                    <a:gd name="T60" fmla="*/ 2147483647 w 372"/>
                    <a:gd name="T61" fmla="*/ 2147483647 h 426"/>
                    <a:gd name="T62" fmla="*/ 2147483647 w 372"/>
                    <a:gd name="T63" fmla="*/ 2147483647 h 426"/>
                    <a:gd name="T64" fmla="*/ 2147483647 w 372"/>
                    <a:gd name="T65" fmla="*/ 2147483647 h 426"/>
                    <a:gd name="T66" fmla="*/ 2147483647 w 372"/>
                    <a:gd name="T67" fmla="*/ 2147483647 h 426"/>
                    <a:gd name="T68" fmla="*/ 2147483647 w 372"/>
                    <a:gd name="T69" fmla="*/ 2147483647 h 426"/>
                    <a:gd name="T70" fmla="*/ 2147483647 w 372"/>
                    <a:gd name="T71" fmla="*/ 2147483647 h 426"/>
                    <a:gd name="T72" fmla="*/ 2147483647 w 372"/>
                    <a:gd name="T73" fmla="*/ 2147483647 h 426"/>
                    <a:gd name="T74" fmla="*/ 2147483647 w 372"/>
                    <a:gd name="T75" fmla="*/ 2147483647 h 426"/>
                    <a:gd name="T76" fmla="*/ 2147483647 w 372"/>
                    <a:gd name="T77" fmla="*/ 2147483647 h 426"/>
                    <a:gd name="T78" fmla="*/ 2147483647 w 372"/>
                    <a:gd name="T79" fmla="*/ 2147483647 h 426"/>
                    <a:gd name="T80" fmla="*/ 2147483647 w 372"/>
                    <a:gd name="T81" fmla="*/ 2147483647 h 426"/>
                    <a:gd name="T82" fmla="*/ 2147483647 w 372"/>
                    <a:gd name="T83" fmla="*/ 2147483647 h 426"/>
                    <a:gd name="T84" fmla="*/ 2147483647 w 372"/>
                    <a:gd name="T85" fmla="*/ 0 h 426"/>
                    <a:gd name="T86" fmla="*/ 2147483647 w 372"/>
                    <a:gd name="T87" fmla="*/ 2147483647 h 426"/>
                    <a:gd name="T88" fmla="*/ 0 w 372"/>
                    <a:gd name="T89" fmla="*/ 2147483647 h 426"/>
                    <a:gd name="T90" fmla="*/ 2147483647 w 372"/>
                    <a:gd name="T91" fmla="*/ 2147483647 h 426"/>
                    <a:gd name="T92" fmla="*/ 2147483647 w 372"/>
                    <a:gd name="T93" fmla="*/ 2147483647 h 426"/>
                    <a:gd name="T94" fmla="*/ 2147483647 w 372"/>
                    <a:gd name="T95" fmla="*/ 2147483647 h 426"/>
                    <a:gd name="T96" fmla="*/ 2147483647 w 372"/>
                    <a:gd name="T97" fmla="*/ 2147483647 h 426"/>
                    <a:gd name="T98" fmla="*/ 2147483647 w 372"/>
                    <a:gd name="T99" fmla="*/ 2147483647 h 426"/>
                    <a:gd name="T100" fmla="*/ 2147483647 w 372"/>
                    <a:gd name="T101" fmla="*/ 2147483647 h 426"/>
                    <a:gd name="T102" fmla="*/ 2147483647 w 372"/>
                    <a:gd name="T103" fmla="*/ 2147483647 h 426"/>
                    <a:gd name="T104" fmla="*/ 2147483647 w 372"/>
                    <a:gd name="T105" fmla="*/ 2147483647 h 426"/>
                    <a:gd name="T106" fmla="*/ 2147483647 w 372"/>
                    <a:gd name="T107" fmla="*/ 2147483647 h 426"/>
                    <a:gd name="T108" fmla="*/ 2147483647 w 372"/>
                    <a:gd name="T109" fmla="*/ 2147483647 h 426"/>
                    <a:gd name="T110" fmla="*/ 2147483647 w 372"/>
                    <a:gd name="T111" fmla="*/ 2147483647 h 426"/>
                    <a:gd name="T112" fmla="*/ 2147483647 w 372"/>
                    <a:gd name="T113" fmla="*/ 2147483647 h 426"/>
                    <a:gd name="T114" fmla="*/ 2147483647 w 372"/>
                    <a:gd name="T115" fmla="*/ 2147483647 h 42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72"/>
                    <a:gd name="T175" fmla="*/ 0 h 426"/>
                    <a:gd name="T176" fmla="*/ 372 w 372"/>
                    <a:gd name="T177" fmla="*/ 426 h 42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72" h="426">
                      <a:moveTo>
                        <a:pt x="132" y="414"/>
                      </a:moveTo>
                      <a:lnTo>
                        <a:pt x="138" y="354"/>
                      </a:lnTo>
                      <a:lnTo>
                        <a:pt x="144" y="354"/>
                      </a:lnTo>
                      <a:lnTo>
                        <a:pt x="150" y="360"/>
                      </a:lnTo>
                      <a:lnTo>
                        <a:pt x="162" y="360"/>
                      </a:lnTo>
                      <a:lnTo>
                        <a:pt x="174" y="366"/>
                      </a:lnTo>
                      <a:lnTo>
                        <a:pt x="192" y="372"/>
                      </a:lnTo>
                      <a:lnTo>
                        <a:pt x="216" y="372"/>
                      </a:lnTo>
                      <a:lnTo>
                        <a:pt x="210" y="366"/>
                      </a:lnTo>
                      <a:lnTo>
                        <a:pt x="210" y="348"/>
                      </a:lnTo>
                      <a:lnTo>
                        <a:pt x="204" y="342"/>
                      </a:lnTo>
                      <a:lnTo>
                        <a:pt x="222" y="342"/>
                      </a:lnTo>
                      <a:lnTo>
                        <a:pt x="258" y="360"/>
                      </a:lnTo>
                      <a:lnTo>
                        <a:pt x="270" y="360"/>
                      </a:lnTo>
                      <a:lnTo>
                        <a:pt x="282" y="348"/>
                      </a:lnTo>
                      <a:lnTo>
                        <a:pt x="282" y="336"/>
                      </a:lnTo>
                      <a:lnTo>
                        <a:pt x="270" y="300"/>
                      </a:lnTo>
                      <a:lnTo>
                        <a:pt x="318" y="354"/>
                      </a:lnTo>
                      <a:lnTo>
                        <a:pt x="318" y="360"/>
                      </a:lnTo>
                      <a:lnTo>
                        <a:pt x="312" y="366"/>
                      </a:lnTo>
                      <a:lnTo>
                        <a:pt x="312" y="390"/>
                      </a:lnTo>
                      <a:lnTo>
                        <a:pt x="306" y="402"/>
                      </a:lnTo>
                      <a:lnTo>
                        <a:pt x="306" y="414"/>
                      </a:lnTo>
                      <a:lnTo>
                        <a:pt x="312" y="420"/>
                      </a:lnTo>
                      <a:lnTo>
                        <a:pt x="324" y="420"/>
                      </a:lnTo>
                      <a:lnTo>
                        <a:pt x="330" y="426"/>
                      </a:lnTo>
                      <a:lnTo>
                        <a:pt x="336" y="414"/>
                      </a:lnTo>
                      <a:lnTo>
                        <a:pt x="336" y="408"/>
                      </a:lnTo>
                      <a:lnTo>
                        <a:pt x="372" y="414"/>
                      </a:lnTo>
                      <a:lnTo>
                        <a:pt x="360" y="354"/>
                      </a:lnTo>
                      <a:lnTo>
                        <a:pt x="360" y="348"/>
                      </a:lnTo>
                      <a:lnTo>
                        <a:pt x="354" y="342"/>
                      </a:lnTo>
                      <a:lnTo>
                        <a:pt x="348" y="330"/>
                      </a:lnTo>
                      <a:lnTo>
                        <a:pt x="342" y="312"/>
                      </a:lnTo>
                      <a:lnTo>
                        <a:pt x="336" y="300"/>
                      </a:lnTo>
                      <a:lnTo>
                        <a:pt x="336" y="288"/>
                      </a:lnTo>
                      <a:lnTo>
                        <a:pt x="330" y="276"/>
                      </a:lnTo>
                      <a:lnTo>
                        <a:pt x="330" y="270"/>
                      </a:lnTo>
                      <a:lnTo>
                        <a:pt x="324" y="258"/>
                      </a:lnTo>
                      <a:lnTo>
                        <a:pt x="324" y="240"/>
                      </a:lnTo>
                      <a:lnTo>
                        <a:pt x="318" y="234"/>
                      </a:lnTo>
                      <a:lnTo>
                        <a:pt x="306" y="228"/>
                      </a:lnTo>
                      <a:lnTo>
                        <a:pt x="288" y="228"/>
                      </a:lnTo>
                      <a:lnTo>
                        <a:pt x="288" y="252"/>
                      </a:lnTo>
                      <a:lnTo>
                        <a:pt x="282" y="288"/>
                      </a:lnTo>
                      <a:lnTo>
                        <a:pt x="264" y="264"/>
                      </a:lnTo>
                      <a:lnTo>
                        <a:pt x="258" y="264"/>
                      </a:lnTo>
                      <a:lnTo>
                        <a:pt x="240" y="246"/>
                      </a:lnTo>
                      <a:lnTo>
                        <a:pt x="234" y="234"/>
                      </a:lnTo>
                      <a:lnTo>
                        <a:pt x="234" y="216"/>
                      </a:lnTo>
                      <a:lnTo>
                        <a:pt x="240" y="204"/>
                      </a:lnTo>
                      <a:lnTo>
                        <a:pt x="252" y="192"/>
                      </a:lnTo>
                      <a:lnTo>
                        <a:pt x="258" y="192"/>
                      </a:lnTo>
                      <a:lnTo>
                        <a:pt x="270" y="186"/>
                      </a:lnTo>
                      <a:lnTo>
                        <a:pt x="276" y="186"/>
                      </a:lnTo>
                      <a:lnTo>
                        <a:pt x="282" y="180"/>
                      </a:lnTo>
                      <a:lnTo>
                        <a:pt x="288" y="168"/>
                      </a:lnTo>
                      <a:lnTo>
                        <a:pt x="294" y="150"/>
                      </a:lnTo>
                      <a:lnTo>
                        <a:pt x="294" y="138"/>
                      </a:lnTo>
                      <a:lnTo>
                        <a:pt x="300" y="138"/>
                      </a:lnTo>
                      <a:lnTo>
                        <a:pt x="306" y="132"/>
                      </a:lnTo>
                      <a:lnTo>
                        <a:pt x="306" y="126"/>
                      </a:lnTo>
                      <a:lnTo>
                        <a:pt x="282" y="102"/>
                      </a:lnTo>
                      <a:lnTo>
                        <a:pt x="276" y="102"/>
                      </a:lnTo>
                      <a:lnTo>
                        <a:pt x="228" y="114"/>
                      </a:lnTo>
                      <a:lnTo>
                        <a:pt x="210" y="114"/>
                      </a:lnTo>
                      <a:lnTo>
                        <a:pt x="198" y="108"/>
                      </a:lnTo>
                      <a:lnTo>
                        <a:pt x="138" y="108"/>
                      </a:lnTo>
                      <a:lnTo>
                        <a:pt x="132" y="102"/>
                      </a:lnTo>
                      <a:lnTo>
                        <a:pt x="126" y="102"/>
                      </a:lnTo>
                      <a:lnTo>
                        <a:pt x="126" y="66"/>
                      </a:lnTo>
                      <a:lnTo>
                        <a:pt x="120" y="66"/>
                      </a:lnTo>
                      <a:lnTo>
                        <a:pt x="120" y="36"/>
                      </a:lnTo>
                      <a:lnTo>
                        <a:pt x="114" y="30"/>
                      </a:lnTo>
                      <a:lnTo>
                        <a:pt x="108" y="30"/>
                      </a:lnTo>
                      <a:lnTo>
                        <a:pt x="102" y="24"/>
                      </a:lnTo>
                      <a:lnTo>
                        <a:pt x="96" y="42"/>
                      </a:lnTo>
                      <a:lnTo>
                        <a:pt x="90" y="36"/>
                      </a:lnTo>
                      <a:lnTo>
                        <a:pt x="78" y="36"/>
                      </a:lnTo>
                      <a:lnTo>
                        <a:pt x="72" y="30"/>
                      </a:lnTo>
                      <a:lnTo>
                        <a:pt x="66" y="18"/>
                      </a:lnTo>
                      <a:lnTo>
                        <a:pt x="66" y="12"/>
                      </a:lnTo>
                      <a:lnTo>
                        <a:pt x="60" y="0"/>
                      </a:lnTo>
                      <a:lnTo>
                        <a:pt x="42" y="6"/>
                      </a:lnTo>
                      <a:lnTo>
                        <a:pt x="48" y="12"/>
                      </a:lnTo>
                      <a:lnTo>
                        <a:pt x="24" y="0"/>
                      </a:lnTo>
                      <a:lnTo>
                        <a:pt x="6" y="0"/>
                      </a:lnTo>
                      <a:lnTo>
                        <a:pt x="18" y="18"/>
                      </a:lnTo>
                      <a:lnTo>
                        <a:pt x="6" y="30"/>
                      </a:lnTo>
                      <a:lnTo>
                        <a:pt x="0" y="42"/>
                      </a:lnTo>
                      <a:lnTo>
                        <a:pt x="0" y="48"/>
                      </a:lnTo>
                      <a:lnTo>
                        <a:pt x="6" y="60"/>
                      </a:lnTo>
                      <a:lnTo>
                        <a:pt x="18" y="66"/>
                      </a:lnTo>
                      <a:lnTo>
                        <a:pt x="30" y="78"/>
                      </a:lnTo>
                      <a:lnTo>
                        <a:pt x="36" y="78"/>
                      </a:lnTo>
                      <a:lnTo>
                        <a:pt x="66" y="96"/>
                      </a:lnTo>
                      <a:lnTo>
                        <a:pt x="66" y="108"/>
                      </a:lnTo>
                      <a:lnTo>
                        <a:pt x="30" y="108"/>
                      </a:lnTo>
                      <a:lnTo>
                        <a:pt x="30" y="138"/>
                      </a:lnTo>
                      <a:lnTo>
                        <a:pt x="24" y="138"/>
                      </a:lnTo>
                      <a:lnTo>
                        <a:pt x="12" y="150"/>
                      </a:lnTo>
                      <a:lnTo>
                        <a:pt x="24" y="162"/>
                      </a:lnTo>
                      <a:lnTo>
                        <a:pt x="36" y="168"/>
                      </a:lnTo>
                      <a:lnTo>
                        <a:pt x="54" y="168"/>
                      </a:lnTo>
                      <a:lnTo>
                        <a:pt x="66" y="174"/>
                      </a:lnTo>
                      <a:lnTo>
                        <a:pt x="72" y="180"/>
                      </a:lnTo>
                      <a:lnTo>
                        <a:pt x="72" y="186"/>
                      </a:lnTo>
                      <a:lnTo>
                        <a:pt x="66" y="204"/>
                      </a:lnTo>
                      <a:lnTo>
                        <a:pt x="60" y="210"/>
                      </a:lnTo>
                      <a:lnTo>
                        <a:pt x="54" y="222"/>
                      </a:lnTo>
                      <a:lnTo>
                        <a:pt x="66" y="252"/>
                      </a:lnTo>
                      <a:lnTo>
                        <a:pt x="96" y="276"/>
                      </a:lnTo>
                      <a:lnTo>
                        <a:pt x="96" y="306"/>
                      </a:lnTo>
                      <a:lnTo>
                        <a:pt x="114" y="348"/>
                      </a:lnTo>
                      <a:lnTo>
                        <a:pt x="108" y="378"/>
                      </a:lnTo>
                      <a:lnTo>
                        <a:pt x="132" y="414"/>
                      </a:lnTo>
                      <a:close/>
                    </a:path>
                  </a:pathLst>
                </a:custGeom>
                <a:solidFill>
                  <a:srgbClr val="A29C97"/>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334" name="Bahrain" descr="© INSCALE GmbH, 05.05.2010&#10;http://www.presentationload.com/">
                  <a:extLst>
                    <a:ext uri="{FF2B5EF4-FFF2-40B4-BE49-F238E27FC236}">
                      <a16:creationId xmlns:a16="http://schemas.microsoft.com/office/drawing/2014/main" id="{C3669EC5-6093-473D-8D95-719775A2A4AC}"/>
                    </a:ext>
                  </a:extLst>
                </p:cNvPr>
                <p:cNvSpPr>
                  <a:spLocks/>
                </p:cNvSpPr>
                <p:nvPr/>
              </p:nvSpPr>
              <p:spPr bwMode="gray">
                <a:xfrm>
                  <a:off x="7199465" y="2918895"/>
                  <a:ext cx="12366" cy="24729"/>
                </a:xfrm>
                <a:custGeom>
                  <a:avLst/>
                  <a:gdLst>
                    <a:gd name="T0" fmla="*/ 2147483647 w 15"/>
                    <a:gd name="T1" fmla="*/ 0 h 28"/>
                    <a:gd name="T2" fmla="*/ 2147483647 w 15"/>
                    <a:gd name="T3" fmla="*/ 2147483647 h 28"/>
                    <a:gd name="T4" fmla="*/ 2147483647 w 15"/>
                    <a:gd name="T5" fmla="*/ 2147483647 h 28"/>
                    <a:gd name="T6" fmla="*/ 2032697641 w 15"/>
                    <a:gd name="T7" fmla="*/ 2147483647 h 28"/>
                    <a:gd name="T8" fmla="*/ 813299296 w 15"/>
                    <a:gd name="T9" fmla="*/ 2147483647 h 28"/>
                    <a:gd name="T10" fmla="*/ 2147483647 w 15"/>
                    <a:gd name="T11" fmla="*/ 0 h 28"/>
                    <a:gd name="T12" fmla="*/ 0 60000 65536"/>
                    <a:gd name="T13" fmla="*/ 0 60000 65536"/>
                    <a:gd name="T14" fmla="*/ 0 60000 65536"/>
                    <a:gd name="T15" fmla="*/ 0 60000 65536"/>
                    <a:gd name="T16" fmla="*/ 0 60000 65536"/>
                    <a:gd name="T17" fmla="*/ 0 60000 65536"/>
                    <a:gd name="T18" fmla="*/ 0 w 15"/>
                    <a:gd name="T19" fmla="*/ 0 h 28"/>
                    <a:gd name="T20" fmla="*/ 15 w 15"/>
                    <a:gd name="T21" fmla="*/ 28 h 28"/>
                  </a:gdLst>
                  <a:ahLst/>
                  <a:cxnLst>
                    <a:cxn ang="T12">
                      <a:pos x="T0" y="T1"/>
                    </a:cxn>
                    <a:cxn ang="T13">
                      <a:pos x="T2" y="T3"/>
                    </a:cxn>
                    <a:cxn ang="T14">
                      <a:pos x="T4" y="T5"/>
                    </a:cxn>
                    <a:cxn ang="T15">
                      <a:pos x="T6" y="T7"/>
                    </a:cxn>
                    <a:cxn ang="T16">
                      <a:pos x="T8" y="T9"/>
                    </a:cxn>
                    <a:cxn ang="T17">
                      <a:pos x="T10" y="T11"/>
                    </a:cxn>
                  </a:cxnLst>
                  <a:rect l="T18" t="T19" r="T20" b="T21"/>
                  <a:pathLst>
                    <a:path w="15" h="28">
                      <a:moveTo>
                        <a:pt x="9" y="0"/>
                      </a:moveTo>
                      <a:cubicBezTo>
                        <a:pt x="14" y="0"/>
                        <a:pt x="15" y="10"/>
                        <a:pt x="14" y="14"/>
                      </a:cubicBezTo>
                      <a:cubicBezTo>
                        <a:pt x="13" y="18"/>
                        <a:pt x="15" y="28"/>
                        <a:pt x="9" y="28"/>
                      </a:cubicBezTo>
                      <a:cubicBezTo>
                        <a:pt x="4" y="27"/>
                        <a:pt x="5" y="21"/>
                        <a:pt x="5" y="18"/>
                      </a:cubicBezTo>
                      <a:cubicBezTo>
                        <a:pt x="5" y="14"/>
                        <a:pt x="0" y="14"/>
                        <a:pt x="2" y="8"/>
                      </a:cubicBezTo>
                      <a:close/>
                    </a:path>
                  </a:pathLst>
                </a:custGeom>
                <a:solidFill>
                  <a:srgbClr val="572772"/>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335" name="Belarus" descr="© INSCALE GmbH, 05.05.2010&#10;http://www.presentationload.com/">
                  <a:extLst>
                    <a:ext uri="{FF2B5EF4-FFF2-40B4-BE49-F238E27FC236}">
                      <a16:creationId xmlns:a16="http://schemas.microsoft.com/office/drawing/2014/main" id="{91C7445F-1FE3-42BB-BC52-D97295547C7F}"/>
                    </a:ext>
                  </a:extLst>
                </p:cNvPr>
                <p:cNvSpPr>
                  <a:spLocks/>
                </p:cNvSpPr>
                <p:nvPr/>
              </p:nvSpPr>
              <p:spPr bwMode="gray">
                <a:xfrm>
                  <a:off x="6293274" y="1850185"/>
                  <a:ext cx="257902" cy="167813"/>
                </a:xfrm>
                <a:custGeom>
                  <a:avLst/>
                  <a:gdLst>
                    <a:gd name="T0" fmla="*/ 2147483647 w 570"/>
                    <a:gd name="T1" fmla="*/ 2147483647 h 372"/>
                    <a:gd name="T2" fmla="*/ 2147483647 w 570"/>
                    <a:gd name="T3" fmla="*/ 2147483647 h 372"/>
                    <a:gd name="T4" fmla="*/ 2147483647 w 570"/>
                    <a:gd name="T5" fmla="*/ 2147483647 h 372"/>
                    <a:gd name="T6" fmla="*/ 2147483647 w 570"/>
                    <a:gd name="T7" fmla="*/ 2147483647 h 372"/>
                    <a:gd name="T8" fmla="*/ 2147483647 w 570"/>
                    <a:gd name="T9" fmla="*/ 2147483647 h 372"/>
                    <a:gd name="T10" fmla="*/ 2147483647 w 570"/>
                    <a:gd name="T11" fmla="*/ 2147483647 h 372"/>
                    <a:gd name="T12" fmla="*/ 2147483647 w 570"/>
                    <a:gd name="T13" fmla="*/ 2147483647 h 372"/>
                    <a:gd name="T14" fmla="*/ 2147483647 w 570"/>
                    <a:gd name="T15" fmla="*/ 2147483647 h 372"/>
                    <a:gd name="T16" fmla="*/ 2147483647 w 570"/>
                    <a:gd name="T17" fmla="*/ 2147483647 h 372"/>
                    <a:gd name="T18" fmla="*/ 2147483647 w 570"/>
                    <a:gd name="T19" fmla="*/ 2147483647 h 372"/>
                    <a:gd name="T20" fmla="*/ 2147483647 w 570"/>
                    <a:gd name="T21" fmla="*/ 2147483647 h 372"/>
                    <a:gd name="T22" fmla="*/ 2147483647 w 570"/>
                    <a:gd name="T23" fmla="*/ 2147483647 h 372"/>
                    <a:gd name="T24" fmla="*/ 2147483647 w 570"/>
                    <a:gd name="T25" fmla="*/ 2147483647 h 372"/>
                    <a:gd name="T26" fmla="*/ 2147483647 w 570"/>
                    <a:gd name="T27" fmla="*/ 2147483647 h 372"/>
                    <a:gd name="T28" fmla="*/ 2147483647 w 570"/>
                    <a:gd name="T29" fmla="*/ 2147483647 h 372"/>
                    <a:gd name="T30" fmla="*/ 2147483647 w 570"/>
                    <a:gd name="T31" fmla="*/ 2147483647 h 372"/>
                    <a:gd name="T32" fmla="*/ 2147483647 w 570"/>
                    <a:gd name="T33" fmla="*/ 2147483647 h 372"/>
                    <a:gd name="T34" fmla="*/ 2147483647 w 570"/>
                    <a:gd name="T35" fmla="*/ 2147483647 h 372"/>
                    <a:gd name="T36" fmla="*/ 2147483647 w 570"/>
                    <a:gd name="T37" fmla="*/ 2147483647 h 372"/>
                    <a:gd name="T38" fmla="*/ 2147483647 w 570"/>
                    <a:gd name="T39" fmla="*/ 2147483647 h 372"/>
                    <a:gd name="T40" fmla="*/ 2147483647 w 570"/>
                    <a:gd name="T41" fmla="*/ 2147483647 h 372"/>
                    <a:gd name="T42" fmla="*/ 2147483647 w 570"/>
                    <a:gd name="T43" fmla="*/ 2147483647 h 372"/>
                    <a:gd name="T44" fmla="*/ 2147483647 w 570"/>
                    <a:gd name="T45" fmla="*/ 2147483647 h 372"/>
                    <a:gd name="T46" fmla="*/ 2147483647 w 570"/>
                    <a:gd name="T47" fmla="*/ 2147483647 h 372"/>
                    <a:gd name="T48" fmla="*/ 2147483647 w 570"/>
                    <a:gd name="T49" fmla="*/ 2147483647 h 372"/>
                    <a:gd name="T50" fmla="*/ 2147483647 w 570"/>
                    <a:gd name="T51" fmla="*/ 2147483647 h 372"/>
                    <a:gd name="T52" fmla="*/ 2147483647 w 570"/>
                    <a:gd name="T53" fmla="*/ 2147483647 h 372"/>
                    <a:gd name="T54" fmla="*/ 2147483647 w 570"/>
                    <a:gd name="T55" fmla="*/ 2147483647 h 372"/>
                    <a:gd name="T56" fmla="*/ 2147483647 w 570"/>
                    <a:gd name="T57" fmla="*/ 0 h 372"/>
                    <a:gd name="T58" fmla="*/ 2147483647 w 570"/>
                    <a:gd name="T59" fmla="*/ 2147483647 h 372"/>
                    <a:gd name="T60" fmla="*/ 2147483647 w 570"/>
                    <a:gd name="T61" fmla="*/ 2147483647 h 372"/>
                    <a:gd name="T62" fmla="*/ 2147483647 w 570"/>
                    <a:gd name="T63" fmla="*/ 2147483647 h 372"/>
                    <a:gd name="T64" fmla="*/ 2147483647 w 570"/>
                    <a:gd name="T65" fmla="*/ 2147483647 h 372"/>
                    <a:gd name="T66" fmla="*/ 2147483647 w 570"/>
                    <a:gd name="T67" fmla="*/ 2147483647 h 372"/>
                    <a:gd name="T68" fmla="*/ 2147483647 w 570"/>
                    <a:gd name="T69" fmla="*/ 2147483647 h 372"/>
                    <a:gd name="T70" fmla="*/ 2147483647 w 570"/>
                    <a:gd name="T71" fmla="*/ 2147483647 h 372"/>
                    <a:gd name="T72" fmla="*/ 2147483647 w 570"/>
                    <a:gd name="T73" fmla="*/ 2147483647 h 372"/>
                    <a:gd name="T74" fmla="*/ 2147483647 w 570"/>
                    <a:gd name="T75" fmla="*/ 2147483647 h 372"/>
                    <a:gd name="T76" fmla="*/ 2147483647 w 570"/>
                    <a:gd name="T77" fmla="*/ 2147483647 h 372"/>
                    <a:gd name="T78" fmla="*/ 2147483647 w 570"/>
                    <a:gd name="T79" fmla="*/ 2147483647 h 372"/>
                    <a:gd name="T80" fmla="*/ 2147483647 w 570"/>
                    <a:gd name="T81" fmla="*/ 2147483647 h 372"/>
                    <a:gd name="T82" fmla="*/ 2147483647 w 570"/>
                    <a:gd name="T83" fmla="*/ 2147483647 h 372"/>
                    <a:gd name="T84" fmla="*/ 2147483647 w 570"/>
                    <a:gd name="T85" fmla="*/ 2147483647 h 372"/>
                    <a:gd name="T86" fmla="*/ 2147483647 w 570"/>
                    <a:gd name="T87" fmla="*/ 2147483647 h 372"/>
                    <a:gd name="T88" fmla="*/ 2147483647 w 570"/>
                    <a:gd name="T89" fmla="*/ 2147483647 h 372"/>
                    <a:gd name="T90" fmla="*/ 2147483647 w 570"/>
                    <a:gd name="T91" fmla="*/ 2147483647 h 372"/>
                    <a:gd name="T92" fmla="*/ 2147483647 w 570"/>
                    <a:gd name="T93" fmla="*/ 2147483647 h 372"/>
                    <a:gd name="T94" fmla="*/ 2147483647 w 570"/>
                    <a:gd name="T95" fmla="*/ 2147483647 h 372"/>
                    <a:gd name="T96" fmla="*/ 2147483647 w 570"/>
                    <a:gd name="T97" fmla="*/ 2147483647 h 37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570"/>
                    <a:gd name="T148" fmla="*/ 0 h 372"/>
                    <a:gd name="T149" fmla="*/ 570 w 570"/>
                    <a:gd name="T150" fmla="*/ 372 h 372"/>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570" h="372">
                      <a:moveTo>
                        <a:pt x="24" y="312"/>
                      </a:moveTo>
                      <a:lnTo>
                        <a:pt x="24" y="342"/>
                      </a:lnTo>
                      <a:lnTo>
                        <a:pt x="30" y="354"/>
                      </a:lnTo>
                      <a:lnTo>
                        <a:pt x="36" y="360"/>
                      </a:lnTo>
                      <a:lnTo>
                        <a:pt x="48" y="360"/>
                      </a:lnTo>
                      <a:lnTo>
                        <a:pt x="60" y="354"/>
                      </a:lnTo>
                      <a:lnTo>
                        <a:pt x="72" y="342"/>
                      </a:lnTo>
                      <a:lnTo>
                        <a:pt x="72" y="336"/>
                      </a:lnTo>
                      <a:lnTo>
                        <a:pt x="108" y="336"/>
                      </a:lnTo>
                      <a:lnTo>
                        <a:pt x="120" y="330"/>
                      </a:lnTo>
                      <a:lnTo>
                        <a:pt x="126" y="324"/>
                      </a:lnTo>
                      <a:lnTo>
                        <a:pt x="174" y="324"/>
                      </a:lnTo>
                      <a:lnTo>
                        <a:pt x="174" y="330"/>
                      </a:lnTo>
                      <a:lnTo>
                        <a:pt x="180" y="336"/>
                      </a:lnTo>
                      <a:lnTo>
                        <a:pt x="216" y="336"/>
                      </a:lnTo>
                      <a:lnTo>
                        <a:pt x="240" y="342"/>
                      </a:lnTo>
                      <a:lnTo>
                        <a:pt x="258" y="354"/>
                      </a:lnTo>
                      <a:lnTo>
                        <a:pt x="264" y="348"/>
                      </a:lnTo>
                      <a:lnTo>
                        <a:pt x="282" y="360"/>
                      </a:lnTo>
                      <a:lnTo>
                        <a:pt x="294" y="348"/>
                      </a:lnTo>
                      <a:lnTo>
                        <a:pt x="300" y="360"/>
                      </a:lnTo>
                      <a:lnTo>
                        <a:pt x="318" y="354"/>
                      </a:lnTo>
                      <a:lnTo>
                        <a:pt x="324" y="360"/>
                      </a:lnTo>
                      <a:lnTo>
                        <a:pt x="336" y="354"/>
                      </a:lnTo>
                      <a:lnTo>
                        <a:pt x="348" y="366"/>
                      </a:lnTo>
                      <a:lnTo>
                        <a:pt x="348" y="360"/>
                      </a:lnTo>
                      <a:lnTo>
                        <a:pt x="354" y="354"/>
                      </a:lnTo>
                      <a:lnTo>
                        <a:pt x="372" y="354"/>
                      </a:lnTo>
                      <a:lnTo>
                        <a:pt x="378" y="360"/>
                      </a:lnTo>
                      <a:lnTo>
                        <a:pt x="378" y="372"/>
                      </a:lnTo>
                      <a:lnTo>
                        <a:pt x="384" y="372"/>
                      </a:lnTo>
                      <a:lnTo>
                        <a:pt x="396" y="366"/>
                      </a:lnTo>
                      <a:lnTo>
                        <a:pt x="420" y="366"/>
                      </a:lnTo>
                      <a:lnTo>
                        <a:pt x="426" y="372"/>
                      </a:lnTo>
                      <a:lnTo>
                        <a:pt x="444" y="372"/>
                      </a:lnTo>
                      <a:lnTo>
                        <a:pt x="450" y="366"/>
                      </a:lnTo>
                      <a:lnTo>
                        <a:pt x="450" y="354"/>
                      </a:lnTo>
                      <a:lnTo>
                        <a:pt x="444" y="348"/>
                      </a:lnTo>
                      <a:lnTo>
                        <a:pt x="450" y="336"/>
                      </a:lnTo>
                      <a:lnTo>
                        <a:pt x="456" y="330"/>
                      </a:lnTo>
                      <a:lnTo>
                        <a:pt x="468" y="324"/>
                      </a:lnTo>
                      <a:lnTo>
                        <a:pt x="474" y="312"/>
                      </a:lnTo>
                      <a:lnTo>
                        <a:pt x="498" y="312"/>
                      </a:lnTo>
                      <a:lnTo>
                        <a:pt x="516" y="318"/>
                      </a:lnTo>
                      <a:lnTo>
                        <a:pt x="516" y="300"/>
                      </a:lnTo>
                      <a:lnTo>
                        <a:pt x="510" y="288"/>
                      </a:lnTo>
                      <a:lnTo>
                        <a:pt x="504" y="282"/>
                      </a:lnTo>
                      <a:lnTo>
                        <a:pt x="504" y="264"/>
                      </a:lnTo>
                      <a:lnTo>
                        <a:pt x="480" y="240"/>
                      </a:lnTo>
                      <a:lnTo>
                        <a:pt x="480" y="234"/>
                      </a:lnTo>
                      <a:lnTo>
                        <a:pt x="486" y="228"/>
                      </a:lnTo>
                      <a:lnTo>
                        <a:pt x="510" y="228"/>
                      </a:lnTo>
                      <a:lnTo>
                        <a:pt x="510" y="234"/>
                      </a:lnTo>
                      <a:lnTo>
                        <a:pt x="516" y="234"/>
                      </a:lnTo>
                      <a:lnTo>
                        <a:pt x="522" y="240"/>
                      </a:lnTo>
                      <a:lnTo>
                        <a:pt x="528" y="240"/>
                      </a:lnTo>
                      <a:lnTo>
                        <a:pt x="552" y="228"/>
                      </a:lnTo>
                      <a:lnTo>
                        <a:pt x="558" y="216"/>
                      </a:lnTo>
                      <a:lnTo>
                        <a:pt x="570" y="210"/>
                      </a:lnTo>
                      <a:lnTo>
                        <a:pt x="546" y="198"/>
                      </a:lnTo>
                      <a:lnTo>
                        <a:pt x="552" y="192"/>
                      </a:lnTo>
                      <a:lnTo>
                        <a:pt x="552" y="186"/>
                      </a:lnTo>
                      <a:lnTo>
                        <a:pt x="546" y="186"/>
                      </a:lnTo>
                      <a:lnTo>
                        <a:pt x="540" y="180"/>
                      </a:lnTo>
                      <a:lnTo>
                        <a:pt x="504" y="180"/>
                      </a:lnTo>
                      <a:lnTo>
                        <a:pt x="504" y="156"/>
                      </a:lnTo>
                      <a:lnTo>
                        <a:pt x="474" y="144"/>
                      </a:lnTo>
                      <a:lnTo>
                        <a:pt x="474" y="132"/>
                      </a:lnTo>
                      <a:lnTo>
                        <a:pt x="456" y="114"/>
                      </a:lnTo>
                      <a:lnTo>
                        <a:pt x="444" y="108"/>
                      </a:lnTo>
                      <a:lnTo>
                        <a:pt x="438" y="102"/>
                      </a:lnTo>
                      <a:lnTo>
                        <a:pt x="444" y="84"/>
                      </a:lnTo>
                      <a:lnTo>
                        <a:pt x="432" y="66"/>
                      </a:lnTo>
                      <a:lnTo>
                        <a:pt x="438" y="60"/>
                      </a:lnTo>
                      <a:lnTo>
                        <a:pt x="438" y="48"/>
                      </a:lnTo>
                      <a:lnTo>
                        <a:pt x="432" y="42"/>
                      </a:lnTo>
                      <a:lnTo>
                        <a:pt x="396" y="24"/>
                      </a:lnTo>
                      <a:lnTo>
                        <a:pt x="390" y="18"/>
                      </a:lnTo>
                      <a:lnTo>
                        <a:pt x="384" y="18"/>
                      </a:lnTo>
                      <a:lnTo>
                        <a:pt x="354" y="36"/>
                      </a:lnTo>
                      <a:lnTo>
                        <a:pt x="348" y="18"/>
                      </a:lnTo>
                      <a:lnTo>
                        <a:pt x="312" y="12"/>
                      </a:lnTo>
                      <a:lnTo>
                        <a:pt x="300" y="18"/>
                      </a:lnTo>
                      <a:lnTo>
                        <a:pt x="300" y="12"/>
                      </a:lnTo>
                      <a:lnTo>
                        <a:pt x="294" y="6"/>
                      </a:lnTo>
                      <a:lnTo>
                        <a:pt x="276" y="6"/>
                      </a:lnTo>
                      <a:lnTo>
                        <a:pt x="270" y="0"/>
                      </a:lnTo>
                      <a:lnTo>
                        <a:pt x="258" y="0"/>
                      </a:lnTo>
                      <a:lnTo>
                        <a:pt x="252" y="6"/>
                      </a:lnTo>
                      <a:lnTo>
                        <a:pt x="246" y="18"/>
                      </a:lnTo>
                      <a:lnTo>
                        <a:pt x="240" y="24"/>
                      </a:lnTo>
                      <a:lnTo>
                        <a:pt x="234" y="24"/>
                      </a:lnTo>
                      <a:lnTo>
                        <a:pt x="228" y="30"/>
                      </a:lnTo>
                      <a:lnTo>
                        <a:pt x="222" y="24"/>
                      </a:lnTo>
                      <a:lnTo>
                        <a:pt x="198" y="24"/>
                      </a:lnTo>
                      <a:lnTo>
                        <a:pt x="192" y="30"/>
                      </a:lnTo>
                      <a:lnTo>
                        <a:pt x="180" y="36"/>
                      </a:lnTo>
                      <a:lnTo>
                        <a:pt x="174" y="42"/>
                      </a:lnTo>
                      <a:lnTo>
                        <a:pt x="174" y="54"/>
                      </a:lnTo>
                      <a:lnTo>
                        <a:pt x="192" y="72"/>
                      </a:lnTo>
                      <a:lnTo>
                        <a:pt x="186" y="78"/>
                      </a:lnTo>
                      <a:lnTo>
                        <a:pt x="168" y="78"/>
                      </a:lnTo>
                      <a:lnTo>
                        <a:pt x="162" y="72"/>
                      </a:lnTo>
                      <a:lnTo>
                        <a:pt x="156" y="72"/>
                      </a:lnTo>
                      <a:lnTo>
                        <a:pt x="162" y="90"/>
                      </a:lnTo>
                      <a:lnTo>
                        <a:pt x="144" y="90"/>
                      </a:lnTo>
                      <a:lnTo>
                        <a:pt x="138" y="96"/>
                      </a:lnTo>
                      <a:lnTo>
                        <a:pt x="138" y="102"/>
                      </a:lnTo>
                      <a:lnTo>
                        <a:pt x="144" y="114"/>
                      </a:lnTo>
                      <a:lnTo>
                        <a:pt x="144" y="120"/>
                      </a:lnTo>
                      <a:lnTo>
                        <a:pt x="132" y="120"/>
                      </a:lnTo>
                      <a:lnTo>
                        <a:pt x="132" y="126"/>
                      </a:lnTo>
                      <a:lnTo>
                        <a:pt x="138" y="132"/>
                      </a:lnTo>
                      <a:lnTo>
                        <a:pt x="138" y="144"/>
                      </a:lnTo>
                      <a:lnTo>
                        <a:pt x="144" y="150"/>
                      </a:lnTo>
                      <a:lnTo>
                        <a:pt x="144" y="156"/>
                      </a:lnTo>
                      <a:lnTo>
                        <a:pt x="132" y="156"/>
                      </a:lnTo>
                      <a:lnTo>
                        <a:pt x="138" y="150"/>
                      </a:lnTo>
                      <a:lnTo>
                        <a:pt x="138" y="144"/>
                      </a:lnTo>
                      <a:lnTo>
                        <a:pt x="120" y="144"/>
                      </a:lnTo>
                      <a:lnTo>
                        <a:pt x="108" y="150"/>
                      </a:lnTo>
                      <a:lnTo>
                        <a:pt x="102" y="156"/>
                      </a:lnTo>
                      <a:lnTo>
                        <a:pt x="96" y="168"/>
                      </a:lnTo>
                      <a:lnTo>
                        <a:pt x="84" y="156"/>
                      </a:lnTo>
                      <a:lnTo>
                        <a:pt x="84" y="174"/>
                      </a:lnTo>
                      <a:lnTo>
                        <a:pt x="54" y="174"/>
                      </a:lnTo>
                      <a:lnTo>
                        <a:pt x="54" y="168"/>
                      </a:lnTo>
                      <a:lnTo>
                        <a:pt x="48" y="162"/>
                      </a:lnTo>
                      <a:lnTo>
                        <a:pt x="42" y="162"/>
                      </a:lnTo>
                      <a:lnTo>
                        <a:pt x="30" y="168"/>
                      </a:lnTo>
                      <a:lnTo>
                        <a:pt x="18" y="168"/>
                      </a:lnTo>
                      <a:lnTo>
                        <a:pt x="12" y="174"/>
                      </a:lnTo>
                      <a:lnTo>
                        <a:pt x="6" y="174"/>
                      </a:lnTo>
                      <a:lnTo>
                        <a:pt x="12" y="186"/>
                      </a:lnTo>
                      <a:lnTo>
                        <a:pt x="18" y="192"/>
                      </a:lnTo>
                      <a:lnTo>
                        <a:pt x="18" y="204"/>
                      </a:lnTo>
                      <a:lnTo>
                        <a:pt x="24" y="210"/>
                      </a:lnTo>
                      <a:lnTo>
                        <a:pt x="36" y="234"/>
                      </a:lnTo>
                      <a:lnTo>
                        <a:pt x="42" y="240"/>
                      </a:lnTo>
                      <a:lnTo>
                        <a:pt x="42" y="246"/>
                      </a:lnTo>
                      <a:lnTo>
                        <a:pt x="36" y="252"/>
                      </a:lnTo>
                      <a:lnTo>
                        <a:pt x="36" y="264"/>
                      </a:lnTo>
                      <a:lnTo>
                        <a:pt x="12" y="270"/>
                      </a:lnTo>
                      <a:lnTo>
                        <a:pt x="12" y="288"/>
                      </a:lnTo>
                      <a:lnTo>
                        <a:pt x="0" y="288"/>
                      </a:lnTo>
                      <a:lnTo>
                        <a:pt x="0" y="294"/>
                      </a:lnTo>
                      <a:lnTo>
                        <a:pt x="6" y="300"/>
                      </a:lnTo>
                      <a:lnTo>
                        <a:pt x="12" y="300"/>
                      </a:lnTo>
                      <a:lnTo>
                        <a:pt x="24" y="312"/>
                      </a:lnTo>
                      <a:close/>
                    </a:path>
                  </a:pathLst>
                </a:custGeom>
                <a:solidFill>
                  <a:srgbClr val="A29C97"/>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336" name="Azerbaijan" descr="© INSCALE GmbH, 05.05.2010&#10;http://www.presentationload.com/">
                  <a:extLst>
                    <a:ext uri="{FF2B5EF4-FFF2-40B4-BE49-F238E27FC236}">
                      <a16:creationId xmlns:a16="http://schemas.microsoft.com/office/drawing/2014/main" id="{69F95D12-4719-4860-BD41-98E5C2EDFB56}"/>
                    </a:ext>
                  </a:extLst>
                </p:cNvPr>
                <p:cNvSpPr>
                  <a:spLocks noEditPoints="1"/>
                </p:cNvSpPr>
                <p:nvPr/>
              </p:nvSpPr>
              <p:spPr bwMode="gray">
                <a:xfrm>
                  <a:off x="6962760" y="2353626"/>
                  <a:ext cx="162514" cy="130719"/>
                </a:xfrm>
                <a:custGeom>
                  <a:avLst/>
                  <a:gdLst>
                    <a:gd name="T0" fmla="*/ 2147483647 w 360"/>
                    <a:gd name="T1" fmla="*/ 2147483647 h 288"/>
                    <a:gd name="T2" fmla="*/ 2147483647 w 360"/>
                    <a:gd name="T3" fmla="*/ 2147483647 h 288"/>
                    <a:gd name="T4" fmla="*/ 2147483647 w 360"/>
                    <a:gd name="T5" fmla="*/ 2147483647 h 288"/>
                    <a:gd name="T6" fmla="*/ 2147483647 w 360"/>
                    <a:gd name="T7" fmla="*/ 2147483647 h 288"/>
                    <a:gd name="T8" fmla="*/ 2147483647 w 360"/>
                    <a:gd name="T9" fmla="*/ 2147483647 h 288"/>
                    <a:gd name="T10" fmla="*/ 2147483647 w 360"/>
                    <a:gd name="T11" fmla="*/ 2147483647 h 288"/>
                    <a:gd name="T12" fmla="*/ 2147483647 w 360"/>
                    <a:gd name="T13" fmla="*/ 2147483647 h 288"/>
                    <a:gd name="T14" fmla="*/ 2147483647 w 360"/>
                    <a:gd name="T15" fmla="*/ 2147483647 h 288"/>
                    <a:gd name="T16" fmla="*/ 2147483647 w 360"/>
                    <a:gd name="T17" fmla="*/ 2147483647 h 288"/>
                    <a:gd name="T18" fmla="*/ 2147483647 w 360"/>
                    <a:gd name="T19" fmla="*/ 2147483647 h 288"/>
                    <a:gd name="T20" fmla="*/ 2147483647 w 360"/>
                    <a:gd name="T21" fmla="*/ 2147483647 h 288"/>
                    <a:gd name="T22" fmla="*/ 2147483647 w 360"/>
                    <a:gd name="T23" fmla="*/ 2147483647 h 288"/>
                    <a:gd name="T24" fmla="*/ 2147483647 w 360"/>
                    <a:gd name="T25" fmla="*/ 2147483647 h 288"/>
                    <a:gd name="T26" fmla="*/ 2147483647 w 360"/>
                    <a:gd name="T27" fmla="*/ 0 h 288"/>
                    <a:gd name="T28" fmla="*/ 2147483647 w 360"/>
                    <a:gd name="T29" fmla="*/ 2147483647 h 288"/>
                    <a:gd name="T30" fmla="*/ 2147483647 w 360"/>
                    <a:gd name="T31" fmla="*/ 2147483647 h 288"/>
                    <a:gd name="T32" fmla="*/ 2147483647 w 360"/>
                    <a:gd name="T33" fmla="*/ 2147483647 h 288"/>
                    <a:gd name="T34" fmla="*/ 2147483647 w 360"/>
                    <a:gd name="T35" fmla="*/ 2147483647 h 288"/>
                    <a:gd name="T36" fmla="*/ 2147483647 w 360"/>
                    <a:gd name="T37" fmla="*/ 2147483647 h 288"/>
                    <a:gd name="T38" fmla="*/ 2147483647 w 360"/>
                    <a:gd name="T39" fmla="*/ 0 h 288"/>
                    <a:gd name="T40" fmla="*/ 2147483647 w 360"/>
                    <a:gd name="T41" fmla="*/ 2147483647 h 288"/>
                    <a:gd name="T42" fmla="*/ 2147483647 w 360"/>
                    <a:gd name="T43" fmla="*/ 2147483647 h 288"/>
                    <a:gd name="T44" fmla="*/ 2147483647 w 360"/>
                    <a:gd name="T45" fmla="*/ 2147483647 h 288"/>
                    <a:gd name="T46" fmla="*/ 2147483647 w 360"/>
                    <a:gd name="T47" fmla="*/ 2147483647 h 288"/>
                    <a:gd name="T48" fmla="*/ 2147483647 w 360"/>
                    <a:gd name="T49" fmla="*/ 2147483647 h 288"/>
                    <a:gd name="T50" fmla="*/ 2147483647 w 360"/>
                    <a:gd name="T51" fmla="*/ 2147483647 h 288"/>
                    <a:gd name="T52" fmla="*/ 2147483647 w 360"/>
                    <a:gd name="T53" fmla="*/ 2147483647 h 288"/>
                    <a:gd name="T54" fmla="*/ 0 w 360"/>
                    <a:gd name="T55" fmla="*/ 2147483647 h 288"/>
                    <a:gd name="T56" fmla="*/ 2147483647 w 360"/>
                    <a:gd name="T57" fmla="*/ 2147483647 h 288"/>
                    <a:gd name="T58" fmla="*/ 2147483647 w 360"/>
                    <a:gd name="T59" fmla="*/ 2147483647 h 288"/>
                    <a:gd name="T60" fmla="*/ 2147483647 w 360"/>
                    <a:gd name="T61" fmla="*/ 2147483647 h 288"/>
                    <a:gd name="T62" fmla="*/ 2147483647 w 360"/>
                    <a:gd name="T63" fmla="*/ 2147483647 h 288"/>
                    <a:gd name="T64" fmla="*/ 2147483647 w 360"/>
                    <a:gd name="T65" fmla="*/ 2147483647 h 288"/>
                    <a:gd name="T66" fmla="*/ 2147483647 w 360"/>
                    <a:gd name="T67" fmla="*/ 2147483647 h 288"/>
                    <a:gd name="T68" fmla="*/ 2147483647 w 360"/>
                    <a:gd name="T69" fmla="*/ 2147483647 h 288"/>
                    <a:gd name="T70" fmla="*/ 2147483647 w 360"/>
                    <a:gd name="T71" fmla="*/ 2147483647 h 288"/>
                    <a:gd name="T72" fmla="*/ 2147483647 w 360"/>
                    <a:gd name="T73" fmla="*/ 2147483647 h 288"/>
                    <a:gd name="T74" fmla="*/ 2147483647 w 360"/>
                    <a:gd name="T75" fmla="*/ 2147483647 h 288"/>
                    <a:gd name="T76" fmla="*/ 2147483647 w 360"/>
                    <a:gd name="T77" fmla="*/ 2147483647 h 288"/>
                    <a:gd name="T78" fmla="*/ 2147483647 w 360"/>
                    <a:gd name="T79" fmla="*/ 2147483647 h 288"/>
                    <a:gd name="T80" fmla="*/ 2147483647 w 360"/>
                    <a:gd name="T81" fmla="*/ 2147483647 h 288"/>
                    <a:gd name="T82" fmla="*/ 2147483647 w 360"/>
                    <a:gd name="T83" fmla="*/ 2147483647 h 288"/>
                    <a:gd name="T84" fmla="*/ 2147483647 w 360"/>
                    <a:gd name="T85" fmla="*/ 2147483647 h 288"/>
                    <a:gd name="T86" fmla="*/ 2147483647 w 360"/>
                    <a:gd name="T87" fmla="*/ 2147483647 h 288"/>
                    <a:gd name="T88" fmla="*/ 2147483647 w 360"/>
                    <a:gd name="T89" fmla="*/ 2147483647 h 288"/>
                    <a:gd name="T90" fmla="*/ 2147483647 w 360"/>
                    <a:gd name="T91" fmla="*/ 2147483647 h 288"/>
                    <a:gd name="T92" fmla="*/ 2147483647 w 360"/>
                    <a:gd name="T93" fmla="*/ 2147483647 h 288"/>
                    <a:gd name="T94" fmla="*/ 2147483647 w 360"/>
                    <a:gd name="T95" fmla="*/ 2147483647 h 288"/>
                    <a:gd name="T96" fmla="*/ 2147483647 w 360"/>
                    <a:gd name="T97" fmla="*/ 2147483647 h 288"/>
                    <a:gd name="T98" fmla="*/ 2147483647 w 360"/>
                    <a:gd name="T99" fmla="*/ 2147483647 h 288"/>
                    <a:gd name="T100" fmla="*/ 2147483647 w 360"/>
                    <a:gd name="T101" fmla="*/ 2147483647 h 288"/>
                    <a:gd name="T102" fmla="*/ 2147483647 w 360"/>
                    <a:gd name="T103" fmla="*/ 2147483647 h 288"/>
                    <a:gd name="T104" fmla="*/ 2147483647 w 360"/>
                    <a:gd name="T105" fmla="*/ 2147483647 h 288"/>
                    <a:gd name="T106" fmla="*/ 2147483647 w 360"/>
                    <a:gd name="T107" fmla="*/ 2147483647 h 288"/>
                    <a:gd name="T108" fmla="*/ 2147483647 w 360"/>
                    <a:gd name="T109" fmla="*/ 2147483647 h 288"/>
                    <a:gd name="T110" fmla="*/ 2147483647 w 360"/>
                    <a:gd name="T111" fmla="*/ 2147483647 h 288"/>
                    <a:gd name="T112" fmla="*/ 2147483647 w 360"/>
                    <a:gd name="T113" fmla="*/ 2147483647 h 288"/>
                    <a:gd name="T114" fmla="*/ 2147483647 w 360"/>
                    <a:gd name="T115" fmla="*/ 2147483647 h 288"/>
                    <a:gd name="T116" fmla="*/ 2147483647 w 360"/>
                    <a:gd name="T117" fmla="*/ 2147483647 h 288"/>
                    <a:gd name="T118" fmla="*/ 2147483647 w 360"/>
                    <a:gd name="T119" fmla="*/ 2147483647 h 288"/>
                    <a:gd name="T120" fmla="*/ 2147483647 w 360"/>
                    <a:gd name="T121" fmla="*/ 2147483647 h 28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360"/>
                    <a:gd name="T184" fmla="*/ 0 h 288"/>
                    <a:gd name="T185" fmla="*/ 360 w 360"/>
                    <a:gd name="T186" fmla="*/ 288 h 288"/>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360" h="288">
                      <a:moveTo>
                        <a:pt x="66" y="186"/>
                      </a:moveTo>
                      <a:lnTo>
                        <a:pt x="36" y="186"/>
                      </a:lnTo>
                      <a:lnTo>
                        <a:pt x="24" y="174"/>
                      </a:lnTo>
                      <a:lnTo>
                        <a:pt x="6" y="174"/>
                      </a:lnTo>
                      <a:lnTo>
                        <a:pt x="12" y="186"/>
                      </a:lnTo>
                      <a:lnTo>
                        <a:pt x="12" y="192"/>
                      </a:lnTo>
                      <a:lnTo>
                        <a:pt x="18" y="204"/>
                      </a:lnTo>
                      <a:lnTo>
                        <a:pt x="36" y="222"/>
                      </a:lnTo>
                      <a:lnTo>
                        <a:pt x="48" y="228"/>
                      </a:lnTo>
                      <a:lnTo>
                        <a:pt x="84" y="240"/>
                      </a:lnTo>
                      <a:lnTo>
                        <a:pt x="90" y="240"/>
                      </a:lnTo>
                      <a:lnTo>
                        <a:pt x="84" y="234"/>
                      </a:lnTo>
                      <a:lnTo>
                        <a:pt x="84" y="222"/>
                      </a:lnTo>
                      <a:lnTo>
                        <a:pt x="78" y="216"/>
                      </a:lnTo>
                      <a:lnTo>
                        <a:pt x="78" y="204"/>
                      </a:lnTo>
                      <a:lnTo>
                        <a:pt x="72" y="198"/>
                      </a:lnTo>
                      <a:lnTo>
                        <a:pt x="72" y="186"/>
                      </a:lnTo>
                      <a:lnTo>
                        <a:pt x="66" y="186"/>
                      </a:lnTo>
                      <a:close/>
                      <a:moveTo>
                        <a:pt x="354" y="108"/>
                      </a:moveTo>
                      <a:lnTo>
                        <a:pt x="348" y="102"/>
                      </a:lnTo>
                      <a:lnTo>
                        <a:pt x="330" y="102"/>
                      </a:lnTo>
                      <a:lnTo>
                        <a:pt x="318" y="108"/>
                      </a:lnTo>
                      <a:lnTo>
                        <a:pt x="306" y="108"/>
                      </a:lnTo>
                      <a:lnTo>
                        <a:pt x="288" y="90"/>
                      </a:lnTo>
                      <a:lnTo>
                        <a:pt x="288" y="84"/>
                      </a:lnTo>
                      <a:lnTo>
                        <a:pt x="264" y="54"/>
                      </a:lnTo>
                      <a:lnTo>
                        <a:pt x="264" y="42"/>
                      </a:lnTo>
                      <a:lnTo>
                        <a:pt x="216" y="0"/>
                      </a:lnTo>
                      <a:lnTo>
                        <a:pt x="216" y="30"/>
                      </a:lnTo>
                      <a:lnTo>
                        <a:pt x="210" y="36"/>
                      </a:lnTo>
                      <a:lnTo>
                        <a:pt x="192" y="36"/>
                      </a:lnTo>
                      <a:lnTo>
                        <a:pt x="192" y="48"/>
                      </a:lnTo>
                      <a:lnTo>
                        <a:pt x="186" y="54"/>
                      </a:lnTo>
                      <a:lnTo>
                        <a:pt x="162" y="54"/>
                      </a:lnTo>
                      <a:lnTo>
                        <a:pt x="156" y="48"/>
                      </a:lnTo>
                      <a:lnTo>
                        <a:pt x="144" y="42"/>
                      </a:lnTo>
                      <a:lnTo>
                        <a:pt x="138" y="30"/>
                      </a:lnTo>
                      <a:lnTo>
                        <a:pt x="120" y="12"/>
                      </a:lnTo>
                      <a:lnTo>
                        <a:pt x="84" y="0"/>
                      </a:lnTo>
                      <a:lnTo>
                        <a:pt x="72" y="0"/>
                      </a:lnTo>
                      <a:lnTo>
                        <a:pt x="60" y="12"/>
                      </a:lnTo>
                      <a:lnTo>
                        <a:pt x="78" y="30"/>
                      </a:lnTo>
                      <a:lnTo>
                        <a:pt x="84" y="30"/>
                      </a:lnTo>
                      <a:lnTo>
                        <a:pt x="90" y="36"/>
                      </a:lnTo>
                      <a:lnTo>
                        <a:pt x="96" y="48"/>
                      </a:lnTo>
                      <a:lnTo>
                        <a:pt x="102" y="54"/>
                      </a:lnTo>
                      <a:lnTo>
                        <a:pt x="108" y="66"/>
                      </a:lnTo>
                      <a:lnTo>
                        <a:pt x="102" y="72"/>
                      </a:lnTo>
                      <a:lnTo>
                        <a:pt x="84" y="54"/>
                      </a:lnTo>
                      <a:lnTo>
                        <a:pt x="72" y="54"/>
                      </a:lnTo>
                      <a:lnTo>
                        <a:pt x="60" y="60"/>
                      </a:lnTo>
                      <a:lnTo>
                        <a:pt x="42" y="42"/>
                      </a:lnTo>
                      <a:lnTo>
                        <a:pt x="42" y="36"/>
                      </a:lnTo>
                      <a:lnTo>
                        <a:pt x="36" y="30"/>
                      </a:lnTo>
                      <a:lnTo>
                        <a:pt x="12" y="30"/>
                      </a:lnTo>
                      <a:lnTo>
                        <a:pt x="0" y="42"/>
                      </a:lnTo>
                      <a:lnTo>
                        <a:pt x="0" y="48"/>
                      </a:lnTo>
                      <a:lnTo>
                        <a:pt x="6" y="48"/>
                      </a:lnTo>
                      <a:lnTo>
                        <a:pt x="12" y="54"/>
                      </a:lnTo>
                      <a:lnTo>
                        <a:pt x="12" y="66"/>
                      </a:lnTo>
                      <a:lnTo>
                        <a:pt x="30" y="66"/>
                      </a:lnTo>
                      <a:lnTo>
                        <a:pt x="36" y="72"/>
                      </a:lnTo>
                      <a:lnTo>
                        <a:pt x="36" y="96"/>
                      </a:lnTo>
                      <a:lnTo>
                        <a:pt x="30" y="102"/>
                      </a:lnTo>
                      <a:lnTo>
                        <a:pt x="36" y="102"/>
                      </a:lnTo>
                      <a:lnTo>
                        <a:pt x="42" y="108"/>
                      </a:lnTo>
                      <a:lnTo>
                        <a:pt x="66" y="120"/>
                      </a:lnTo>
                      <a:lnTo>
                        <a:pt x="72" y="126"/>
                      </a:lnTo>
                      <a:lnTo>
                        <a:pt x="72" y="132"/>
                      </a:lnTo>
                      <a:lnTo>
                        <a:pt x="54" y="150"/>
                      </a:lnTo>
                      <a:lnTo>
                        <a:pt x="42" y="150"/>
                      </a:lnTo>
                      <a:lnTo>
                        <a:pt x="72" y="162"/>
                      </a:lnTo>
                      <a:lnTo>
                        <a:pt x="84" y="180"/>
                      </a:lnTo>
                      <a:lnTo>
                        <a:pt x="114" y="186"/>
                      </a:lnTo>
                      <a:lnTo>
                        <a:pt x="114" y="198"/>
                      </a:lnTo>
                      <a:lnTo>
                        <a:pt x="120" y="210"/>
                      </a:lnTo>
                      <a:lnTo>
                        <a:pt x="120" y="240"/>
                      </a:lnTo>
                      <a:lnTo>
                        <a:pt x="132" y="240"/>
                      </a:lnTo>
                      <a:lnTo>
                        <a:pt x="138" y="228"/>
                      </a:lnTo>
                      <a:lnTo>
                        <a:pt x="144" y="222"/>
                      </a:lnTo>
                      <a:lnTo>
                        <a:pt x="144" y="216"/>
                      </a:lnTo>
                      <a:lnTo>
                        <a:pt x="156" y="204"/>
                      </a:lnTo>
                      <a:lnTo>
                        <a:pt x="174" y="192"/>
                      </a:lnTo>
                      <a:lnTo>
                        <a:pt x="186" y="186"/>
                      </a:lnTo>
                      <a:lnTo>
                        <a:pt x="198" y="174"/>
                      </a:lnTo>
                      <a:lnTo>
                        <a:pt x="210" y="168"/>
                      </a:lnTo>
                      <a:lnTo>
                        <a:pt x="222" y="168"/>
                      </a:lnTo>
                      <a:lnTo>
                        <a:pt x="228" y="180"/>
                      </a:lnTo>
                      <a:lnTo>
                        <a:pt x="234" y="186"/>
                      </a:lnTo>
                      <a:lnTo>
                        <a:pt x="234" y="204"/>
                      </a:lnTo>
                      <a:lnTo>
                        <a:pt x="228" y="210"/>
                      </a:lnTo>
                      <a:lnTo>
                        <a:pt x="228" y="222"/>
                      </a:lnTo>
                      <a:lnTo>
                        <a:pt x="234" y="222"/>
                      </a:lnTo>
                      <a:lnTo>
                        <a:pt x="240" y="228"/>
                      </a:lnTo>
                      <a:lnTo>
                        <a:pt x="240" y="234"/>
                      </a:lnTo>
                      <a:lnTo>
                        <a:pt x="234" y="240"/>
                      </a:lnTo>
                      <a:lnTo>
                        <a:pt x="222" y="240"/>
                      </a:lnTo>
                      <a:lnTo>
                        <a:pt x="222" y="246"/>
                      </a:lnTo>
                      <a:lnTo>
                        <a:pt x="234" y="258"/>
                      </a:lnTo>
                      <a:lnTo>
                        <a:pt x="246" y="264"/>
                      </a:lnTo>
                      <a:lnTo>
                        <a:pt x="252" y="270"/>
                      </a:lnTo>
                      <a:lnTo>
                        <a:pt x="258" y="270"/>
                      </a:lnTo>
                      <a:lnTo>
                        <a:pt x="264" y="276"/>
                      </a:lnTo>
                      <a:lnTo>
                        <a:pt x="264" y="282"/>
                      </a:lnTo>
                      <a:lnTo>
                        <a:pt x="282" y="282"/>
                      </a:lnTo>
                      <a:lnTo>
                        <a:pt x="282" y="288"/>
                      </a:lnTo>
                      <a:lnTo>
                        <a:pt x="288" y="282"/>
                      </a:lnTo>
                      <a:lnTo>
                        <a:pt x="288" y="258"/>
                      </a:lnTo>
                      <a:lnTo>
                        <a:pt x="282" y="252"/>
                      </a:lnTo>
                      <a:lnTo>
                        <a:pt x="276" y="252"/>
                      </a:lnTo>
                      <a:lnTo>
                        <a:pt x="270" y="246"/>
                      </a:lnTo>
                      <a:lnTo>
                        <a:pt x="288" y="240"/>
                      </a:lnTo>
                      <a:lnTo>
                        <a:pt x="288" y="210"/>
                      </a:lnTo>
                      <a:lnTo>
                        <a:pt x="300" y="222"/>
                      </a:lnTo>
                      <a:lnTo>
                        <a:pt x="306" y="222"/>
                      </a:lnTo>
                      <a:lnTo>
                        <a:pt x="318" y="210"/>
                      </a:lnTo>
                      <a:lnTo>
                        <a:pt x="300" y="192"/>
                      </a:lnTo>
                      <a:lnTo>
                        <a:pt x="300" y="138"/>
                      </a:lnTo>
                      <a:lnTo>
                        <a:pt x="318" y="138"/>
                      </a:lnTo>
                      <a:lnTo>
                        <a:pt x="330" y="126"/>
                      </a:lnTo>
                      <a:lnTo>
                        <a:pt x="360" y="132"/>
                      </a:lnTo>
                      <a:lnTo>
                        <a:pt x="360" y="120"/>
                      </a:lnTo>
                      <a:lnTo>
                        <a:pt x="354" y="108"/>
                      </a:lnTo>
                      <a:close/>
                    </a:path>
                  </a:pathLst>
                </a:custGeom>
                <a:solidFill>
                  <a:srgbClr val="A29C97"/>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337" name="Austria" descr="© INSCALE GmbH, 05.05.2010&#10;http://www.presentationload.com/">
                  <a:extLst>
                    <a:ext uri="{FF2B5EF4-FFF2-40B4-BE49-F238E27FC236}">
                      <a16:creationId xmlns:a16="http://schemas.microsoft.com/office/drawing/2014/main" id="{C8521C50-E447-4BAC-A947-F931FB6213C9}"/>
                    </a:ext>
                  </a:extLst>
                </p:cNvPr>
                <p:cNvSpPr>
                  <a:spLocks/>
                </p:cNvSpPr>
                <p:nvPr/>
              </p:nvSpPr>
              <p:spPr bwMode="gray">
                <a:xfrm>
                  <a:off x="5918789" y="2099256"/>
                  <a:ext cx="206675" cy="91854"/>
                </a:xfrm>
                <a:custGeom>
                  <a:avLst/>
                  <a:gdLst>
                    <a:gd name="T0" fmla="*/ 2147483647 w 456"/>
                    <a:gd name="T1" fmla="*/ 2147483647 h 204"/>
                    <a:gd name="T2" fmla="*/ 2147483647 w 456"/>
                    <a:gd name="T3" fmla="*/ 2147483647 h 204"/>
                    <a:gd name="T4" fmla="*/ 2147483647 w 456"/>
                    <a:gd name="T5" fmla="*/ 2147483647 h 204"/>
                    <a:gd name="T6" fmla="*/ 2147483647 w 456"/>
                    <a:gd name="T7" fmla="*/ 2147483647 h 204"/>
                    <a:gd name="T8" fmla="*/ 2147483647 w 456"/>
                    <a:gd name="T9" fmla="*/ 2147483647 h 204"/>
                    <a:gd name="T10" fmla="*/ 2147483647 w 456"/>
                    <a:gd name="T11" fmla="*/ 2147483647 h 204"/>
                    <a:gd name="T12" fmla="*/ 2147483647 w 456"/>
                    <a:gd name="T13" fmla="*/ 2147483647 h 204"/>
                    <a:gd name="T14" fmla="*/ 2147483647 w 456"/>
                    <a:gd name="T15" fmla="*/ 0 h 204"/>
                    <a:gd name="T16" fmla="*/ 2147483647 w 456"/>
                    <a:gd name="T17" fmla="*/ 2147483647 h 204"/>
                    <a:gd name="T18" fmla="*/ 2147483647 w 456"/>
                    <a:gd name="T19" fmla="*/ 2147483647 h 204"/>
                    <a:gd name="T20" fmla="*/ 2147483647 w 456"/>
                    <a:gd name="T21" fmla="*/ 2147483647 h 204"/>
                    <a:gd name="T22" fmla="*/ 2147483647 w 456"/>
                    <a:gd name="T23" fmla="*/ 2147483647 h 204"/>
                    <a:gd name="T24" fmla="*/ 2147483647 w 456"/>
                    <a:gd name="T25" fmla="*/ 2147483647 h 204"/>
                    <a:gd name="T26" fmla="*/ 2147483647 w 456"/>
                    <a:gd name="T27" fmla="*/ 2147483647 h 204"/>
                    <a:gd name="T28" fmla="*/ 2147483647 w 456"/>
                    <a:gd name="T29" fmla="*/ 2147483647 h 204"/>
                    <a:gd name="T30" fmla="*/ 2147483647 w 456"/>
                    <a:gd name="T31" fmla="*/ 2147483647 h 204"/>
                    <a:gd name="T32" fmla="*/ 2147483647 w 456"/>
                    <a:gd name="T33" fmla="*/ 2147483647 h 204"/>
                    <a:gd name="T34" fmla="*/ 2147483647 w 456"/>
                    <a:gd name="T35" fmla="*/ 2147483647 h 204"/>
                    <a:gd name="T36" fmla="*/ 2147483647 w 456"/>
                    <a:gd name="T37" fmla="*/ 2147483647 h 204"/>
                    <a:gd name="T38" fmla="*/ 2147483647 w 456"/>
                    <a:gd name="T39" fmla="*/ 2147483647 h 204"/>
                    <a:gd name="T40" fmla="*/ 2147483647 w 456"/>
                    <a:gd name="T41" fmla="*/ 2147483647 h 204"/>
                    <a:gd name="T42" fmla="*/ 2147483647 w 456"/>
                    <a:gd name="T43" fmla="*/ 2147483647 h 204"/>
                    <a:gd name="T44" fmla="*/ 2147483647 w 456"/>
                    <a:gd name="T45" fmla="*/ 2147483647 h 204"/>
                    <a:gd name="T46" fmla="*/ 2147483647 w 456"/>
                    <a:gd name="T47" fmla="*/ 2147483647 h 204"/>
                    <a:gd name="T48" fmla="*/ 2147483647 w 456"/>
                    <a:gd name="T49" fmla="*/ 2147483647 h 204"/>
                    <a:gd name="T50" fmla="*/ 2147483647 w 456"/>
                    <a:gd name="T51" fmla="*/ 2147483647 h 204"/>
                    <a:gd name="T52" fmla="*/ 2147483647 w 456"/>
                    <a:gd name="T53" fmla="*/ 2147483647 h 204"/>
                    <a:gd name="T54" fmla="*/ 0 w 456"/>
                    <a:gd name="T55" fmla="*/ 2147483647 h 204"/>
                    <a:gd name="T56" fmla="*/ 2147483647 w 456"/>
                    <a:gd name="T57" fmla="*/ 2147483647 h 204"/>
                    <a:gd name="T58" fmla="*/ 2147483647 w 456"/>
                    <a:gd name="T59" fmla="*/ 2147483647 h 204"/>
                    <a:gd name="T60" fmla="*/ 2147483647 w 456"/>
                    <a:gd name="T61" fmla="*/ 2147483647 h 204"/>
                    <a:gd name="T62" fmla="*/ 2147483647 w 456"/>
                    <a:gd name="T63" fmla="*/ 2147483647 h 204"/>
                    <a:gd name="T64" fmla="*/ 2147483647 w 456"/>
                    <a:gd name="T65" fmla="*/ 2147483647 h 204"/>
                    <a:gd name="T66" fmla="*/ 2147483647 w 456"/>
                    <a:gd name="T67" fmla="*/ 2147483647 h 204"/>
                    <a:gd name="T68" fmla="*/ 2147483647 w 456"/>
                    <a:gd name="T69" fmla="*/ 2147483647 h 204"/>
                    <a:gd name="T70" fmla="*/ 2147483647 w 456"/>
                    <a:gd name="T71" fmla="*/ 2147483647 h 204"/>
                    <a:gd name="T72" fmla="*/ 2147483647 w 456"/>
                    <a:gd name="T73" fmla="*/ 2147483647 h 204"/>
                    <a:gd name="T74" fmla="*/ 2147483647 w 456"/>
                    <a:gd name="T75" fmla="*/ 2147483647 h 204"/>
                    <a:gd name="T76" fmla="*/ 2147483647 w 456"/>
                    <a:gd name="T77" fmla="*/ 2147483647 h 204"/>
                    <a:gd name="T78" fmla="*/ 2147483647 w 456"/>
                    <a:gd name="T79" fmla="*/ 2147483647 h 204"/>
                    <a:gd name="T80" fmla="*/ 2147483647 w 456"/>
                    <a:gd name="T81" fmla="*/ 2147483647 h 204"/>
                    <a:gd name="T82" fmla="*/ 2147483647 w 456"/>
                    <a:gd name="T83" fmla="*/ 2147483647 h 204"/>
                    <a:gd name="T84" fmla="*/ 2147483647 w 456"/>
                    <a:gd name="T85" fmla="*/ 2147483647 h 204"/>
                    <a:gd name="T86" fmla="*/ 2147483647 w 456"/>
                    <a:gd name="T87" fmla="*/ 2147483647 h 204"/>
                    <a:gd name="T88" fmla="*/ 2147483647 w 456"/>
                    <a:gd name="T89" fmla="*/ 2147483647 h 204"/>
                    <a:gd name="T90" fmla="*/ 2147483647 w 456"/>
                    <a:gd name="T91" fmla="*/ 2147483647 h 204"/>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456"/>
                    <a:gd name="T139" fmla="*/ 0 h 204"/>
                    <a:gd name="T140" fmla="*/ 456 w 456"/>
                    <a:gd name="T141" fmla="*/ 204 h 204"/>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456" h="204">
                      <a:moveTo>
                        <a:pt x="456" y="102"/>
                      </a:moveTo>
                      <a:lnTo>
                        <a:pt x="456" y="60"/>
                      </a:lnTo>
                      <a:lnTo>
                        <a:pt x="450" y="60"/>
                      </a:lnTo>
                      <a:lnTo>
                        <a:pt x="450" y="48"/>
                      </a:lnTo>
                      <a:lnTo>
                        <a:pt x="456" y="24"/>
                      </a:lnTo>
                      <a:lnTo>
                        <a:pt x="444" y="18"/>
                      </a:lnTo>
                      <a:lnTo>
                        <a:pt x="438" y="18"/>
                      </a:lnTo>
                      <a:lnTo>
                        <a:pt x="432" y="12"/>
                      </a:lnTo>
                      <a:lnTo>
                        <a:pt x="420" y="12"/>
                      </a:lnTo>
                      <a:lnTo>
                        <a:pt x="414" y="18"/>
                      </a:lnTo>
                      <a:lnTo>
                        <a:pt x="402" y="24"/>
                      </a:lnTo>
                      <a:lnTo>
                        <a:pt x="390" y="12"/>
                      </a:lnTo>
                      <a:lnTo>
                        <a:pt x="378" y="18"/>
                      </a:lnTo>
                      <a:lnTo>
                        <a:pt x="366" y="6"/>
                      </a:lnTo>
                      <a:lnTo>
                        <a:pt x="354" y="0"/>
                      </a:lnTo>
                      <a:lnTo>
                        <a:pt x="336" y="0"/>
                      </a:lnTo>
                      <a:lnTo>
                        <a:pt x="330" y="6"/>
                      </a:lnTo>
                      <a:lnTo>
                        <a:pt x="324" y="18"/>
                      </a:lnTo>
                      <a:lnTo>
                        <a:pt x="318" y="18"/>
                      </a:lnTo>
                      <a:lnTo>
                        <a:pt x="318" y="36"/>
                      </a:lnTo>
                      <a:lnTo>
                        <a:pt x="306" y="30"/>
                      </a:lnTo>
                      <a:lnTo>
                        <a:pt x="300" y="30"/>
                      </a:lnTo>
                      <a:lnTo>
                        <a:pt x="288" y="36"/>
                      </a:lnTo>
                      <a:lnTo>
                        <a:pt x="276" y="36"/>
                      </a:lnTo>
                      <a:lnTo>
                        <a:pt x="258" y="18"/>
                      </a:lnTo>
                      <a:lnTo>
                        <a:pt x="252" y="36"/>
                      </a:lnTo>
                      <a:lnTo>
                        <a:pt x="234" y="36"/>
                      </a:lnTo>
                      <a:lnTo>
                        <a:pt x="240" y="48"/>
                      </a:lnTo>
                      <a:lnTo>
                        <a:pt x="240" y="66"/>
                      </a:lnTo>
                      <a:lnTo>
                        <a:pt x="234" y="66"/>
                      </a:lnTo>
                      <a:lnTo>
                        <a:pt x="228" y="60"/>
                      </a:lnTo>
                      <a:lnTo>
                        <a:pt x="210" y="60"/>
                      </a:lnTo>
                      <a:lnTo>
                        <a:pt x="204" y="66"/>
                      </a:lnTo>
                      <a:lnTo>
                        <a:pt x="204" y="72"/>
                      </a:lnTo>
                      <a:lnTo>
                        <a:pt x="198" y="78"/>
                      </a:lnTo>
                      <a:lnTo>
                        <a:pt x="198" y="84"/>
                      </a:lnTo>
                      <a:lnTo>
                        <a:pt x="210" y="84"/>
                      </a:lnTo>
                      <a:lnTo>
                        <a:pt x="210" y="126"/>
                      </a:lnTo>
                      <a:lnTo>
                        <a:pt x="204" y="126"/>
                      </a:lnTo>
                      <a:lnTo>
                        <a:pt x="192" y="114"/>
                      </a:lnTo>
                      <a:lnTo>
                        <a:pt x="174" y="108"/>
                      </a:lnTo>
                      <a:lnTo>
                        <a:pt x="162" y="102"/>
                      </a:lnTo>
                      <a:lnTo>
                        <a:pt x="144" y="114"/>
                      </a:lnTo>
                      <a:lnTo>
                        <a:pt x="126" y="114"/>
                      </a:lnTo>
                      <a:lnTo>
                        <a:pt x="108" y="126"/>
                      </a:lnTo>
                      <a:lnTo>
                        <a:pt x="102" y="132"/>
                      </a:lnTo>
                      <a:lnTo>
                        <a:pt x="84" y="132"/>
                      </a:lnTo>
                      <a:lnTo>
                        <a:pt x="66" y="114"/>
                      </a:lnTo>
                      <a:lnTo>
                        <a:pt x="48" y="114"/>
                      </a:lnTo>
                      <a:lnTo>
                        <a:pt x="48" y="126"/>
                      </a:lnTo>
                      <a:lnTo>
                        <a:pt x="42" y="132"/>
                      </a:lnTo>
                      <a:lnTo>
                        <a:pt x="30" y="132"/>
                      </a:lnTo>
                      <a:lnTo>
                        <a:pt x="30" y="126"/>
                      </a:lnTo>
                      <a:lnTo>
                        <a:pt x="24" y="120"/>
                      </a:lnTo>
                      <a:lnTo>
                        <a:pt x="0" y="120"/>
                      </a:lnTo>
                      <a:lnTo>
                        <a:pt x="0" y="156"/>
                      </a:lnTo>
                      <a:lnTo>
                        <a:pt x="18" y="156"/>
                      </a:lnTo>
                      <a:lnTo>
                        <a:pt x="18" y="174"/>
                      </a:lnTo>
                      <a:lnTo>
                        <a:pt x="24" y="174"/>
                      </a:lnTo>
                      <a:lnTo>
                        <a:pt x="42" y="156"/>
                      </a:lnTo>
                      <a:lnTo>
                        <a:pt x="48" y="156"/>
                      </a:lnTo>
                      <a:lnTo>
                        <a:pt x="60" y="168"/>
                      </a:lnTo>
                      <a:lnTo>
                        <a:pt x="60" y="174"/>
                      </a:lnTo>
                      <a:lnTo>
                        <a:pt x="72" y="174"/>
                      </a:lnTo>
                      <a:lnTo>
                        <a:pt x="84" y="180"/>
                      </a:lnTo>
                      <a:lnTo>
                        <a:pt x="96" y="162"/>
                      </a:lnTo>
                      <a:lnTo>
                        <a:pt x="138" y="162"/>
                      </a:lnTo>
                      <a:lnTo>
                        <a:pt x="138" y="156"/>
                      </a:lnTo>
                      <a:lnTo>
                        <a:pt x="144" y="150"/>
                      </a:lnTo>
                      <a:lnTo>
                        <a:pt x="162" y="150"/>
                      </a:lnTo>
                      <a:lnTo>
                        <a:pt x="168" y="156"/>
                      </a:lnTo>
                      <a:lnTo>
                        <a:pt x="168" y="174"/>
                      </a:lnTo>
                      <a:lnTo>
                        <a:pt x="180" y="174"/>
                      </a:lnTo>
                      <a:lnTo>
                        <a:pt x="186" y="192"/>
                      </a:lnTo>
                      <a:lnTo>
                        <a:pt x="240" y="192"/>
                      </a:lnTo>
                      <a:lnTo>
                        <a:pt x="240" y="204"/>
                      </a:lnTo>
                      <a:lnTo>
                        <a:pt x="258" y="204"/>
                      </a:lnTo>
                      <a:lnTo>
                        <a:pt x="264" y="198"/>
                      </a:lnTo>
                      <a:lnTo>
                        <a:pt x="282" y="198"/>
                      </a:lnTo>
                      <a:lnTo>
                        <a:pt x="288" y="204"/>
                      </a:lnTo>
                      <a:lnTo>
                        <a:pt x="318" y="204"/>
                      </a:lnTo>
                      <a:lnTo>
                        <a:pt x="318" y="192"/>
                      </a:lnTo>
                      <a:lnTo>
                        <a:pt x="366" y="192"/>
                      </a:lnTo>
                      <a:lnTo>
                        <a:pt x="378" y="186"/>
                      </a:lnTo>
                      <a:lnTo>
                        <a:pt x="402" y="192"/>
                      </a:lnTo>
                      <a:lnTo>
                        <a:pt x="414" y="156"/>
                      </a:lnTo>
                      <a:lnTo>
                        <a:pt x="432" y="156"/>
                      </a:lnTo>
                      <a:lnTo>
                        <a:pt x="432" y="132"/>
                      </a:lnTo>
                      <a:lnTo>
                        <a:pt x="444" y="114"/>
                      </a:lnTo>
                      <a:lnTo>
                        <a:pt x="432" y="114"/>
                      </a:lnTo>
                      <a:lnTo>
                        <a:pt x="438" y="102"/>
                      </a:lnTo>
                      <a:lnTo>
                        <a:pt x="456" y="102"/>
                      </a:lnTo>
                      <a:close/>
                    </a:path>
                  </a:pathLst>
                </a:custGeom>
                <a:solidFill>
                  <a:srgbClr val="D40D8D"/>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338" name="Australia" descr="© INSCALE GmbH, 05.05.2010&#10;http://www.presentationload.com/">
                  <a:extLst>
                    <a:ext uri="{FF2B5EF4-FFF2-40B4-BE49-F238E27FC236}">
                      <a16:creationId xmlns:a16="http://schemas.microsoft.com/office/drawing/2014/main" id="{CB456D1B-A3F4-4991-988E-AD09EC9941D3}"/>
                    </a:ext>
                  </a:extLst>
                </p:cNvPr>
                <p:cNvSpPr>
                  <a:spLocks noEditPoints="1"/>
                </p:cNvSpPr>
                <p:nvPr/>
              </p:nvSpPr>
              <p:spPr bwMode="gray">
                <a:xfrm>
                  <a:off x="9107233" y="4264933"/>
                  <a:ext cx="1282445" cy="1202959"/>
                </a:xfrm>
                <a:custGeom>
                  <a:avLst/>
                  <a:gdLst>
                    <a:gd name="T0" fmla="*/ 2147483647 w 2838"/>
                    <a:gd name="T1" fmla="*/ 2147483647 h 2664"/>
                    <a:gd name="T2" fmla="*/ 2147483647 w 2838"/>
                    <a:gd name="T3" fmla="*/ 2147483647 h 2664"/>
                    <a:gd name="T4" fmla="*/ 2147483647 w 2838"/>
                    <a:gd name="T5" fmla="*/ 2147483647 h 2664"/>
                    <a:gd name="T6" fmla="*/ 2147483647 w 2838"/>
                    <a:gd name="T7" fmla="*/ 2147483647 h 2664"/>
                    <a:gd name="T8" fmla="*/ 2147483647 w 2838"/>
                    <a:gd name="T9" fmla="*/ 2147483647 h 2664"/>
                    <a:gd name="T10" fmla="*/ 2147483647 w 2838"/>
                    <a:gd name="T11" fmla="*/ 2147483647 h 2664"/>
                    <a:gd name="T12" fmla="*/ 2147483647 w 2838"/>
                    <a:gd name="T13" fmla="*/ 2147483647 h 2664"/>
                    <a:gd name="T14" fmla="*/ 2147483647 w 2838"/>
                    <a:gd name="T15" fmla="*/ 2147483647 h 2664"/>
                    <a:gd name="T16" fmla="*/ 2147483647 w 2838"/>
                    <a:gd name="T17" fmla="*/ 2147483647 h 2664"/>
                    <a:gd name="T18" fmla="*/ 2147483647 w 2838"/>
                    <a:gd name="T19" fmla="*/ 2147483647 h 2664"/>
                    <a:gd name="T20" fmla="*/ 2147483647 w 2838"/>
                    <a:gd name="T21" fmla="*/ 2147483647 h 2664"/>
                    <a:gd name="T22" fmla="*/ 2147483647 w 2838"/>
                    <a:gd name="T23" fmla="*/ 2147483647 h 2664"/>
                    <a:gd name="T24" fmla="*/ 2147483647 w 2838"/>
                    <a:gd name="T25" fmla="*/ 2147483647 h 2664"/>
                    <a:gd name="T26" fmla="*/ 2147483647 w 2838"/>
                    <a:gd name="T27" fmla="*/ 2147483647 h 2664"/>
                    <a:gd name="T28" fmla="*/ 2147483647 w 2838"/>
                    <a:gd name="T29" fmla="*/ 2147483647 h 2664"/>
                    <a:gd name="T30" fmla="*/ 2147483647 w 2838"/>
                    <a:gd name="T31" fmla="*/ 2147483647 h 2664"/>
                    <a:gd name="T32" fmla="*/ 2147483647 w 2838"/>
                    <a:gd name="T33" fmla="*/ 2147483647 h 2664"/>
                    <a:gd name="T34" fmla="*/ 2147483647 w 2838"/>
                    <a:gd name="T35" fmla="*/ 2147483647 h 2664"/>
                    <a:gd name="T36" fmla="*/ 2147483647 w 2838"/>
                    <a:gd name="T37" fmla="*/ 2147483647 h 2664"/>
                    <a:gd name="T38" fmla="*/ 2147483647 w 2838"/>
                    <a:gd name="T39" fmla="*/ 2147483647 h 2664"/>
                    <a:gd name="T40" fmla="*/ 2147483647 w 2838"/>
                    <a:gd name="T41" fmla="*/ 2147483647 h 2664"/>
                    <a:gd name="T42" fmla="*/ 2147483647 w 2838"/>
                    <a:gd name="T43" fmla="*/ 2147483647 h 2664"/>
                    <a:gd name="T44" fmla="*/ 2147483647 w 2838"/>
                    <a:gd name="T45" fmla="*/ 2147483647 h 2664"/>
                    <a:gd name="T46" fmla="*/ 2147483647 w 2838"/>
                    <a:gd name="T47" fmla="*/ 2147483647 h 2664"/>
                    <a:gd name="T48" fmla="*/ 2147483647 w 2838"/>
                    <a:gd name="T49" fmla="*/ 2147483647 h 2664"/>
                    <a:gd name="T50" fmla="*/ 2147483647 w 2838"/>
                    <a:gd name="T51" fmla="*/ 2147483647 h 2664"/>
                    <a:gd name="T52" fmla="*/ 2147483647 w 2838"/>
                    <a:gd name="T53" fmla="*/ 2147483647 h 2664"/>
                    <a:gd name="T54" fmla="*/ 2147483647 w 2838"/>
                    <a:gd name="T55" fmla="*/ 2147483647 h 2664"/>
                    <a:gd name="T56" fmla="*/ 2147483647 w 2838"/>
                    <a:gd name="T57" fmla="*/ 2147483647 h 2664"/>
                    <a:gd name="T58" fmla="*/ 2147483647 w 2838"/>
                    <a:gd name="T59" fmla="*/ 2147483647 h 2664"/>
                    <a:gd name="T60" fmla="*/ 2147483647 w 2838"/>
                    <a:gd name="T61" fmla="*/ 2147483647 h 2664"/>
                    <a:gd name="T62" fmla="*/ 2147483647 w 2838"/>
                    <a:gd name="T63" fmla="*/ 2147483647 h 2664"/>
                    <a:gd name="T64" fmla="*/ 2147483647 w 2838"/>
                    <a:gd name="T65" fmla="*/ 2147483647 h 2664"/>
                    <a:gd name="T66" fmla="*/ 2147483647 w 2838"/>
                    <a:gd name="T67" fmla="*/ 2147483647 h 2664"/>
                    <a:gd name="T68" fmla="*/ 2147483647 w 2838"/>
                    <a:gd name="T69" fmla="*/ 2147483647 h 2664"/>
                    <a:gd name="T70" fmla="*/ 2147483647 w 2838"/>
                    <a:gd name="T71" fmla="*/ 2147483647 h 2664"/>
                    <a:gd name="T72" fmla="*/ 2147483647 w 2838"/>
                    <a:gd name="T73" fmla="*/ 2147483647 h 2664"/>
                    <a:gd name="T74" fmla="*/ 2147483647 w 2838"/>
                    <a:gd name="T75" fmla="*/ 2147483647 h 2664"/>
                    <a:gd name="T76" fmla="*/ 2147483647 w 2838"/>
                    <a:gd name="T77" fmla="*/ 2147483647 h 2664"/>
                    <a:gd name="T78" fmla="*/ 2147483647 w 2838"/>
                    <a:gd name="T79" fmla="*/ 2147483647 h 2664"/>
                    <a:gd name="T80" fmla="*/ 2147483647 w 2838"/>
                    <a:gd name="T81" fmla="*/ 2147483647 h 2664"/>
                    <a:gd name="T82" fmla="*/ 2147483647 w 2838"/>
                    <a:gd name="T83" fmla="*/ 2147483647 h 2664"/>
                    <a:gd name="T84" fmla="*/ 2147483647 w 2838"/>
                    <a:gd name="T85" fmla="*/ 2147483647 h 2664"/>
                    <a:gd name="T86" fmla="*/ 2147483647 w 2838"/>
                    <a:gd name="T87" fmla="*/ 2147483647 h 2664"/>
                    <a:gd name="T88" fmla="*/ 2147483647 w 2838"/>
                    <a:gd name="T89" fmla="*/ 2147483647 h 2664"/>
                    <a:gd name="T90" fmla="*/ 2147483647 w 2838"/>
                    <a:gd name="T91" fmla="*/ 2147483647 h 2664"/>
                    <a:gd name="T92" fmla="*/ 2147483647 w 2838"/>
                    <a:gd name="T93" fmla="*/ 2147483647 h 2664"/>
                    <a:gd name="T94" fmla="*/ 2147483647 w 2838"/>
                    <a:gd name="T95" fmla="*/ 2147483647 h 2664"/>
                    <a:gd name="T96" fmla="*/ 2147483647 w 2838"/>
                    <a:gd name="T97" fmla="*/ 2147483647 h 2664"/>
                    <a:gd name="T98" fmla="*/ 2147483647 w 2838"/>
                    <a:gd name="T99" fmla="*/ 2147483647 h 2664"/>
                    <a:gd name="T100" fmla="*/ 2147483647 w 2838"/>
                    <a:gd name="T101" fmla="*/ 2147483647 h 2664"/>
                    <a:gd name="T102" fmla="*/ 2147483647 w 2838"/>
                    <a:gd name="T103" fmla="*/ 2147483647 h 2664"/>
                    <a:gd name="T104" fmla="*/ 2147483647 w 2838"/>
                    <a:gd name="T105" fmla="*/ 2147483647 h 2664"/>
                    <a:gd name="T106" fmla="*/ 2147483647 w 2838"/>
                    <a:gd name="T107" fmla="*/ 2147483647 h 2664"/>
                    <a:gd name="T108" fmla="*/ 2147483647 w 2838"/>
                    <a:gd name="T109" fmla="*/ 2147483647 h 2664"/>
                    <a:gd name="T110" fmla="*/ 2147483647 w 2838"/>
                    <a:gd name="T111" fmla="*/ 2147483647 h 2664"/>
                    <a:gd name="T112" fmla="*/ 2147483647 w 2838"/>
                    <a:gd name="T113" fmla="*/ 2147483647 h 2664"/>
                    <a:gd name="T114" fmla="*/ 2147483647 w 2838"/>
                    <a:gd name="T115" fmla="*/ 2147483647 h 2664"/>
                    <a:gd name="T116" fmla="*/ 2147483647 w 2838"/>
                    <a:gd name="T117" fmla="*/ 2147483647 h 2664"/>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2838"/>
                    <a:gd name="T178" fmla="*/ 0 h 2664"/>
                    <a:gd name="T179" fmla="*/ 2838 w 2838"/>
                    <a:gd name="T180" fmla="*/ 2664 h 2664"/>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2838" h="2664">
                      <a:moveTo>
                        <a:pt x="1530" y="66"/>
                      </a:moveTo>
                      <a:lnTo>
                        <a:pt x="1524" y="60"/>
                      </a:lnTo>
                      <a:lnTo>
                        <a:pt x="1518" y="60"/>
                      </a:lnTo>
                      <a:lnTo>
                        <a:pt x="1506" y="66"/>
                      </a:lnTo>
                      <a:lnTo>
                        <a:pt x="1500" y="72"/>
                      </a:lnTo>
                      <a:lnTo>
                        <a:pt x="1494" y="84"/>
                      </a:lnTo>
                      <a:lnTo>
                        <a:pt x="1494" y="102"/>
                      </a:lnTo>
                      <a:lnTo>
                        <a:pt x="1506" y="102"/>
                      </a:lnTo>
                      <a:lnTo>
                        <a:pt x="1512" y="90"/>
                      </a:lnTo>
                      <a:lnTo>
                        <a:pt x="1524" y="78"/>
                      </a:lnTo>
                      <a:lnTo>
                        <a:pt x="1530" y="66"/>
                      </a:lnTo>
                      <a:close/>
                      <a:moveTo>
                        <a:pt x="1476" y="2016"/>
                      </a:moveTo>
                      <a:lnTo>
                        <a:pt x="1464" y="2016"/>
                      </a:lnTo>
                      <a:lnTo>
                        <a:pt x="1440" y="2028"/>
                      </a:lnTo>
                      <a:lnTo>
                        <a:pt x="1440" y="2034"/>
                      </a:lnTo>
                      <a:lnTo>
                        <a:pt x="1452" y="2046"/>
                      </a:lnTo>
                      <a:lnTo>
                        <a:pt x="1452" y="2052"/>
                      </a:lnTo>
                      <a:lnTo>
                        <a:pt x="1470" y="2052"/>
                      </a:lnTo>
                      <a:lnTo>
                        <a:pt x="1482" y="2046"/>
                      </a:lnTo>
                      <a:lnTo>
                        <a:pt x="1488" y="2040"/>
                      </a:lnTo>
                      <a:lnTo>
                        <a:pt x="1506" y="2040"/>
                      </a:lnTo>
                      <a:lnTo>
                        <a:pt x="1512" y="2034"/>
                      </a:lnTo>
                      <a:lnTo>
                        <a:pt x="1530" y="2034"/>
                      </a:lnTo>
                      <a:lnTo>
                        <a:pt x="1536" y="2028"/>
                      </a:lnTo>
                      <a:lnTo>
                        <a:pt x="1512" y="2028"/>
                      </a:lnTo>
                      <a:lnTo>
                        <a:pt x="1500" y="2016"/>
                      </a:lnTo>
                      <a:lnTo>
                        <a:pt x="1476" y="2016"/>
                      </a:lnTo>
                      <a:close/>
                      <a:moveTo>
                        <a:pt x="2802" y="1164"/>
                      </a:moveTo>
                      <a:lnTo>
                        <a:pt x="2802" y="1134"/>
                      </a:lnTo>
                      <a:lnTo>
                        <a:pt x="2796" y="1116"/>
                      </a:lnTo>
                      <a:lnTo>
                        <a:pt x="2796" y="1092"/>
                      </a:lnTo>
                      <a:lnTo>
                        <a:pt x="2790" y="1086"/>
                      </a:lnTo>
                      <a:lnTo>
                        <a:pt x="2778" y="1086"/>
                      </a:lnTo>
                      <a:lnTo>
                        <a:pt x="2772" y="1080"/>
                      </a:lnTo>
                      <a:lnTo>
                        <a:pt x="2760" y="1080"/>
                      </a:lnTo>
                      <a:lnTo>
                        <a:pt x="2760" y="1062"/>
                      </a:lnTo>
                      <a:lnTo>
                        <a:pt x="2742" y="1050"/>
                      </a:lnTo>
                      <a:lnTo>
                        <a:pt x="2742" y="1014"/>
                      </a:lnTo>
                      <a:lnTo>
                        <a:pt x="2736" y="1008"/>
                      </a:lnTo>
                      <a:lnTo>
                        <a:pt x="2724" y="1002"/>
                      </a:lnTo>
                      <a:lnTo>
                        <a:pt x="2718" y="996"/>
                      </a:lnTo>
                      <a:lnTo>
                        <a:pt x="2706" y="996"/>
                      </a:lnTo>
                      <a:lnTo>
                        <a:pt x="2712" y="996"/>
                      </a:lnTo>
                      <a:lnTo>
                        <a:pt x="2718" y="990"/>
                      </a:lnTo>
                      <a:lnTo>
                        <a:pt x="2730" y="990"/>
                      </a:lnTo>
                      <a:lnTo>
                        <a:pt x="2742" y="984"/>
                      </a:lnTo>
                      <a:lnTo>
                        <a:pt x="2760" y="966"/>
                      </a:lnTo>
                      <a:lnTo>
                        <a:pt x="2754" y="954"/>
                      </a:lnTo>
                      <a:lnTo>
                        <a:pt x="2736" y="936"/>
                      </a:lnTo>
                      <a:lnTo>
                        <a:pt x="2730" y="936"/>
                      </a:lnTo>
                      <a:lnTo>
                        <a:pt x="2730" y="930"/>
                      </a:lnTo>
                      <a:lnTo>
                        <a:pt x="2712" y="912"/>
                      </a:lnTo>
                      <a:lnTo>
                        <a:pt x="2700" y="906"/>
                      </a:lnTo>
                      <a:lnTo>
                        <a:pt x="2694" y="912"/>
                      </a:lnTo>
                      <a:lnTo>
                        <a:pt x="2694" y="936"/>
                      </a:lnTo>
                      <a:lnTo>
                        <a:pt x="2670" y="930"/>
                      </a:lnTo>
                      <a:lnTo>
                        <a:pt x="2670" y="924"/>
                      </a:lnTo>
                      <a:lnTo>
                        <a:pt x="2676" y="918"/>
                      </a:lnTo>
                      <a:lnTo>
                        <a:pt x="2676" y="906"/>
                      </a:lnTo>
                      <a:lnTo>
                        <a:pt x="2682" y="894"/>
                      </a:lnTo>
                      <a:lnTo>
                        <a:pt x="2688" y="876"/>
                      </a:lnTo>
                      <a:lnTo>
                        <a:pt x="2688" y="858"/>
                      </a:lnTo>
                      <a:lnTo>
                        <a:pt x="2682" y="852"/>
                      </a:lnTo>
                      <a:lnTo>
                        <a:pt x="2676" y="840"/>
                      </a:lnTo>
                      <a:lnTo>
                        <a:pt x="2670" y="840"/>
                      </a:lnTo>
                      <a:lnTo>
                        <a:pt x="2652" y="822"/>
                      </a:lnTo>
                      <a:lnTo>
                        <a:pt x="2652" y="816"/>
                      </a:lnTo>
                      <a:lnTo>
                        <a:pt x="2658" y="804"/>
                      </a:lnTo>
                      <a:lnTo>
                        <a:pt x="2658" y="792"/>
                      </a:lnTo>
                      <a:lnTo>
                        <a:pt x="2664" y="774"/>
                      </a:lnTo>
                      <a:lnTo>
                        <a:pt x="2664" y="762"/>
                      </a:lnTo>
                      <a:lnTo>
                        <a:pt x="2652" y="750"/>
                      </a:lnTo>
                      <a:lnTo>
                        <a:pt x="2628" y="732"/>
                      </a:lnTo>
                      <a:lnTo>
                        <a:pt x="2598" y="720"/>
                      </a:lnTo>
                      <a:lnTo>
                        <a:pt x="2580" y="708"/>
                      </a:lnTo>
                      <a:lnTo>
                        <a:pt x="2568" y="702"/>
                      </a:lnTo>
                      <a:lnTo>
                        <a:pt x="2556" y="708"/>
                      </a:lnTo>
                      <a:lnTo>
                        <a:pt x="2550" y="696"/>
                      </a:lnTo>
                      <a:lnTo>
                        <a:pt x="2538" y="684"/>
                      </a:lnTo>
                      <a:lnTo>
                        <a:pt x="2532" y="672"/>
                      </a:lnTo>
                      <a:lnTo>
                        <a:pt x="2520" y="660"/>
                      </a:lnTo>
                      <a:lnTo>
                        <a:pt x="2514" y="642"/>
                      </a:lnTo>
                      <a:lnTo>
                        <a:pt x="2514" y="594"/>
                      </a:lnTo>
                      <a:lnTo>
                        <a:pt x="2520" y="576"/>
                      </a:lnTo>
                      <a:lnTo>
                        <a:pt x="2526" y="564"/>
                      </a:lnTo>
                      <a:lnTo>
                        <a:pt x="2526" y="546"/>
                      </a:lnTo>
                      <a:lnTo>
                        <a:pt x="2520" y="504"/>
                      </a:lnTo>
                      <a:lnTo>
                        <a:pt x="2502" y="462"/>
                      </a:lnTo>
                      <a:lnTo>
                        <a:pt x="2490" y="426"/>
                      </a:lnTo>
                      <a:lnTo>
                        <a:pt x="2490" y="402"/>
                      </a:lnTo>
                      <a:lnTo>
                        <a:pt x="2496" y="390"/>
                      </a:lnTo>
                      <a:lnTo>
                        <a:pt x="2502" y="384"/>
                      </a:lnTo>
                      <a:lnTo>
                        <a:pt x="2502" y="324"/>
                      </a:lnTo>
                      <a:lnTo>
                        <a:pt x="2496" y="312"/>
                      </a:lnTo>
                      <a:lnTo>
                        <a:pt x="2496" y="300"/>
                      </a:lnTo>
                      <a:lnTo>
                        <a:pt x="2472" y="294"/>
                      </a:lnTo>
                      <a:lnTo>
                        <a:pt x="2460" y="288"/>
                      </a:lnTo>
                      <a:lnTo>
                        <a:pt x="2454" y="276"/>
                      </a:lnTo>
                      <a:lnTo>
                        <a:pt x="2442" y="270"/>
                      </a:lnTo>
                      <a:lnTo>
                        <a:pt x="2424" y="270"/>
                      </a:lnTo>
                      <a:lnTo>
                        <a:pt x="2418" y="282"/>
                      </a:lnTo>
                      <a:lnTo>
                        <a:pt x="2412" y="288"/>
                      </a:lnTo>
                      <a:lnTo>
                        <a:pt x="2412" y="282"/>
                      </a:lnTo>
                      <a:lnTo>
                        <a:pt x="2406" y="276"/>
                      </a:lnTo>
                      <a:lnTo>
                        <a:pt x="2400" y="264"/>
                      </a:lnTo>
                      <a:lnTo>
                        <a:pt x="2400" y="228"/>
                      </a:lnTo>
                      <a:lnTo>
                        <a:pt x="2406" y="216"/>
                      </a:lnTo>
                      <a:lnTo>
                        <a:pt x="2406" y="204"/>
                      </a:lnTo>
                      <a:lnTo>
                        <a:pt x="2388" y="180"/>
                      </a:lnTo>
                      <a:lnTo>
                        <a:pt x="2394" y="96"/>
                      </a:lnTo>
                      <a:lnTo>
                        <a:pt x="2382" y="90"/>
                      </a:lnTo>
                      <a:lnTo>
                        <a:pt x="2364" y="72"/>
                      </a:lnTo>
                      <a:lnTo>
                        <a:pt x="2364" y="66"/>
                      </a:lnTo>
                      <a:lnTo>
                        <a:pt x="2370" y="48"/>
                      </a:lnTo>
                      <a:lnTo>
                        <a:pt x="2370" y="24"/>
                      </a:lnTo>
                      <a:lnTo>
                        <a:pt x="2364" y="18"/>
                      </a:lnTo>
                      <a:lnTo>
                        <a:pt x="2346" y="18"/>
                      </a:lnTo>
                      <a:lnTo>
                        <a:pt x="2346" y="0"/>
                      </a:lnTo>
                      <a:lnTo>
                        <a:pt x="2316" y="12"/>
                      </a:lnTo>
                      <a:lnTo>
                        <a:pt x="2310" y="30"/>
                      </a:lnTo>
                      <a:lnTo>
                        <a:pt x="2298" y="36"/>
                      </a:lnTo>
                      <a:lnTo>
                        <a:pt x="2292" y="42"/>
                      </a:lnTo>
                      <a:lnTo>
                        <a:pt x="2280" y="48"/>
                      </a:lnTo>
                      <a:lnTo>
                        <a:pt x="2280" y="66"/>
                      </a:lnTo>
                      <a:lnTo>
                        <a:pt x="2286" y="78"/>
                      </a:lnTo>
                      <a:lnTo>
                        <a:pt x="2286" y="90"/>
                      </a:lnTo>
                      <a:lnTo>
                        <a:pt x="2292" y="102"/>
                      </a:lnTo>
                      <a:lnTo>
                        <a:pt x="2292" y="114"/>
                      </a:lnTo>
                      <a:lnTo>
                        <a:pt x="2286" y="126"/>
                      </a:lnTo>
                      <a:lnTo>
                        <a:pt x="2274" y="138"/>
                      </a:lnTo>
                      <a:lnTo>
                        <a:pt x="2268" y="150"/>
                      </a:lnTo>
                      <a:lnTo>
                        <a:pt x="2238" y="180"/>
                      </a:lnTo>
                      <a:lnTo>
                        <a:pt x="2256" y="192"/>
                      </a:lnTo>
                      <a:lnTo>
                        <a:pt x="2256" y="198"/>
                      </a:lnTo>
                      <a:lnTo>
                        <a:pt x="2250" y="204"/>
                      </a:lnTo>
                      <a:lnTo>
                        <a:pt x="2238" y="228"/>
                      </a:lnTo>
                      <a:lnTo>
                        <a:pt x="2232" y="234"/>
                      </a:lnTo>
                      <a:lnTo>
                        <a:pt x="2232" y="264"/>
                      </a:lnTo>
                      <a:lnTo>
                        <a:pt x="2238" y="276"/>
                      </a:lnTo>
                      <a:lnTo>
                        <a:pt x="2238" y="288"/>
                      </a:lnTo>
                      <a:lnTo>
                        <a:pt x="2232" y="300"/>
                      </a:lnTo>
                      <a:lnTo>
                        <a:pt x="2214" y="408"/>
                      </a:lnTo>
                      <a:lnTo>
                        <a:pt x="2208" y="432"/>
                      </a:lnTo>
                      <a:lnTo>
                        <a:pt x="2202" y="438"/>
                      </a:lnTo>
                      <a:lnTo>
                        <a:pt x="2190" y="462"/>
                      </a:lnTo>
                      <a:lnTo>
                        <a:pt x="2178" y="474"/>
                      </a:lnTo>
                      <a:lnTo>
                        <a:pt x="2172" y="486"/>
                      </a:lnTo>
                      <a:lnTo>
                        <a:pt x="2166" y="492"/>
                      </a:lnTo>
                      <a:lnTo>
                        <a:pt x="2166" y="516"/>
                      </a:lnTo>
                      <a:lnTo>
                        <a:pt x="2160" y="534"/>
                      </a:lnTo>
                      <a:lnTo>
                        <a:pt x="2154" y="546"/>
                      </a:lnTo>
                      <a:lnTo>
                        <a:pt x="2142" y="552"/>
                      </a:lnTo>
                      <a:lnTo>
                        <a:pt x="2088" y="570"/>
                      </a:lnTo>
                      <a:lnTo>
                        <a:pt x="2076" y="570"/>
                      </a:lnTo>
                      <a:lnTo>
                        <a:pt x="2064" y="576"/>
                      </a:lnTo>
                      <a:lnTo>
                        <a:pt x="2058" y="576"/>
                      </a:lnTo>
                      <a:lnTo>
                        <a:pt x="2058" y="570"/>
                      </a:lnTo>
                      <a:lnTo>
                        <a:pt x="2052" y="564"/>
                      </a:lnTo>
                      <a:lnTo>
                        <a:pt x="2028" y="516"/>
                      </a:lnTo>
                      <a:lnTo>
                        <a:pt x="2022" y="510"/>
                      </a:lnTo>
                      <a:lnTo>
                        <a:pt x="1998" y="492"/>
                      </a:lnTo>
                      <a:lnTo>
                        <a:pt x="1956" y="474"/>
                      </a:lnTo>
                      <a:lnTo>
                        <a:pt x="1920" y="462"/>
                      </a:lnTo>
                      <a:lnTo>
                        <a:pt x="1908" y="456"/>
                      </a:lnTo>
                      <a:lnTo>
                        <a:pt x="1896" y="438"/>
                      </a:lnTo>
                      <a:lnTo>
                        <a:pt x="1884" y="426"/>
                      </a:lnTo>
                      <a:lnTo>
                        <a:pt x="1872" y="402"/>
                      </a:lnTo>
                      <a:lnTo>
                        <a:pt x="1866" y="396"/>
                      </a:lnTo>
                      <a:lnTo>
                        <a:pt x="1830" y="396"/>
                      </a:lnTo>
                      <a:lnTo>
                        <a:pt x="1806" y="348"/>
                      </a:lnTo>
                      <a:lnTo>
                        <a:pt x="1824" y="330"/>
                      </a:lnTo>
                      <a:lnTo>
                        <a:pt x="1824" y="306"/>
                      </a:lnTo>
                      <a:lnTo>
                        <a:pt x="1830" y="294"/>
                      </a:lnTo>
                      <a:lnTo>
                        <a:pt x="1836" y="288"/>
                      </a:lnTo>
                      <a:lnTo>
                        <a:pt x="1848" y="282"/>
                      </a:lnTo>
                      <a:lnTo>
                        <a:pt x="1854" y="276"/>
                      </a:lnTo>
                      <a:lnTo>
                        <a:pt x="1848" y="228"/>
                      </a:lnTo>
                      <a:lnTo>
                        <a:pt x="1866" y="210"/>
                      </a:lnTo>
                      <a:lnTo>
                        <a:pt x="1872" y="216"/>
                      </a:lnTo>
                      <a:lnTo>
                        <a:pt x="1884" y="216"/>
                      </a:lnTo>
                      <a:lnTo>
                        <a:pt x="1890" y="222"/>
                      </a:lnTo>
                      <a:lnTo>
                        <a:pt x="1896" y="222"/>
                      </a:lnTo>
                      <a:lnTo>
                        <a:pt x="1902" y="216"/>
                      </a:lnTo>
                      <a:lnTo>
                        <a:pt x="1908" y="204"/>
                      </a:lnTo>
                      <a:lnTo>
                        <a:pt x="1908" y="180"/>
                      </a:lnTo>
                      <a:lnTo>
                        <a:pt x="1944" y="144"/>
                      </a:lnTo>
                      <a:lnTo>
                        <a:pt x="1938" y="132"/>
                      </a:lnTo>
                      <a:lnTo>
                        <a:pt x="1914" y="108"/>
                      </a:lnTo>
                      <a:lnTo>
                        <a:pt x="1890" y="108"/>
                      </a:lnTo>
                      <a:lnTo>
                        <a:pt x="1872" y="114"/>
                      </a:lnTo>
                      <a:lnTo>
                        <a:pt x="1848" y="126"/>
                      </a:lnTo>
                      <a:lnTo>
                        <a:pt x="1842" y="138"/>
                      </a:lnTo>
                      <a:lnTo>
                        <a:pt x="1842" y="120"/>
                      </a:lnTo>
                      <a:lnTo>
                        <a:pt x="1812" y="126"/>
                      </a:lnTo>
                      <a:lnTo>
                        <a:pt x="1794" y="138"/>
                      </a:lnTo>
                      <a:lnTo>
                        <a:pt x="1788" y="120"/>
                      </a:lnTo>
                      <a:lnTo>
                        <a:pt x="1752" y="114"/>
                      </a:lnTo>
                      <a:lnTo>
                        <a:pt x="1746" y="108"/>
                      </a:lnTo>
                      <a:lnTo>
                        <a:pt x="1734" y="102"/>
                      </a:lnTo>
                      <a:lnTo>
                        <a:pt x="1728" y="96"/>
                      </a:lnTo>
                      <a:lnTo>
                        <a:pt x="1716" y="90"/>
                      </a:lnTo>
                      <a:lnTo>
                        <a:pt x="1674" y="90"/>
                      </a:lnTo>
                      <a:lnTo>
                        <a:pt x="1662" y="84"/>
                      </a:lnTo>
                      <a:lnTo>
                        <a:pt x="1650" y="84"/>
                      </a:lnTo>
                      <a:lnTo>
                        <a:pt x="1650" y="78"/>
                      </a:lnTo>
                      <a:lnTo>
                        <a:pt x="1644" y="72"/>
                      </a:lnTo>
                      <a:lnTo>
                        <a:pt x="1632" y="48"/>
                      </a:lnTo>
                      <a:lnTo>
                        <a:pt x="1626" y="42"/>
                      </a:lnTo>
                      <a:lnTo>
                        <a:pt x="1620" y="42"/>
                      </a:lnTo>
                      <a:lnTo>
                        <a:pt x="1620" y="54"/>
                      </a:lnTo>
                      <a:lnTo>
                        <a:pt x="1614" y="60"/>
                      </a:lnTo>
                      <a:lnTo>
                        <a:pt x="1602" y="54"/>
                      </a:lnTo>
                      <a:lnTo>
                        <a:pt x="1596" y="54"/>
                      </a:lnTo>
                      <a:lnTo>
                        <a:pt x="1584" y="48"/>
                      </a:lnTo>
                      <a:lnTo>
                        <a:pt x="1566" y="48"/>
                      </a:lnTo>
                      <a:lnTo>
                        <a:pt x="1566" y="60"/>
                      </a:lnTo>
                      <a:lnTo>
                        <a:pt x="1572" y="66"/>
                      </a:lnTo>
                      <a:lnTo>
                        <a:pt x="1554" y="66"/>
                      </a:lnTo>
                      <a:lnTo>
                        <a:pt x="1548" y="72"/>
                      </a:lnTo>
                      <a:lnTo>
                        <a:pt x="1548" y="78"/>
                      </a:lnTo>
                      <a:lnTo>
                        <a:pt x="1554" y="84"/>
                      </a:lnTo>
                      <a:lnTo>
                        <a:pt x="1566" y="84"/>
                      </a:lnTo>
                      <a:lnTo>
                        <a:pt x="1590" y="96"/>
                      </a:lnTo>
                      <a:lnTo>
                        <a:pt x="1596" y="96"/>
                      </a:lnTo>
                      <a:lnTo>
                        <a:pt x="1608" y="90"/>
                      </a:lnTo>
                      <a:lnTo>
                        <a:pt x="1614" y="84"/>
                      </a:lnTo>
                      <a:lnTo>
                        <a:pt x="1644" y="102"/>
                      </a:lnTo>
                      <a:lnTo>
                        <a:pt x="1638" y="102"/>
                      </a:lnTo>
                      <a:lnTo>
                        <a:pt x="1632" y="108"/>
                      </a:lnTo>
                      <a:lnTo>
                        <a:pt x="1596" y="126"/>
                      </a:lnTo>
                      <a:lnTo>
                        <a:pt x="1572" y="126"/>
                      </a:lnTo>
                      <a:lnTo>
                        <a:pt x="1554" y="132"/>
                      </a:lnTo>
                      <a:lnTo>
                        <a:pt x="1512" y="132"/>
                      </a:lnTo>
                      <a:lnTo>
                        <a:pt x="1500" y="138"/>
                      </a:lnTo>
                      <a:lnTo>
                        <a:pt x="1482" y="144"/>
                      </a:lnTo>
                      <a:lnTo>
                        <a:pt x="1470" y="156"/>
                      </a:lnTo>
                      <a:lnTo>
                        <a:pt x="1452" y="162"/>
                      </a:lnTo>
                      <a:lnTo>
                        <a:pt x="1440" y="168"/>
                      </a:lnTo>
                      <a:lnTo>
                        <a:pt x="1434" y="174"/>
                      </a:lnTo>
                      <a:lnTo>
                        <a:pt x="1428" y="174"/>
                      </a:lnTo>
                      <a:lnTo>
                        <a:pt x="1428" y="186"/>
                      </a:lnTo>
                      <a:lnTo>
                        <a:pt x="1422" y="204"/>
                      </a:lnTo>
                      <a:lnTo>
                        <a:pt x="1422" y="228"/>
                      </a:lnTo>
                      <a:lnTo>
                        <a:pt x="1428" y="234"/>
                      </a:lnTo>
                      <a:lnTo>
                        <a:pt x="1440" y="240"/>
                      </a:lnTo>
                      <a:lnTo>
                        <a:pt x="1446" y="246"/>
                      </a:lnTo>
                      <a:lnTo>
                        <a:pt x="1452" y="246"/>
                      </a:lnTo>
                      <a:lnTo>
                        <a:pt x="1398" y="246"/>
                      </a:lnTo>
                      <a:lnTo>
                        <a:pt x="1368" y="282"/>
                      </a:lnTo>
                      <a:lnTo>
                        <a:pt x="1368" y="312"/>
                      </a:lnTo>
                      <a:lnTo>
                        <a:pt x="1362" y="324"/>
                      </a:lnTo>
                      <a:lnTo>
                        <a:pt x="1362" y="330"/>
                      </a:lnTo>
                      <a:lnTo>
                        <a:pt x="1368" y="336"/>
                      </a:lnTo>
                      <a:lnTo>
                        <a:pt x="1380" y="336"/>
                      </a:lnTo>
                      <a:lnTo>
                        <a:pt x="1404" y="348"/>
                      </a:lnTo>
                      <a:lnTo>
                        <a:pt x="1410" y="354"/>
                      </a:lnTo>
                      <a:lnTo>
                        <a:pt x="1410" y="390"/>
                      </a:lnTo>
                      <a:lnTo>
                        <a:pt x="1386" y="366"/>
                      </a:lnTo>
                      <a:lnTo>
                        <a:pt x="1356" y="366"/>
                      </a:lnTo>
                      <a:lnTo>
                        <a:pt x="1344" y="390"/>
                      </a:lnTo>
                      <a:lnTo>
                        <a:pt x="1308" y="354"/>
                      </a:lnTo>
                      <a:lnTo>
                        <a:pt x="1302" y="384"/>
                      </a:lnTo>
                      <a:lnTo>
                        <a:pt x="1278" y="396"/>
                      </a:lnTo>
                      <a:lnTo>
                        <a:pt x="1284" y="420"/>
                      </a:lnTo>
                      <a:lnTo>
                        <a:pt x="1254" y="414"/>
                      </a:lnTo>
                      <a:lnTo>
                        <a:pt x="1284" y="354"/>
                      </a:lnTo>
                      <a:lnTo>
                        <a:pt x="1278" y="348"/>
                      </a:lnTo>
                      <a:lnTo>
                        <a:pt x="1272" y="336"/>
                      </a:lnTo>
                      <a:lnTo>
                        <a:pt x="1272" y="324"/>
                      </a:lnTo>
                      <a:lnTo>
                        <a:pt x="1266" y="318"/>
                      </a:lnTo>
                      <a:lnTo>
                        <a:pt x="1254" y="312"/>
                      </a:lnTo>
                      <a:lnTo>
                        <a:pt x="1236" y="312"/>
                      </a:lnTo>
                      <a:lnTo>
                        <a:pt x="1224" y="282"/>
                      </a:lnTo>
                      <a:lnTo>
                        <a:pt x="1224" y="276"/>
                      </a:lnTo>
                      <a:lnTo>
                        <a:pt x="1230" y="270"/>
                      </a:lnTo>
                      <a:lnTo>
                        <a:pt x="1230" y="258"/>
                      </a:lnTo>
                      <a:lnTo>
                        <a:pt x="1224" y="246"/>
                      </a:lnTo>
                      <a:lnTo>
                        <a:pt x="1218" y="240"/>
                      </a:lnTo>
                      <a:lnTo>
                        <a:pt x="1206" y="234"/>
                      </a:lnTo>
                      <a:lnTo>
                        <a:pt x="1194" y="240"/>
                      </a:lnTo>
                      <a:lnTo>
                        <a:pt x="1188" y="246"/>
                      </a:lnTo>
                      <a:lnTo>
                        <a:pt x="1176" y="252"/>
                      </a:lnTo>
                      <a:lnTo>
                        <a:pt x="1176" y="264"/>
                      </a:lnTo>
                      <a:lnTo>
                        <a:pt x="1182" y="270"/>
                      </a:lnTo>
                      <a:lnTo>
                        <a:pt x="1182" y="282"/>
                      </a:lnTo>
                      <a:lnTo>
                        <a:pt x="1146" y="276"/>
                      </a:lnTo>
                      <a:lnTo>
                        <a:pt x="1152" y="306"/>
                      </a:lnTo>
                      <a:lnTo>
                        <a:pt x="1134" y="300"/>
                      </a:lnTo>
                      <a:lnTo>
                        <a:pt x="1116" y="306"/>
                      </a:lnTo>
                      <a:lnTo>
                        <a:pt x="1122" y="312"/>
                      </a:lnTo>
                      <a:lnTo>
                        <a:pt x="1122" y="330"/>
                      </a:lnTo>
                      <a:lnTo>
                        <a:pt x="1116" y="342"/>
                      </a:lnTo>
                      <a:lnTo>
                        <a:pt x="1110" y="348"/>
                      </a:lnTo>
                      <a:lnTo>
                        <a:pt x="1098" y="354"/>
                      </a:lnTo>
                      <a:lnTo>
                        <a:pt x="1092" y="360"/>
                      </a:lnTo>
                      <a:lnTo>
                        <a:pt x="1104" y="324"/>
                      </a:lnTo>
                      <a:lnTo>
                        <a:pt x="1080" y="348"/>
                      </a:lnTo>
                      <a:lnTo>
                        <a:pt x="1062" y="348"/>
                      </a:lnTo>
                      <a:lnTo>
                        <a:pt x="1056" y="360"/>
                      </a:lnTo>
                      <a:lnTo>
                        <a:pt x="1050" y="366"/>
                      </a:lnTo>
                      <a:lnTo>
                        <a:pt x="1050" y="378"/>
                      </a:lnTo>
                      <a:lnTo>
                        <a:pt x="1056" y="390"/>
                      </a:lnTo>
                      <a:lnTo>
                        <a:pt x="1056" y="396"/>
                      </a:lnTo>
                      <a:lnTo>
                        <a:pt x="1062" y="408"/>
                      </a:lnTo>
                      <a:lnTo>
                        <a:pt x="1014" y="384"/>
                      </a:lnTo>
                      <a:lnTo>
                        <a:pt x="1008" y="420"/>
                      </a:lnTo>
                      <a:lnTo>
                        <a:pt x="996" y="426"/>
                      </a:lnTo>
                      <a:lnTo>
                        <a:pt x="1008" y="450"/>
                      </a:lnTo>
                      <a:lnTo>
                        <a:pt x="1032" y="450"/>
                      </a:lnTo>
                      <a:lnTo>
                        <a:pt x="1026" y="468"/>
                      </a:lnTo>
                      <a:lnTo>
                        <a:pt x="954" y="474"/>
                      </a:lnTo>
                      <a:lnTo>
                        <a:pt x="948" y="468"/>
                      </a:lnTo>
                      <a:lnTo>
                        <a:pt x="936" y="462"/>
                      </a:lnTo>
                      <a:lnTo>
                        <a:pt x="930" y="462"/>
                      </a:lnTo>
                      <a:lnTo>
                        <a:pt x="918" y="468"/>
                      </a:lnTo>
                      <a:lnTo>
                        <a:pt x="912" y="474"/>
                      </a:lnTo>
                      <a:lnTo>
                        <a:pt x="918" y="486"/>
                      </a:lnTo>
                      <a:lnTo>
                        <a:pt x="918" y="492"/>
                      </a:lnTo>
                      <a:lnTo>
                        <a:pt x="924" y="504"/>
                      </a:lnTo>
                      <a:lnTo>
                        <a:pt x="930" y="510"/>
                      </a:lnTo>
                      <a:lnTo>
                        <a:pt x="930" y="540"/>
                      </a:lnTo>
                      <a:lnTo>
                        <a:pt x="924" y="564"/>
                      </a:lnTo>
                      <a:lnTo>
                        <a:pt x="930" y="600"/>
                      </a:lnTo>
                      <a:lnTo>
                        <a:pt x="912" y="600"/>
                      </a:lnTo>
                      <a:lnTo>
                        <a:pt x="906" y="522"/>
                      </a:lnTo>
                      <a:lnTo>
                        <a:pt x="888" y="510"/>
                      </a:lnTo>
                      <a:lnTo>
                        <a:pt x="888" y="480"/>
                      </a:lnTo>
                      <a:lnTo>
                        <a:pt x="870" y="480"/>
                      </a:lnTo>
                      <a:lnTo>
                        <a:pt x="852" y="504"/>
                      </a:lnTo>
                      <a:lnTo>
                        <a:pt x="822" y="534"/>
                      </a:lnTo>
                      <a:lnTo>
                        <a:pt x="804" y="546"/>
                      </a:lnTo>
                      <a:lnTo>
                        <a:pt x="792" y="558"/>
                      </a:lnTo>
                      <a:lnTo>
                        <a:pt x="786" y="570"/>
                      </a:lnTo>
                      <a:lnTo>
                        <a:pt x="786" y="600"/>
                      </a:lnTo>
                      <a:lnTo>
                        <a:pt x="792" y="606"/>
                      </a:lnTo>
                      <a:lnTo>
                        <a:pt x="792" y="618"/>
                      </a:lnTo>
                      <a:lnTo>
                        <a:pt x="798" y="618"/>
                      </a:lnTo>
                      <a:lnTo>
                        <a:pt x="816" y="636"/>
                      </a:lnTo>
                      <a:lnTo>
                        <a:pt x="810" y="648"/>
                      </a:lnTo>
                      <a:lnTo>
                        <a:pt x="792" y="654"/>
                      </a:lnTo>
                      <a:lnTo>
                        <a:pt x="774" y="666"/>
                      </a:lnTo>
                      <a:lnTo>
                        <a:pt x="750" y="678"/>
                      </a:lnTo>
                      <a:lnTo>
                        <a:pt x="750" y="696"/>
                      </a:lnTo>
                      <a:lnTo>
                        <a:pt x="720" y="726"/>
                      </a:lnTo>
                      <a:lnTo>
                        <a:pt x="702" y="732"/>
                      </a:lnTo>
                      <a:lnTo>
                        <a:pt x="690" y="744"/>
                      </a:lnTo>
                      <a:lnTo>
                        <a:pt x="666" y="756"/>
                      </a:lnTo>
                      <a:lnTo>
                        <a:pt x="630" y="762"/>
                      </a:lnTo>
                      <a:lnTo>
                        <a:pt x="600" y="768"/>
                      </a:lnTo>
                      <a:lnTo>
                        <a:pt x="588" y="768"/>
                      </a:lnTo>
                      <a:lnTo>
                        <a:pt x="534" y="762"/>
                      </a:lnTo>
                      <a:lnTo>
                        <a:pt x="492" y="780"/>
                      </a:lnTo>
                      <a:lnTo>
                        <a:pt x="438" y="786"/>
                      </a:lnTo>
                      <a:lnTo>
                        <a:pt x="432" y="798"/>
                      </a:lnTo>
                      <a:lnTo>
                        <a:pt x="414" y="798"/>
                      </a:lnTo>
                      <a:lnTo>
                        <a:pt x="402" y="804"/>
                      </a:lnTo>
                      <a:lnTo>
                        <a:pt x="396" y="810"/>
                      </a:lnTo>
                      <a:lnTo>
                        <a:pt x="384" y="816"/>
                      </a:lnTo>
                      <a:lnTo>
                        <a:pt x="372" y="828"/>
                      </a:lnTo>
                      <a:lnTo>
                        <a:pt x="342" y="828"/>
                      </a:lnTo>
                      <a:lnTo>
                        <a:pt x="324" y="834"/>
                      </a:lnTo>
                      <a:lnTo>
                        <a:pt x="312" y="840"/>
                      </a:lnTo>
                      <a:lnTo>
                        <a:pt x="306" y="852"/>
                      </a:lnTo>
                      <a:lnTo>
                        <a:pt x="294" y="858"/>
                      </a:lnTo>
                      <a:lnTo>
                        <a:pt x="288" y="870"/>
                      </a:lnTo>
                      <a:lnTo>
                        <a:pt x="282" y="876"/>
                      </a:lnTo>
                      <a:lnTo>
                        <a:pt x="282" y="882"/>
                      </a:lnTo>
                      <a:lnTo>
                        <a:pt x="276" y="882"/>
                      </a:lnTo>
                      <a:lnTo>
                        <a:pt x="270" y="888"/>
                      </a:lnTo>
                      <a:lnTo>
                        <a:pt x="252" y="888"/>
                      </a:lnTo>
                      <a:lnTo>
                        <a:pt x="240" y="894"/>
                      </a:lnTo>
                      <a:lnTo>
                        <a:pt x="228" y="894"/>
                      </a:lnTo>
                      <a:lnTo>
                        <a:pt x="216" y="900"/>
                      </a:lnTo>
                      <a:lnTo>
                        <a:pt x="210" y="906"/>
                      </a:lnTo>
                      <a:lnTo>
                        <a:pt x="198" y="912"/>
                      </a:lnTo>
                      <a:lnTo>
                        <a:pt x="192" y="930"/>
                      </a:lnTo>
                      <a:lnTo>
                        <a:pt x="150" y="972"/>
                      </a:lnTo>
                      <a:lnTo>
                        <a:pt x="150" y="978"/>
                      </a:lnTo>
                      <a:lnTo>
                        <a:pt x="162" y="912"/>
                      </a:lnTo>
                      <a:lnTo>
                        <a:pt x="144" y="918"/>
                      </a:lnTo>
                      <a:lnTo>
                        <a:pt x="120" y="978"/>
                      </a:lnTo>
                      <a:lnTo>
                        <a:pt x="90" y="1038"/>
                      </a:lnTo>
                      <a:lnTo>
                        <a:pt x="90" y="1056"/>
                      </a:lnTo>
                      <a:lnTo>
                        <a:pt x="96" y="1062"/>
                      </a:lnTo>
                      <a:lnTo>
                        <a:pt x="108" y="1068"/>
                      </a:lnTo>
                      <a:lnTo>
                        <a:pt x="114" y="1068"/>
                      </a:lnTo>
                      <a:lnTo>
                        <a:pt x="108" y="1080"/>
                      </a:lnTo>
                      <a:lnTo>
                        <a:pt x="96" y="1086"/>
                      </a:lnTo>
                      <a:lnTo>
                        <a:pt x="90" y="1098"/>
                      </a:lnTo>
                      <a:lnTo>
                        <a:pt x="66" y="1122"/>
                      </a:lnTo>
                      <a:lnTo>
                        <a:pt x="66" y="1134"/>
                      </a:lnTo>
                      <a:lnTo>
                        <a:pt x="72" y="1152"/>
                      </a:lnTo>
                      <a:lnTo>
                        <a:pt x="72" y="1164"/>
                      </a:lnTo>
                      <a:lnTo>
                        <a:pt x="84" y="1188"/>
                      </a:lnTo>
                      <a:lnTo>
                        <a:pt x="84" y="1200"/>
                      </a:lnTo>
                      <a:lnTo>
                        <a:pt x="102" y="1236"/>
                      </a:lnTo>
                      <a:lnTo>
                        <a:pt x="108" y="1254"/>
                      </a:lnTo>
                      <a:lnTo>
                        <a:pt x="114" y="1266"/>
                      </a:lnTo>
                      <a:lnTo>
                        <a:pt x="114" y="1278"/>
                      </a:lnTo>
                      <a:lnTo>
                        <a:pt x="108" y="1278"/>
                      </a:lnTo>
                      <a:lnTo>
                        <a:pt x="96" y="1266"/>
                      </a:lnTo>
                      <a:lnTo>
                        <a:pt x="90" y="1254"/>
                      </a:lnTo>
                      <a:lnTo>
                        <a:pt x="72" y="1236"/>
                      </a:lnTo>
                      <a:lnTo>
                        <a:pt x="66" y="1224"/>
                      </a:lnTo>
                      <a:lnTo>
                        <a:pt x="48" y="1218"/>
                      </a:lnTo>
                      <a:lnTo>
                        <a:pt x="66" y="1266"/>
                      </a:lnTo>
                      <a:lnTo>
                        <a:pt x="30" y="1236"/>
                      </a:lnTo>
                      <a:lnTo>
                        <a:pt x="30" y="1290"/>
                      </a:lnTo>
                      <a:lnTo>
                        <a:pt x="60" y="1350"/>
                      </a:lnTo>
                      <a:lnTo>
                        <a:pt x="66" y="1356"/>
                      </a:lnTo>
                      <a:lnTo>
                        <a:pt x="66" y="1368"/>
                      </a:lnTo>
                      <a:lnTo>
                        <a:pt x="60" y="1374"/>
                      </a:lnTo>
                      <a:lnTo>
                        <a:pt x="54" y="1386"/>
                      </a:lnTo>
                      <a:lnTo>
                        <a:pt x="54" y="1398"/>
                      </a:lnTo>
                      <a:lnTo>
                        <a:pt x="48" y="1410"/>
                      </a:lnTo>
                      <a:lnTo>
                        <a:pt x="54" y="1416"/>
                      </a:lnTo>
                      <a:lnTo>
                        <a:pt x="60" y="1428"/>
                      </a:lnTo>
                      <a:lnTo>
                        <a:pt x="78" y="1446"/>
                      </a:lnTo>
                      <a:lnTo>
                        <a:pt x="84" y="1458"/>
                      </a:lnTo>
                      <a:lnTo>
                        <a:pt x="90" y="1464"/>
                      </a:lnTo>
                      <a:lnTo>
                        <a:pt x="96" y="1476"/>
                      </a:lnTo>
                      <a:lnTo>
                        <a:pt x="96" y="1506"/>
                      </a:lnTo>
                      <a:lnTo>
                        <a:pt x="90" y="1518"/>
                      </a:lnTo>
                      <a:lnTo>
                        <a:pt x="84" y="1524"/>
                      </a:lnTo>
                      <a:lnTo>
                        <a:pt x="90" y="1542"/>
                      </a:lnTo>
                      <a:lnTo>
                        <a:pt x="90" y="1554"/>
                      </a:lnTo>
                      <a:lnTo>
                        <a:pt x="96" y="1572"/>
                      </a:lnTo>
                      <a:lnTo>
                        <a:pt x="96" y="1590"/>
                      </a:lnTo>
                      <a:lnTo>
                        <a:pt x="102" y="1596"/>
                      </a:lnTo>
                      <a:lnTo>
                        <a:pt x="102" y="1602"/>
                      </a:lnTo>
                      <a:lnTo>
                        <a:pt x="96" y="1602"/>
                      </a:lnTo>
                      <a:lnTo>
                        <a:pt x="78" y="1620"/>
                      </a:lnTo>
                      <a:lnTo>
                        <a:pt x="84" y="1626"/>
                      </a:lnTo>
                      <a:lnTo>
                        <a:pt x="84" y="1638"/>
                      </a:lnTo>
                      <a:lnTo>
                        <a:pt x="90" y="1650"/>
                      </a:lnTo>
                      <a:lnTo>
                        <a:pt x="90" y="1662"/>
                      </a:lnTo>
                      <a:lnTo>
                        <a:pt x="96" y="1668"/>
                      </a:lnTo>
                      <a:lnTo>
                        <a:pt x="96" y="1674"/>
                      </a:lnTo>
                      <a:lnTo>
                        <a:pt x="102" y="1674"/>
                      </a:lnTo>
                      <a:lnTo>
                        <a:pt x="108" y="1680"/>
                      </a:lnTo>
                      <a:lnTo>
                        <a:pt x="126" y="1716"/>
                      </a:lnTo>
                      <a:lnTo>
                        <a:pt x="126" y="1728"/>
                      </a:lnTo>
                      <a:lnTo>
                        <a:pt x="108" y="1764"/>
                      </a:lnTo>
                      <a:lnTo>
                        <a:pt x="90" y="1782"/>
                      </a:lnTo>
                      <a:lnTo>
                        <a:pt x="90" y="1824"/>
                      </a:lnTo>
                      <a:lnTo>
                        <a:pt x="84" y="1842"/>
                      </a:lnTo>
                      <a:lnTo>
                        <a:pt x="60" y="1866"/>
                      </a:lnTo>
                      <a:lnTo>
                        <a:pt x="42" y="1866"/>
                      </a:lnTo>
                      <a:lnTo>
                        <a:pt x="30" y="1872"/>
                      </a:lnTo>
                      <a:lnTo>
                        <a:pt x="18" y="1866"/>
                      </a:lnTo>
                      <a:lnTo>
                        <a:pt x="6" y="1866"/>
                      </a:lnTo>
                      <a:lnTo>
                        <a:pt x="0" y="1920"/>
                      </a:lnTo>
                      <a:lnTo>
                        <a:pt x="12" y="1920"/>
                      </a:lnTo>
                      <a:lnTo>
                        <a:pt x="24" y="1926"/>
                      </a:lnTo>
                      <a:lnTo>
                        <a:pt x="42" y="1926"/>
                      </a:lnTo>
                      <a:lnTo>
                        <a:pt x="54" y="1932"/>
                      </a:lnTo>
                      <a:lnTo>
                        <a:pt x="72" y="1950"/>
                      </a:lnTo>
                      <a:lnTo>
                        <a:pt x="78" y="1962"/>
                      </a:lnTo>
                      <a:lnTo>
                        <a:pt x="108" y="1956"/>
                      </a:lnTo>
                      <a:lnTo>
                        <a:pt x="114" y="1968"/>
                      </a:lnTo>
                      <a:lnTo>
                        <a:pt x="138" y="1980"/>
                      </a:lnTo>
                      <a:lnTo>
                        <a:pt x="174" y="1980"/>
                      </a:lnTo>
                      <a:lnTo>
                        <a:pt x="210" y="1968"/>
                      </a:lnTo>
                      <a:lnTo>
                        <a:pt x="234" y="1968"/>
                      </a:lnTo>
                      <a:lnTo>
                        <a:pt x="234" y="1950"/>
                      </a:lnTo>
                      <a:lnTo>
                        <a:pt x="228" y="1944"/>
                      </a:lnTo>
                      <a:lnTo>
                        <a:pt x="264" y="1950"/>
                      </a:lnTo>
                      <a:lnTo>
                        <a:pt x="276" y="1932"/>
                      </a:lnTo>
                      <a:lnTo>
                        <a:pt x="318" y="1926"/>
                      </a:lnTo>
                      <a:lnTo>
                        <a:pt x="354" y="1890"/>
                      </a:lnTo>
                      <a:lnTo>
                        <a:pt x="366" y="1884"/>
                      </a:lnTo>
                      <a:lnTo>
                        <a:pt x="372" y="1884"/>
                      </a:lnTo>
                      <a:lnTo>
                        <a:pt x="420" y="1908"/>
                      </a:lnTo>
                      <a:lnTo>
                        <a:pt x="426" y="1902"/>
                      </a:lnTo>
                      <a:lnTo>
                        <a:pt x="474" y="1878"/>
                      </a:lnTo>
                      <a:lnTo>
                        <a:pt x="480" y="1872"/>
                      </a:lnTo>
                      <a:lnTo>
                        <a:pt x="486" y="1872"/>
                      </a:lnTo>
                      <a:lnTo>
                        <a:pt x="498" y="1878"/>
                      </a:lnTo>
                      <a:lnTo>
                        <a:pt x="504" y="1884"/>
                      </a:lnTo>
                      <a:lnTo>
                        <a:pt x="516" y="1884"/>
                      </a:lnTo>
                      <a:lnTo>
                        <a:pt x="528" y="1890"/>
                      </a:lnTo>
                      <a:lnTo>
                        <a:pt x="534" y="1890"/>
                      </a:lnTo>
                      <a:lnTo>
                        <a:pt x="552" y="1884"/>
                      </a:lnTo>
                      <a:lnTo>
                        <a:pt x="576" y="1872"/>
                      </a:lnTo>
                      <a:lnTo>
                        <a:pt x="582" y="1872"/>
                      </a:lnTo>
                      <a:lnTo>
                        <a:pt x="594" y="1878"/>
                      </a:lnTo>
                      <a:lnTo>
                        <a:pt x="606" y="1878"/>
                      </a:lnTo>
                      <a:lnTo>
                        <a:pt x="624" y="1884"/>
                      </a:lnTo>
                      <a:lnTo>
                        <a:pt x="636" y="1884"/>
                      </a:lnTo>
                      <a:lnTo>
                        <a:pt x="648" y="1878"/>
                      </a:lnTo>
                      <a:lnTo>
                        <a:pt x="654" y="1872"/>
                      </a:lnTo>
                      <a:lnTo>
                        <a:pt x="654" y="1848"/>
                      </a:lnTo>
                      <a:lnTo>
                        <a:pt x="666" y="1848"/>
                      </a:lnTo>
                      <a:lnTo>
                        <a:pt x="672" y="1842"/>
                      </a:lnTo>
                      <a:lnTo>
                        <a:pt x="678" y="1842"/>
                      </a:lnTo>
                      <a:lnTo>
                        <a:pt x="684" y="1836"/>
                      </a:lnTo>
                      <a:lnTo>
                        <a:pt x="690" y="1824"/>
                      </a:lnTo>
                      <a:lnTo>
                        <a:pt x="702" y="1788"/>
                      </a:lnTo>
                      <a:lnTo>
                        <a:pt x="714" y="1776"/>
                      </a:lnTo>
                      <a:lnTo>
                        <a:pt x="726" y="1770"/>
                      </a:lnTo>
                      <a:lnTo>
                        <a:pt x="744" y="1764"/>
                      </a:lnTo>
                      <a:lnTo>
                        <a:pt x="756" y="1764"/>
                      </a:lnTo>
                      <a:lnTo>
                        <a:pt x="774" y="1770"/>
                      </a:lnTo>
                      <a:lnTo>
                        <a:pt x="798" y="1770"/>
                      </a:lnTo>
                      <a:lnTo>
                        <a:pt x="822" y="1758"/>
                      </a:lnTo>
                      <a:lnTo>
                        <a:pt x="840" y="1752"/>
                      </a:lnTo>
                      <a:lnTo>
                        <a:pt x="858" y="1740"/>
                      </a:lnTo>
                      <a:lnTo>
                        <a:pt x="876" y="1734"/>
                      </a:lnTo>
                      <a:lnTo>
                        <a:pt x="912" y="1734"/>
                      </a:lnTo>
                      <a:lnTo>
                        <a:pt x="918" y="1740"/>
                      </a:lnTo>
                      <a:lnTo>
                        <a:pt x="930" y="1740"/>
                      </a:lnTo>
                      <a:lnTo>
                        <a:pt x="942" y="1746"/>
                      </a:lnTo>
                      <a:lnTo>
                        <a:pt x="972" y="1740"/>
                      </a:lnTo>
                      <a:lnTo>
                        <a:pt x="1044" y="1704"/>
                      </a:lnTo>
                      <a:lnTo>
                        <a:pt x="1074" y="1692"/>
                      </a:lnTo>
                      <a:lnTo>
                        <a:pt x="1098" y="1686"/>
                      </a:lnTo>
                      <a:lnTo>
                        <a:pt x="1140" y="1680"/>
                      </a:lnTo>
                      <a:lnTo>
                        <a:pt x="1176" y="1674"/>
                      </a:lnTo>
                      <a:lnTo>
                        <a:pt x="1224" y="1674"/>
                      </a:lnTo>
                      <a:lnTo>
                        <a:pt x="1236" y="1662"/>
                      </a:lnTo>
                      <a:lnTo>
                        <a:pt x="1254" y="1680"/>
                      </a:lnTo>
                      <a:lnTo>
                        <a:pt x="1266" y="1686"/>
                      </a:lnTo>
                      <a:lnTo>
                        <a:pt x="1278" y="1698"/>
                      </a:lnTo>
                      <a:lnTo>
                        <a:pt x="1302" y="1710"/>
                      </a:lnTo>
                      <a:lnTo>
                        <a:pt x="1320" y="1716"/>
                      </a:lnTo>
                      <a:lnTo>
                        <a:pt x="1332" y="1716"/>
                      </a:lnTo>
                      <a:lnTo>
                        <a:pt x="1338" y="1710"/>
                      </a:lnTo>
                      <a:lnTo>
                        <a:pt x="1338" y="1716"/>
                      </a:lnTo>
                      <a:lnTo>
                        <a:pt x="1344" y="1722"/>
                      </a:lnTo>
                      <a:lnTo>
                        <a:pt x="1350" y="1734"/>
                      </a:lnTo>
                      <a:lnTo>
                        <a:pt x="1356" y="1740"/>
                      </a:lnTo>
                      <a:lnTo>
                        <a:pt x="1374" y="1740"/>
                      </a:lnTo>
                      <a:lnTo>
                        <a:pt x="1380" y="1734"/>
                      </a:lnTo>
                      <a:lnTo>
                        <a:pt x="1380" y="1752"/>
                      </a:lnTo>
                      <a:lnTo>
                        <a:pt x="1392" y="1752"/>
                      </a:lnTo>
                      <a:lnTo>
                        <a:pt x="1398" y="1758"/>
                      </a:lnTo>
                      <a:lnTo>
                        <a:pt x="1398" y="1770"/>
                      </a:lnTo>
                      <a:lnTo>
                        <a:pt x="1386" y="1794"/>
                      </a:lnTo>
                      <a:lnTo>
                        <a:pt x="1380" y="1800"/>
                      </a:lnTo>
                      <a:lnTo>
                        <a:pt x="1374" y="1812"/>
                      </a:lnTo>
                      <a:lnTo>
                        <a:pt x="1392" y="1842"/>
                      </a:lnTo>
                      <a:lnTo>
                        <a:pt x="1410" y="1830"/>
                      </a:lnTo>
                      <a:lnTo>
                        <a:pt x="1428" y="1866"/>
                      </a:lnTo>
                      <a:lnTo>
                        <a:pt x="1428" y="1872"/>
                      </a:lnTo>
                      <a:lnTo>
                        <a:pt x="1434" y="1878"/>
                      </a:lnTo>
                      <a:lnTo>
                        <a:pt x="1434" y="1902"/>
                      </a:lnTo>
                      <a:lnTo>
                        <a:pt x="1440" y="1914"/>
                      </a:lnTo>
                      <a:lnTo>
                        <a:pt x="1440" y="1926"/>
                      </a:lnTo>
                      <a:lnTo>
                        <a:pt x="1422" y="1926"/>
                      </a:lnTo>
                      <a:lnTo>
                        <a:pt x="1410" y="1920"/>
                      </a:lnTo>
                      <a:lnTo>
                        <a:pt x="1404" y="1920"/>
                      </a:lnTo>
                      <a:lnTo>
                        <a:pt x="1410" y="1956"/>
                      </a:lnTo>
                      <a:lnTo>
                        <a:pt x="1446" y="1956"/>
                      </a:lnTo>
                      <a:lnTo>
                        <a:pt x="1452" y="1962"/>
                      </a:lnTo>
                      <a:lnTo>
                        <a:pt x="1452" y="1968"/>
                      </a:lnTo>
                      <a:lnTo>
                        <a:pt x="1470" y="1968"/>
                      </a:lnTo>
                      <a:lnTo>
                        <a:pt x="1470" y="1956"/>
                      </a:lnTo>
                      <a:lnTo>
                        <a:pt x="1464" y="1938"/>
                      </a:lnTo>
                      <a:lnTo>
                        <a:pt x="1464" y="1926"/>
                      </a:lnTo>
                      <a:lnTo>
                        <a:pt x="1470" y="1914"/>
                      </a:lnTo>
                      <a:lnTo>
                        <a:pt x="1476" y="1908"/>
                      </a:lnTo>
                      <a:lnTo>
                        <a:pt x="1500" y="1896"/>
                      </a:lnTo>
                      <a:lnTo>
                        <a:pt x="1512" y="1896"/>
                      </a:lnTo>
                      <a:lnTo>
                        <a:pt x="1518" y="1890"/>
                      </a:lnTo>
                      <a:lnTo>
                        <a:pt x="1530" y="1884"/>
                      </a:lnTo>
                      <a:lnTo>
                        <a:pt x="1542" y="1872"/>
                      </a:lnTo>
                      <a:lnTo>
                        <a:pt x="1548" y="1860"/>
                      </a:lnTo>
                      <a:lnTo>
                        <a:pt x="1566" y="1842"/>
                      </a:lnTo>
                      <a:lnTo>
                        <a:pt x="1566" y="1836"/>
                      </a:lnTo>
                      <a:lnTo>
                        <a:pt x="1590" y="1842"/>
                      </a:lnTo>
                      <a:lnTo>
                        <a:pt x="1608" y="1788"/>
                      </a:lnTo>
                      <a:lnTo>
                        <a:pt x="1638" y="1788"/>
                      </a:lnTo>
                      <a:lnTo>
                        <a:pt x="1650" y="1782"/>
                      </a:lnTo>
                      <a:lnTo>
                        <a:pt x="1662" y="1770"/>
                      </a:lnTo>
                      <a:lnTo>
                        <a:pt x="1668" y="1752"/>
                      </a:lnTo>
                      <a:lnTo>
                        <a:pt x="1668" y="1740"/>
                      </a:lnTo>
                      <a:lnTo>
                        <a:pt x="1668" y="1746"/>
                      </a:lnTo>
                      <a:lnTo>
                        <a:pt x="1674" y="1752"/>
                      </a:lnTo>
                      <a:lnTo>
                        <a:pt x="1674" y="1764"/>
                      </a:lnTo>
                      <a:lnTo>
                        <a:pt x="1680" y="1776"/>
                      </a:lnTo>
                      <a:lnTo>
                        <a:pt x="1680" y="1782"/>
                      </a:lnTo>
                      <a:lnTo>
                        <a:pt x="1668" y="1794"/>
                      </a:lnTo>
                      <a:lnTo>
                        <a:pt x="1662" y="1806"/>
                      </a:lnTo>
                      <a:lnTo>
                        <a:pt x="1650" y="1812"/>
                      </a:lnTo>
                      <a:lnTo>
                        <a:pt x="1644" y="1818"/>
                      </a:lnTo>
                      <a:lnTo>
                        <a:pt x="1620" y="1818"/>
                      </a:lnTo>
                      <a:lnTo>
                        <a:pt x="1614" y="1830"/>
                      </a:lnTo>
                      <a:lnTo>
                        <a:pt x="1632" y="1866"/>
                      </a:lnTo>
                      <a:lnTo>
                        <a:pt x="1620" y="1866"/>
                      </a:lnTo>
                      <a:lnTo>
                        <a:pt x="1614" y="1872"/>
                      </a:lnTo>
                      <a:lnTo>
                        <a:pt x="1602" y="1878"/>
                      </a:lnTo>
                      <a:lnTo>
                        <a:pt x="1566" y="1914"/>
                      </a:lnTo>
                      <a:lnTo>
                        <a:pt x="1566" y="1926"/>
                      </a:lnTo>
                      <a:lnTo>
                        <a:pt x="1560" y="1932"/>
                      </a:lnTo>
                      <a:lnTo>
                        <a:pt x="1554" y="1944"/>
                      </a:lnTo>
                      <a:lnTo>
                        <a:pt x="1542" y="1956"/>
                      </a:lnTo>
                      <a:lnTo>
                        <a:pt x="1518" y="1968"/>
                      </a:lnTo>
                      <a:lnTo>
                        <a:pt x="1512" y="1974"/>
                      </a:lnTo>
                      <a:lnTo>
                        <a:pt x="1512" y="1980"/>
                      </a:lnTo>
                      <a:lnTo>
                        <a:pt x="1518" y="1986"/>
                      </a:lnTo>
                      <a:lnTo>
                        <a:pt x="1548" y="1986"/>
                      </a:lnTo>
                      <a:lnTo>
                        <a:pt x="1560" y="1980"/>
                      </a:lnTo>
                      <a:lnTo>
                        <a:pt x="1572" y="1980"/>
                      </a:lnTo>
                      <a:lnTo>
                        <a:pt x="1584" y="1968"/>
                      </a:lnTo>
                      <a:lnTo>
                        <a:pt x="1602" y="1932"/>
                      </a:lnTo>
                      <a:lnTo>
                        <a:pt x="1608" y="1926"/>
                      </a:lnTo>
                      <a:lnTo>
                        <a:pt x="1614" y="1914"/>
                      </a:lnTo>
                      <a:lnTo>
                        <a:pt x="1626" y="1908"/>
                      </a:lnTo>
                      <a:lnTo>
                        <a:pt x="1632" y="1902"/>
                      </a:lnTo>
                      <a:lnTo>
                        <a:pt x="1632" y="1920"/>
                      </a:lnTo>
                      <a:lnTo>
                        <a:pt x="1638" y="1932"/>
                      </a:lnTo>
                      <a:lnTo>
                        <a:pt x="1638" y="1956"/>
                      </a:lnTo>
                      <a:lnTo>
                        <a:pt x="1626" y="1968"/>
                      </a:lnTo>
                      <a:lnTo>
                        <a:pt x="1614" y="1974"/>
                      </a:lnTo>
                      <a:lnTo>
                        <a:pt x="1602" y="1986"/>
                      </a:lnTo>
                      <a:lnTo>
                        <a:pt x="1602" y="2004"/>
                      </a:lnTo>
                      <a:lnTo>
                        <a:pt x="1608" y="2010"/>
                      </a:lnTo>
                      <a:lnTo>
                        <a:pt x="1614" y="2010"/>
                      </a:lnTo>
                      <a:lnTo>
                        <a:pt x="1632" y="2016"/>
                      </a:lnTo>
                      <a:lnTo>
                        <a:pt x="1662" y="2016"/>
                      </a:lnTo>
                      <a:lnTo>
                        <a:pt x="1668" y="2028"/>
                      </a:lnTo>
                      <a:lnTo>
                        <a:pt x="1644" y="2052"/>
                      </a:lnTo>
                      <a:lnTo>
                        <a:pt x="1644" y="2058"/>
                      </a:lnTo>
                      <a:lnTo>
                        <a:pt x="1650" y="2064"/>
                      </a:lnTo>
                      <a:lnTo>
                        <a:pt x="1668" y="2100"/>
                      </a:lnTo>
                      <a:lnTo>
                        <a:pt x="1674" y="2106"/>
                      </a:lnTo>
                      <a:lnTo>
                        <a:pt x="1674" y="2118"/>
                      </a:lnTo>
                      <a:lnTo>
                        <a:pt x="1626" y="2166"/>
                      </a:lnTo>
                      <a:lnTo>
                        <a:pt x="1626" y="2178"/>
                      </a:lnTo>
                      <a:lnTo>
                        <a:pt x="1638" y="2190"/>
                      </a:lnTo>
                      <a:lnTo>
                        <a:pt x="1644" y="2202"/>
                      </a:lnTo>
                      <a:lnTo>
                        <a:pt x="1668" y="2214"/>
                      </a:lnTo>
                      <a:lnTo>
                        <a:pt x="1680" y="2226"/>
                      </a:lnTo>
                      <a:lnTo>
                        <a:pt x="1692" y="2232"/>
                      </a:lnTo>
                      <a:lnTo>
                        <a:pt x="1716" y="2256"/>
                      </a:lnTo>
                      <a:lnTo>
                        <a:pt x="1728" y="2262"/>
                      </a:lnTo>
                      <a:lnTo>
                        <a:pt x="1800" y="2262"/>
                      </a:lnTo>
                      <a:lnTo>
                        <a:pt x="1824" y="2286"/>
                      </a:lnTo>
                      <a:lnTo>
                        <a:pt x="1842" y="2292"/>
                      </a:lnTo>
                      <a:lnTo>
                        <a:pt x="1872" y="2286"/>
                      </a:lnTo>
                      <a:lnTo>
                        <a:pt x="1902" y="2274"/>
                      </a:lnTo>
                      <a:lnTo>
                        <a:pt x="1932" y="2256"/>
                      </a:lnTo>
                      <a:lnTo>
                        <a:pt x="1944" y="2250"/>
                      </a:lnTo>
                      <a:lnTo>
                        <a:pt x="1944" y="2226"/>
                      </a:lnTo>
                      <a:lnTo>
                        <a:pt x="1956" y="2214"/>
                      </a:lnTo>
                      <a:lnTo>
                        <a:pt x="1962" y="2214"/>
                      </a:lnTo>
                      <a:lnTo>
                        <a:pt x="1974" y="2226"/>
                      </a:lnTo>
                      <a:lnTo>
                        <a:pt x="1974" y="2256"/>
                      </a:lnTo>
                      <a:lnTo>
                        <a:pt x="1992" y="2256"/>
                      </a:lnTo>
                      <a:lnTo>
                        <a:pt x="1980" y="2280"/>
                      </a:lnTo>
                      <a:lnTo>
                        <a:pt x="1998" y="2280"/>
                      </a:lnTo>
                      <a:lnTo>
                        <a:pt x="1998" y="2292"/>
                      </a:lnTo>
                      <a:lnTo>
                        <a:pt x="2004" y="2298"/>
                      </a:lnTo>
                      <a:lnTo>
                        <a:pt x="2010" y="2310"/>
                      </a:lnTo>
                      <a:lnTo>
                        <a:pt x="2016" y="2316"/>
                      </a:lnTo>
                      <a:lnTo>
                        <a:pt x="2028" y="2316"/>
                      </a:lnTo>
                      <a:lnTo>
                        <a:pt x="2040" y="2304"/>
                      </a:lnTo>
                      <a:lnTo>
                        <a:pt x="2046" y="2304"/>
                      </a:lnTo>
                      <a:lnTo>
                        <a:pt x="2052" y="2298"/>
                      </a:lnTo>
                      <a:lnTo>
                        <a:pt x="2070" y="2292"/>
                      </a:lnTo>
                      <a:lnTo>
                        <a:pt x="2082" y="2286"/>
                      </a:lnTo>
                      <a:lnTo>
                        <a:pt x="2088" y="2280"/>
                      </a:lnTo>
                      <a:lnTo>
                        <a:pt x="2100" y="2274"/>
                      </a:lnTo>
                      <a:lnTo>
                        <a:pt x="2124" y="2250"/>
                      </a:lnTo>
                      <a:lnTo>
                        <a:pt x="2136" y="2244"/>
                      </a:lnTo>
                      <a:lnTo>
                        <a:pt x="2148" y="2232"/>
                      </a:lnTo>
                      <a:lnTo>
                        <a:pt x="2160" y="2226"/>
                      </a:lnTo>
                      <a:lnTo>
                        <a:pt x="2154" y="2214"/>
                      </a:lnTo>
                      <a:lnTo>
                        <a:pt x="2190" y="2202"/>
                      </a:lnTo>
                      <a:lnTo>
                        <a:pt x="2202" y="2214"/>
                      </a:lnTo>
                      <a:lnTo>
                        <a:pt x="2220" y="2214"/>
                      </a:lnTo>
                      <a:lnTo>
                        <a:pt x="2256" y="2208"/>
                      </a:lnTo>
                      <a:lnTo>
                        <a:pt x="2298" y="2196"/>
                      </a:lnTo>
                      <a:lnTo>
                        <a:pt x="2316" y="2178"/>
                      </a:lnTo>
                      <a:lnTo>
                        <a:pt x="2328" y="2148"/>
                      </a:lnTo>
                      <a:lnTo>
                        <a:pt x="2334" y="2118"/>
                      </a:lnTo>
                      <a:lnTo>
                        <a:pt x="2340" y="2100"/>
                      </a:lnTo>
                      <a:lnTo>
                        <a:pt x="2346" y="2088"/>
                      </a:lnTo>
                      <a:lnTo>
                        <a:pt x="2376" y="2058"/>
                      </a:lnTo>
                      <a:lnTo>
                        <a:pt x="2382" y="2058"/>
                      </a:lnTo>
                      <a:lnTo>
                        <a:pt x="2382" y="2034"/>
                      </a:lnTo>
                      <a:lnTo>
                        <a:pt x="2388" y="2034"/>
                      </a:lnTo>
                      <a:lnTo>
                        <a:pt x="2394" y="2028"/>
                      </a:lnTo>
                      <a:lnTo>
                        <a:pt x="2406" y="2022"/>
                      </a:lnTo>
                      <a:lnTo>
                        <a:pt x="2418" y="2010"/>
                      </a:lnTo>
                      <a:lnTo>
                        <a:pt x="2424" y="1998"/>
                      </a:lnTo>
                      <a:lnTo>
                        <a:pt x="2442" y="1980"/>
                      </a:lnTo>
                      <a:lnTo>
                        <a:pt x="2442" y="1956"/>
                      </a:lnTo>
                      <a:lnTo>
                        <a:pt x="2448" y="1944"/>
                      </a:lnTo>
                      <a:lnTo>
                        <a:pt x="2454" y="1926"/>
                      </a:lnTo>
                      <a:lnTo>
                        <a:pt x="2460" y="1914"/>
                      </a:lnTo>
                      <a:lnTo>
                        <a:pt x="2490" y="1884"/>
                      </a:lnTo>
                      <a:lnTo>
                        <a:pt x="2502" y="1866"/>
                      </a:lnTo>
                      <a:lnTo>
                        <a:pt x="2526" y="1842"/>
                      </a:lnTo>
                      <a:lnTo>
                        <a:pt x="2538" y="1836"/>
                      </a:lnTo>
                      <a:lnTo>
                        <a:pt x="2550" y="1824"/>
                      </a:lnTo>
                      <a:lnTo>
                        <a:pt x="2556" y="1812"/>
                      </a:lnTo>
                      <a:lnTo>
                        <a:pt x="2556" y="1800"/>
                      </a:lnTo>
                      <a:lnTo>
                        <a:pt x="2562" y="1788"/>
                      </a:lnTo>
                      <a:lnTo>
                        <a:pt x="2562" y="1782"/>
                      </a:lnTo>
                      <a:lnTo>
                        <a:pt x="2586" y="1782"/>
                      </a:lnTo>
                      <a:lnTo>
                        <a:pt x="2610" y="1770"/>
                      </a:lnTo>
                      <a:lnTo>
                        <a:pt x="2622" y="1752"/>
                      </a:lnTo>
                      <a:lnTo>
                        <a:pt x="2646" y="1728"/>
                      </a:lnTo>
                      <a:lnTo>
                        <a:pt x="2670" y="1698"/>
                      </a:lnTo>
                      <a:lnTo>
                        <a:pt x="2688" y="1674"/>
                      </a:lnTo>
                      <a:lnTo>
                        <a:pt x="2700" y="1662"/>
                      </a:lnTo>
                      <a:lnTo>
                        <a:pt x="2700" y="1656"/>
                      </a:lnTo>
                      <a:lnTo>
                        <a:pt x="2706" y="1638"/>
                      </a:lnTo>
                      <a:lnTo>
                        <a:pt x="2706" y="1614"/>
                      </a:lnTo>
                      <a:lnTo>
                        <a:pt x="2712" y="1596"/>
                      </a:lnTo>
                      <a:lnTo>
                        <a:pt x="2718" y="1590"/>
                      </a:lnTo>
                      <a:lnTo>
                        <a:pt x="2730" y="1572"/>
                      </a:lnTo>
                      <a:lnTo>
                        <a:pt x="2754" y="1542"/>
                      </a:lnTo>
                      <a:lnTo>
                        <a:pt x="2772" y="1494"/>
                      </a:lnTo>
                      <a:lnTo>
                        <a:pt x="2796" y="1458"/>
                      </a:lnTo>
                      <a:lnTo>
                        <a:pt x="2808" y="1428"/>
                      </a:lnTo>
                      <a:lnTo>
                        <a:pt x="2814" y="1416"/>
                      </a:lnTo>
                      <a:lnTo>
                        <a:pt x="2814" y="1386"/>
                      </a:lnTo>
                      <a:lnTo>
                        <a:pt x="2802" y="1362"/>
                      </a:lnTo>
                      <a:lnTo>
                        <a:pt x="2820" y="1308"/>
                      </a:lnTo>
                      <a:lnTo>
                        <a:pt x="2832" y="1290"/>
                      </a:lnTo>
                      <a:lnTo>
                        <a:pt x="2838" y="1266"/>
                      </a:lnTo>
                      <a:lnTo>
                        <a:pt x="2838" y="1224"/>
                      </a:lnTo>
                      <a:lnTo>
                        <a:pt x="2832" y="1194"/>
                      </a:lnTo>
                      <a:lnTo>
                        <a:pt x="2832" y="1176"/>
                      </a:lnTo>
                      <a:lnTo>
                        <a:pt x="2802" y="1164"/>
                      </a:lnTo>
                      <a:close/>
                      <a:moveTo>
                        <a:pt x="2016" y="2436"/>
                      </a:moveTo>
                      <a:lnTo>
                        <a:pt x="2022" y="2442"/>
                      </a:lnTo>
                      <a:lnTo>
                        <a:pt x="2028" y="2442"/>
                      </a:lnTo>
                      <a:lnTo>
                        <a:pt x="2040" y="2436"/>
                      </a:lnTo>
                      <a:lnTo>
                        <a:pt x="2046" y="2430"/>
                      </a:lnTo>
                      <a:lnTo>
                        <a:pt x="2034" y="2418"/>
                      </a:lnTo>
                      <a:lnTo>
                        <a:pt x="2016" y="2436"/>
                      </a:lnTo>
                      <a:close/>
                      <a:moveTo>
                        <a:pt x="1992" y="2454"/>
                      </a:moveTo>
                      <a:lnTo>
                        <a:pt x="1974" y="2454"/>
                      </a:lnTo>
                      <a:lnTo>
                        <a:pt x="1962" y="2466"/>
                      </a:lnTo>
                      <a:lnTo>
                        <a:pt x="1962" y="2472"/>
                      </a:lnTo>
                      <a:lnTo>
                        <a:pt x="1962" y="2460"/>
                      </a:lnTo>
                      <a:lnTo>
                        <a:pt x="1938" y="2460"/>
                      </a:lnTo>
                      <a:lnTo>
                        <a:pt x="1926" y="2466"/>
                      </a:lnTo>
                      <a:lnTo>
                        <a:pt x="1914" y="2466"/>
                      </a:lnTo>
                      <a:lnTo>
                        <a:pt x="1908" y="2478"/>
                      </a:lnTo>
                      <a:lnTo>
                        <a:pt x="1890" y="2460"/>
                      </a:lnTo>
                      <a:lnTo>
                        <a:pt x="1854" y="2460"/>
                      </a:lnTo>
                      <a:lnTo>
                        <a:pt x="1830" y="2430"/>
                      </a:lnTo>
                      <a:lnTo>
                        <a:pt x="1824" y="2436"/>
                      </a:lnTo>
                      <a:lnTo>
                        <a:pt x="1818" y="2436"/>
                      </a:lnTo>
                      <a:lnTo>
                        <a:pt x="1812" y="2442"/>
                      </a:lnTo>
                      <a:lnTo>
                        <a:pt x="1806" y="2442"/>
                      </a:lnTo>
                      <a:lnTo>
                        <a:pt x="1776" y="2412"/>
                      </a:lnTo>
                      <a:lnTo>
                        <a:pt x="1776" y="2424"/>
                      </a:lnTo>
                      <a:lnTo>
                        <a:pt x="1782" y="2448"/>
                      </a:lnTo>
                      <a:lnTo>
                        <a:pt x="1782" y="2472"/>
                      </a:lnTo>
                      <a:lnTo>
                        <a:pt x="1776" y="2478"/>
                      </a:lnTo>
                      <a:lnTo>
                        <a:pt x="1776" y="2484"/>
                      </a:lnTo>
                      <a:lnTo>
                        <a:pt x="1770" y="2490"/>
                      </a:lnTo>
                      <a:lnTo>
                        <a:pt x="1770" y="2502"/>
                      </a:lnTo>
                      <a:lnTo>
                        <a:pt x="1776" y="2514"/>
                      </a:lnTo>
                      <a:lnTo>
                        <a:pt x="1776" y="2532"/>
                      </a:lnTo>
                      <a:lnTo>
                        <a:pt x="1764" y="2538"/>
                      </a:lnTo>
                      <a:lnTo>
                        <a:pt x="1758" y="2544"/>
                      </a:lnTo>
                      <a:lnTo>
                        <a:pt x="1752" y="2544"/>
                      </a:lnTo>
                      <a:lnTo>
                        <a:pt x="1740" y="2532"/>
                      </a:lnTo>
                      <a:lnTo>
                        <a:pt x="1740" y="2538"/>
                      </a:lnTo>
                      <a:lnTo>
                        <a:pt x="1734" y="2544"/>
                      </a:lnTo>
                      <a:lnTo>
                        <a:pt x="1734" y="2556"/>
                      </a:lnTo>
                      <a:lnTo>
                        <a:pt x="1728" y="2574"/>
                      </a:lnTo>
                      <a:lnTo>
                        <a:pt x="1728" y="2586"/>
                      </a:lnTo>
                      <a:lnTo>
                        <a:pt x="1740" y="2610"/>
                      </a:lnTo>
                      <a:lnTo>
                        <a:pt x="1740" y="2616"/>
                      </a:lnTo>
                      <a:lnTo>
                        <a:pt x="1746" y="2628"/>
                      </a:lnTo>
                      <a:lnTo>
                        <a:pt x="1770" y="2628"/>
                      </a:lnTo>
                      <a:lnTo>
                        <a:pt x="1752" y="2640"/>
                      </a:lnTo>
                      <a:lnTo>
                        <a:pt x="1758" y="2664"/>
                      </a:lnTo>
                      <a:lnTo>
                        <a:pt x="1770" y="2658"/>
                      </a:lnTo>
                      <a:lnTo>
                        <a:pt x="1776" y="2658"/>
                      </a:lnTo>
                      <a:lnTo>
                        <a:pt x="1782" y="2652"/>
                      </a:lnTo>
                      <a:lnTo>
                        <a:pt x="1794" y="2652"/>
                      </a:lnTo>
                      <a:lnTo>
                        <a:pt x="1800" y="2658"/>
                      </a:lnTo>
                      <a:lnTo>
                        <a:pt x="1818" y="2658"/>
                      </a:lnTo>
                      <a:lnTo>
                        <a:pt x="1830" y="2652"/>
                      </a:lnTo>
                      <a:lnTo>
                        <a:pt x="1836" y="2646"/>
                      </a:lnTo>
                      <a:lnTo>
                        <a:pt x="1842" y="2634"/>
                      </a:lnTo>
                      <a:lnTo>
                        <a:pt x="1854" y="2634"/>
                      </a:lnTo>
                      <a:lnTo>
                        <a:pt x="1860" y="2640"/>
                      </a:lnTo>
                      <a:lnTo>
                        <a:pt x="1860" y="2646"/>
                      </a:lnTo>
                      <a:lnTo>
                        <a:pt x="1848" y="2658"/>
                      </a:lnTo>
                      <a:lnTo>
                        <a:pt x="1866" y="2664"/>
                      </a:lnTo>
                      <a:lnTo>
                        <a:pt x="1884" y="2646"/>
                      </a:lnTo>
                      <a:lnTo>
                        <a:pt x="1890" y="2634"/>
                      </a:lnTo>
                      <a:lnTo>
                        <a:pt x="1902" y="2628"/>
                      </a:lnTo>
                      <a:lnTo>
                        <a:pt x="1908" y="2616"/>
                      </a:lnTo>
                      <a:lnTo>
                        <a:pt x="1920" y="2604"/>
                      </a:lnTo>
                      <a:lnTo>
                        <a:pt x="1914" y="2604"/>
                      </a:lnTo>
                      <a:lnTo>
                        <a:pt x="1902" y="2592"/>
                      </a:lnTo>
                      <a:lnTo>
                        <a:pt x="1920" y="2562"/>
                      </a:lnTo>
                      <a:lnTo>
                        <a:pt x="1950" y="2562"/>
                      </a:lnTo>
                      <a:lnTo>
                        <a:pt x="1962" y="2538"/>
                      </a:lnTo>
                      <a:lnTo>
                        <a:pt x="1962" y="2514"/>
                      </a:lnTo>
                      <a:lnTo>
                        <a:pt x="1968" y="2502"/>
                      </a:lnTo>
                      <a:lnTo>
                        <a:pt x="1980" y="2496"/>
                      </a:lnTo>
                      <a:lnTo>
                        <a:pt x="1986" y="2484"/>
                      </a:lnTo>
                      <a:lnTo>
                        <a:pt x="1992" y="2478"/>
                      </a:lnTo>
                      <a:lnTo>
                        <a:pt x="1998" y="2466"/>
                      </a:lnTo>
                      <a:lnTo>
                        <a:pt x="1998" y="2460"/>
                      </a:lnTo>
                      <a:lnTo>
                        <a:pt x="1992" y="2454"/>
                      </a:lnTo>
                      <a:close/>
                      <a:moveTo>
                        <a:pt x="1902" y="246"/>
                      </a:moveTo>
                      <a:lnTo>
                        <a:pt x="1890" y="258"/>
                      </a:lnTo>
                      <a:lnTo>
                        <a:pt x="1890" y="270"/>
                      </a:lnTo>
                      <a:lnTo>
                        <a:pt x="1884" y="282"/>
                      </a:lnTo>
                      <a:lnTo>
                        <a:pt x="1884" y="294"/>
                      </a:lnTo>
                      <a:lnTo>
                        <a:pt x="1896" y="300"/>
                      </a:lnTo>
                      <a:lnTo>
                        <a:pt x="1920" y="300"/>
                      </a:lnTo>
                      <a:lnTo>
                        <a:pt x="1926" y="294"/>
                      </a:lnTo>
                      <a:lnTo>
                        <a:pt x="1932" y="294"/>
                      </a:lnTo>
                      <a:lnTo>
                        <a:pt x="1926" y="282"/>
                      </a:lnTo>
                      <a:lnTo>
                        <a:pt x="1932" y="252"/>
                      </a:lnTo>
                      <a:lnTo>
                        <a:pt x="1920" y="252"/>
                      </a:lnTo>
                      <a:lnTo>
                        <a:pt x="1908" y="246"/>
                      </a:lnTo>
                      <a:lnTo>
                        <a:pt x="1902" y="246"/>
                      </a:lnTo>
                      <a:close/>
                      <a:moveTo>
                        <a:pt x="1770" y="2334"/>
                      </a:moveTo>
                      <a:lnTo>
                        <a:pt x="1758" y="2376"/>
                      </a:lnTo>
                      <a:lnTo>
                        <a:pt x="1812" y="2328"/>
                      </a:lnTo>
                      <a:lnTo>
                        <a:pt x="1770" y="2334"/>
                      </a:lnTo>
                      <a:close/>
                      <a:moveTo>
                        <a:pt x="2034" y="2400"/>
                      </a:moveTo>
                      <a:lnTo>
                        <a:pt x="2016" y="2358"/>
                      </a:lnTo>
                      <a:lnTo>
                        <a:pt x="1998" y="2376"/>
                      </a:lnTo>
                      <a:lnTo>
                        <a:pt x="1998" y="2394"/>
                      </a:lnTo>
                      <a:lnTo>
                        <a:pt x="2010" y="2406"/>
                      </a:lnTo>
                      <a:lnTo>
                        <a:pt x="2028" y="2406"/>
                      </a:lnTo>
                      <a:lnTo>
                        <a:pt x="2034" y="2400"/>
                      </a:lnTo>
                      <a:close/>
                    </a:path>
                  </a:pathLst>
                </a:custGeom>
                <a:solidFill>
                  <a:srgbClr val="D40D8D"/>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339" name="Armenia" descr="© INSCALE GmbH, 05.05.2010&#10;http://www.presentationload.com/">
                  <a:extLst>
                    <a:ext uri="{FF2B5EF4-FFF2-40B4-BE49-F238E27FC236}">
                      <a16:creationId xmlns:a16="http://schemas.microsoft.com/office/drawing/2014/main" id="{FDC0867B-9659-492D-BF15-DF50CA22D002}"/>
                    </a:ext>
                  </a:extLst>
                </p:cNvPr>
                <p:cNvSpPr>
                  <a:spLocks/>
                </p:cNvSpPr>
                <p:nvPr/>
              </p:nvSpPr>
              <p:spPr bwMode="gray">
                <a:xfrm>
                  <a:off x="6916833" y="2373056"/>
                  <a:ext cx="100687" cy="95390"/>
                </a:xfrm>
                <a:custGeom>
                  <a:avLst/>
                  <a:gdLst>
                    <a:gd name="T0" fmla="*/ 2147483647 w 222"/>
                    <a:gd name="T1" fmla="*/ 2147483647 h 210"/>
                    <a:gd name="T2" fmla="*/ 2147483647 w 222"/>
                    <a:gd name="T3" fmla="*/ 2147483647 h 210"/>
                    <a:gd name="T4" fmla="*/ 2147483647 w 222"/>
                    <a:gd name="T5" fmla="*/ 2147483647 h 210"/>
                    <a:gd name="T6" fmla="*/ 2147483647 w 222"/>
                    <a:gd name="T7" fmla="*/ 2147483647 h 210"/>
                    <a:gd name="T8" fmla="*/ 2147483647 w 222"/>
                    <a:gd name="T9" fmla="*/ 2147483647 h 210"/>
                    <a:gd name="T10" fmla="*/ 2147483647 w 222"/>
                    <a:gd name="T11" fmla="*/ 2147483647 h 210"/>
                    <a:gd name="T12" fmla="*/ 2147483647 w 222"/>
                    <a:gd name="T13" fmla="*/ 2147483647 h 210"/>
                    <a:gd name="T14" fmla="*/ 2147483647 w 222"/>
                    <a:gd name="T15" fmla="*/ 2147483647 h 210"/>
                    <a:gd name="T16" fmla="*/ 2147483647 w 222"/>
                    <a:gd name="T17" fmla="*/ 2147483647 h 210"/>
                    <a:gd name="T18" fmla="*/ 2147483647 w 222"/>
                    <a:gd name="T19" fmla="*/ 2147483647 h 210"/>
                    <a:gd name="T20" fmla="*/ 2147483647 w 222"/>
                    <a:gd name="T21" fmla="*/ 2147483647 h 210"/>
                    <a:gd name="T22" fmla="*/ 2147483647 w 222"/>
                    <a:gd name="T23" fmla="*/ 2147483647 h 210"/>
                    <a:gd name="T24" fmla="*/ 2147483647 w 222"/>
                    <a:gd name="T25" fmla="*/ 2147483647 h 210"/>
                    <a:gd name="T26" fmla="*/ 2147483647 w 222"/>
                    <a:gd name="T27" fmla="*/ 2147483647 h 210"/>
                    <a:gd name="T28" fmla="*/ 2147483647 w 222"/>
                    <a:gd name="T29" fmla="*/ 2147483647 h 210"/>
                    <a:gd name="T30" fmla="*/ 2147483647 w 222"/>
                    <a:gd name="T31" fmla="*/ 2147483647 h 210"/>
                    <a:gd name="T32" fmla="*/ 2147483647 w 222"/>
                    <a:gd name="T33" fmla="*/ 2147483647 h 210"/>
                    <a:gd name="T34" fmla="*/ 2147483647 w 222"/>
                    <a:gd name="T35" fmla="*/ 2147483647 h 210"/>
                    <a:gd name="T36" fmla="*/ 2147483647 w 222"/>
                    <a:gd name="T37" fmla="*/ 2147483647 h 210"/>
                    <a:gd name="T38" fmla="*/ 2147483647 w 222"/>
                    <a:gd name="T39" fmla="*/ 0 h 210"/>
                    <a:gd name="T40" fmla="*/ 2147483647 w 222"/>
                    <a:gd name="T41" fmla="*/ 0 h 210"/>
                    <a:gd name="T42" fmla="*/ 2147483647 w 222"/>
                    <a:gd name="T43" fmla="*/ 2147483647 h 210"/>
                    <a:gd name="T44" fmla="*/ 2147483647 w 222"/>
                    <a:gd name="T45" fmla="*/ 2147483647 h 210"/>
                    <a:gd name="T46" fmla="*/ 2147483647 w 222"/>
                    <a:gd name="T47" fmla="*/ 2147483647 h 210"/>
                    <a:gd name="T48" fmla="*/ 0 w 222"/>
                    <a:gd name="T49" fmla="*/ 2147483647 h 210"/>
                    <a:gd name="T50" fmla="*/ 2147483647 w 222"/>
                    <a:gd name="T51" fmla="*/ 2147483647 h 210"/>
                    <a:gd name="T52" fmla="*/ 2147483647 w 222"/>
                    <a:gd name="T53" fmla="*/ 2147483647 h 210"/>
                    <a:gd name="T54" fmla="*/ 2147483647 w 222"/>
                    <a:gd name="T55" fmla="*/ 2147483647 h 210"/>
                    <a:gd name="T56" fmla="*/ 2147483647 w 222"/>
                    <a:gd name="T57" fmla="*/ 2147483647 h 210"/>
                    <a:gd name="T58" fmla="*/ 2147483647 w 222"/>
                    <a:gd name="T59" fmla="*/ 2147483647 h 210"/>
                    <a:gd name="T60" fmla="*/ 2147483647 w 222"/>
                    <a:gd name="T61" fmla="*/ 2147483647 h 210"/>
                    <a:gd name="T62" fmla="*/ 2147483647 w 222"/>
                    <a:gd name="T63" fmla="*/ 2147483647 h 210"/>
                    <a:gd name="T64" fmla="*/ 2147483647 w 222"/>
                    <a:gd name="T65" fmla="*/ 2147483647 h 210"/>
                    <a:gd name="T66" fmla="*/ 2147483647 w 222"/>
                    <a:gd name="T67" fmla="*/ 2147483647 h 210"/>
                    <a:gd name="T68" fmla="*/ 2147483647 w 222"/>
                    <a:gd name="T69" fmla="*/ 2147483647 h 210"/>
                    <a:gd name="T70" fmla="*/ 2147483647 w 222"/>
                    <a:gd name="T71" fmla="*/ 2147483647 h 210"/>
                    <a:gd name="T72" fmla="*/ 2147483647 w 222"/>
                    <a:gd name="T73" fmla="*/ 2147483647 h 210"/>
                    <a:gd name="T74" fmla="*/ 2147483647 w 222"/>
                    <a:gd name="T75" fmla="*/ 2147483647 h 210"/>
                    <a:gd name="T76" fmla="*/ 2147483647 w 222"/>
                    <a:gd name="T77" fmla="*/ 2147483647 h 210"/>
                    <a:gd name="T78" fmla="*/ 2147483647 w 222"/>
                    <a:gd name="T79" fmla="*/ 2147483647 h 210"/>
                    <a:gd name="T80" fmla="*/ 2147483647 w 222"/>
                    <a:gd name="T81" fmla="*/ 2147483647 h 210"/>
                    <a:gd name="T82" fmla="*/ 2147483647 w 222"/>
                    <a:gd name="T83" fmla="*/ 2147483647 h 210"/>
                    <a:gd name="T84" fmla="*/ 2147483647 w 222"/>
                    <a:gd name="T85" fmla="*/ 2147483647 h 210"/>
                    <a:gd name="T86" fmla="*/ 2147483647 w 222"/>
                    <a:gd name="T87" fmla="*/ 2147483647 h 210"/>
                    <a:gd name="T88" fmla="*/ 2147483647 w 222"/>
                    <a:gd name="T89" fmla="*/ 2147483647 h 210"/>
                    <a:gd name="T90" fmla="*/ 2147483647 w 222"/>
                    <a:gd name="T91" fmla="*/ 2147483647 h 210"/>
                    <a:gd name="T92" fmla="*/ 2147483647 w 222"/>
                    <a:gd name="T93" fmla="*/ 2147483647 h 210"/>
                    <a:gd name="T94" fmla="*/ 2147483647 w 222"/>
                    <a:gd name="T95" fmla="*/ 2147483647 h 210"/>
                    <a:gd name="T96" fmla="*/ 2147483647 w 222"/>
                    <a:gd name="T97" fmla="*/ 2147483647 h 210"/>
                    <a:gd name="T98" fmla="*/ 2147483647 w 222"/>
                    <a:gd name="T99" fmla="*/ 2147483647 h 210"/>
                    <a:gd name="T100" fmla="*/ 2147483647 w 222"/>
                    <a:gd name="T101" fmla="*/ 2147483647 h 210"/>
                    <a:gd name="T102" fmla="*/ 2147483647 w 222"/>
                    <a:gd name="T103" fmla="*/ 2147483647 h 210"/>
                    <a:gd name="T104" fmla="*/ 2147483647 w 222"/>
                    <a:gd name="T105" fmla="*/ 2147483647 h 210"/>
                    <a:gd name="T106" fmla="*/ 2147483647 w 222"/>
                    <a:gd name="T107" fmla="*/ 2147483647 h 21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222"/>
                    <a:gd name="T163" fmla="*/ 0 h 210"/>
                    <a:gd name="T164" fmla="*/ 222 w 222"/>
                    <a:gd name="T165" fmla="*/ 210 h 210"/>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222" h="210">
                      <a:moveTo>
                        <a:pt x="222" y="168"/>
                      </a:moveTo>
                      <a:lnTo>
                        <a:pt x="216" y="156"/>
                      </a:lnTo>
                      <a:lnTo>
                        <a:pt x="216" y="144"/>
                      </a:lnTo>
                      <a:lnTo>
                        <a:pt x="186" y="138"/>
                      </a:lnTo>
                      <a:lnTo>
                        <a:pt x="174" y="120"/>
                      </a:lnTo>
                      <a:lnTo>
                        <a:pt x="144" y="108"/>
                      </a:lnTo>
                      <a:lnTo>
                        <a:pt x="156" y="108"/>
                      </a:lnTo>
                      <a:lnTo>
                        <a:pt x="174" y="90"/>
                      </a:lnTo>
                      <a:lnTo>
                        <a:pt x="174" y="84"/>
                      </a:lnTo>
                      <a:lnTo>
                        <a:pt x="168" y="78"/>
                      </a:lnTo>
                      <a:lnTo>
                        <a:pt x="144" y="66"/>
                      </a:lnTo>
                      <a:lnTo>
                        <a:pt x="138" y="60"/>
                      </a:lnTo>
                      <a:lnTo>
                        <a:pt x="132" y="60"/>
                      </a:lnTo>
                      <a:lnTo>
                        <a:pt x="138" y="54"/>
                      </a:lnTo>
                      <a:lnTo>
                        <a:pt x="138" y="30"/>
                      </a:lnTo>
                      <a:lnTo>
                        <a:pt x="132" y="24"/>
                      </a:lnTo>
                      <a:lnTo>
                        <a:pt x="114" y="24"/>
                      </a:lnTo>
                      <a:lnTo>
                        <a:pt x="114" y="12"/>
                      </a:lnTo>
                      <a:lnTo>
                        <a:pt x="102" y="6"/>
                      </a:lnTo>
                      <a:lnTo>
                        <a:pt x="96" y="0"/>
                      </a:lnTo>
                      <a:lnTo>
                        <a:pt x="84" y="0"/>
                      </a:lnTo>
                      <a:lnTo>
                        <a:pt x="84" y="18"/>
                      </a:lnTo>
                      <a:lnTo>
                        <a:pt x="30" y="12"/>
                      </a:lnTo>
                      <a:lnTo>
                        <a:pt x="24" y="18"/>
                      </a:lnTo>
                      <a:lnTo>
                        <a:pt x="0" y="24"/>
                      </a:lnTo>
                      <a:lnTo>
                        <a:pt x="6" y="30"/>
                      </a:lnTo>
                      <a:lnTo>
                        <a:pt x="6" y="42"/>
                      </a:lnTo>
                      <a:lnTo>
                        <a:pt x="18" y="78"/>
                      </a:lnTo>
                      <a:lnTo>
                        <a:pt x="18" y="90"/>
                      </a:lnTo>
                      <a:lnTo>
                        <a:pt x="24" y="102"/>
                      </a:lnTo>
                      <a:lnTo>
                        <a:pt x="30" y="108"/>
                      </a:lnTo>
                      <a:lnTo>
                        <a:pt x="42" y="114"/>
                      </a:lnTo>
                      <a:lnTo>
                        <a:pt x="54" y="114"/>
                      </a:lnTo>
                      <a:lnTo>
                        <a:pt x="66" y="108"/>
                      </a:lnTo>
                      <a:lnTo>
                        <a:pt x="72" y="108"/>
                      </a:lnTo>
                      <a:lnTo>
                        <a:pt x="72" y="114"/>
                      </a:lnTo>
                      <a:lnTo>
                        <a:pt x="78" y="120"/>
                      </a:lnTo>
                      <a:lnTo>
                        <a:pt x="78" y="132"/>
                      </a:lnTo>
                      <a:lnTo>
                        <a:pt x="84" y="144"/>
                      </a:lnTo>
                      <a:lnTo>
                        <a:pt x="84" y="150"/>
                      </a:lnTo>
                      <a:lnTo>
                        <a:pt x="90" y="156"/>
                      </a:lnTo>
                      <a:lnTo>
                        <a:pt x="108" y="132"/>
                      </a:lnTo>
                      <a:lnTo>
                        <a:pt x="126" y="132"/>
                      </a:lnTo>
                      <a:lnTo>
                        <a:pt x="138" y="144"/>
                      </a:lnTo>
                      <a:lnTo>
                        <a:pt x="174" y="144"/>
                      </a:lnTo>
                      <a:lnTo>
                        <a:pt x="174" y="156"/>
                      </a:lnTo>
                      <a:lnTo>
                        <a:pt x="180" y="162"/>
                      </a:lnTo>
                      <a:lnTo>
                        <a:pt x="180" y="174"/>
                      </a:lnTo>
                      <a:lnTo>
                        <a:pt x="186" y="186"/>
                      </a:lnTo>
                      <a:lnTo>
                        <a:pt x="186" y="198"/>
                      </a:lnTo>
                      <a:lnTo>
                        <a:pt x="192" y="204"/>
                      </a:lnTo>
                      <a:lnTo>
                        <a:pt x="192" y="210"/>
                      </a:lnTo>
                      <a:lnTo>
                        <a:pt x="222" y="210"/>
                      </a:lnTo>
                      <a:lnTo>
                        <a:pt x="222" y="168"/>
                      </a:lnTo>
                      <a:close/>
                    </a:path>
                  </a:pathLst>
                </a:custGeom>
                <a:solidFill>
                  <a:srgbClr val="A29C97"/>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340" name="Argentina" descr="© INSCALE GmbH, 05.05.2010&#10;http://www.presentationload.com/">
                  <a:extLst>
                    <a:ext uri="{FF2B5EF4-FFF2-40B4-BE49-F238E27FC236}">
                      <a16:creationId xmlns:a16="http://schemas.microsoft.com/office/drawing/2014/main" id="{B1DFBE23-A2CD-4D7C-B9D7-2DE7B30E5DCE}"/>
                    </a:ext>
                  </a:extLst>
                </p:cNvPr>
                <p:cNvSpPr>
                  <a:spLocks noEditPoints="1"/>
                </p:cNvSpPr>
                <p:nvPr/>
              </p:nvSpPr>
              <p:spPr bwMode="gray">
                <a:xfrm>
                  <a:off x="3451053" y="4674750"/>
                  <a:ext cx="492840" cy="1102271"/>
                </a:xfrm>
                <a:custGeom>
                  <a:avLst/>
                  <a:gdLst>
                    <a:gd name="T0" fmla="*/ 2147483647 w 1092"/>
                    <a:gd name="T1" fmla="*/ 2147483647 h 2442"/>
                    <a:gd name="T2" fmla="*/ 2147483647 w 1092"/>
                    <a:gd name="T3" fmla="*/ 2147483647 h 2442"/>
                    <a:gd name="T4" fmla="*/ 2147483647 w 1092"/>
                    <a:gd name="T5" fmla="*/ 2147483647 h 2442"/>
                    <a:gd name="T6" fmla="*/ 2147483647 w 1092"/>
                    <a:gd name="T7" fmla="*/ 2147483647 h 2442"/>
                    <a:gd name="T8" fmla="*/ 2147483647 w 1092"/>
                    <a:gd name="T9" fmla="*/ 2147483647 h 2442"/>
                    <a:gd name="T10" fmla="*/ 2147483647 w 1092"/>
                    <a:gd name="T11" fmla="*/ 2147483647 h 2442"/>
                    <a:gd name="T12" fmla="*/ 2147483647 w 1092"/>
                    <a:gd name="T13" fmla="*/ 2147483647 h 2442"/>
                    <a:gd name="T14" fmla="*/ 2147483647 w 1092"/>
                    <a:gd name="T15" fmla="*/ 2147483647 h 2442"/>
                    <a:gd name="T16" fmla="*/ 2147483647 w 1092"/>
                    <a:gd name="T17" fmla="*/ 2147483647 h 2442"/>
                    <a:gd name="T18" fmla="*/ 2147483647 w 1092"/>
                    <a:gd name="T19" fmla="*/ 2147483647 h 2442"/>
                    <a:gd name="T20" fmla="*/ 2147483647 w 1092"/>
                    <a:gd name="T21" fmla="*/ 0 h 2442"/>
                    <a:gd name="T22" fmla="*/ 2147483647 w 1092"/>
                    <a:gd name="T23" fmla="*/ 2147483647 h 2442"/>
                    <a:gd name="T24" fmla="*/ 2147483647 w 1092"/>
                    <a:gd name="T25" fmla="*/ 2147483647 h 2442"/>
                    <a:gd name="T26" fmla="*/ 2147483647 w 1092"/>
                    <a:gd name="T27" fmla="*/ 2147483647 h 2442"/>
                    <a:gd name="T28" fmla="*/ 2147483647 w 1092"/>
                    <a:gd name="T29" fmla="*/ 2147483647 h 2442"/>
                    <a:gd name="T30" fmla="*/ 2147483647 w 1092"/>
                    <a:gd name="T31" fmla="*/ 2147483647 h 2442"/>
                    <a:gd name="T32" fmla="*/ 2147483647 w 1092"/>
                    <a:gd name="T33" fmla="*/ 2147483647 h 2442"/>
                    <a:gd name="T34" fmla="*/ 2147483647 w 1092"/>
                    <a:gd name="T35" fmla="*/ 2147483647 h 2442"/>
                    <a:gd name="T36" fmla="*/ 2147483647 w 1092"/>
                    <a:gd name="T37" fmla="*/ 2147483647 h 2442"/>
                    <a:gd name="T38" fmla="*/ 2147483647 w 1092"/>
                    <a:gd name="T39" fmla="*/ 2147483647 h 2442"/>
                    <a:gd name="T40" fmla="*/ 2147483647 w 1092"/>
                    <a:gd name="T41" fmla="*/ 2147483647 h 2442"/>
                    <a:gd name="T42" fmla="*/ 2147483647 w 1092"/>
                    <a:gd name="T43" fmla="*/ 2147483647 h 2442"/>
                    <a:gd name="T44" fmla="*/ 2147483647 w 1092"/>
                    <a:gd name="T45" fmla="*/ 2147483647 h 2442"/>
                    <a:gd name="T46" fmla="*/ 2147483647 w 1092"/>
                    <a:gd name="T47" fmla="*/ 2147483647 h 2442"/>
                    <a:gd name="T48" fmla="*/ 2147483647 w 1092"/>
                    <a:gd name="T49" fmla="*/ 2147483647 h 2442"/>
                    <a:gd name="T50" fmla="*/ 2147483647 w 1092"/>
                    <a:gd name="T51" fmla="*/ 2147483647 h 2442"/>
                    <a:gd name="T52" fmla="*/ 2147483647 w 1092"/>
                    <a:gd name="T53" fmla="*/ 2147483647 h 2442"/>
                    <a:gd name="T54" fmla="*/ 2147483647 w 1092"/>
                    <a:gd name="T55" fmla="*/ 2147483647 h 2442"/>
                    <a:gd name="T56" fmla="*/ 2147483647 w 1092"/>
                    <a:gd name="T57" fmla="*/ 2147483647 h 2442"/>
                    <a:gd name="T58" fmla="*/ 2147483647 w 1092"/>
                    <a:gd name="T59" fmla="*/ 2147483647 h 2442"/>
                    <a:gd name="T60" fmla="*/ 2147483647 w 1092"/>
                    <a:gd name="T61" fmla="*/ 2147483647 h 2442"/>
                    <a:gd name="T62" fmla="*/ 2147483647 w 1092"/>
                    <a:gd name="T63" fmla="*/ 2147483647 h 2442"/>
                    <a:gd name="T64" fmla="*/ 2147483647 w 1092"/>
                    <a:gd name="T65" fmla="*/ 2147483647 h 2442"/>
                    <a:gd name="T66" fmla="*/ 2147483647 w 1092"/>
                    <a:gd name="T67" fmla="*/ 2147483647 h 2442"/>
                    <a:gd name="T68" fmla="*/ 2147483647 w 1092"/>
                    <a:gd name="T69" fmla="*/ 2147483647 h 2442"/>
                    <a:gd name="T70" fmla="*/ 2147483647 w 1092"/>
                    <a:gd name="T71" fmla="*/ 2147483647 h 2442"/>
                    <a:gd name="T72" fmla="*/ 2147483647 w 1092"/>
                    <a:gd name="T73" fmla="*/ 2147483647 h 2442"/>
                    <a:gd name="T74" fmla="*/ 2147483647 w 1092"/>
                    <a:gd name="T75" fmla="*/ 2147483647 h 2442"/>
                    <a:gd name="T76" fmla="*/ 2147483647 w 1092"/>
                    <a:gd name="T77" fmla="*/ 2147483647 h 2442"/>
                    <a:gd name="T78" fmla="*/ 2147483647 w 1092"/>
                    <a:gd name="T79" fmla="*/ 2147483647 h 2442"/>
                    <a:gd name="T80" fmla="*/ 2147483647 w 1092"/>
                    <a:gd name="T81" fmla="*/ 2147483647 h 2442"/>
                    <a:gd name="T82" fmla="*/ 2147483647 w 1092"/>
                    <a:gd name="T83" fmla="*/ 2147483647 h 2442"/>
                    <a:gd name="T84" fmla="*/ 2147483647 w 1092"/>
                    <a:gd name="T85" fmla="*/ 2147483647 h 2442"/>
                    <a:gd name="T86" fmla="*/ 2147483647 w 1092"/>
                    <a:gd name="T87" fmla="*/ 2147483647 h 2442"/>
                    <a:gd name="T88" fmla="*/ 2147483647 w 1092"/>
                    <a:gd name="T89" fmla="*/ 2147483647 h 2442"/>
                    <a:gd name="T90" fmla="*/ 2147483647 w 1092"/>
                    <a:gd name="T91" fmla="*/ 2147483647 h 2442"/>
                    <a:gd name="T92" fmla="*/ 2147483647 w 1092"/>
                    <a:gd name="T93" fmla="*/ 2147483647 h 2442"/>
                    <a:gd name="T94" fmla="*/ 2147483647 w 1092"/>
                    <a:gd name="T95" fmla="*/ 2147483647 h 2442"/>
                    <a:gd name="T96" fmla="*/ 2147483647 w 1092"/>
                    <a:gd name="T97" fmla="*/ 2147483647 h 2442"/>
                    <a:gd name="T98" fmla="*/ 2147483647 w 1092"/>
                    <a:gd name="T99" fmla="*/ 2147483647 h 2442"/>
                    <a:gd name="T100" fmla="*/ 2147483647 w 1092"/>
                    <a:gd name="T101" fmla="*/ 2147483647 h 2442"/>
                    <a:gd name="T102" fmla="*/ 2147483647 w 1092"/>
                    <a:gd name="T103" fmla="*/ 2147483647 h 2442"/>
                    <a:gd name="T104" fmla="*/ 2147483647 w 1092"/>
                    <a:gd name="T105" fmla="*/ 2147483647 h 2442"/>
                    <a:gd name="T106" fmla="*/ 2147483647 w 1092"/>
                    <a:gd name="T107" fmla="*/ 2147483647 h 2442"/>
                    <a:gd name="T108" fmla="*/ 2147483647 w 1092"/>
                    <a:gd name="T109" fmla="*/ 2147483647 h 2442"/>
                    <a:gd name="T110" fmla="*/ 2147483647 w 1092"/>
                    <a:gd name="T111" fmla="*/ 2147483647 h 2442"/>
                    <a:gd name="T112" fmla="*/ 2147483647 w 1092"/>
                    <a:gd name="T113" fmla="*/ 2147483647 h 2442"/>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092"/>
                    <a:gd name="T172" fmla="*/ 0 h 2442"/>
                    <a:gd name="T173" fmla="*/ 1092 w 1092"/>
                    <a:gd name="T174" fmla="*/ 2442 h 2442"/>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092" h="2442">
                      <a:moveTo>
                        <a:pt x="954" y="534"/>
                      </a:moveTo>
                      <a:lnTo>
                        <a:pt x="978" y="528"/>
                      </a:lnTo>
                      <a:lnTo>
                        <a:pt x="984" y="504"/>
                      </a:lnTo>
                      <a:lnTo>
                        <a:pt x="990" y="498"/>
                      </a:lnTo>
                      <a:lnTo>
                        <a:pt x="990" y="480"/>
                      </a:lnTo>
                      <a:lnTo>
                        <a:pt x="1026" y="480"/>
                      </a:lnTo>
                      <a:lnTo>
                        <a:pt x="1026" y="462"/>
                      </a:lnTo>
                      <a:lnTo>
                        <a:pt x="1032" y="450"/>
                      </a:lnTo>
                      <a:lnTo>
                        <a:pt x="1038" y="444"/>
                      </a:lnTo>
                      <a:lnTo>
                        <a:pt x="1092" y="426"/>
                      </a:lnTo>
                      <a:lnTo>
                        <a:pt x="1092" y="390"/>
                      </a:lnTo>
                      <a:lnTo>
                        <a:pt x="1086" y="372"/>
                      </a:lnTo>
                      <a:lnTo>
                        <a:pt x="1086" y="342"/>
                      </a:lnTo>
                      <a:lnTo>
                        <a:pt x="1080" y="336"/>
                      </a:lnTo>
                      <a:lnTo>
                        <a:pt x="1074" y="336"/>
                      </a:lnTo>
                      <a:lnTo>
                        <a:pt x="1074" y="324"/>
                      </a:lnTo>
                      <a:lnTo>
                        <a:pt x="1062" y="300"/>
                      </a:lnTo>
                      <a:lnTo>
                        <a:pt x="1056" y="294"/>
                      </a:lnTo>
                      <a:lnTo>
                        <a:pt x="1038" y="294"/>
                      </a:lnTo>
                      <a:lnTo>
                        <a:pt x="1032" y="300"/>
                      </a:lnTo>
                      <a:lnTo>
                        <a:pt x="1020" y="306"/>
                      </a:lnTo>
                      <a:lnTo>
                        <a:pt x="1020" y="384"/>
                      </a:lnTo>
                      <a:lnTo>
                        <a:pt x="1008" y="390"/>
                      </a:lnTo>
                      <a:lnTo>
                        <a:pt x="1002" y="402"/>
                      </a:lnTo>
                      <a:lnTo>
                        <a:pt x="990" y="408"/>
                      </a:lnTo>
                      <a:lnTo>
                        <a:pt x="984" y="414"/>
                      </a:lnTo>
                      <a:lnTo>
                        <a:pt x="978" y="414"/>
                      </a:lnTo>
                      <a:lnTo>
                        <a:pt x="966" y="426"/>
                      </a:lnTo>
                      <a:lnTo>
                        <a:pt x="954" y="450"/>
                      </a:lnTo>
                      <a:lnTo>
                        <a:pt x="948" y="456"/>
                      </a:lnTo>
                      <a:lnTo>
                        <a:pt x="948" y="450"/>
                      </a:lnTo>
                      <a:lnTo>
                        <a:pt x="942" y="444"/>
                      </a:lnTo>
                      <a:lnTo>
                        <a:pt x="930" y="444"/>
                      </a:lnTo>
                      <a:lnTo>
                        <a:pt x="924" y="450"/>
                      </a:lnTo>
                      <a:lnTo>
                        <a:pt x="924" y="468"/>
                      </a:lnTo>
                      <a:lnTo>
                        <a:pt x="912" y="450"/>
                      </a:lnTo>
                      <a:lnTo>
                        <a:pt x="852" y="450"/>
                      </a:lnTo>
                      <a:lnTo>
                        <a:pt x="834" y="444"/>
                      </a:lnTo>
                      <a:lnTo>
                        <a:pt x="822" y="438"/>
                      </a:lnTo>
                      <a:lnTo>
                        <a:pt x="816" y="432"/>
                      </a:lnTo>
                      <a:lnTo>
                        <a:pt x="804" y="426"/>
                      </a:lnTo>
                      <a:lnTo>
                        <a:pt x="798" y="426"/>
                      </a:lnTo>
                      <a:lnTo>
                        <a:pt x="786" y="432"/>
                      </a:lnTo>
                      <a:lnTo>
                        <a:pt x="762" y="432"/>
                      </a:lnTo>
                      <a:lnTo>
                        <a:pt x="756" y="426"/>
                      </a:lnTo>
                      <a:lnTo>
                        <a:pt x="756" y="414"/>
                      </a:lnTo>
                      <a:lnTo>
                        <a:pt x="762" y="402"/>
                      </a:lnTo>
                      <a:lnTo>
                        <a:pt x="768" y="396"/>
                      </a:lnTo>
                      <a:lnTo>
                        <a:pt x="774" y="384"/>
                      </a:lnTo>
                      <a:lnTo>
                        <a:pt x="780" y="378"/>
                      </a:lnTo>
                      <a:lnTo>
                        <a:pt x="780" y="342"/>
                      </a:lnTo>
                      <a:lnTo>
                        <a:pt x="798" y="342"/>
                      </a:lnTo>
                      <a:lnTo>
                        <a:pt x="804" y="336"/>
                      </a:lnTo>
                      <a:lnTo>
                        <a:pt x="804" y="330"/>
                      </a:lnTo>
                      <a:lnTo>
                        <a:pt x="798" y="318"/>
                      </a:lnTo>
                      <a:lnTo>
                        <a:pt x="792" y="312"/>
                      </a:lnTo>
                      <a:lnTo>
                        <a:pt x="798" y="300"/>
                      </a:lnTo>
                      <a:lnTo>
                        <a:pt x="804" y="294"/>
                      </a:lnTo>
                      <a:lnTo>
                        <a:pt x="804" y="282"/>
                      </a:lnTo>
                      <a:lnTo>
                        <a:pt x="810" y="276"/>
                      </a:lnTo>
                      <a:lnTo>
                        <a:pt x="804" y="270"/>
                      </a:lnTo>
                      <a:lnTo>
                        <a:pt x="792" y="264"/>
                      </a:lnTo>
                      <a:lnTo>
                        <a:pt x="774" y="258"/>
                      </a:lnTo>
                      <a:lnTo>
                        <a:pt x="762" y="252"/>
                      </a:lnTo>
                      <a:lnTo>
                        <a:pt x="750" y="252"/>
                      </a:lnTo>
                      <a:lnTo>
                        <a:pt x="744" y="246"/>
                      </a:lnTo>
                      <a:lnTo>
                        <a:pt x="708" y="228"/>
                      </a:lnTo>
                      <a:lnTo>
                        <a:pt x="690" y="216"/>
                      </a:lnTo>
                      <a:lnTo>
                        <a:pt x="678" y="210"/>
                      </a:lnTo>
                      <a:lnTo>
                        <a:pt x="672" y="204"/>
                      </a:lnTo>
                      <a:lnTo>
                        <a:pt x="666" y="204"/>
                      </a:lnTo>
                      <a:lnTo>
                        <a:pt x="660" y="198"/>
                      </a:lnTo>
                      <a:lnTo>
                        <a:pt x="648" y="192"/>
                      </a:lnTo>
                      <a:lnTo>
                        <a:pt x="642" y="186"/>
                      </a:lnTo>
                      <a:lnTo>
                        <a:pt x="630" y="180"/>
                      </a:lnTo>
                      <a:lnTo>
                        <a:pt x="600" y="180"/>
                      </a:lnTo>
                      <a:lnTo>
                        <a:pt x="564" y="162"/>
                      </a:lnTo>
                      <a:lnTo>
                        <a:pt x="558" y="156"/>
                      </a:lnTo>
                      <a:lnTo>
                        <a:pt x="552" y="156"/>
                      </a:lnTo>
                      <a:lnTo>
                        <a:pt x="546" y="138"/>
                      </a:lnTo>
                      <a:lnTo>
                        <a:pt x="534" y="132"/>
                      </a:lnTo>
                      <a:lnTo>
                        <a:pt x="516" y="114"/>
                      </a:lnTo>
                      <a:lnTo>
                        <a:pt x="492" y="102"/>
                      </a:lnTo>
                      <a:lnTo>
                        <a:pt x="486" y="96"/>
                      </a:lnTo>
                      <a:lnTo>
                        <a:pt x="480" y="84"/>
                      </a:lnTo>
                      <a:lnTo>
                        <a:pt x="468" y="78"/>
                      </a:lnTo>
                      <a:lnTo>
                        <a:pt x="462" y="66"/>
                      </a:lnTo>
                      <a:lnTo>
                        <a:pt x="456" y="60"/>
                      </a:lnTo>
                      <a:lnTo>
                        <a:pt x="456" y="54"/>
                      </a:lnTo>
                      <a:lnTo>
                        <a:pt x="438" y="36"/>
                      </a:lnTo>
                      <a:lnTo>
                        <a:pt x="402" y="12"/>
                      </a:lnTo>
                      <a:lnTo>
                        <a:pt x="330" y="18"/>
                      </a:lnTo>
                      <a:lnTo>
                        <a:pt x="318" y="72"/>
                      </a:lnTo>
                      <a:lnTo>
                        <a:pt x="288" y="24"/>
                      </a:lnTo>
                      <a:lnTo>
                        <a:pt x="234" y="24"/>
                      </a:lnTo>
                      <a:lnTo>
                        <a:pt x="216" y="18"/>
                      </a:lnTo>
                      <a:lnTo>
                        <a:pt x="204" y="18"/>
                      </a:lnTo>
                      <a:lnTo>
                        <a:pt x="180" y="6"/>
                      </a:lnTo>
                      <a:lnTo>
                        <a:pt x="174" y="0"/>
                      </a:lnTo>
                      <a:lnTo>
                        <a:pt x="162" y="24"/>
                      </a:lnTo>
                      <a:lnTo>
                        <a:pt x="138" y="30"/>
                      </a:lnTo>
                      <a:lnTo>
                        <a:pt x="138" y="48"/>
                      </a:lnTo>
                      <a:lnTo>
                        <a:pt x="126" y="48"/>
                      </a:lnTo>
                      <a:lnTo>
                        <a:pt x="126" y="78"/>
                      </a:lnTo>
                      <a:lnTo>
                        <a:pt x="114" y="78"/>
                      </a:lnTo>
                      <a:lnTo>
                        <a:pt x="126" y="96"/>
                      </a:lnTo>
                      <a:lnTo>
                        <a:pt x="114" y="180"/>
                      </a:lnTo>
                      <a:lnTo>
                        <a:pt x="108" y="180"/>
                      </a:lnTo>
                      <a:lnTo>
                        <a:pt x="102" y="186"/>
                      </a:lnTo>
                      <a:lnTo>
                        <a:pt x="90" y="192"/>
                      </a:lnTo>
                      <a:lnTo>
                        <a:pt x="72" y="198"/>
                      </a:lnTo>
                      <a:lnTo>
                        <a:pt x="60" y="210"/>
                      </a:lnTo>
                      <a:lnTo>
                        <a:pt x="48" y="216"/>
                      </a:lnTo>
                      <a:lnTo>
                        <a:pt x="42" y="228"/>
                      </a:lnTo>
                      <a:lnTo>
                        <a:pt x="36" y="234"/>
                      </a:lnTo>
                      <a:lnTo>
                        <a:pt x="36" y="240"/>
                      </a:lnTo>
                      <a:lnTo>
                        <a:pt x="42" y="246"/>
                      </a:lnTo>
                      <a:lnTo>
                        <a:pt x="54" y="252"/>
                      </a:lnTo>
                      <a:lnTo>
                        <a:pt x="66" y="252"/>
                      </a:lnTo>
                      <a:lnTo>
                        <a:pt x="66" y="258"/>
                      </a:lnTo>
                      <a:lnTo>
                        <a:pt x="42" y="282"/>
                      </a:lnTo>
                      <a:lnTo>
                        <a:pt x="42" y="300"/>
                      </a:lnTo>
                      <a:lnTo>
                        <a:pt x="48" y="306"/>
                      </a:lnTo>
                      <a:lnTo>
                        <a:pt x="60" y="312"/>
                      </a:lnTo>
                      <a:lnTo>
                        <a:pt x="72" y="324"/>
                      </a:lnTo>
                      <a:lnTo>
                        <a:pt x="78" y="336"/>
                      </a:lnTo>
                      <a:lnTo>
                        <a:pt x="72" y="342"/>
                      </a:lnTo>
                      <a:lnTo>
                        <a:pt x="66" y="354"/>
                      </a:lnTo>
                      <a:lnTo>
                        <a:pt x="54" y="366"/>
                      </a:lnTo>
                      <a:lnTo>
                        <a:pt x="48" y="366"/>
                      </a:lnTo>
                      <a:lnTo>
                        <a:pt x="54" y="366"/>
                      </a:lnTo>
                      <a:lnTo>
                        <a:pt x="60" y="372"/>
                      </a:lnTo>
                      <a:lnTo>
                        <a:pt x="84" y="384"/>
                      </a:lnTo>
                      <a:lnTo>
                        <a:pt x="90" y="396"/>
                      </a:lnTo>
                      <a:lnTo>
                        <a:pt x="90" y="408"/>
                      </a:lnTo>
                      <a:lnTo>
                        <a:pt x="78" y="414"/>
                      </a:lnTo>
                      <a:lnTo>
                        <a:pt x="72" y="420"/>
                      </a:lnTo>
                      <a:lnTo>
                        <a:pt x="54" y="420"/>
                      </a:lnTo>
                      <a:lnTo>
                        <a:pt x="54" y="432"/>
                      </a:lnTo>
                      <a:lnTo>
                        <a:pt x="48" y="450"/>
                      </a:lnTo>
                      <a:lnTo>
                        <a:pt x="48" y="462"/>
                      </a:lnTo>
                      <a:lnTo>
                        <a:pt x="42" y="474"/>
                      </a:lnTo>
                      <a:lnTo>
                        <a:pt x="42" y="486"/>
                      </a:lnTo>
                      <a:lnTo>
                        <a:pt x="30" y="498"/>
                      </a:lnTo>
                      <a:lnTo>
                        <a:pt x="24" y="510"/>
                      </a:lnTo>
                      <a:lnTo>
                        <a:pt x="18" y="516"/>
                      </a:lnTo>
                      <a:lnTo>
                        <a:pt x="18" y="582"/>
                      </a:lnTo>
                      <a:lnTo>
                        <a:pt x="6" y="594"/>
                      </a:lnTo>
                      <a:lnTo>
                        <a:pt x="6" y="606"/>
                      </a:lnTo>
                      <a:lnTo>
                        <a:pt x="18" y="630"/>
                      </a:lnTo>
                      <a:lnTo>
                        <a:pt x="30" y="666"/>
                      </a:lnTo>
                      <a:lnTo>
                        <a:pt x="36" y="678"/>
                      </a:lnTo>
                      <a:lnTo>
                        <a:pt x="36" y="684"/>
                      </a:lnTo>
                      <a:lnTo>
                        <a:pt x="12" y="684"/>
                      </a:lnTo>
                      <a:lnTo>
                        <a:pt x="18" y="738"/>
                      </a:lnTo>
                      <a:lnTo>
                        <a:pt x="6" y="744"/>
                      </a:lnTo>
                      <a:lnTo>
                        <a:pt x="0" y="744"/>
                      </a:lnTo>
                      <a:lnTo>
                        <a:pt x="0" y="768"/>
                      </a:lnTo>
                      <a:lnTo>
                        <a:pt x="6" y="774"/>
                      </a:lnTo>
                      <a:lnTo>
                        <a:pt x="6" y="780"/>
                      </a:lnTo>
                      <a:lnTo>
                        <a:pt x="18" y="786"/>
                      </a:lnTo>
                      <a:lnTo>
                        <a:pt x="36" y="804"/>
                      </a:lnTo>
                      <a:lnTo>
                        <a:pt x="36" y="816"/>
                      </a:lnTo>
                      <a:lnTo>
                        <a:pt x="30" y="822"/>
                      </a:lnTo>
                      <a:lnTo>
                        <a:pt x="30" y="828"/>
                      </a:lnTo>
                      <a:lnTo>
                        <a:pt x="48" y="846"/>
                      </a:lnTo>
                      <a:lnTo>
                        <a:pt x="60" y="876"/>
                      </a:lnTo>
                      <a:lnTo>
                        <a:pt x="66" y="888"/>
                      </a:lnTo>
                      <a:lnTo>
                        <a:pt x="60" y="894"/>
                      </a:lnTo>
                      <a:lnTo>
                        <a:pt x="60" y="906"/>
                      </a:lnTo>
                      <a:lnTo>
                        <a:pt x="72" y="918"/>
                      </a:lnTo>
                      <a:lnTo>
                        <a:pt x="96" y="918"/>
                      </a:lnTo>
                      <a:lnTo>
                        <a:pt x="102" y="960"/>
                      </a:lnTo>
                      <a:lnTo>
                        <a:pt x="108" y="972"/>
                      </a:lnTo>
                      <a:lnTo>
                        <a:pt x="114" y="978"/>
                      </a:lnTo>
                      <a:lnTo>
                        <a:pt x="120" y="990"/>
                      </a:lnTo>
                      <a:lnTo>
                        <a:pt x="120" y="996"/>
                      </a:lnTo>
                      <a:lnTo>
                        <a:pt x="102" y="1014"/>
                      </a:lnTo>
                      <a:lnTo>
                        <a:pt x="102" y="1038"/>
                      </a:lnTo>
                      <a:lnTo>
                        <a:pt x="96" y="1056"/>
                      </a:lnTo>
                      <a:lnTo>
                        <a:pt x="96" y="1086"/>
                      </a:lnTo>
                      <a:lnTo>
                        <a:pt x="84" y="1086"/>
                      </a:lnTo>
                      <a:lnTo>
                        <a:pt x="90" y="1092"/>
                      </a:lnTo>
                      <a:lnTo>
                        <a:pt x="96" y="1104"/>
                      </a:lnTo>
                      <a:lnTo>
                        <a:pt x="102" y="1110"/>
                      </a:lnTo>
                      <a:lnTo>
                        <a:pt x="108" y="1122"/>
                      </a:lnTo>
                      <a:lnTo>
                        <a:pt x="114" y="1128"/>
                      </a:lnTo>
                      <a:lnTo>
                        <a:pt x="114" y="1140"/>
                      </a:lnTo>
                      <a:lnTo>
                        <a:pt x="108" y="1152"/>
                      </a:lnTo>
                      <a:lnTo>
                        <a:pt x="108" y="1158"/>
                      </a:lnTo>
                      <a:lnTo>
                        <a:pt x="102" y="1176"/>
                      </a:lnTo>
                      <a:lnTo>
                        <a:pt x="78" y="1182"/>
                      </a:lnTo>
                      <a:lnTo>
                        <a:pt x="78" y="1188"/>
                      </a:lnTo>
                      <a:lnTo>
                        <a:pt x="84" y="1194"/>
                      </a:lnTo>
                      <a:lnTo>
                        <a:pt x="84" y="1206"/>
                      </a:lnTo>
                      <a:lnTo>
                        <a:pt x="90" y="1224"/>
                      </a:lnTo>
                      <a:lnTo>
                        <a:pt x="96" y="1236"/>
                      </a:lnTo>
                      <a:lnTo>
                        <a:pt x="96" y="1284"/>
                      </a:lnTo>
                      <a:lnTo>
                        <a:pt x="126" y="1308"/>
                      </a:lnTo>
                      <a:lnTo>
                        <a:pt x="126" y="1326"/>
                      </a:lnTo>
                      <a:lnTo>
                        <a:pt x="132" y="1326"/>
                      </a:lnTo>
                      <a:lnTo>
                        <a:pt x="150" y="1344"/>
                      </a:lnTo>
                      <a:lnTo>
                        <a:pt x="150" y="1350"/>
                      </a:lnTo>
                      <a:lnTo>
                        <a:pt x="144" y="1362"/>
                      </a:lnTo>
                      <a:lnTo>
                        <a:pt x="132" y="1368"/>
                      </a:lnTo>
                      <a:lnTo>
                        <a:pt x="126" y="1374"/>
                      </a:lnTo>
                      <a:lnTo>
                        <a:pt x="120" y="1374"/>
                      </a:lnTo>
                      <a:lnTo>
                        <a:pt x="132" y="1416"/>
                      </a:lnTo>
                      <a:lnTo>
                        <a:pt x="114" y="1428"/>
                      </a:lnTo>
                      <a:lnTo>
                        <a:pt x="132" y="1446"/>
                      </a:lnTo>
                      <a:lnTo>
                        <a:pt x="132" y="1452"/>
                      </a:lnTo>
                      <a:lnTo>
                        <a:pt x="126" y="1464"/>
                      </a:lnTo>
                      <a:lnTo>
                        <a:pt x="126" y="1470"/>
                      </a:lnTo>
                      <a:lnTo>
                        <a:pt x="144" y="1482"/>
                      </a:lnTo>
                      <a:lnTo>
                        <a:pt x="144" y="1494"/>
                      </a:lnTo>
                      <a:lnTo>
                        <a:pt x="138" y="1500"/>
                      </a:lnTo>
                      <a:lnTo>
                        <a:pt x="138" y="1530"/>
                      </a:lnTo>
                      <a:lnTo>
                        <a:pt x="144" y="1536"/>
                      </a:lnTo>
                      <a:lnTo>
                        <a:pt x="150" y="1548"/>
                      </a:lnTo>
                      <a:lnTo>
                        <a:pt x="150" y="1572"/>
                      </a:lnTo>
                      <a:lnTo>
                        <a:pt x="156" y="1584"/>
                      </a:lnTo>
                      <a:lnTo>
                        <a:pt x="174" y="1602"/>
                      </a:lnTo>
                      <a:lnTo>
                        <a:pt x="186" y="1608"/>
                      </a:lnTo>
                      <a:lnTo>
                        <a:pt x="198" y="1620"/>
                      </a:lnTo>
                      <a:lnTo>
                        <a:pt x="192" y="1620"/>
                      </a:lnTo>
                      <a:lnTo>
                        <a:pt x="180" y="1626"/>
                      </a:lnTo>
                      <a:lnTo>
                        <a:pt x="174" y="1632"/>
                      </a:lnTo>
                      <a:lnTo>
                        <a:pt x="174" y="1644"/>
                      </a:lnTo>
                      <a:lnTo>
                        <a:pt x="180" y="1656"/>
                      </a:lnTo>
                      <a:lnTo>
                        <a:pt x="180" y="1674"/>
                      </a:lnTo>
                      <a:lnTo>
                        <a:pt x="186" y="1686"/>
                      </a:lnTo>
                      <a:lnTo>
                        <a:pt x="186" y="1698"/>
                      </a:lnTo>
                      <a:lnTo>
                        <a:pt x="192" y="1704"/>
                      </a:lnTo>
                      <a:lnTo>
                        <a:pt x="216" y="1716"/>
                      </a:lnTo>
                      <a:lnTo>
                        <a:pt x="210" y="1746"/>
                      </a:lnTo>
                      <a:lnTo>
                        <a:pt x="216" y="1746"/>
                      </a:lnTo>
                      <a:lnTo>
                        <a:pt x="228" y="1752"/>
                      </a:lnTo>
                      <a:lnTo>
                        <a:pt x="234" y="1758"/>
                      </a:lnTo>
                      <a:lnTo>
                        <a:pt x="234" y="1764"/>
                      </a:lnTo>
                      <a:lnTo>
                        <a:pt x="240" y="1776"/>
                      </a:lnTo>
                      <a:lnTo>
                        <a:pt x="240" y="1806"/>
                      </a:lnTo>
                      <a:lnTo>
                        <a:pt x="252" y="1818"/>
                      </a:lnTo>
                      <a:lnTo>
                        <a:pt x="282" y="1818"/>
                      </a:lnTo>
                      <a:lnTo>
                        <a:pt x="294" y="1824"/>
                      </a:lnTo>
                      <a:lnTo>
                        <a:pt x="294" y="1830"/>
                      </a:lnTo>
                      <a:lnTo>
                        <a:pt x="288" y="1836"/>
                      </a:lnTo>
                      <a:lnTo>
                        <a:pt x="276" y="1836"/>
                      </a:lnTo>
                      <a:lnTo>
                        <a:pt x="264" y="1842"/>
                      </a:lnTo>
                      <a:lnTo>
                        <a:pt x="246" y="1842"/>
                      </a:lnTo>
                      <a:lnTo>
                        <a:pt x="252" y="1848"/>
                      </a:lnTo>
                      <a:lnTo>
                        <a:pt x="258" y="1848"/>
                      </a:lnTo>
                      <a:lnTo>
                        <a:pt x="270" y="1854"/>
                      </a:lnTo>
                      <a:lnTo>
                        <a:pt x="276" y="1860"/>
                      </a:lnTo>
                      <a:lnTo>
                        <a:pt x="288" y="1860"/>
                      </a:lnTo>
                      <a:lnTo>
                        <a:pt x="312" y="1884"/>
                      </a:lnTo>
                      <a:lnTo>
                        <a:pt x="306" y="1890"/>
                      </a:lnTo>
                      <a:lnTo>
                        <a:pt x="300" y="1902"/>
                      </a:lnTo>
                      <a:lnTo>
                        <a:pt x="288" y="1914"/>
                      </a:lnTo>
                      <a:lnTo>
                        <a:pt x="312" y="1932"/>
                      </a:lnTo>
                      <a:lnTo>
                        <a:pt x="306" y="1956"/>
                      </a:lnTo>
                      <a:lnTo>
                        <a:pt x="330" y="1980"/>
                      </a:lnTo>
                      <a:lnTo>
                        <a:pt x="324" y="2016"/>
                      </a:lnTo>
                      <a:lnTo>
                        <a:pt x="336" y="2040"/>
                      </a:lnTo>
                      <a:lnTo>
                        <a:pt x="324" y="2046"/>
                      </a:lnTo>
                      <a:lnTo>
                        <a:pt x="318" y="2088"/>
                      </a:lnTo>
                      <a:lnTo>
                        <a:pt x="324" y="2088"/>
                      </a:lnTo>
                      <a:lnTo>
                        <a:pt x="348" y="2112"/>
                      </a:lnTo>
                      <a:lnTo>
                        <a:pt x="348" y="2118"/>
                      </a:lnTo>
                      <a:lnTo>
                        <a:pt x="342" y="2118"/>
                      </a:lnTo>
                      <a:lnTo>
                        <a:pt x="330" y="2124"/>
                      </a:lnTo>
                      <a:lnTo>
                        <a:pt x="324" y="2130"/>
                      </a:lnTo>
                      <a:lnTo>
                        <a:pt x="348" y="2154"/>
                      </a:lnTo>
                      <a:lnTo>
                        <a:pt x="348" y="2160"/>
                      </a:lnTo>
                      <a:lnTo>
                        <a:pt x="342" y="2166"/>
                      </a:lnTo>
                      <a:lnTo>
                        <a:pt x="336" y="2166"/>
                      </a:lnTo>
                      <a:lnTo>
                        <a:pt x="330" y="2172"/>
                      </a:lnTo>
                      <a:lnTo>
                        <a:pt x="324" y="2172"/>
                      </a:lnTo>
                      <a:lnTo>
                        <a:pt x="324" y="2196"/>
                      </a:lnTo>
                      <a:lnTo>
                        <a:pt x="312" y="2202"/>
                      </a:lnTo>
                      <a:lnTo>
                        <a:pt x="312" y="2214"/>
                      </a:lnTo>
                      <a:lnTo>
                        <a:pt x="318" y="2226"/>
                      </a:lnTo>
                      <a:lnTo>
                        <a:pt x="324" y="2232"/>
                      </a:lnTo>
                      <a:lnTo>
                        <a:pt x="324" y="2268"/>
                      </a:lnTo>
                      <a:lnTo>
                        <a:pt x="354" y="2274"/>
                      </a:lnTo>
                      <a:lnTo>
                        <a:pt x="354" y="2280"/>
                      </a:lnTo>
                      <a:lnTo>
                        <a:pt x="360" y="2286"/>
                      </a:lnTo>
                      <a:lnTo>
                        <a:pt x="360" y="2298"/>
                      </a:lnTo>
                      <a:lnTo>
                        <a:pt x="366" y="2304"/>
                      </a:lnTo>
                      <a:lnTo>
                        <a:pt x="378" y="2310"/>
                      </a:lnTo>
                      <a:lnTo>
                        <a:pt x="384" y="2310"/>
                      </a:lnTo>
                      <a:lnTo>
                        <a:pt x="396" y="2298"/>
                      </a:lnTo>
                      <a:lnTo>
                        <a:pt x="414" y="2298"/>
                      </a:lnTo>
                      <a:lnTo>
                        <a:pt x="426" y="2304"/>
                      </a:lnTo>
                      <a:lnTo>
                        <a:pt x="438" y="2316"/>
                      </a:lnTo>
                      <a:lnTo>
                        <a:pt x="438" y="2340"/>
                      </a:lnTo>
                      <a:lnTo>
                        <a:pt x="456" y="2364"/>
                      </a:lnTo>
                      <a:lnTo>
                        <a:pt x="468" y="2382"/>
                      </a:lnTo>
                      <a:lnTo>
                        <a:pt x="504" y="2400"/>
                      </a:lnTo>
                      <a:lnTo>
                        <a:pt x="522" y="2418"/>
                      </a:lnTo>
                      <a:lnTo>
                        <a:pt x="534" y="2418"/>
                      </a:lnTo>
                      <a:lnTo>
                        <a:pt x="546" y="2412"/>
                      </a:lnTo>
                      <a:lnTo>
                        <a:pt x="642" y="2412"/>
                      </a:lnTo>
                      <a:lnTo>
                        <a:pt x="666" y="2430"/>
                      </a:lnTo>
                      <a:lnTo>
                        <a:pt x="660" y="2442"/>
                      </a:lnTo>
                      <a:lnTo>
                        <a:pt x="666" y="2424"/>
                      </a:lnTo>
                      <a:lnTo>
                        <a:pt x="672" y="2418"/>
                      </a:lnTo>
                      <a:lnTo>
                        <a:pt x="684" y="2418"/>
                      </a:lnTo>
                      <a:lnTo>
                        <a:pt x="690" y="2424"/>
                      </a:lnTo>
                      <a:lnTo>
                        <a:pt x="702" y="2424"/>
                      </a:lnTo>
                      <a:lnTo>
                        <a:pt x="714" y="2430"/>
                      </a:lnTo>
                      <a:lnTo>
                        <a:pt x="720" y="2436"/>
                      </a:lnTo>
                      <a:lnTo>
                        <a:pt x="678" y="2382"/>
                      </a:lnTo>
                      <a:lnTo>
                        <a:pt x="660" y="2382"/>
                      </a:lnTo>
                      <a:lnTo>
                        <a:pt x="666" y="2370"/>
                      </a:lnTo>
                      <a:lnTo>
                        <a:pt x="630" y="2340"/>
                      </a:lnTo>
                      <a:lnTo>
                        <a:pt x="630" y="2310"/>
                      </a:lnTo>
                      <a:lnTo>
                        <a:pt x="618" y="2298"/>
                      </a:lnTo>
                      <a:lnTo>
                        <a:pt x="624" y="2286"/>
                      </a:lnTo>
                      <a:lnTo>
                        <a:pt x="630" y="2286"/>
                      </a:lnTo>
                      <a:lnTo>
                        <a:pt x="642" y="2274"/>
                      </a:lnTo>
                      <a:lnTo>
                        <a:pt x="642" y="2268"/>
                      </a:lnTo>
                      <a:lnTo>
                        <a:pt x="636" y="2268"/>
                      </a:lnTo>
                      <a:lnTo>
                        <a:pt x="624" y="2262"/>
                      </a:lnTo>
                      <a:lnTo>
                        <a:pt x="606" y="2262"/>
                      </a:lnTo>
                      <a:lnTo>
                        <a:pt x="618" y="2250"/>
                      </a:lnTo>
                      <a:lnTo>
                        <a:pt x="618" y="2232"/>
                      </a:lnTo>
                      <a:lnTo>
                        <a:pt x="636" y="2256"/>
                      </a:lnTo>
                      <a:lnTo>
                        <a:pt x="648" y="2262"/>
                      </a:lnTo>
                      <a:lnTo>
                        <a:pt x="666" y="2262"/>
                      </a:lnTo>
                      <a:lnTo>
                        <a:pt x="672" y="2256"/>
                      </a:lnTo>
                      <a:lnTo>
                        <a:pt x="678" y="2244"/>
                      </a:lnTo>
                      <a:lnTo>
                        <a:pt x="678" y="2226"/>
                      </a:lnTo>
                      <a:lnTo>
                        <a:pt x="672" y="2208"/>
                      </a:lnTo>
                      <a:lnTo>
                        <a:pt x="666" y="2196"/>
                      </a:lnTo>
                      <a:lnTo>
                        <a:pt x="666" y="2178"/>
                      </a:lnTo>
                      <a:lnTo>
                        <a:pt x="678" y="2154"/>
                      </a:lnTo>
                      <a:lnTo>
                        <a:pt x="690" y="2142"/>
                      </a:lnTo>
                      <a:lnTo>
                        <a:pt x="708" y="2130"/>
                      </a:lnTo>
                      <a:lnTo>
                        <a:pt x="738" y="2100"/>
                      </a:lnTo>
                      <a:lnTo>
                        <a:pt x="726" y="2088"/>
                      </a:lnTo>
                      <a:lnTo>
                        <a:pt x="702" y="2088"/>
                      </a:lnTo>
                      <a:lnTo>
                        <a:pt x="726" y="2082"/>
                      </a:lnTo>
                      <a:lnTo>
                        <a:pt x="726" y="2064"/>
                      </a:lnTo>
                      <a:lnTo>
                        <a:pt x="714" y="2040"/>
                      </a:lnTo>
                      <a:lnTo>
                        <a:pt x="708" y="2034"/>
                      </a:lnTo>
                      <a:lnTo>
                        <a:pt x="696" y="2028"/>
                      </a:lnTo>
                      <a:lnTo>
                        <a:pt x="690" y="2028"/>
                      </a:lnTo>
                      <a:lnTo>
                        <a:pt x="684" y="2034"/>
                      </a:lnTo>
                      <a:lnTo>
                        <a:pt x="672" y="2016"/>
                      </a:lnTo>
                      <a:lnTo>
                        <a:pt x="642" y="2016"/>
                      </a:lnTo>
                      <a:lnTo>
                        <a:pt x="636" y="2010"/>
                      </a:lnTo>
                      <a:lnTo>
                        <a:pt x="624" y="2004"/>
                      </a:lnTo>
                      <a:lnTo>
                        <a:pt x="606" y="1992"/>
                      </a:lnTo>
                      <a:lnTo>
                        <a:pt x="582" y="1968"/>
                      </a:lnTo>
                      <a:lnTo>
                        <a:pt x="570" y="1950"/>
                      </a:lnTo>
                      <a:lnTo>
                        <a:pt x="564" y="1938"/>
                      </a:lnTo>
                      <a:lnTo>
                        <a:pt x="564" y="1926"/>
                      </a:lnTo>
                      <a:lnTo>
                        <a:pt x="570" y="1914"/>
                      </a:lnTo>
                      <a:lnTo>
                        <a:pt x="570" y="1908"/>
                      </a:lnTo>
                      <a:lnTo>
                        <a:pt x="576" y="1908"/>
                      </a:lnTo>
                      <a:lnTo>
                        <a:pt x="582" y="1902"/>
                      </a:lnTo>
                      <a:lnTo>
                        <a:pt x="594" y="1878"/>
                      </a:lnTo>
                      <a:lnTo>
                        <a:pt x="606" y="1878"/>
                      </a:lnTo>
                      <a:lnTo>
                        <a:pt x="612" y="1860"/>
                      </a:lnTo>
                      <a:lnTo>
                        <a:pt x="666" y="1860"/>
                      </a:lnTo>
                      <a:lnTo>
                        <a:pt x="654" y="1848"/>
                      </a:lnTo>
                      <a:lnTo>
                        <a:pt x="654" y="1824"/>
                      </a:lnTo>
                      <a:lnTo>
                        <a:pt x="666" y="1824"/>
                      </a:lnTo>
                      <a:lnTo>
                        <a:pt x="666" y="1794"/>
                      </a:lnTo>
                      <a:lnTo>
                        <a:pt x="660" y="1788"/>
                      </a:lnTo>
                      <a:lnTo>
                        <a:pt x="654" y="1776"/>
                      </a:lnTo>
                      <a:lnTo>
                        <a:pt x="642" y="1764"/>
                      </a:lnTo>
                      <a:lnTo>
                        <a:pt x="642" y="1746"/>
                      </a:lnTo>
                      <a:lnTo>
                        <a:pt x="648" y="1728"/>
                      </a:lnTo>
                      <a:lnTo>
                        <a:pt x="654" y="1716"/>
                      </a:lnTo>
                      <a:lnTo>
                        <a:pt x="666" y="1710"/>
                      </a:lnTo>
                      <a:lnTo>
                        <a:pt x="672" y="1704"/>
                      </a:lnTo>
                      <a:lnTo>
                        <a:pt x="684" y="1704"/>
                      </a:lnTo>
                      <a:lnTo>
                        <a:pt x="684" y="1692"/>
                      </a:lnTo>
                      <a:lnTo>
                        <a:pt x="660" y="1692"/>
                      </a:lnTo>
                      <a:lnTo>
                        <a:pt x="648" y="1686"/>
                      </a:lnTo>
                      <a:lnTo>
                        <a:pt x="642" y="1680"/>
                      </a:lnTo>
                      <a:lnTo>
                        <a:pt x="642" y="1674"/>
                      </a:lnTo>
                      <a:lnTo>
                        <a:pt x="654" y="1668"/>
                      </a:lnTo>
                      <a:lnTo>
                        <a:pt x="666" y="1668"/>
                      </a:lnTo>
                      <a:lnTo>
                        <a:pt x="702" y="1686"/>
                      </a:lnTo>
                      <a:lnTo>
                        <a:pt x="708" y="1692"/>
                      </a:lnTo>
                      <a:lnTo>
                        <a:pt x="714" y="1692"/>
                      </a:lnTo>
                      <a:lnTo>
                        <a:pt x="720" y="1686"/>
                      </a:lnTo>
                      <a:lnTo>
                        <a:pt x="732" y="1680"/>
                      </a:lnTo>
                      <a:lnTo>
                        <a:pt x="732" y="1656"/>
                      </a:lnTo>
                      <a:lnTo>
                        <a:pt x="726" y="1644"/>
                      </a:lnTo>
                      <a:lnTo>
                        <a:pt x="708" y="1626"/>
                      </a:lnTo>
                      <a:lnTo>
                        <a:pt x="696" y="1626"/>
                      </a:lnTo>
                      <a:lnTo>
                        <a:pt x="690" y="1632"/>
                      </a:lnTo>
                      <a:lnTo>
                        <a:pt x="690" y="1650"/>
                      </a:lnTo>
                      <a:lnTo>
                        <a:pt x="684" y="1656"/>
                      </a:lnTo>
                      <a:lnTo>
                        <a:pt x="666" y="1656"/>
                      </a:lnTo>
                      <a:lnTo>
                        <a:pt x="654" y="1650"/>
                      </a:lnTo>
                      <a:lnTo>
                        <a:pt x="648" y="1644"/>
                      </a:lnTo>
                      <a:lnTo>
                        <a:pt x="648" y="1638"/>
                      </a:lnTo>
                      <a:lnTo>
                        <a:pt x="612" y="1638"/>
                      </a:lnTo>
                      <a:lnTo>
                        <a:pt x="606" y="1632"/>
                      </a:lnTo>
                      <a:lnTo>
                        <a:pt x="606" y="1572"/>
                      </a:lnTo>
                      <a:lnTo>
                        <a:pt x="600" y="1566"/>
                      </a:lnTo>
                      <a:lnTo>
                        <a:pt x="594" y="1554"/>
                      </a:lnTo>
                      <a:lnTo>
                        <a:pt x="588" y="1536"/>
                      </a:lnTo>
                      <a:lnTo>
                        <a:pt x="588" y="1524"/>
                      </a:lnTo>
                      <a:lnTo>
                        <a:pt x="594" y="1518"/>
                      </a:lnTo>
                      <a:lnTo>
                        <a:pt x="600" y="1518"/>
                      </a:lnTo>
                      <a:lnTo>
                        <a:pt x="606" y="1524"/>
                      </a:lnTo>
                      <a:lnTo>
                        <a:pt x="618" y="1524"/>
                      </a:lnTo>
                      <a:lnTo>
                        <a:pt x="624" y="1530"/>
                      </a:lnTo>
                      <a:lnTo>
                        <a:pt x="636" y="1536"/>
                      </a:lnTo>
                      <a:lnTo>
                        <a:pt x="672" y="1548"/>
                      </a:lnTo>
                      <a:lnTo>
                        <a:pt x="690" y="1560"/>
                      </a:lnTo>
                      <a:lnTo>
                        <a:pt x="708" y="1560"/>
                      </a:lnTo>
                      <a:lnTo>
                        <a:pt x="726" y="1554"/>
                      </a:lnTo>
                      <a:lnTo>
                        <a:pt x="738" y="1542"/>
                      </a:lnTo>
                      <a:lnTo>
                        <a:pt x="750" y="1536"/>
                      </a:lnTo>
                      <a:lnTo>
                        <a:pt x="768" y="1530"/>
                      </a:lnTo>
                      <a:lnTo>
                        <a:pt x="774" y="1524"/>
                      </a:lnTo>
                      <a:lnTo>
                        <a:pt x="774" y="1512"/>
                      </a:lnTo>
                      <a:lnTo>
                        <a:pt x="762" y="1506"/>
                      </a:lnTo>
                      <a:lnTo>
                        <a:pt x="750" y="1494"/>
                      </a:lnTo>
                      <a:lnTo>
                        <a:pt x="738" y="1488"/>
                      </a:lnTo>
                      <a:lnTo>
                        <a:pt x="738" y="1464"/>
                      </a:lnTo>
                      <a:lnTo>
                        <a:pt x="744" y="1452"/>
                      </a:lnTo>
                      <a:lnTo>
                        <a:pt x="750" y="1446"/>
                      </a:lnTo>
                      <a:lnTo>
                        <a:pt x="750" y="1434"/>
                      </a:lnTo>
                      <a:lnTo>
                        <a:pt x="756" y="1422"/>
                      </a:lnTo>
                      <a:lnTo>
                        <a:pt x="744" y="1410"/>
                      </a:lnTo>
                      <a:lnTo>
                        <a:pt x="726" y="1410"/>
                      </a:lnTo>
                      <a:lnTo>
                        <a:pt x="720" y="1386"/>
                      </a:lnTo>
                      <a:lnTo>
                        <a:pt x="714" y="1380"/>
                      </a:lnTo>
                      <a:lnTo>
                        <a:pt x="714" y="1368"/>
                      </a:lnTo>
                      <a:lnTo>
                        <a:pt x="720" y="1362"/>
                      </a:lnTo>
                      <a:lnTo>
                        <a:pt x="726" y="1362"/>
                      </a:lnTo>
                      <a:lnTo>
                        <a:pt x="732" y="1374"/>
                      </a:lnTo>
                      <a:lnTo>
                        <a:pt x="738" y="1380"/>
                      </a:lnTo>
                      <a:lnTo>
                        <a:pt x="738" y="1386"/>
                      </a:lnTo>
                      <a:lnTo>
                        <a:pt x="744" y="1398"/>
                      </a:lnTo>
                      <a:lnTo>
                        <a:pt x="756" y="1398"/>
                      </a:lnTo>
                      <a:lnTo>
                        <a:pt x="750" y="1380"/>
                      </a:lnTo>
                      <a:lnTo>
                        <a:pt x="828" y="1386"/>
                      </a:lnTo>
                      <a:lnTo>
                        <a:pt x="834" y="1380"/>
                      </a:lnTo>
                      <a:lnTo>
                        <a:pt x="840" y="1380"/>
                      </a:lnTo>
                      <a:lnTo>
                        <a:pt x="846" y="1374"/>
                      </a:lnTo>
                      <a:lnTo>
                        <a:pt x="864" y="1368"/>
                      </a:lnTo>
                      <a:lnTo>
                        <a:pt x="894" y="1362"/>
                      </a:lnTo>
                      <a:lnTo>
                        <a:pt x="930" y="1350"/>
                      </a:lnTo>
                      <a:lnTo>
                        <a:pt x="972" y="1338"/>
                      </a:lnTo>
                      <a:lnTo>
                        <a:pt x="1002" y="1326"/>
                      </a:lnTo>
                      <a:lnTo>
                        <a:pt x="1014" y="1320"/>
                      </a:lnTo>
                      <a:lnTo>
                        <a:pt x="1014" y="1284"/>
                      </a:lnTo>
                      <a:lnTo>
                        <a:pt x="1032" y="1272"/>
                      </a:lnTo>
                      <a:lnTo>
                        <a:pt x="1044" y="1218"/>
                      </a:lnTo>
                      <a:lnTo>
                        <a:pt x="1038" y="1194"/>
                      </a:lnTo>
                      <a:lnTo>
                        <a:pt x="1038" y="1170"/>
                      </a:lnTo>
                      <a:lnTo>
                        <a:pt x="1032" y="1170"/>
                      </a:lnTo>
                      <a:lnTo>
                        <a:pt x="1026" y="1164"/>
                      </a:lnTo>
                      <a:lnTo>
                        <a:pt x="1002" y="1152"/>
                      </a:lnTo>
                      <a:lnTo>
                        <a:pt x="990" y="1152"/>
                      </a:lnTo>
                      <a:lnTo>
                        <a:pt x="984" y="1146"/>
                      </a:lnTo>
                      <a:lnTo>
                        <a:pt x="978" y="1146"/>
                      </a:lnTo>
                      <a:lnTo>
                        <a:pt x="972" y="1140"/>
                      </a:lnTo>
                      <a:lnTo>
                        <a:pt x="990" y="1122"/>
                      </a:lnTo>
                      <a:lnTo>
                        <a:pt x="990" y="1092"/>
                      </a:lnTo>
                      <a:lnTo>
                        <a:pt x="984" y="1080"/>
                      </a:lnTo>
                      <a:lnTo>
                        <a:pt x="978" y="1074"/>
                      </a:lnTo>
                      <a:lnTo>
                        <a:pt x="954" y="1062"/>
                      </a:lnTo>
                      <a:lnTo>
                        <a:pt x="918" y="1050"/>
                      </a:lnTo>
                      <a:lnTo>
                        <a:pt x="906" y="1044"/>
                      </a:lnTo>
                      <a:lnTo>
                        <a:pt x="888" y="1032"/>
                      </a:lnTo>
                      <a:lnTo>
                        <a:pt x="876" y="1020"/>
                      </a:lnTo>
                      <a:lnTo>
                        <a:pt x="876" y="1002"/>
                      </a:lnTo>
                      <a:lnTo>
                        <a:pt x="882" y="990"/>
                      </a:lnTo>
                      <a:lnTo>
                        <a:pt x="888" y="990"/>
                      </a:lnTo>
                      <a:lnTo>
                        <a:pt x="888" y="984"/>
                      </a:lnTo>
                      <a:lnTo>
                        <a:pt x="858" y="948"/>
                      </a:lnTo>
                      <a:lnTo>
                        <a:pt x="858" y="900"/>
                      </a:lnTo>
                      <a:lnTo>
                        <a:pt x="882" y="900"/>
                      </a:lnTo>
                      <a:lnTo>
                        <a:pt x="888" y="894"/>
                      </a:lnTo>
                      <a:lnTo>
                        <a:pt x="894" y="894"/>
                      </a:lnTo>
                      <a:lnTo>
                        <a:pt x="894" y="888"/>
                      </a:lnTo>
                      <a:lnTo>
                        <a:pt x="888" y="876"/>
                      </a:lnTo>
                      <a:lnTo>
                        <a:pt x="876" y="870"/>
                      </a:lnTo>
                      <a:lnTo>
                        <a:pt x="870" y="858"/>
                      </a:lnTo>
                      <a:lnTo>
                        <a:pt x="864" y="852"/>
                      </a:lnTo>
                      <a:lnTo>
                        <a:pt x="876" y="834"/>
                      </a:lnTo>
                      <a:lnTo>
                        <a:pt x="864" y="822"/>
                      </a:lnTo>
                      <a:lnTo>
                        <a:pt x="858" y="810"/>
                      </a:lnTo>
                      <a:lnTo>
                        <a:pt x="852" y="804"/>
                      </a:lnTo>
                      <a:lnTo>
                        <a:pt x="864" y="792"/>
                      </a:lnTo>
                      <a:lnTo>
                        <a:pt x="882" y="792"/>
                      </a:lnTo>
                      <a:lnTo>
                        <a:pt x="858" y="774"/>
                      </a:lnTo>
                      <a:lnTo>
                        <a:pt x="858" y="738"/>
                      </a:lnTo>
                      <a:lnTo>
                        <a:pt x="882" y="726"/>
                      </a:lnTo>
                      <a:lnTo>
                        <a:pt x="876" y="726"/>
                      </a:lnTo>
                      <a:lnTo>
                        <a:pt x="852" y="702"/>
                      </a:lnTo>
                      <a:lnTo>
                        <a:pt x="852" y="696"/>
                      </a:lnTo>
                      <a:lnTo>
                        <a:pt x="870" y="678"/>
                      </a:lnTo>
                      <a:lnTo>
                        <a:pt x="870" y="666"/>
                      </a:lnTo>
                      <a:lnTo>
                        <a:pt x="876" y="654"/>
                      </a:lnTo>
                      <a:lnTo>
                        <a:pt x="876" y="642"/>
                      </a:lnTo>
                      <a:lnTo>
                        <a:pt x="882" y="636"/>
                      </a:lnTo>
                      <a:lnTo>
                        <a:pt x="900" y="636"/>
                      </a:lnTo>
                      <a:lnTo>
                        <a:pt x="906" y="630"/>
                      </a:lnTo>
                      <a:lnTo>
                        <a:pt x="912" y="618"/>
                      </a:lnTo>
                      <a:lnTo>
                        <a:pt x="918" y="612"/>
                      </a:lnTo>
                      <a:lnTo>
                        <a:pt x="918" y="588"/>
                      </a:lnTo>
                      <a:lnTo>
                        <a:pt x="930" y="588"/>
                      </a:lnTo>
                      <a:lnTo>
                        <a:pt x="948" y="570"/>
                      </a:lnTo>
                      <a:lnTo>
                        <a:pt x="948" y="558"/>
                      </a:lnTo>
                      <a:lnTo>
                        <a:pt x="954" y="546"/>
                      </a:lnTo>
                      <a:lnTo>
                        <a:pt x="954" y="534"/>
                      </a:lnTo>
                      <a:close/>
                      <a:moveTo>
                        <a:pt x="930" y="1020"/>
                      </a:moveTo>
                      <a:lnTo>
                        <a:pt x="942" y="1020"/>
                      </a:lnTo>
                      <a:lnTo>
                        <a:pt x="930" y="1014"/>
                      </a:lnTo>
                      <a:lnTo>
                        <a:pt x="930" y="1020"/>
                      </a:lnTo>
                      <a:close/>
                    </a:path>
                  </a:pathLst>
                </a:custGeom>
                <a:solidFill>
                  <a:srgbClr val="572772"/>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341" name="Angola" descr="© INSCALE GmbH, 05.05.2010&#10;http://www.presentationload.com/">
                  <a:extLst>
                    <a:ext uri="{FF2B5EF4-FFF2-40B4-BE49-F238E27FC236}">
                      <a16:creationId xmlns:a16="http://schemas.microsoft.com/office/drawing/2014/main" id="{BC7AF360-7F98-4FE0-9D70-B950146AF3CD}"/>
                    </a:ext>
                  </a:extLst>
                </p:cNvPr>
                <p:cNvSpPr>
                  <a:spLocks noEditPoints="1"/>
                </p:cNvSpPr>
                <p:nvPr/>
              </p:nvSpPr>
              <p:spPr bwMode="gray">
                <a:xfrm>
                  <a:off x="5982378" y="4033526"/>
                  <a:ext cx="400985" cy="499908"/>
                </a:xfrm>
                <a:custGeom>
                  <a:avLst/>
                  <a:gdLst>
                    <a:gd name="T0" fmla="*/ 2147483647 w 888"/>
                    <a:gd name="T1" fmla="*/ 2147483647 h 1104"/>
                    <a:gd name="T2" fmla="*/ 2147483647 w 888"/>
                    <a:gd name="T3" fmla="*/ 2147483647 h 1104"/>
                    <a:gd name="T4" fmla="*/ 2147483647 w 888"/>
                    <a:gd name="T5" fmla="*/ 2147483647 h 1104"/>
                    <a:gd name="T6" fmla="*/ 2147483647 w 888"/>
                    <a:gd name="T7" fmla="*/ 0 h 1104"/>
                    <a:gd name="T8" fmla="*/ 2147483647 w 888"/>
                    <a:gd name="T9" fmla="*/ 2147483647 h 1104"/>
                    <a:gd name="T10" fmla="*/ 2147483647 w 888"/>
                    <a:gd name="T11" fmla="*/ 2147483647 h 1104"/>
                    <a:gd name="T12" fmla="*/ 2147483647 w 888"/>
                    <a:gd name="T13" fmla="*/ 2147483647 h 1104"/>
                    <a:gd name="T14" fmla="*/ 2147483647 w 888"/>
                    <a:gd name="T15" fmla="*/ 2147483647 h 1104"/>
                    <a:gd name="T16" fmla="*/ 2147483647 w 888"/>
                    <a:gd name="T17" fmla="*/ 2147483647 h 1104"/>
                    <a:gd name="T18" fmla="*/ 2147483647 w 888"/>
                    <a:gd name="T19" fmla="*/ 2147483647 h 1104"/>
                    <a:gd name="T20" fmla="*/ 2147483647 w 888"/>
                    <a:gd name="T21" fmla="*/ 2147483647 h 1104"/>
                    <a:gd name="T22" fmla="*/ 2147483647 w 888"/>
                    <a:gd name="T23" fmla="*/ 2147483647 h 1104"/>
                    <a:gd name="T24" fmla="*/ 2147483647 w 888"/>
                    <a:gd name="T25" fmla="*/ 2147483647 h 1104"/>
                    <a:gd name="T26" fmla="*/ 2147483647 w 888"/>
                    <a:gd name="T27" fmla="*/ 2147483647 h 1104"/>
                    <a:gd name="T28" fmla="*/ 2147483647 w 888"/>
                    <a:gd name="T29" fmla="*/ 2147483647 h 1104"/>
                    <a:gd name="T30" fmla="*/ 2147483647 w 888"/>
                    <a:gd name="T31" fmla="*/ 2147483647 h 1104"/>
                    <a:gd name="T32" fmla="*/ 2147483647 w 888"/>
                    <a:gd name="T33" fmla="*/ 2147483647 h 1104"/>
                    <a:gd name="T34" fmla="*/ 2147483647 w 888"/>
                    <a:gd name="T35" fmla="*/ 2147483647 h 1104"/>
                    <a:gd name="T36" fmla="*/ 2147483647 w 888"/>
                    <a:gd name="T37" fmla="*/ 2147483647 h 1104"/>
                    <a:gd name="T38" fmla="*/ 2147483647 w 888"/>
                    <a:gd name="T39" fmla="*/ 2147483647 h 1104"/>
                    <a:gd name="T40" fmla="*/ 2147483647 w 888"/>
                    <a:gd name="T41" fmla="*/ 2147483647 h 1104"/>
                    <a:gd name="T42" fmla="*/ 2147483647 w 888"/>
                    <a:gd name="T43" fmla="*/ 2147483647 h 1104"/>
                    <a:gd name="T44" fmla="*/ 2147483647 w 888"/>
                    <a:gd name="T45" fmla="*/ 2147483647 h 1104"/>
                    <a:gd name="T46" fmla="*/ 2147483647 w 888"/>
                    <a:gd name="T47" fmla="*/ 2147483647 h 1104"/>
                    <a:gd name="T48" fmla="*/ 2147483647 w 888"/>
                    <a:gd name="T49" fmla="*/ 2147483647 h 1104"/>
                    <a:gd name="T50" fmla="*/ 2147483647 w 888"/>
                    <a:gd name="T51" fmla="*/ 2147483647 h 1104"/>
                    <a:gd name="T52" fmla="*/ 2147483647 w 888"/>
                    <a:gd name="T53" fmla="*/ 2147483647 h 1104"/>
                    <a:gd name="T54" fmla="*/ 2147483647 w 888"/>
                    <a:gd name="T55" fmla="*/ 2147483647 h 1104"/>
                    <a:gd name="T56" fmla="*/ 2147483647 w 888"/>
                    <a:gd name="T57" fmla="*/ 2147483647 h 1104"/>
                    <a:gd name="T58" fmla="*/ 2147483647 w 888"/>
                    <a:gd name="T59" fmla="*/ 2147483647 h 1104"/>
                    <a:gd name="T60" fmla="*/ 2147483647 w 888"/>
                    <a:gd name="T61" fmla="*/ 2147483647 h 1104"/>
                    <a:gd name="T62" fmla="*/ 2147483647 w 888"/>
                    <a:gd name="T63" fmla="*/ 2147483647 h 1104"/>
                    <a:gd name="T64" fmla="*/ 2147483647 w 888"/>
                    <a:gd name="T65" fmla="*/ 2147483647 h 1104"/>
                    <a:gd name="T66" fmla="*/ 2147483647 w 888"/>
                    <a:gd name="T67" fmla="*/ 2147483647 h 1104"/>
                    <a:gd name="T68" fmla="*/ 2147483647 w 888"/>
                    <a:gd name="T69" fmla="*/ 2147483647 h 1104"/>
                    <a:gd name="T70" fmla="*/ 2147483647 w 888"/>
                    <a:gd name="T71" fmla="*/ 2147483647 h 1104"/>
                    <a:gd name="T72" fmla="*/ 2147483647 w 888"/>
                    <a:gd name="T73" fmla="*/ 2147483647 h 1104"/>
                    <a:gd name="T74" fmla="*/ 0 w 888"/>
                    <a:gd name="T75" fmla="*/ 2147483647 h 1104"/>
                    <a:gd name="T76" fmla="*/ 2147483647 w 888"/>
                    <a:gd name="T77" fmla="*/ 2147483647 h 1104"/>
                    <a:gd name="T78" fmla="*/ 2147483647 w 888"/>
                    <a:gd name="T79" fmla="*/ 2147483647 h 1104"/>
                    <a:gd name="T80" fmla="*/ 2147483647 w 888"/>
                    <a:gd name="T81" fmla="*/ 2147483647 h 1104"/>
                    <a:gd name="T82" fmla="*/ 2147483647 w 888"/>
                    <a:gd name="T83" fmla="*/ 2147483647 h 1104"/>
                    <a:gd name="T84" fmla="*/ 2147483647 w 888"/>
                    <a:gd name="T85" fmla="*/ 2147483647 h 1104"/>
                    <a:gd name="T86" fmla="*/ 2147483647 w 888"/>
                    <a:gd name="T87" fmla="*/ 2147483647 h 1104"/>
                    <a:gd name="T88" fmla="*/ 2147483647 w 888"/>
                    <a:gd name="T89" fmla="*/ 2147483647 h 1104"/>
                    <a:gd name="T90" fmla="*/ 2147483647 w 888"/>
                    <a:gd name="T91" fmla="*/ 2147483647 h 1104"/>
                    <a:gd name="T92" fmla="*/ 2147483647 w 888"/>
                    <a:gd name="T93" fmla="*/ 2147483647 h 1104"/>
                    <a:gd name="T94" fmla="*/ 2147483647 w 888"/>
                    <a:gd name="T95" fmla="*/ 2147483647 h 1104"/>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88"/>
                    <a:gd name="T145" fmla="*/ 0 h 1104"/>
                    <a:gd name="T146" fmla="*/ 888 w 888"/>
                    <a:gd name="T147" fmla="*/ 1104 h 1104"/>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88" h="1104">
                      <a:moveTo>
                        <a:pt x="42" y="114"/>
                      </a:moveTo>
                      <a:lnTo>
                        <a:pt x="42" y="120"/>
                      </a:lnTo>
                      <a:lnTo>
                        <a:pt x="48" y="120"/>
                      </a:lnTo>
                      <a:lnTo>
                        <a:pt x="54" y="114"/>
                      </a:lnTo>
                      <a:lnTo>
                        <a:pt x="66" y="108"/>
                      </a:lnTo>
                      <a:lnTo>
                        <a:pt x="72" y="102"/>
                      </a:lnTo>
                      <a:lnTo>
                        <a:pt x="72" y="96"/>
                      </a:lnTo>
                      <a:lnTo>
                        <a:pt x="66" y="84"/>
                      </a:lnTo>
                      <a:lnTo>
                        <a:pt x="66" y="78"/>
                      </a:lnTo>
                      <a:lnTo>
                        <a:pt x="60" y="66"/>
                      </a:lnTo>
                      <a:lnTo>
                        <a:pt x="96" y="36"/>
                      </a:lnTo>
                      <a:lnTo>
                        <a:pt x="102" y="24"/>
                      </a:lnTo>
                      <a:lnTo>
                        <a:pt x="102" y="18"/>
                      </a:lnTo>
                      <a:lnTo>
                        <a:pt x="96" y="12"/>
                      </a:lnTo>
                      <a:lnTo>
                        <a:pt x="96" y="6"/>
                      </a:lnTo>
                      <a:lnTo>
                        <a:pt x="90" y="0"/>
                      </a:lnTo>
                      <a:lnTo>
                        <a:pt x="84" y="6"/>
                      </a:lnTo>
                      <a:lnTo>
                        <a:pt x="72" y="12"/>
                      </a:lnTo>
                      <a:lnTo>
                        <a:pt x="66" y="18"/>
                      </a:lnTo>
                      <a:lnTo>
                        <a:pt x="54" y="24"/>
                      </a:lnTo>
                      <a:lnTo>
                        <a:pt x="54" y="42"/>
                      </a:lnTo>
                      <a:lnTo>
                        <a:pt x="36" y="42"/>
                      </a:lnTo>
                      <a:lnTo>
                        <a:pt x="36" y="60"/>
                      </a:lnTo>
                      <a:lnTo>
                        <a:pt x="42" y="114"/>
                      </a:lnTo>
                      <a:close/>
                      <a:moveTo>
                        <a:pt x="876" y="546"/>
                      </a:moveTo>
                      <a:lnTo>
                        <a:pt x="852" y="546"/>
                      </a:lnTo>
                      <a:lnTo>
                        <a:pt x="840" y="534"/>
                      </a:lnTo>
                      <a:lnTo>
                        <a:pt x="828" y="534"/>
                      </a:lnTo>
                      <a:lnTo>
                        <a:pt x="828" y="546"/>
                      </a:lnTo>
                      <a:lnTo>
                        <a:pt x="804" y="552"/>
                      </a:lnTo>
                      <a:lnTo>
                        <a:pt x="774" y="546"/>
                      </a:lnTo>
                      <a:lnTo>
                        <a:pt x="768" y="564"/>
                      </a:lnTo>
                      <a:lnTo>
                        <a:pt x="762" y="558"/>
                      </a:lnTo>
                      <a:lnTo>
                        <a:pt x="756" y="558"/>
                      </a:lnTo>
                      <a:lnTo>
                        <a:pt x="750" y="552"/>
                      </a:lnTo>
                      <a:lnTo>
                        <a:pt x="750" y="528"/>
                      </a:lnTo>
                      <a:lnTo>
                        <a:pt x="756" y="522"/>
                      </a:lnTo>
                      <a:lnTo>
                        <a:pt x="756" y="510"/>
                      </a:lnTo>
                      <a:lnTo>
                        <a:pt x="762" y="498"/>
                      </a:lnTo>
                      <a:lnTo>
                        <a:pt x="762" y="480"/>
                      </a:lnTo>
                      <a:lnTo>
                        <a:pt x="756" y="474"/>
                      </a:lnTo>
                      <a:lnTo>
                        <a:pt x="744" y="450"/>
                      </a:lnTo>
                      <a:lnTo>
                        <a:pt x="732" y="432"/>
                      </a:lnTo>
                      <a:lnTo>
                        <a:pt x="726" y="414"/>
                      </a:lnTo>
                      <a:lnTo>
                        <a:pt x="726" y="402"/>
                      </a:lnTo>
                      <a:lnTo>
                        <a:pt x="732" y="396"/>
                      </a:lnTo>
                      <a:lnTo>
                        <a:pt x="732" y="384"/>
                      </a:lnTo>
                      <a:lnTo>
                        <a:pt x="726" y="360"/>
                      </a:lnTo>
                      <a:lnTo>
                        <a:pt x="732" y="354"/>
                      </a:lnTo>
                      <a:lnTo>
                        <a:pt x="738" y="342"/>
                      </a:lnTo>
                      <a:lnTo>
                        <a:pt x="738" y="330"/>
                      </a:lnTo>
                      <a:lnTo>
                        <a:pt x="732" y="318"/>
                      </a:lnTo>
                      <a:lnTo>
                        <a:pt x="720" y="306"/>
                      </a:lnTo>
                      <a:lnTo>
                        <a:pt x="714" y="288"/>
                      </a:lnTo>
                      <a:lnTo>
                        <a:pt x="726" y="270"/>
                      </a:lnTo>
                      <a:lnTo>
                        <a:pt x="726" y="246"/>
                      </a:lnTo>
                      <a:lnTo>
                        <a:pt x="636" y="246"/>
                      </a:lnTo>
                      <a:lnTo>
                        <a:pt x="636" y="222"/>
                      </a:lnTo>
                      <a:lnTo>
                        <a:pt x="624" y="216"/>
                      </a:lnTo>
                      <a:lnTo>
                        <a:pt x="612" y="216"/>
                      </a:lnTo>
                      <a:lnTo>
                        <a:pt x="612" y="222"/>
                      </a:lnTo>
                      <a:lnTo>
                        <a:pt x="564" y="222"/>
                      </a:lnTo>
                      <a:lnTo>
                        <a:pt x="558" y="228"/>
                      </a:lnTo>
                      <a:lnTo>
                        <a:pt x="558" y="234"/>
                      </a:lnTo>
                      <a:lnTo>
                        <a:pt x="564" y="240"/>
                      </a:lnTo>
                      <a:lnTo>
                        <a:pt x="570" y="252"/>
                      </a:lnTo>
                      <a:lnTo>
                        <a:pt x="570" y="264"/>
                      </a:lnTo>
                      <a:lnTo>
                        <a:pt x="558" y="264"/>
                      </a:lnTo>
                      <a:lnTo>
                        <a:pt x="558" y="270"/>
                      </a:lnTo>
                      <a:lnTo>
                        <a:pt x="552" y="276"/>
                      </a:lnTo>
                      <a:lnTo>
                        <a:pt x="552" y="294"/>
                      </a:lnTo>
                      <a:lnTo>
                        <a:pt x="510" y="300"/>
                      </a:lnTo>
                      <a:lnTo>
                        <a:pt x="504" y="294"/>
                      </a:lnTo>
                      <a:lnTo>
                        <a:pt x="492" y="300"/>
                      </a:lnTo>
                      <a:lnTo>
                        <a:pt x="468" y="300"/>
                      </a:lnTo>
                      <a:lnTo>
                        <a:pt x="462" y="312"/>
                      </a:lnTo>
                      <a:lnTo>
                        <a:pt x="450" y="306"/>
                      </a:lnTo>
                      <a:lnTo>
                        <a:pt x="420" y="306"/>
                      </a:lnTo>
                      <a:lnTo>
                        <a:pt x="408" y="282"/>
                      </a:lnTo>
                      <a:lnTo>
                        <a:pt x="402" y="276"/>
                      </a:lnTo>
                      <a:lnTo>
                        <a:pt x="402" y="264"/>
                      </a:lnTo>
                      <a:lnTo>
                        <a:pt x="390" y="252"/>
                      </a:lnTo>
                      <a:lnTo>
                        <a:pt x="384" y="252"/>
                      </a:lnTo>
                      <a:lnTo>
                        <a:pt x="378" y="246"/>
                      </a:lnTo>
                      <a:lnTo>
                        <a:pt x="378" y="240"/>
                      </a:lnTo>
                      <a:lnTo>
                        <a:pt x="384" y="234"/>
                      </a:lnTo>
                      <a:lnTo>
                        <a:pt x="384" y="210"/>
                      </a:lnTo>
                      <a:lnTo>
                        <a:pt x="366" y="192"/>
                      </a:lnTo>
                      <a:lnTo>
                        <a:pt x="366" y="150"/>
                      </a:lnTo>
                      <a:lnTo>
                        <a:pt x="354" y="138"/>
                      </a:lnTo>
                      <a:lnTo>
                        <a:pt x="348" y="126"/>
                      </a:lnTo>
                      <a:lnTo>
                        <a:pt x="342" y="120"/>
                      </a:lnTo>
                      <a:lnTo>
                        <a:pt x="324" y="120"/>
                      </a:lnTo>
                      <a:lnTo>
                        <a:pt x="318" y="126"/>
                      </a:lnTo>
                      <a:lnTo>
                        <a:pt x="294" y="126"/>
                      </a:lnTo>
                      <a:lnTo>
                        <a:pt x="276" y="132"/>
                      </a:lnTo>
                      <a:lnTo>
                        <a:pt x="246" y="132"/>
                      </a:lnTo>
                      <a:lnTo>
                        <a:pt x="234" y="126"/>
                      </a:lnTo>
                      <a:lnTo>
                        <a:pt x="222" y="126"/>
                      </a:lnTo>
                      <a:lnTo>
                        <a:pt x="210" y="132"/>
                      </a:lnTo>
                      <a:lnTo>
                        <a:pt x="180" y="132"/>
                      </a:lnTo>
                      <a:lnTo>
                        <a:pt x="168" y="126"/>
                      </a:lnTo>
                      <a:lnTo>
                        <a:pt x="144" y="132"/>
                      </a:lnTo>
                      <a:lnTo>
                        <a:pt x="132" y="126"/>
                      </a:lnTo>
                      <a:lnTo>
                        <a:pt x="126" y="132"/>
                      </a:lnTo>
                      <a:lnTo>
                        <a:pt x="102" y="126"/>
                      </a:lnTo>
                      <a:lnTo>
                        <a:pt x="54" y="150"/>
                      </a:lnTo>
                      <a:lnTo>
                        <a:pt x="48" y="156"/>
                      </a:lnTo>
                      <a:lnTo>
                        <a:pt x="54" y="168"/>
                      </a:lnTo>
                      <a:lnTo>
                        <a:pt x="60" y="174"/>
                      </a:lnTo>
                      <a:lnTo>
                        <a:pt x="66" y="186"/>
                      </a:lnTo>
                      <a:lnTo>
                        <a:pt x="90" y="210"/>
                      </a:lnTo>
                      <a:lnTo>
                        <a:pt x="84" y="234"/>
                      </a:lnTo>
                      <a:lnTo>
                        <a:pt x="90" y="246"/>
                      </a:lnTo>
                      <a:lnTo>
                        <a:pt x="108" y="270"/>
                      </a:lnTo>
                      <a:lnTo>
                        <a:pt x="120" y="300"/>
                      </a:lnTo>
                      <a:lnTo>
                        <a:pt x="126" y="330"/>
                      </a:lnTo>
                      <a:lnTo>
                        <a:pt x="120" y="354"/>
                      </a:lnTo>
                      <a:lnTo>
                        <a:pt x="108" y="378"/>
                      </a:lnTo>
                      <a:lnTo>
                        <a:pt x="102" y="384"/>
                      </a:lnTo>
                      <a:lnTo>
                        <a:pt x="102" y="408"/>
                      </a:lnTo>
                      <a:lnTo>
                        <a:pt x="114" y="408"/>
                      </a:lnTo>
                      <a:lnTo>
                        <a:pt x="114" y="438"/>
                      </a:lnTo>
                      <a:lnTo>
                        <a:pt x="126" y="474"/>
                      </a:lnTo>
                      <a:lnTo>
                        <a:pt x="150" y="510"/>
                      </a:lnTo>
                      <a:lnTo>
                        <a:pt x="162" y="552"/>
                      </a:lnTo>
                      <a:lnTo>
                        <a:pt x="162" y="582"/>
                      </a:lnTo>
                      <a:lnTo>
                        <a:pt x="156" y="594"/>
                      </a:lnTo>
                      <a:lnTo>
                        <a:pt x="150" y="612"/>
                      </a:lnTo>
                      <a:lnTo>
                        <a:pt x="144" y="618"/>
                      </a:lnTo>
                      <a:lnTo>
                        <a:pt x="138" y="630"/>
                      </a:lnTo>
                      <a:lnTo>
                        <a:pt x="144" y="642"/>
                      </a:lnTo>
                      <a:lnTo>
                        <a:pt x="144" y="660"/>
                      </a:lnTo>
                      <a:lnTo>
                        <a:pt x="138" y="666"/>
                      </a:lnTo>
                      <a:lnTo>
                        <a:pt x="126" y="672"/>
                      </a:lnTo>
                      <a:lnTo>
                        <a:pt x="108" y="672"/>
                      </a:lnTo>
                      <a:lnTo>
                        <a:pt x="96" y="690"/>
                      </a:lnTo>
                      <a:lnTo>
                        <a:pt x="102" y="714"/>
                      </a:lnTo>
                      <a:lnTo>
                        <a:pt x="78" y="714"/>
                      </a:lnTo>
                      <a:lnTo>
                        <a:pt x="66" y="720"/>
                      </a:lnTo>
                      <a:lnTo>
                        <a:pt x="66" y="750"/>
                      </a:lnTo>
                      <a:lnTo>
                        <a:pt x="60" y="762"/>
                      </a:lnTo>
                      <a:lnTo>
                        <a:pt x="60" y="774"/>
                      </a:lnTo>
                      <a:lnTo>
                        <a:pt x="48" y="786"/>
                      </a:lnTo>
                      <a:lnTo>
                        <a:pt x="48" y="858"/>
                      </a:lnTo>
                      <a:lnTo>
                        <a:pt x="36" y="864"/>
                      </a:lnTo>
                      <a:lnTo>
                        <a:pt x="30" y="870"/>
                      </a:lnTo>
                      <a:lnTo>
                        <a:pt x="30" y="912"/>
                      </a:lnTo>
                      <a:lnTo>
                        <a:pt x="6" y="930"/>
                      </a:lnTo>
                      <a:lnTo>
                        <a:pt x="6" y="966"/>
                      </a:lnTo>
                      <a:lnTo>
                        <a:pt x="18" y="984"/>
                      </a:lnTo>
                      <a:lnTo>
                        <a:pt x="0" y="1002"/>
                      </a:lnTo>
                      <a:lnTo>
                        <a:pt x="0" y="1044"/>
                      </a:lnTo>
                      <a:lnTo>
                        <a:pt x="18" y="1044"/>
                      </a:lnTo>
                      <a:lnTo>
                        <a:pt x="36" y="1038"/>
                      </a:lnTo>
                      <a:lnTo>
                        <a:pt x="42" y="1044"/>
                      </a:lnTo>
                      <a:lnTo>
                        <a:pt x="72" y="1044"/>
                      </a:lnTo>
                      <a:lnTo>
                        <a:pt x="90" y="1026"/>
                      </a:lnTo>
                      <a:lnTo>
                        <a:pt x="90" y="1020"/>
                      </a:lnTo>
                      <a:lnTo>
                        <a:pt x="120" y="1020"/>
                      </a:lnTo>
                      <a:lnTo>
                        <a:pt x="126" y="1026"/>
                      </a:lnTo>
                      <a:lnTo>
                        <a:pt x="132" y="1038"/>
                      </a:lnTo>
                      <a:lnTo>
                        <a:pt x="156" y="1050"/>
                      </a:lnTo>
                      <a:lnTo>
                        <a:pt x="168" y="1050"/>
                      </a:lnTo>
                      <a:lnTo>
                        <a:pt x="174" y="1056"/>
                      </a:lnTo>
                      <a:lnTo>
                        <a:pt x="480" y="1056"/>
                      </a:lnTo>
                      <a:lnTo>
                        <a:pt x="480" y="1062"/>
                      </a:lnTo>
                      <a:lnTo>
                        <a:pt x="504" y="1086"/>
                      </a:lnTo>
                      <a:lnTo>
                        <a:pt x="540" y="1086"/>
                      </a:lnTo>
                      <a:lnTo>
                        <a:pt x="546" y="1098"/>
                      </a:lnTo>
                      <a:lnTo>
                        <a:pt x="618" y="1092"/>
                      </a:lnTo>
                      <a:lnTo>
                        <a:pt x="624" y="1104"/>
                      </a:lnTo>
                      <a:lnTo>
                        <a:pt x="696" y="1104"/>
                      </a:lnTo>
                      <a:lnTo>
                        <a:pt x="732" y="1098"/>
                      </a:lnTo>
                      <a:lnTo>
                        <a:pt x="780" y="1092"/>
                      </a:lnTo>
                      <a:lnTo>
                        <a:pt x="816" y="1080"/>
                      </a:lnTo>
                      <a:lnTo>
                        <a:pt x="828" y="1074"/>
                      </a:lnTo>
                      <a:lnTo>
                        <a:pt x="738" y="984"/>
                      </a:lnTo>
                      <a:lnTo>
                        <a:pt x="738" y="966"/>
                      </a:lnTo>
                      <a:lnTo>
                        <a:pt x="732" y="954"/>
                      </a:lnTo>
                      <a:lnTo>
                        <a:pt x="732" y="702"/>
                      </a:lnTo>
                      <a:lnTo>
                        <a:pt x="858" y="708"/>
                      </a:lnTo>
                      <a:lnTo>
                        <a:pt x="864" y="708"/>
                      </a:lnTo>
                      <a:lnTo>
                        <a:pt x="876" y="696"/>
                      </a:lnTo>
                      <a:lnTo>
                        <a:pt x="876" y="672"/>
                      </a:lnTo>
                      <a:lnTo>
                        <a:pt x="870" y="666"/>
                      </a:lnTo>
                      <a:lnTo>
                        <a:pt x="870" y="660"/>
                      </a:lnTo>
                      <a:lnTo>
                        <a:pt x="888" y="654"/>
                      </a:lnTo>
                      <a:lnTo>
                        <a:pt x="876" y="642"/>
                      </a:lnTo>
                      <a:lnTo>
                        <a:pt x="876" y="588"/>
                      </a:lnTo>
                      <a:lnTo>
                        <a:pt x="882" y="588"/>
                      </a:lnTo>
                      <a:lnTo>
                        <a:pt x="888" y="582"/>
                      </a:lnTo>
                      <a:lnTo>
                        <a:pt x="888" y="564"/>
                      </a:lnTo>
                      <a:lnTo>
                        <a:pt x="876" y="552"/>
                      </a:lnTo>
                      <a:lnTo>
                        <a:pt x="876" y="546"/>
                      </a:lnTo>
                      <a:close/>
                    </a:path>
                  </a:pathLst>
                </a:custGeom>
                <a:solidFill>
                  <a:srgbClr val="9C968E"/>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342" name="Andorra" descr="© INSCALE GmbH, 05.05.2010&#10;http://www.presentationload.com/">
                  <a:extLst>
                    <a:ext uri="{FF2B5EF4-FFF2-40B4-BE49-F238E27FC236}">
                      <a16:creationId xmlns:a16="http://schemas.microsoft.com/office/drawing/2014/main" id="{3FB6734E-FB0B-4268-B07F-80C79F0481CF}"/>
                    </a:ext>
                  </a:extLst>
                </p:cNvPr>
                <p:cNvSpPr>
                  <a:spLocks/>
                </p:cNvSpPr>
                <p:nvPr/>
              </p:nvSpPr>
              <p:spPr bwMode="gray">
                <a:xfrm>
                  <a:off x="5678551" y="2327128"/>
                  <a:ext cx="14132" cy="7064"/>
                </a:xfrm>
                <a:custGeom>
                  <a:avLst/>
                  <a:gdLst>
                    <a:gd name="T0" fmla="*/ 2147483647 w 30"/>
                    <a:gd name="T1" fmla="*/ 2147483647 h 18"/>
                    <a:gd name="T2" fmla="*/ 2147483647 w 30"/>
                    <a:gd name="T3" fmla="*/ 2147483647 h 18"/>
                    <a:gd name="T4" fmla="*/ 2147483647 w 30"/>
                    <a:gd name="T5" fmla="*/ 2147483647 h 18"/>
                    <a:gd name="T6" fmla="*/ 2147483647 w 30"/>
                    <a:gd name="T7" fmla="*/ 0 h 18"/>
                    <a:gd name="T8" fmla="*/ 0 w 30"/>
                    <a:gd name="T9" fmla="*/ 0 h 18"/>
                    <a:gd name="T10" fmla="*/ 2147483647 w 30"/>
                    <a:gd name="T11" fmla="*/ 2147483647 h 18"/>
                    <a:gd name="T12" fmla="*/ 0 60000 65536"/>
                    <a:gd name="T13" fmla="*/ 0 60000 65536"/>
                    <a:gd name="T14" fmla="*/ 0 60000 65536"/>
                    <a:gd name="T15" fmla="*/ 0 60000 65536"/>
                    <a:gd name="T16" fmla="*/ 0 60000 65536"/>
                    <a:gd name="T17" fmla="*/ 0 60000 65536"/>
                    <a:gd name="T18" fmla="*/ 0 w 30"/>
                    <a:gd name="T19" fmla="*/ 0 h 18"/>
                    <a:gd name="T20" fmla="*/ 30 w 30"/>
                    <a:gd name="T21" fmla="*/ 18 h 18"/>
                  </a:gdLst>
                  <a:ahLst/>
                  <a:cxnLst>
                    <a:cxn ang="T12">
                      <a:pos x="T0" y="T1"/>
                    </a:cxn>
                    <a:cxn ang="T13">
                      <a:pos x="T2" y="T3"/>
                    </a:cxn>
                    <a:cxn ang="T14">
                      <a:pos x="T4" y="T5"/>
                    </a:cxn>
                    <a:cxn ang="T15">
                      <a:pos x="T6" y="T7"/>
                    </a:cxn>
                    <a:cxn ang="T16">
                      <a:pos x="T8" y="T9"/>
                    </a:cxn>
                    <a:cxn ang="T17">
                      <a:pos x="T10" y="T11"/>
                    </a:cxn>
                  </a:cxnLst>
                  <a:rect l="T18" t="T19" r="T20" b="T21"/>
                  <a:pathLst>
                    <a:path w="30" h="18">
                      <a:moveTo>
                        <a:pt x="6" y="18"/>
                      </a:moveTo>
                      <a:lnTo>
                        <a:pt x="18" y="12"/>
                      </a:lnTo>
                      <a:lnTo>
                        <a:pt x="30" y="12"/>
                      </a:lnTo>
                      <a:lnTo>
                        <a:pt x="30" y="0"/>
                      </a:lnTo>
                      <a:lnTo>
                        <a:pt x="0" y="0"/>
                      </a:lnTo>
                      <a:lnTo>
                        <a:pt x="6" y="18"/>
                      </a:lnTo>
                      <a:close/>
                    </a:path>
                  </a:pathLst>
                </a:custGeom>
                <a:solidFill>
                  <a:srgbClr val="D40D8D"/>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343" name="Algeria" descr="© INSCALE GmbH, 05.05.2010&#10;http://www.presentationload.com/">
                  <a:extLst>
                    <a:ext uri="{FF2B5EF4-FFF2-40B4-BE49-F238E27FC236}">
                      <a16:creationId xmlns:a16="http://schemas.microsoft.com/office/drawing/2014/main" id="{A045F138-47AC-4209-9D48-6DD403EF8422}"/>
                    </a:ext>
                  </a:extLst>
                </p:cNvPr>
                <p:cNvSpPr>
                  <a:spLocks/>
                </p:cNvSpPr>
                <p:nvPr/>
              </p:nvSpPr>
              <p:spPr bwMode="gray">
                <a:xfrm>
                  <a:off x="5325262" y="2524971"/>
                  <a:ext cx="667722" cy="660654"/>
                </a:xfrm>
                <a:custGeom>
                  <a:avLst/>
                  <a:gdLst>
                    <a:gd name="T0" fmla="*/ 2147483647 w 1476"/>
                    <a:gd name="T1" fmla="*/ 2147483647 h 1464"/>
                    <a:gd name="T2" fmla="*/ 2147483647 w 1476"/>
                    <a:gd name="T3" fmla="*/ 2147483647 h 1464"/>
                    <a:gd name="T4" fmla="*/ 2147483647 w 1476"/>
                    <a:gd name="T5" fmla="*/ 2147483647 h 1464"/>
                    <a:gd name="T6" fmla="*/ 2147483647 w 1476"/>
                    <a:gd name="T7" fmla="*/ 2147483647 h 1464"/>
                    <a:gd name="T8" fmla="*/ 2147483647 w 1476"/>
                    <a:gd name="T9" fmla="*/ 2147483647 h 1464"/>
                    <a:gd name="T10" fmla="*/ 2147483647 w 1476"/>
                    <a:gd name="T11" fmla="*/ 2147483647 h 1464"/>
                    <a:gd name="T12" fmla="*/ 2147483647 w 1476"/>
                    <a:gd name="T13" fmla="*/ 2147483647 h 1464"/>
                    <a:gd name="T14" fmla="*/ 2147483647 w 1476"/>
                    <a:gd name="T15" fmla="*/ 2147483647 h 1464"/>
                    <a:gd name="T16" fmla="*/ 2147483647 w 1476"/>
                    <a:gd name="T17" fmla="*/ 2147483647 h 1464"/>
                    <a:gd name="T18" fmla="*/ 2147483647 w 1476"/>
                    <a:gd name="T19" fmla="*/ 2147483647 h 1464"/>
                    <a:gd name="T20" fmla="*/ 2147483647 w 1476"/>
                    <a:gd name="T21" fmla="*/ 2147483647 h 1464"/>
                    <a:gd name="T22" fmla="*/ 2147483647 w 1476"/>
                    <a:gd name="T23" fmla="*/ 2147483647 h 1464"/>
                    <a:gd name="T24" fmla="*/ 2147483647 w 1476"/>
                    <a:gd name="T25" fmla="*/ 2147483647 h 1464"/>
                    <a:gd name="T26" fmla="*/ 2147483647 w 1476"/>
                    <a:gd name="T27" fmla="*/ 2147483647 h 1464"/>
                    <a:gd name="T28" fmla="*/ 2147483647 w 1476"/>
                    <a:gd name="T29" fmla="*/ 2147483647 h 1464"/>
                    <a:gd name="T30" fmla="*/ 2147483647 w 1476"/>
                    <a:gd name="T31" fmla="*/ 2147483647 h 1464"/>
                    <a:gd name="T32" fmla="*/ 2147483647 w 1476"/>
                    <a:gd name="T33" fmla="*/ 2147483647 h 1464"/>
                    <a:gd name="T34" fmla="*/ 2147483647 w 1476"/>
                    <a:gd name="T35" fmla="*/ 2147483647 h 1464"/>
                    <a:gd name="T36" fmla="*/ 2147483647 w 1476"/>
                    <a:gd name="T37" fmla="*/ 2147483647 h 1464"/>
                    <a:gd name="T38" fmla="*/ 2147483647 w 1476"/>
                    <a:gd name="T39" fmla="*/ 2147483647 h 1464"/>
                    <a:gd name="T40" fmla="*/ 2147483647 w 1476"/>
                    <a:gd name="T41" fmla="*/ 2147483647 h 1464"/>
                    <a:gd name="T42" fmla="*/ 2147483647 w 1476"/>
                    <a:gd name="T43" fmla="*/ 2147483647 h 1464"/>
                    <a:gd name="T44" fmla="*/ 2147483647 w 1476"/>
                    <a:gd name="T45" fmla="*/ 2147483647 h 1464"/>
                    <a:gd name="T46" fmla="*/ 2147483647 w 1476"/>
                    <a:gd name="T47" fmla="*/ 2147483647 h 1464"/>
                    <a:gd name="T48" fmla="*/ 2147483647 w 1476"/>
                    <a:gd name="T49" fmla="*/ 2147483647 h 1464"/>
                    <a:gd name="T50" fmla="*/ 2147483647 w 1476"/>
                    <a:gd name="T51" fmla="*/ 2147483647 h 1464"/>
                    <a:gd name="T52" fmla="*/ 2147483647 w 1476"/>
                    <a:gd name="T53" fmla="*/ 2147483647 h 1464"/>
                    <a:gd name="T54" fmla="*/ 2147483647 w 1476"/>
                    <a:gd name="T55" fmla="*/ 2147483647 h 1464"/>
                    <a:gd name="T56" fmla="*/ 2147483647 w 1476"/>
                    <a:gd name="T57" fmla="*/ 2147483647 h 1464"/>
                    <a:gd name="T58" fmla="*/ 2147483647 w 1476"/>
                    <a:gd name="T59" fmla="*/ 2147483647 h 1464"/>
                    <a:gd name="T60" fmla="*/ 2147483647 w 1476"/>
                    <a:gd name="T61" fmla="*/ 2147483647 h 1464"/>
                    <a:gd name="T62" fmla="*/ 2147483647 w 1476"/>
                    <a:gd name="T63" fmla="*/ 2147483647 h 1464"/>
                    <a:gd name="T64" fmla="*/ 2147483647 w 1476"/>
                    <a:gd name="T65" fmla="*/ 2147483647 h 1464"/>
                    <a:gd name="T66" fmla="*/ 2147483647 w 1476"/>
                    <a:gd name="T67" fmla="*/ 2147483647 h 1464"/>
                    <a:gd name="T68" fmla="*/ 2147483647 w 1476"/>
                    <a:gd name="T69" fmla="*/ 2147483647 h 1464"/>
                    <a:gd name="T70" fmla="*/ 2147483647 w 1476"/>
                    <a:gd name="T71" fmla="*/ 2147483647 h 1464"/>
                    <a:gd name="T72" fmla="*/ 2147483647 w 1476"/>
                    <a:gd name="T73" fmla="*/ 2147483647 h 1464"/>
                    <a:gd name="T74" fmla="*/ 2147483647 w 1476"/>
                    <a:gd name="T75" fmla="*/ 2147483647 h 1464"/>
                    <a:gd name="T76" fmla="*/ 2147483647 w 1476"/>
                    <a:gd name="T77" fmla="*/ 2147483647 h 1464"/>
                    <a:gd name="T78" fmla="*/ 2147483647 w 1476"/>
                    <a:gd name="T79" fmla="*/ 2147483647 h 1464"/>
                    <a:gd name="T80" fmla="*/ 2147483647 w 1476"/>
                    <a:gd name="T81" fmla="*/ 2147483647 h 1464"/>
                    <a:gd name="T82" fmla="*/ 2147483647 w 1476"/>
                    <a:gd name="T83" fmla="*/ 2147483647 h 1464"/>
                    <a:gd name="T84" fmla="*/ 2147483647 w 1476"/>
                    <a:gd name="T85" fmla="*/ 2147483647 h 1464"/>
                    <a:gd name="T86" fmla="*/ 2147483647 w 1476"/>
                    <a:gd name="T87" fmla="*/ 2147483647 h 1464"/>
                    <a:gd name="T88" fmla="*/ 2147483647 w 1476"/>
                    <a:gd name="T89" fmla="*/ 2147483647 h 1464"/>
                    <a:gd name="T90" fmla="*/ 2147483647 w 1476"/>
                    <a:gd name="T91" fmla="*/ 2147483647 h 1464"/>
                    <a:gd name="T92" fmla="*/ 2147483647 w 1476"/>
                    <a:gd name="T93" fmla="*/ 2147483647 h 1464"/>
                    <a:gd name="T94" fmla="*/ 2147483647 w 1476"/>
                    <a:gd name="T95" fmla="*/ 2147483647 h 1464"/>
                    <a:gd name="T96" fmla="*/ 2147483647 w 1476"/>
                    <a:gd name="T97" fmla="*/ 2147483647 h 1464"/>
                    <a:gd name="T98" fmla="*/ 2147483647 w 1476"/>
                    <a:gd name="T99" fmla="*/ 2147483647 h 1464"/>
                    <a:gd name="T100" fmla="*/ 2147483647 w 1476"/>
                    <a:gd name="T101" fmla="*/ 2147483647 h 1464"/>
                    <a:gd name="T102" fmla="*/ 2147483647 w 1476"/>
                    <a:gd name="T103" fmla="*/ 2147483647 h 1464"/>
                    <a:gd name="T104" fmla="*/ 2147483647 w 1476"/>
                    <a:gd name="T105" fmla="*/ 2147483647 h 1464"/>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476"/>
                    <a:gd name="T160" fmla="*/ 0 h 1464"/>
                    <a:gd name="T161" fmla="*/ 1476 w 1476"/>
                    <a:gd name="T162" fmla="*/ 1464 h 1464"/>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476" h="1464">
                      <a:moveTo>
                        <a:pt x="360" y="534"/>
                      </a:moveTo>
                      <a:lnTo>
                        <a:pt x="318" y="534"/>
                      </a:lnTo>
                      <a:lnTo>
                        <a:pt x="312" y="546"/>
                      </a:lnTo>
                      <a:lnTo>
                        <a:pt x="306" y="552"/>
                      </a:lnTo>
                      <a:lnTo>
                        <a:pt x="294" y="576"/>
                      </a:lnTo>
                      <a:lnTo>
                        <a:pt x="282" y="588"/>
                      </a:lnTo>
                      <a:lnTo>
                        <a:pt x="258" y="588"/>
                      </a:lnTo>
                      <a:lnTo>
                        <a:pt x="246" y="582"/>
                      </a:lnTo>
                      <a:lnTo>
                        <a:pt x="234" y="582"/>
                      </a:lnTo>
                      <a:lnTo>
                        <a:pt x="228" y="594"/>
                      </a:lnTo>
                      <a:lnTo>
                        <a:pt x="204" y="600"/>
                      </a:lnTo>
                      <a:lnTo>
                        <a:pt x="204" y="606"/>
                      </a:lnTo>
                      <a:lnTo>
                        <a:pt x="198" y="618"/>
                      </a:lnTo>
                      <a:lnTo>
                        <a:pt x="186" y="618"/>
                      </a:lnTo>
                      <a:lnTo>
                        <a:pt x="180" y="612"/>
                      </a:lnTo>
                      <a:lnTo>
                        <a:pt x="168" y="606"/>
                      </a:lnTo>
                      <a:lnTo>
                        <a:pt x="138" y="624"/>
                      </a:lnTo>
                      <a:lnTo>
                        <a:pt x="120" y="624"/>
                      </a:lnTo>
                      <a:lnTo>
                        <a:pt x="120" y="630"/>
                      </a:lnTo>
                      <a:lnTo>
                        <a:pt x="90" y="660"/>
                      </a:lnTo>
                      <a:lnTo>
                        <a:pt x="78" y="666"/>
                      </a:lnTo>
                      <a:lnTo>
                        <a:pt x="72" y="672"/>
                      </a:lnTo>
                      <a:lnTo>
                        <a:pt x="60" y="678"/>
                      </a:lnTo>
                      <a:lnTo>
                        <a:pt x="54" y="708"/>
                      </a:lnTo>
                      <a:lnTo>
                        <a:pt x="54" y="768"/>
                      </a:lnTo>
                      <a:lnTo>
                        <a:pt x="0" y="768"/>
                      </a:lnTo>
                      <a:lnTo>
                        <a:pt x="54" y="768"/>
                      </a:lnTo>
                      <a:lnTo>
                        <a:pt x="54" y="804"/>
                      </a:lnTo>
                      <a:lnTo>
                        <a:pt x="312" y="984"/>
                      </a:lnTo>
                      <a:lnTo>
                        <a:pt x="720" y="1296"/>
                      </a:lnTo>
                      <a:lnTo>
                        <a:pt x="720" y="1320"/>
                      </a:lnTo>
                      <a:lnTo>
                        <a:pt x="744" y="1320"/>
                      </a:lnTo>
                      <a:lnTo>
                        <a:pt x="750" y="1326"/>
                      </a:lnTo>
                      <a:lnTo>
                        <a:pt x="750" y="1344"/>
                      </a:lnTo>
                      <a:lnTo>
                        <a:pt x="762" y="1356"/>
                      </a:lnTo>
                      <a:lnTo>
                        <a:pt x="798" y="1356"/>
                      </a:lnTo>
                      <a:lnTo>
                        <a:pt x="804" y="1386"/>
                      </a:lnTo>
                      <a:lnTo>
                        <a:pt x="810" y="1386"/>
                      </a:lnTo>
                      <a:lnTo>
                        <a:pt x="816" y="1380"/>
                      </a:lnTo>
                      <a:lnTo>
                        <a:pt x="846" y="1380"/>
                      </a:lnTo>
                      <a:lnTo>
                        <a:pt x="858" y="1386"/>
                      </a:lnTo>
                      <a:lnTo>
                        <a:pt x="870" y="1410"/>
                      </a:lnTo>
                      <a:lnTo>
                        <a:pt x="870" y="1428"/>
                      </a:lnTo>
                      <a:lnTo>
                        <a:pt x="852" y="1446"/>
                      </a:lnTo>
                      <a:lnTo>
                        <a:pt x="852" y="1452"/>
                      </a:lnTo>
                      <a:lnTo>
                        <a:pt x="858" y="1458"/>
                      </a:lnTo>
                      <a:lnTo>
                        <a:pt x="870" y="1464"/>
                      </a:lnTo>
                      <a:lnTo>
                        <a:pt x="900" y="1464"/>
                      </a:lnTo>
                      <a:lnTo>
                        <a:pt x="906" y="1458"/>
                      </a:lnTo>
                      <a:lnTo>
                        <a:pt x="924" y="1458"/>
                      </a:lnTo>
                      <a:lnTo>
                        <a:pt x="954" y="1452"/>
                      </a:lnTo>
                      <a:lnTo>
                        <a:pt x="984" y="1440"/>
                      </a:lnTo>
                      <a:lnTo>
                        <a:pt x="1020" y="1434"/>
                      </a:lnTo>
                      <a:lnTo>
                        <a:pt x="1038" y="1434"/>
                      </a:lnTo>
                      <a:lnTo>
                        <a:pt x="1062" y="1416"/>
                      </a:lnTo>
                      <a:lnTo>
                        <a:pt x="1098" y="1386"/>
                      </a:lnTo>
                      <a:lnTo>
                        <a:pt x="1128" y="1350"/>
                      </a:lnTo>
                      <a:lnTo>
                        <a:pt x="1158" y="1326"/>
                      </a:lnTo>
                      <a:lnTo>
                        <a:pt x="1182" y="1314"/>
                      </a:lnTo>
                      <a:lnTo>
                        <a:pt x="1224" y="1284"/>
                      </a:lnTo>
                      <a:lnTo>
                        <a:pt x="1272" y="1248"/>
                      </a:lnTo>
                      <a:lnTo>
                        <a:pt x="1332" y="1206"/>
                      </a:lnTo>
                      <a:lnTo>
                        <a:pt x="1386" y="1170"/>
                      </a:lnTo>
                      <a:lnTo>
                        <a:pt x="1434" y="1134"/>
                      </a:lnTo>
                      <a:lnTo>
                        <a:pt x="1464" y="1110"/>
                      </a:lnTo>
                      <a:lnTo>
                        <a:pt x="1476" y="1104"/>
                      </a:lnTo>
                      <a:lnTo>
                        <a:pt x="1476" y="1098"/>
                      </a:lnTo>
                      <a:lnTo>
                        <a:pt x="1470" y="1092"/>
                      </a:lnTo>
                      <a:lnTo>
                        <a:pt x="1464" y="1080"/>
                      </a:lnTo>
                      <a:lnTo>
                        <a:pt x="1458" y="1062"/>
                      </a:lnTo>
                      <a:lnTo>
                        <a:pt x="1452" y="1050"/>
                      </a:lnTo>
                      <a:lnTo>
                        <a:pt x="1452" y="1044"/>
                      </a:lnTo>
                      <a:lnTo>
                        <a:pt x="1440" y="1032"/>
                      </a:lnTo>
                      <a:lnTo>
                        <a:pt x="1428" y="1032"/>
                      </a:lnTo>
                      <a:lnTo>
                        <a:pt x="1392" y="1014"/>
                      </a:lnTo>
                      <a:lnTo>
                        <a:pt x="1386" y="1014"/>
                      </a:lnTo>
                      <a:lnTo>
                        <a:pt x="1362" y="1026"/>
                      </a:lnTo>
                      <a:lnTo>
                        <a:pt x="1338" y="1002"/>
                      </a:lnTo>
                      <a:lnTo>
                        <a:pt x="1338" y="960"/>
                      </a:lnTo>
                      <a:lnTo>
                        <a:pt x="1332" y="954"/>
                      </a:lnTo>
                      <a:lnTo>
                        <a:pt x="1326" y="942"/>
                      </a:lnTo>
                      <a:lnTo>
                        <a:pt x="1314" y="930"/>
                      </a:lnTo>
                      <a:lnTo>
                        <a:pt x="1308" y="912"/>
                      </a:lnTo>
                      <a:lnTo>
                        <a:pt x="1296" y="900"/>
                      </a:lnTo>
                      <a:lnTo>
                        <a:pt x="1290" y="888"/>
                      </a:lnTo>
                      <a:lnTo>
                        <a:pt x="1290" y="882"/>
                      </a:lnTo>
                      <a:lnTo>
                        <a:pt x="1296" y="876"/>
                      </a:lnTo>
                      <a:lnTo>
                        <a:pt x="1308" y="876"/>
                      </a:lnTo>
                      <a:lnTo>
                        <a:pt x="1320" y="870"/>
                      </a:lnTo>
                      <a:lnTo>
                        <a:pt x="1326" y="864"/>
                      </a:lnTo>
                      <a:lnTo>
                        <a:pt x="1332" y="852"/>
                      </a:lnTo>
                      <a:lnTo>
                        <a:pt x="1332" y="840"/>
                      </a:lnTo>
                      <a:lnTo>
                        <a:pt x="1326" y="834"/>
                      </a:lnTo>
                      <a:lnTo>
                        <a:pt x="1326" y="828"/>
                      </a:lnTo>
                      <a:lnTo>
                        <a:pt x="1320" y="774"/>
                      </a:lnTo>
                      <a:lnTo>
                        <a:pt x="1332" y="750"/>
                      </a:lnTo>
                      <a:lnTo>
                        <a:pt x="1326" y="732"/>
                      </a:lnTo>
                      <a:lnTo>
                        <a:pt x="1326" y="726"/>
                      </a:lnTo>
                      <a:lnTo>
                        <a:pt x="1332" y="720"/>
                      </a:lnTo>
                      <a:lnTo>
                        <a:pt x="1332" y="690"/>
                      </a:lnTo>
                      <a:lnTo>
                        <a:pt x="1338" y="678"/>
                      </a:lnTo>
                      <a:lnTo>
                        <a:pt x="1338" y="672"/>
                      </a:lnTo>
                      <a:lnTo>
                        <a:pt x="1326" y="648"/>
                      </a:lnTo>
                      <a:lnTo>
                        <a:pt x="1302" y="588"/>
                      </a:lnTo>
                      <a:lnTo>
                        <a:pt x="1290" y="570"/>
                      </a:lnTo>
                      <a:lnTo>
                        <a:pt x="1296" y="564"/>
                      </a:lnTo>
                      <a:lnTo>
                        <a:pt x="1308" y="558"/>
                      </a:lnTo>
                      <a:lnTo>
                        <a:pt x="1296" y="528"/>
                      </a:lnTo>
                      <a:lnTo>
                        <a:pt x="1284" y="480"/>
                      </a:lnTo>
                      <a:lnTo>
                        <a:pt x="1278" y="438"/>
                      </a:lnTo>
                      <a:lnTo>
                        <a:pt x="1272" y="414"/>
                      </a:lnTo>
                      <a:lnTo>
                        <a:pt x="1266" y="408"/>
                      </a:lnTo>
                      <a:lnTo>
                        <a:pt x="1260" y="396"/>
                      </a:lnTo>
                      <a:lnTo>
                        <a:pt x="1236" y="384"/>
                      </a:lnTo>
                      <a:lnTo>
                        <a:pt x="1230" y="378"/>
                      </a:lnTo>
                      <a:lnTo>
                        <a:pt x="1224" y="378"/>
                      </a:lnTo>
                      <a:lnTo>
                        <a:pt x="1224" y="336"/>
                      </a:lnTo>
                      <a:lnTo>
                        <a:pt x="1212" y="324"/>
                      </a:lnTo>
                      <a:lnTo>
                        <a:pt x="1194" y="318"/>
                      </a:lnTo>
                      <a:lnTo>
                        <a:pt x="1182" y="318"/>
                      </a:lnTo>
                      <a:lnTo>
                        <a:pt x="1182" y="288"/>
                      </a:lnTo>
                      <a:lnTo>
                        <a:pt x="1170" y="288"/>
                      </a:lnTo>
                      <a:lnTo>
                        <a:pt x="1170" y="246"/>
                      </a:lnTo>
                      <a:lnTo>
                        <a:pt x="1194" y="222"/>
                      </a:lnTo>
                      <a:lnTo>
                        <a:pt x="1218" y="204"/>
                      </a:lnTo>
                      <a:lnTo>
                        <a:pt x="1218" y="198"/>
                      </a:lnTo>
                      <a:lnTo>
                        <a:pt x="1224" y="192"/>
                      </a:lnTo>
                      <a:lnTo>
                        <a:pt x="1224" y="180"/>
                      </a:lnTo>
                      <a:lnTo>
                        <a:pt x="1230" y="168"/>
                      </a:lnTo>
                      <a:lnTo>
                        <a:pt x="1230" y="126"/>
                      </a:lnTo>
                      <a:lnTo>
                        <a:pt x="1224" y="114"/>
                      </a:lnTo>
                      <a:lnTo>
                        <a:pt x="1224" y="78"/>
                      </a:lnTo>
                      <a:lnTo>
                        <a:pt x="1230" y="66"/>
                      </a:lnTo>
                      <a:lnTo>
                        <a:pt x="1230" y="54"/>
                      </a:lnTo>
                      <a:lnTo>
                        <a:pt x="1212" y="48"/>
                      </a:lnTo>
                      <a:lnTo>
                        <a:pt x="1254" y="30"/>
                      </a:lnTo>
                      <a:lnTo>
                        <a:pt x="1254" y="18"/>
                      </a:lnTo>
                      <a:lnTo>
                        <a:pt x="1242" y="18"/>
                      </a:lnTo>
                      <a:lnTo>
                        <a:pt x="1236" y="12"/>
                      </a:lnTo>
                      <a:lnTo>
                        <a:pt x="1224" y="12"/>
                      </a:lnTo>
                      <a:lnTo>
                        <a:pt x="1206" y="24"/>
                      </a:lnTo>
                      <a:lnTo>
                        <a:pt x="1170" y="6"/>
                      </a:lnTo>
                      <a:lnTo>
                        <a:pt x="1152" y="6"/>
                      </a:lnTo>
                      <a:lnTo>
                        <a:pt x="1152" y="18"/>
                      </a:lnTo>
                      <a:lnTo>
                        <a:pt x="1116" y="18"/>
                      </a:lnTo>
                      <a:lnTo>
                        <a:pt x="1092" y="0"/>
                      </a:lnTo>
                      <a:lnTo>
                        <a:pt x="1086" y="30"/>
                      </a:lnTo>
                      <a:lnTo>
                        <a:pt x="1056" y="18"/>
                      </a:lnTo>
                      <a:lnTo>
                        <a:pt x="1026" y="42"/>
                      </a:lnTo>
                      <a:lnTo>
                        <a:pt x="1002" y="30"/>
                      </a:lnTo>
                      <a:lnTo>
                        <a:pt x="984" y="30"/>
                      </a:lnTo>
                      <a:lnTo>
                        <a:pt x="966" y="24"/>
                      </a:lnTo>
                      <a:lnTo>
                        <a:pt x="948" y="24"/>
                      </a:lnTo>
                      <a:lnTo>
                        <a:pt x="924" y="30"/>
                      </a:lnTo>
                      <a:lnTo>
                        <a:pt x="906" y="30"/>
                      </a:lnTo>
                      <a:lnTo>
                        <a:pt x="900" y="36"/>
                      </a:lnTo>
                      <a:lnTo>
                        <a:pt x="888" y="36"/>
                      </a:lnTo>
                      <a:lnTo>
                        <a:pt x="876" y="42"/>
                      </a:lnTo>
                      <a:lnTo>
                        <a:pt x="816" y="42"/>
                      </a:lnTo>
                      <a:lnTo>
                        <a:pt x="810" y="48"/>
                      </a:lnTo>
                      <a:lnTo>
                        <a:pt x="750" y="48"/>
                      </a:lnTo>
                      <a:lnTo>
                        <a:pt x="744" y="54"/>
                      </a:lnTo>
                      <a:lnTo>
                        <a:pt x="726" y="54"/>
                      </a:lnTo>
                      <a:lnTo>
                        <a:pt x="714" y="60"/>
                      </a:lnTo>
                      <a:lnTo>
                        <a:pt x="696" y="66"/>
                      </a:lnTo>
                      <a:lnTo>
                        <a:pt x="684" y="78"/>
                      </a:lnTo>
                      <a:lnTo>
                        <a:pt x="678" y="90"/>
                      </a:lnTo>
                      <a:lnTo>
                        <a:pt x="666" y="102"/>
                      </a:lnTo>
                      <a:lnTo>
                        <a:pt x="666" y="108"/>
                      </a:lnTo>
                      <a:lnTo>
                        <a:pt x="636" y="108"/>
                      </a:lnTo>
                      <a:lnTo>
                        <a:pt x="624" y="114"/>
                      </a:lnTo>
                      <a:lnTo>
                        <a:pt x="606" y="114"/>
                      </a:lnTo>
                      <a:lnTo>
                        <a:pt x="594" y="120"/>
                      </a:lnTo>
                      <a:lnTo>
                        <a:pt x="588" y="126"/>
                      </a:lnTo>
                      <a:lnTo>
                        <a:pt x="588" y="132"/>
                      </a:lnTo>
                      <a:lnTo>
                        <a:pt x="558" y="162"/>
                      </a:lnTo>
                      <a:lnTo>
                        <a:pt x="546" y="168"/>
                      </a:lnTo>
                      <a:lnTo>
                        <a:pt x="522" y="168"/>
                      </a:lnTo>
                      <a:lnTo>
                        <a:pt x="528" y="174"/>
                      </a:lnTo>
                      <a:lnTo>
                        <a:pt x="534" y="186"/>
                      </a:lnTo>
                      <a:lnTo>
                        <a:pt x="546" y="192"/>
                      </a:lnTo>
                      <a:lnTo>
                        <a:pt x="540" y="198"/>
                      </a:lnTo>
                      <a:lnTo>
                        <a:pt x="540" y="210"/>
                      </a:lnTo>
                      <a:lnTo>
                        <a:pt x="552" y="210"/>
                      </a:lnTo>
                      <a:lnTo>
                        <a:pt x="546" y="276"/>
                      </a:lnTo>
                      <a:lnTo>
                        <a:pt x="558" y="294"/>
                      </a:lnTo>
                      <a:lnTo>
                        <a:pt x="546" y="324"/>
                      </a:lnTo>
                      <a:lnTo>
                        <a:pt x="564" y="324"/>
                      </a:lnTo>
                      <a:lnTo>
                        <a:pt x="564" y="354"/>
                      </a:lnTo>
                      <a:lnTo>
                        <a:pt x="588" y="372"/>
                      </a:lnTo>
                      <a:lnTo>
                        <a:pt x="570" y="390"/>
                      </a:lnTo>
                      <a:lnTo>
                        <a:pt x="570" y="402"/>
                      </a:lnTo>
                      <a:lnTo>
                        <a:pt x="516" y="408"/>
                      </a:lnTo>
                      <a:lnTo>
                        <a:pt x="504" y="402"/>
                      </a:lnTo>
                      <a:lnTo>
                        <a:pt x="486" y="402"/>
                      </a:lnTo>
                      <a:lnTo>
                        <a:pt x="486" y="408"/>
                      </a:lnTo>
                      <a:lnTo>
                        <a:pt x="480" y="414"/>
                      </a:lnTo>
                      <a:lnTo>
                        <a:pt x="474" y="408"/>
                      </a:lnTo>
                      <a:lnTo>
                        <a:pt x="462" y="408"/>
                      </a:lnTo>
                      <a:lnTo>
                        <a:pt x="462" y="414"/>
                      </a:lnTo>
                      <a:lnTo>
                        <a:pt x="456" y="420"/>
                      </a:lnTo>
                      <a:lnTo>
                        <a:pt x="456" y="432"/>
                      </a:lnTo>
                      <a:lnTo>
                        <a:pt x="432" y="432"/>
                      </a:lnTo>
                      <a:lnTo>
                        <a:pt x="420" y="438"/>
                      </a:lnTo>
                      <a:lnTo>
                        <a:pt x="396" y="438"/>
                      </a:lnTo>
                      <a:lnTo>
                        <a:pt x="390" y="444"/>
                      </a:lnTo>
                      <a:lnTo>
                        <a:pt x="390" y="456"/>
                      </a:lnTo>
                      <a:lnTo>
                        <a:pt x="396" y="462"/>
                      </a:lnTo>
                      <a:lnTo>
                        <a:pt x="402" y="474"/>
                      </a:lnTo>
                      <a:lnTo>
                        <a:pt x="414" y="492"/>
                      </a:lnTo>
                      <a:lnTo>
                        <a:pt x="390" y="504"/>
                      </a:lnTo>
                      <a:lnTo>
                        <a:pt x="390" y="510"/>
                      </a:lnTo>
                      <a:lnTo>
                        <a:pt x="378" y="522"/>
                      </a:lnTo>
                      <a:lnTo>
                        <a:pt x="366" y="528"/>
                      </a:lnTo>
                      <a:lnTo>
                        <a:pt x="360" y="534"/>
                      </a:lnTo>
                      <a:close/>
                    </a:path>
                  </a:pathLst>
                </a:custGeom>
                <a:solidFill>
                  <a:srgbClr val="A29C97"/>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344" name="Albania" descr="© INSCALE GmbH, 05.05.2010&#10;http://www.presentationload.com/">
                  <a:extLst>
                    <a:ext uri="{FF2B5EF4-FFF2-40B4-BE49-F238E27FC236}">
                      <a16:creationId xmlns:a16="http://schemas.microsoft.com/office/drawing/2014/main" id="{369CD545-ABFC-43DF-BAF8-37A235D87BD3}"/>
                    </a:ext>
                  </a:extLst>
                </p:cNvPr>
                <p:cNvSpPr>
                  <a:spLocks/>
                </p:cNvSpPr>
                <p:nvPr/>
              </p:nvSpPr>
              <p:spPr bwMode="gray">
                <a:xfrm>
                  <a:off x="6192589" y="2327127"/>
                  <a:ext cx="65359" cy="111288"/>
                </a:xfrm>
                <a:custGeom>
                  <a:avLst/>
                  <a:gdLst>
                    <a:gd name="T0" fmla="*/ 2147483647 w 144"/>
                    <a:gd name="T1" fmla="*/ 2147483647 h 246"/>
                    <a:gd name="T2" fmla="*/ 2147483647 w 144"/>
                    <a:gd name="T3" fmla="*/ 2147483647 h 246"/>
                    <a:gd name="T4" fmla="*/ 2147483647 w 144"/>
                    <a:gd name="T5" fmla="*/ 2147483647 h 246"/>
                    <a:gd name="T6" fmla="*/ 2147483647 w 144"/>
                    <a:gd name="T7" fmla="*/ 2147483647 h 246"/>
                    <a:gd name="T8" fmla="*/ 2147483647 w 144"/>
                    <a:gd name="T9" fmla="*/ 2147483647 h 246"/>
                    <a:gd name="T10" fmla="*/ 2147483647 w 144"/>
                    <a:gd name="T11" fmla="*/ 2147483647 h 246"/>
                    <a:gd name="T12" fmla="*/ 2147483647 w 144"/>
                    <a:gd name="T13" fmla="*/ 2147483647 h 246"/>
                    <a:gd name="T14" fmla="*/ 2147483647 w 144"/>
                    <a:gd name="T15" fmla="*/ 2147483647 h 246"/>
                    <a:gd name="T16" fmla="*/ 2147483647 w 144"/>
                    <a:gd name="T17" fmla="*/ 2147483647 h 246"/>
                    <a:gd name="T18" fmla="*/ 2147483647 w 144"/>
                    <a:gd name="T19" fmla="*/ 2147483647 h 246"/>
                    <a:gd name="T20" fmla="*/ 2147483647 w 144"/>
                    <a:gd name="T21" fmla="*/ 2147483647 h 246"/>
                    <a:gd name="T22" fmla="*/ 2147483647 w 144"/>
                    <a:gd name="T23" fmla="*/ 2147483647 h 246"/>
                    <a:gd name="T24" fmla="*/ 2147483647 w 144"/>
                    <a:gd name="T25" fmla="*/ 2147483647 h 246"/>
                    <a:gd name="T26" fmla="*/ 2147483647 w 144"/>
                    <a:gd name="T27" fmla="*/ 2147483647 h 246"/>
                    <a:gd name="T28" fmla="*/ 2147483647 w 144"/>
                    <a:gd name="T29" fmla="*/ 2147483647 h 246"/>
                    <a:gd name="T30" fmla="*/ 2147483647 w 144"/>
                    <a:gd name="T31" fmla="*/ 2147483647 h 246"/>
                    <a:gd name="T32" fmla="*/ 2147483647 w 144"/>
                    <a:gd name="T33" fmla="*/ 2147483647 h 246"/>
                    <a:gd name="T34" fmla="*/ 2147483647 w 144"/>
                    <a:gd name="T35" fmla="*/ 2147483647 h 246"/>
                    <a:gd name="T36" fmla="*/ 2147483647 w 144"/>
                    <a:gd name="T37" fmla="*/ 2147483647 h 246"/>
                    <a:gd name="T38" fmla="*/ 2147483647 w 144"/>
                    <a:gd name="T39" fmla="*/ 0 h 246"/>
                    <a:gd name="T40" fmla="*/ 2147483647 w 144"/>
                    <a:gd name="T41" fmla="*/ 2147483647 h 246"/>
                    <a:gd name="T42" fmla="*/ 2147483647 w 144"/>
                    <a:gd name="T43" fmla="*/ 2147483647 h 246"/>
                    <a:gd name="T44" fmla="*/ 0 w 144"/>
                    <a:gd name="T45" fmla="*/ 2147483647 h 246"/>
                    <a:gd name="T46" fmla="*/ 2147483647 w 144"/>
                    <a:gd name="T47" fmla="*/ 2147483647 h 246"/>
                    <a:gd name="T48" fmla="*/ 2147483647 w 144"/>
                    <a:gd name="T49" fmla="*/ 2147483647 h 246"/>
                    <a:gd name="T50" fmla="*/ 2147483647 w 144"/>
                    <a:gd name="T51" fmla="*/ 2147483647 h 246"/>
                    <a:gd name="T52" fmla="*/ 2147483647 w 144"/>
                    <a:gd name="T53" fmla="*/ 2147483647 h 246"/>
                    <a:gd name="T54" fmla="*/ 2147483647 w 144"/>
                    <a:gd name="T55" fmla="*/ 2147483647 h 246"/>
                    <a:gd name="T56" fmla="*/ 2147483647 w 144"/>
                    <a:gd name="T57" fmla="*/ 2147483647 h 246"/>
                    <a:gd name="T58" fmla="*/ 2147483647 w 144"/>
                    <a:gd name="T59" fmla="*/ 2147483647 h 246"/>
                    <a:gd name="T60" fmla="*/ 2147483647 w 144"/>
                    <a:gd name="T61" fmla="*/ 2147483647 h 246"/>
                    <a:gd name="T62" fmla="*/ 2147483647 w 144"/>
                    <a:gd name="T63" fmla="*/ 2147483647 h 246"/>
                    <a:gd name="T64" fmla="*/ 2147483647 w 144"/>
                    <a:gd name="T65" fmla="*/ 2147483647 h 246"/>
                    <a:gd name="T66" fmla="*/ 2147483647 w 144"/>
                    <a:gd name="T67" fmla="*/ 2147483647 h 246"/>
                    <a:gd name="T68" fmla="*/ 2147483647 w 144"/>
                    <a:gd name="T69" fmla="*/ 2147483647 h 246"/>
                    <a:gd name="T70" fmla="*/ 2147483647 w 144"/>
                    <a:gd name="T71" fmla="*/ 2147483647 h 246"/>
                    <a:gd name="T72" fmla="*/ 2147483647 w 144"/>
                    <a:gd name="T73" fmla="*/ 2147483647 h 246"/>
                    <a:gd name="T74" fmla="*/ 2147483647 w 144"/>
                    <a:gd name="T75" fmla="*/ 2147483647 h 246"/>
                    <a:gd name="T76" fmla="*/ 2147483647 w 144"/>
                    <a:gd name="T77" fmla="*/ 2147483647 h 246"/>
                    <a:gd name="T78" fmla="*/ 2147483647 w 144"/>
                    <a:gd name="T79" fmla="*/ 2147483647 h 246"/>
                    <a:gd name="T80" fmla="*/ 2147483647 w 144"/>
                    <a:gd name="T81" fmla="*/ 2147483647 h 246"/>
                    <a:gd name="T82" fmla="*/ 2147483647 w 144"/>
                    <a:gd name="T83" fmla="*/ 2147483647 h 246"/>
                    <a:gd name="T84" fmla="*/ 2147483647 w 144"/>
                    <a:gd name="T85" fmla="*/ 2147483647 h 246"/>
                    <a:gd name="T86" fmla="*/ 2147483647 w 144"/>
                    <a:gd name="T87" fmla="*/ 2147483647 h 246"/>
                    <a:gd name="T88" fmla="*/ 2147483647 w 144"/>
                    <a:gd name="T89" fmla="*/ 2147483647 h 24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44"/>
                    <a:gd name="T136" fmla="*/ 0 h 246"/>
                    <a:gd name="T137" fmla="*/ 144 w 144"/>
                    <a:gd name="T138" fmla="*/ 246 h 24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44" h="246">
                      <a:moveTo>
                        <a:pt x="96" y="210"/>
                      </a:moveTo>
                      <a:lnTo>
                        <a:pt x="96" y="204"/>
                      </a:lnTo>
                      <a:lnTo>
                        <a:pt x="108" y="204"/>
                      </a:lnTo>
                      <a:lnTo>
                        <a:pt x="120" y="198"/>
                      </a:lnTo>
                      <a:lnTo>
                        <a:pt x="120" y="174"/>
                      </a:lnTo>
                      <a:lnTo>
                        <a:pt x="138" y="174"/>
                      </a:lnTo>
                      <a:lnTo>
                        <a:pt x="144" y="168"/>
                      </a:lnTo>
                      <a:lnTo>
                        <a:pt x="144" y="138"/>
                      </a:lnTo>
                      <a:lnTo>
                        <a:pt x="120" y="144"/>
                      </a:lnTo>
                      <a:lnTo>
                        <a:pt x="120" y="126"/>
                      </a:lnTo>
                      <a:lnTo>
                        <a:pt x="114" y="126"/>
                      </a:lnTo>
                      <a:lnTo>
                        <a:pt x="108" y="120"/>
                      </a:lnTo>
                      <a:lnTo>
                        <a:pt x="108" y="96"/>
                      </a:lnTo>
                      <a:lnTo>
                        <a:pt x="102" y="84"/>
                      </a:lnTo>
                      <a:lnTo>
                        <a:pt x="102" y="42"/>
                      </a:lnTo>
                      <a:lnTo>
                        <a:pt x="96" y="24"/>
                      </a:lnTo>
                      <a:lnTo>
                        <a:pt x="84" y="24"/>
                      </a:lnTo>
                      <a:lnTo>
                        <a:pt x="72" y="6"/>
                      </a:lnTo>
                      <a:lnTo>
                        <a:pt x="66" y="12"/>
                      </a:lnTo>
                      <a:lnTo>
                        <a:pt x="36" y="0"/>
                      </a:lnTo>
                      <a:lnTo>
                        <a:pt x="36" y="18"/>
                      </a:lnTo>
                      <a:lnTo>
                        <a:pt x="24" y="24"/>
                      </a:lnTo>
                      <a:lnTo>
                        <a:pt x="0" y="24"/>
                      </a:lnTo>
                      <a:lnTo>
                        <a:pt x="18" y="36"/>
                      </a:lnTo>
                      <a:lnTo>
                        <a:pt x="24" y="30"/>
                      </a:lnTo>
                      <a:lnTo>
                        <a:pt x="30" y="48"/>
                      </a:lnTo>
                      <a:lnTo>
                        <a:pt x="18" y="60"/>
                      </a:lnTo>
                      <a:lnTo>
                        <a:pt x="24" y="66"/>
                      </a:lnTo>
                      <a:lnTo>
                        <a:pt x="48" y="66"/>
                      </a:lnTo>
                      <a:lnTo>
                        <a:pt x="48" y="84"/>
                      </a:lnTo>
                      <a:lnTo>
                        <a:pt x="42" y="96"/>
                      </a:lnTo>
                      <a:lnTo>
                        <a:pt x="42" y="114"/>
                      </a:lnTo>
                      <a:lnTo>
                        <a:pt x="36" y="132"/>
                      </a:lnTo>
                      <a:lnTo>
                        <a:pt x="36" y="156"/>
                      </a:lnTo>
                      <a:lnTo>
                        <a:pt x="24" y="180"/>
                      </a:lnTo>
                      <a:lnTo>
                        <a:pt x="24" y="186"/>
                      </a:lnTo>
                      <a:lnTo>
                        <a:pt x="42" y="204"/>
                      </a:lnTo>
                      <a:lnTo>
                        <a:pt x="54" y="210"/>
                      </a:lnTo>
                      <a:lnTo>
                        <a:pt x="60" y="216"/>
                      </a:lnTo>
                      <a:lnTo>
                        <a:pt x="60" y="234"/>
                      </a:lnTo>
                      <a:lnTo>
                        <a:pt x="66" y="240"/>
                      </a:lnTo>
                      <a:lnTo>
                        <a:pt x="84" y="240"/>
                      </a:lnTo>
                      <a:lnTo>
                        <a:pt x="90" y="246"/>
                      </a:lnTo>
                      <a:lnTo>
                        <a:pt x="96" y="246"/>
                      </a:lnTo>
                      <a:lnTo>
                        <a:pt x="96" y="210"/>
                      </a:lnTo>
                      <a:close/>
                    </a:path>
                  </a:pathLst>
                </a:custGeom>
                <a:solidFill>
                  <a:srgbClr val="A29C97"/>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345" name="Afghanistan" descr="© INSCALE GmbH, 05.05.2010&#10;http://www.presentationload.com/">
                  <a:extLst>
                    <a:ext uri="{FF2B5EF4-FFF2-40B4-BE49-F238E27FC236}">
                      <a16:creationId xmlns:a16="http://schemas.microsoft.com/office/drawing/2014/main" id="{08D1BB2E-1946-470D-8303-0595C17CFAE9}"/>
                    </a:ext>
                  </a:extLst>
                </p:cNvPr>
                <p:cNvSpPr>
                  <a:spLocks/>
                </p:cNvSpPr>
                <p:nvPr/>
              </p:nvSpPr>
              <p:spPr bwMode="gray">
                <a:xfrm>
                  <a:off x="7464440" y="2475505"/>
                  <a:ext cx="409817" cy="333859"/>
                </a:xfrm>
                <a:custGeom>
                  <a:avLst/>
                  <a:gdLst>
                    <a:gd name="T0" fmla="*/ 2147483647 w 906"/>
                    <a:gd name="T1" fmla="*/ 2147483647 h 738"/>
                    <a:gd name="T2" fmla="*/ 2147483647 w 906"/>
                    <a:gd name="T3" fmla="*/ 2147483647 h 738"/>
                    <a:gd name="T4" fmla="*/ 2147483647 w 906"/>
                    <a:gd name="T5" fmla="*/ 2147483647 h 738"/>
                    <a:gd name="T6" fmla="*/ 2147483647 w 906"/>
                    <a:gd name="T7" fmla="*/ 2147483647 h 738"/>
                    <a:gd name="T8" fmla="*/ 2147483647 w 906"/>
                    <a:gd name="T9" fmla="*/ 2147483647 h 738"/>
                    <a:gd name="T10" fmla="*/ 2147483647 w 906"/>
                    <a:gd name="T11" fmla="*/ 0 h 738"/>
                    <a:gd name="T12" fmla="*/ 2147483647 w 906"/>
                    <a:gd name="T13" fmla="*/ 2147483647 h 738"/>
                    <a:gd name="T14" fmla="*/ 2147483647 w 906"/>
                    <a:gd name="T15" fmla="*/ 2147483647 h 738"/>
                    <a:gd name="T16" fmla="*/ 2147483647 w 906"/>
                    <a:gd name="T17" fmla="*/ 2147483647 h 738"/>
                    <a:gd name="T18" fmla="*/ 2147483647 w 906"/>
                    <a:gd name="T19" fmla="*/ 2147483647 h 738"/>
                    <a:gd name="T20" fmla="*/ 2147483647 w 906"/>
                    <a:gd name="T21" fmla="*/ 2147483647 h 738"/>
                    <a:gd name="T22" fmla="*/ 2147483647 w 906"/>
                    <a:gd name="T23" fmla="*/ 2147483647 h 738"/>
                    <a:gd name="T24" fmla="*/ 2147483647 w 906"/>
                    <a:gd name="T25" fmla="*/ 2147483647 h 738"/>
                    <a:gd name="T26" fmla="*/ 2147483647 w 906"/>
                    <a:gd name="T27" fmla="*/ 2147483647 h 738"/>
                    <a:gd name="T28" fmla="*/ 2147483647 w 906"/>
                    <a:gd name="T29" fmla="*/ 2147483647 h 738"/>
                    <a:gd name="T30" fmla="*/ 2147483647 w 906"/>
                    <a:gd name="T31" fmla="*/ 2147483647 h 738"/>
                    <a:gd name="T32" fmla="*/ 2147483647 w 906"/>
                    <a:gd name="T33" fmla="*/ 2147483647 h 738"/>
                    <a:gd name="T34" fmla="*/ 2147483647 w 906"/>
                    <a:gd name="T35" fmla="*/ 2147483647 h 738"/>
                    <a:gd name="T36" fmla="*/ 2147483647 w 906"/>
                    <a:gd name="T37" fmla="*/ 2147483647 h 738"/>
                    <a:gd name="T38" fmla="*/ 2147483647 w 906"/>
                    <a:gd name="T39" fmla="*/ 2147483647 h 738"/>
                    <a:gd name="T40" fmla="*/ 2147483647 w 906"/>
                    <a:gd name="T41" fmla="*/ 2147483647 h 738"/>
                    <a:gd name="T42" fmla="*/ 2147483647 w 906"/>
                    <a:gd name="T43" fmla="*/ 2147483647 h 738"/>
                    <a:gd name="T44" fmla="*/ 2147483647 w 906"/>
                    <a:gd name="T45" fmla="*/ 2147483647 h 738"/>
                    <a:gd name="T46" fmla="*/ 0 w 906"/>
                    <a:gd name="T47" fmla="*/ 2147483647 h 738"/>
                    <a:gd name="T48" fmla="*/ 2147483647 w 906"/>
                    <a:gd name="T49" fmla="*/ 2147483647 h 738"/>
                    <a:gd name="T50" fmla="*/ 2147483647 w 906"/>
                    <a:gd name="T51" fmla="*/ 2147483647 h 738"/>
                    <a:gd name="T52" fmla="*/ 2147483647 w 906"/>
                    <a:gd name="T53" fmla="*/ 2147483647 h 738"/>
                    <a:gd name="T54" fmla="*/ 2147483647 w 906"/>
                    <a:gd name="T55" fmla="*/ 2147483647 h 738"/>
                    <a:gd name="T56" fmla="*/ 2147483647 w 906"/>
                    <a:gd name="T57" fmla="*/ 2147483647 h 738"/>
                    <a:gd name="T58" fmla="*/ 2147483647 w 906"/>
                    <a:gd name="T59" fmla="*/ 2147483647 h 738"/>
                    <a:gd name="T60" fmla="*/ 2147483647 w 906"/>
                    <a:gd name="T61" fmla="*/ 2147483647 h 738"/>
                    <a:gd name="T62" fmla="*/ 2147483647 w 906"/>
                    <a:gd name="T63" fmla="*/ 2147483647 h 738"/>
                    <a:gd name="T64" fmla="*/ 2147483647 w 906"/>
                    <a:gd name="T65" fmla="*/ 2147483647 h 738"/>
                    <a:gd name="T66" fmla="*/ 2147483647 w 906"/>
                    <a:gd name="T67" fmla="*/ 2147483647 h 738"/>
                    <a:gd name="T68" fmla="*/ 2147483647 w 906"/>
                    <a:gd name="T69" fmla="*/ 2147483647 h 738"/>
                    <a:gd name="T70" fmla="*/ 2147483647 w 906"/>
                    <a:gd name="T71" fmla="*/ 2147483647 h 738"/>
                    <a:gd name="T72" fmla="*/ 2147483647 w 906"/>
                    <a:gd name="T73" fmla="*/ 2147483647 h 738"/>
                    <a:gd name="T74" fmla="*/ 2147483647 w 906"/>
                    <a:gd name="T75" fmla="*/ 2147483647 h 738"/>
                    <a:gd name="T76" fmla="*/ 2147483647 w 906"/>
                    <a:gd name="T77" fmla="*/ 2147483647 h 738"/>
                    <a:gd name="T78" fmla="*/ 2147483647 w 906"/>
                    <a:gd name="T79" fmla="*/ 2147483647 h 738"/>
                    <a:gd name="T80" fmla="*/ 2147483647 w 906"/>
                    <a:gd name="T81" fmla="*/ 2147483647 h 738"/>
                    <a:gd name="T82" fmla="*/ 2147483647 w 906"/>
                    <a:gd name="T83" fmla="*/ 2147483647 h 738"/>
                    <a:gd name="T84" fmla="*/ 2147483647 w 906"/>
                    <a:gd name="T85" fmla="*/ 2147483647 h 738"/>
                    <a:gd name="T86" fmla="*/ 2147483647 w 906"/>
                    <a:gd name="T87" fmla="*/ 2147483647 h 738"/>
                    <a:gd name="T88" fmla="*/ 2147483647 w 906"/>
                    <a:gd name="T89" fmla="*/ 2147483647 h 738"/>
                    <a:gd name="T90" fmla="*/ 2147483647 w 906"/>
                    <a:gd name="T91" fmla="*/ 2147483647 h 738"/>
                    <a:gd name="T92" fmla="*/ 2147483647 w 906"/>
                    <a:gd name="T93" fmla="*/ 2147483647 h 738"/>
                    <a:gd name="T94" fmla="*/ 2147483647 w 906"/>
                    <a:gd name="T95" fmla="*/ 2147483647 h 738"/>
                    <a:gd name="T96" fmla="*/ 2147483647 w 906"/>
                    <a:gd name="T97" fmla="*/ 2147483647 h 738"/>
                    <a:gd name="T98" fmla="*/ 2147483647 w 906"/>
                    <a:gd name="T99" fmla="*/ 2147483647 h 738"/>
                    <a:gd name="T100" fmla="*/ 2147483647 w 906"/>
                    <a:gd name="T101" fmla="*/ 2147483647 h 738"/>
                    <a:gd name="T102" fmla="*/ 2147483647 w 906"/>
                    <a:gd name="T103" fmla="*/ 2147483647 h 738"/>
                    <a:gd name="T104" fmla="*/ 2147483647 w 906"/>
                    <a:gd name="T105" fmla="*/ 2147483647 h 738"/>
                    <a:gd name="T106" fmla="*/ 2147483647 w 906"/>
                    <a:gd name="T107" fmla="*/ 2147483647 h 738"/>
                    <a:gd name="T108" fmla="*/ 2147483647 w 906"/>
                    <a:gd name="T109" fmla="*/ 2147483647 h 73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906"/>
                    <a:gd name="T166" fmla="*/ 0 h 738"/>
                    <a:gd name="T167" fmla="*/ 906 w 906"/>
                    <a:gd name="T168" fmla="*/ 738 h 73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906" h="738">
                      <a:moveTo>
                        <a:pt x="894" y="108"/>
                      </a:moveTo>
                      <a:lnTo>
                        <a:pt x="894" y="96"/>
                      </a:lnTo>
                      <a:lnTo>
                        <a:pt x="906" y="96"/>
                      </a:lnTo>
                      <a:lnTo>
                        <a:pt x="900" y="90"/>
                      </a:lnTo>
                      <a:lnTo>
                        <a:pt x="876" y="90"/>
                      </a:lnTo>
                      <a:lnTo>
                        <a:pt x="840" y="102"/>
                      </a:lnTo>
                      <a:lnTo>
                        <a:pt x="840" y="84"/>
                      </a:lnTo>
                      <a:lnTo>
                        <a:pt x="816" y="84"/>
                      </a:lnTo>
                      <a:lnTo>
                        <a:pt x="792" y="96"/>
                      </a:lnTo>
                      <a:lnTo>
                        <a:pt x="786" y="102"/>
                      </a:lnTo>
                      <a:lnTo>
                        <a:pt x="780" y="114"/>
                      </a:lnTo>
                      <a:lnTo>
                        <a:pt x="774" y="120"/>
                      </a:lnTo>
                      <a:lnTo>
                        <a:pt x="756" y="120"/>
                      </a:lnTo>
                      <a:lnTo>
                        <a:pt x="750" y="126"/>
                      </a:lnTo>
                      <a:lnTo>
                        <a:pt x="744" y="138"/>
                      </a:lnTo>
                      <a:lnTo>
                        <a:pt x="732" y="144"/>
                      </a:lnTo>
                      <a:lnTo>
                        <a:pt x="726" y="150"/>
                      </a:lnTo>
                      <a:lnTo>
                        <a:pt x="720" y="150"/>
                      </a:lnTo>
                      <a:lnTo>
                        <a:pt x="690" y="120"/>
                      </a:lnTo>
                      <a:lnTo>
                        <a:pt x="690" y="114"/>
                      </a:lnTo>
                      <a:lnTo>
                        <a:pt x="678" y="48"/>
                      </a:lnTo>
                      <a:lnTo>
                        <a:pt x="660" y="48"/>
                      </a:lnTo>
                      <a:lnTo>
                        <a:pt x="660" y="18"/>
                      </a:lnTo>
                      <a:lnTo>
                        <a:pt x="642" y="0"/>
                      </a:lnTo>
                      <a:lnTo>
                        <a:pt x="624" y="0"/>
                      </a:lnTo>
                      <a:lnTo>
                        <a:pt x="618" y="6"/>
                      </a:lnTo>
                      <a:lnTo>
                        <a:pt x="618" y="30"/>
                      </a:lnTo>
                      <a:lnTo>
                        <a:pt x="612" y="36"/>
                      </a:lnTo>
                      <a:lnTo>
                        <a:pt x="606" y="36"/>
                      </a:lnTo>
                      <a:lnTo>
                        <a:pt x="594" y="48"/>
                      </a:lnTo>
                      <a:lnTo>
                        <a:pt x="594" y="54"/>
                      </a:lnTo>
                      <a:lnTo>
                        <a:pt x="600" y="60"/>
                      </a:lnTo>
                      <a:lnTo>
                        <a:pt x="606" y="60"/>
                      </a:lnTo>
                      <a:lnTo>
                        <a:pt x="600" y="84"/>
                      </a:lnTo>
                      <a:lnTo>
                        <a:pt x="588" y="72"/>
                      </a:lnTo>
                      <a:lnTo>
                        <a:pt x="570" y="72"/>
                      </a:lnTo>
                      <a:lnTo>
                        <a:pt x="558" y="78"/>
                      </a:lnTo>
                      <a:lnTo>
                        <a:pt x="546" y="90"/>
                      </a:lnTo>
                      <a:lnTo>
                        <a:pt x="546" y="120"/>
                      </a:lnTo>
                      <a:lnTo>
                        <a:pt x="540" y="120"/>
                      </a:lnTo>
                      <a:lnTo>
                        <a:pt x="534" y="114"/>
                      </a:lnTo>
                      <a:lnTo>
                        <a:pt x="528" y="102"/>
                      </a:lnTo>
                      <a:lnTo>
                        <a:pt x="522" y="96"/>
                      </a:lnTo>
                      <a:lnTo>
                        <a:pt x="510" y="96"/>
                      </a:lnTo>
                      <a:lnTo>
                        <a:pt x="504" y="102"/>
                      </a:lnTo>
                      <a:lnTo>
                        <a:pt x="492" y="108"/>
                      </a:lnTo>
                      <a:lnTo>
                        <a:pt x="474" y="126"/>
                      </a:lnTo>
                      <a:lnTo>
                        <a:pt x="468" y="126"/>
                      </a:lnTo>
                      <a:lnTo>
                        <a:pt x="456" y="114"/>
                      </a:lnTo>
                      <a:lnTo>
                        <a:pt x="444" y="108"/>
                      </a:lnTo>
                      <a:lnTo>
                        <a:pt x="438" y="102"/>
                      </a:lnTo>
                      <a:lnTo>
                        <a:pt x="426" y="102"/>
                      </a:lnTo>
                      <a:lnTo>
                        <a:pt x="414" y="108"/>
                      </a:lnTo>
                      <a:lnTo>
                        <a:pt x="396" y="84"/>
                      </a:lnTo>
                      <a:lnTo>
                        <a:pt x="384" y="96"/>
                      </a:lnTo>
                      <a:lnTo>
                        <a:pt x="342" y="96"/>
                      </a:lnTo>
                      <a:lnTo>
                        <a:pt x="330" y="90"/>
                      </a:lnTo>
                      <a:lnTo>
                        <a:pt x="324" y="84"/>
                      </a:lnTo>
                      <a:lnTo>
                        <a:pt x="312" y="78"/>
                      </a:lnTo>
                      <a:lnTo>
                        <a:pt x="300" y="78"/>
                      </a:lnTo>
                      <a:lnTo>
                        <a:pt x="300" y="102"/>
                      </a:lnTo>
                      <a:lnTo>
                        <a:pt x="264" y="102"/>
                      </a:lnTo>
                      <a:lnTo>
                        <a:pt x="252" y="108"/>
                      </a:lnTo>
                      <a:lnTo>
                        <a:pt x="246" y="120"/>
                      </a:lnTo>
                      <a:lnTo>
                        <a:pt x="246" y="180"/>
                      </a:lnTo>
                      <a:lnTo>
                        <a:pt x="234" y="180"/>
                      </a:lnTo>
                      <a:lnTo>
                        <a:pt x="222" y="186"/>
                      </a:lnTo>
                      <a:lnTo>
                        <a:pt x="216" y="198"/>
                      </a:lnTo>
                      <a:lnTo>
                        <a:pt x="180" y="216"/>
                      </a:lnTo>
                      <a:lnTo>
                        <a:pt x="168" y="216"/>
                      </a:lnTo>
                      <a:lnTo>
                        <a:pt x="168" y="228"/>
                      </a:lnTo>
                      <a:lnTo>
                        <a:pt x="156" y="252"/>
                      </a:lnTo>
                      <a:lnTo>
                        <a:pt x="150" y="258"/>
                      </a:lnTo>
                      <a:lnTo>
                        <a:pt x="138" y="264"/>
                      </a:lnTo>
                      <a:lnTo>
                        <a:pt x="114" y="264"/>
                      </a:lnTo>
                      <a:lnTo>
                        <a:pt x="90" y="240"/>
                      </a:lnTo>
                      <a:lnTo>
                        <a:pt x="84" y="240"/>
                      </a:lnTo>
                      <a:lnTo>
                        <a:pt x="78" y="246"/>
                      </a:lnTo>
                      <a:lnTo>
                        <a:pt x="66" y="246"/>
                      </a:lnTo>
                      <a:lnTo>
                        <a:pt x="60" y="240"/>
                      </a:lnTo>
                      <a:lnTo>
                        <a:pt x="48" y="240"/>
                      </a:lnTo>
                      <a:lnTo>
                        <a:pt x="42" y="234"/>
                      </a:lnTo>
                      <a:lnTo>
                        <a:pt x="36" y="240"/>
                      </a:lnTo>
                      <a:lnTo>
                        <a:pt x="30" y="252"/>
                      </a:lnTo>
                      <a:lnTo>
                        <a:pt x="30" y="258"/>
                      </a:lnTo>
                      <a:lnTo>
                        <a:pt x="36" y="270"/>
                      </a:lnTo>
                      <a:lnTo>
                        <a:pt x="36" y="294"/>
                      </a:lnTo>
                      <a:lnTo>
                        <a:pt x="42" y="300"/>
                      </a:lnTo>
                      <a:lnTo>
                        <a:pt x="42" y="306"/>
                      </a:lnTo>
                      <a:lnTo>
                        <a:pt x="18" y="312"/>
                      </a:lnTo>
                      <a:lnTo>
                        <a:pt x="30" y="330"/>
                      </a:lnTo>
                      <a:lnTo>
                        <a:pt x="24" y="330"/>
                      </a:lnTo>
                      <a:lnTo>
                        <a:pt x="18" y="336"/>
                      </a:lnTo>
                      <a:lnTo>
                        <a:pt x="6" y="342"/>
                      </a:lnTo>
                      <a:lnTo>
                        <a:pt x="0" y="348"/>
                      </a:lnTo>
                      <a:lnTo>
                        <a:pt x="0" y="354"/>
                      </a:lnTo>
                      <a:lnTo>
                        <a:pt x="12" y="366"/>
                      </a:lnTo>
                      <a:lnTo>
                        <a:pt x="12" y="396"/>
                      </a:lnTo>
                      <a:lnTo>
                        <a:pt x="36" y="396"/>
                      </a:lnTo>
                      <a:lnTo>
                        <a:pt x="42" y="402"/>
                      </a:lnTo>
                      <a:lnTo>
                        <a:pt x="42" y="408"/>
                      </a:lnTo>
                      <a:lnTo>
                        <a:pt x="24" y="426"/>
                      </a:lnTo>
                      <a:lnTo>
                        <a:pt x="18" y="438"/>
                      </a:lnTo>
                      <a:lnTo>
                        <a:pt x="30" y="462"/>
                      </a:lnTo>
                      <a:lnTo>
                        <a:pt x="42" y="480"/>
                      </a:lnTo>
                      <a:lnTo>
                        <a:pt x="54" y="504"/>
                      </a:lnTo>
                      <a:lnTo>
                        <a:pt x="60" y="510"/>
                      </a:lnTo>
                      <a:lnTo>
                        <a:pt x="60" y="564"/>
                      </a:lnTo>
                      <a:lnTo>
                        <a:pt x="66" y="570"/>
                      </a:lnTo>
                      <a:lnTo>
                        <a:pt x="72" y="570"/>
                      </a:lnTo>
                      <a:lnTo>
                        <a:pt x="84" y="576"/>
                      </a:lnTo>
                      <a:lnTo>
                        <a:pt x="120" y="576"/>
                      </a:lnTo>
                      <a:lnTo>
                        <a:pt x="126" y="582"/>
                      </a:lnTo>
                      <a:lnTo>
                        <a:pt x="138" y="606"/>
                      </a:lnTo>
                      <a:lnTo>
                        <a:pt x="114" y="654"/>
                      </a:lnTo>
                      <a:lnTo>
                        <a:pt x="108" y="660"/>
                      </a:lnTo>
                      <a:lnTo>
                        <a:pt x="102" y="672"/>
                      </a:lnTo>
                      <a:lnTo>
                        <a:pt x="84" y="690"/>
                      </a:lnTo>
                      <a:lnTo>
                        <a:pt x="84" y="702"/>
                      </a:lnTo>
                      <a:lnTo>
                        <a:pt x="120" y="702"/>
                      </a:lnTo>
                      <a:lnTo>
                        <a:pt x="132" y="708"/>
                      </a:lnTo>
                      <a:lnTo>
                        <a:pt x="150" y="720"/>
                      </a:lnTo>
                      <a:lnTo>
                        <a:pt x="168" y="726"/>
                      </a:lnTo>
                      <a:lnTo>
                        <a:pt x="192" y="738"/>
                      </a:lnTo>
                      <a:lnTo>
                        <a:pt x="210" y="738"/>
                      </a:lnTo>
                      <a:lnTo>
                        <a:pt x="228" y="732"/>
                      </a:lnTo>
                      <a:lnTo>
                        <a:pt x="234" y="732"/>
                      </a:lnTo>
                      <a:lnTo>
                        <a:pt x="240" y="726"/>
                      </a:lnTo>
                      <a:lnTo>
                        <a:pt x="294" y="726"/>
                      </a:lnTo>
                      <a:lnTo>
                        <a:pt x="294" y="732"/>
                      </a:lnTo>
                      <a:lnTo>
                        <a:pt x="318" y="732"/>
                      </a:lnTo>
                      <a:lnTo>
                        <a:pt x="324" y="726"/>
                      </a:lnTo>
                      <a:lnTo>
                        <a:pt x="348" y="726"/>
                      </a:lnTo>
                      <a:lnTo>
                        <a:pt x="366" y="720"/>
                      </a:lnTo>
                      <a:lnTo>
                        <a:pt x="396" y="720"/>
                      </a:lnTo>
                      <a:lnTo>
                        <a:pt x="444" y="696"/>
                      </a:lnTo>
                      <a:lnTo>
                        <a:pt x="450" y="696"/>
                      </a:lnTo>
                      <a:lnTo>
                        <a:pt x="456" y="690"/>
                      </a:lnTo>
                      <a:lnTo>
                        <a:pt x="456" y="660"/>
                      </a:lnTo>
                      <a:lnTo>
                        <a:pt x="450" y="654"/>
                      </a:lnTo>
                      <a:lnTo>
                        <a:pt x="450" y="636"/>
                      </a:lnTo>
                      <a:lnTo>
                        <a:pt x="444" y="624"/>
                      </a:lnTo>
                      <a:lnTo>
                        <a:pt x="444" y="606"/>
                      </a:lnTo>
                      <a:lnTo>
                        <a:pt x="450" y="594"/>
                      </a:lnTo>
                      <a:lnTo>
                        <a:pt x="462" y="588"/>
                      </a:lnTo>
                      <a:lnTo>
                        <a:pt x="468" y="576"/>
                      </a:lnTo>
                      <a:lnTo>
                        <a:pt x="486" y="576"/>
                      </a:lnTo>
                      <a:lnTo>
                        <a:pt x="486" y="588"/>
                      </a:lnTo>
                      <a:lnTo>
                        <a:pt x="528" y="588"/>
                      </a:lnTo>
                      <a:lnTo>
                        <a:pt x="534" y="582"/>
                      </a:lnTo>
                      <a:lnTo>
                        <a:pt x="534" y="576"/>
                      </a:lnTo>
                      <a:lnTo>
                        <a:pt x="528" y="570"/>
                      </a:lnTo>
                      <a:lnTo>
                        <a:pt x="522" y="570"/>
                      </a:lnTo>
                      <a:lnTo>
                        <a:pt x="522" y="564"/>
                      </a:lnTo>
                      <a:lnTo>
                        <a:pt x="528" y="558"/>
                      </a:lnTo>
                      <a:lnTo>
                        <a:pt x="534" y="558"/>
                      </a:lnTo>
                      <a:lnTo>
                        <a:pt x="546" y="552"/>
                      </a:lnTo>
                      <a:lnTo>
                        <a:pt x="552" y="546"/>
                      </a:lnTo>
                      <a:lnTo>
                        <a:pt x="564" y="540"/>
                      </a:lnTo>
                      <a:lnTo>
                        <a:pt x="594" y="540"/>
                      </a:lnTo>
                      <a:lnTo>
                        <a:pt x="594" y="552"/>
                      </a:lnTo>
                      <a:lnTo>
                        <a:pt x="600" y="558"/>
                      </a:lnTo>
                      <a:lnTo>
                        <a:pt x="612" y="558"/>
                      </a:lnTo>
                      <a:lnTo>
                        <a:pt x="624" y="552"/>
                      </a:lnTo>
                      <a:lnTo>
                        <a:pt x="630" y="540"/>
                      </a:lnTo>
                      <a:lnTo>
                        <a:pt x="636" y="534"/>
                      </a:lnTo>
                      <a:lnTo>
                        <a:pt x="636" y="528"/>
                      </a:lnTo>
                      <a:lnTo>
                        <a:pt x="630" y="522"/>
                      </a:lnTo>
                      <a:lnTo>
                        <a:pt x="630" y="510"/>
                      </a:lnTo>
                      <a:lnTo>
                        <a:pt x="624" y="498"/>
                      </a:lnTo>
                      <a:lnTo>
                        <a:pt x="624" y="480"/>
                      </a:lnTo>
                      <a:lnTo>
                        <a:pt x="630" y="474"/>
                      </a:lnTo>
                      <a:lnTo>
                        <a:pt x="636" y="474"/>
                      </a:lnTo>
                      <a:lnTo>
                        <a:pt x="636" y="438"/>
                      </a:lnTo>
                      <a:lnTo>
                        <a:pt x="642" y="432"/>
                      </a:lnTo>
                      <a:lnTo>
                        <a:pt x="660" y="432"/>
                      </a:lnTo>
                      <a:lnTo>
                        <a:pt x="690" y="414"/>
                      </a:lnTo>
                      <a:lnTo>
                        <a:pt x="684" y="414"/>
                      </a:lnTo>
                      <a:lnTo>
                        <a:pt x="672" y="408"/>
                      </a:lnTo>
                      <a:lnTo>
                        <a:pt x="672" y="402"/>
                      </a:lnTo>
                      <a:lnTo>
                        <a:pt x="666" y="396"/>
                      </a:lnTo>
                      <a:lnTo>
                        <a:pt x="666" y="390"/>
                      </a:lnTo>
                      <a:lnTo>
                        <a:pt x="654" y="384"/>
                      </a:lnTo>
                      <a:lnTo>
                        <a:pt x="642" y="372"/>
                      </a:lnTo>
                      <a:lnTo>
                        <a:pt x="642" y="360"/>
                      </a:lnTo>
                      <a:lnTo>
                        <a:pt x="660" y="360"/>
                      </a:lnTo>
                      <a:lnTo>
                        <a:pt x="666" y="366"/>
                      </a:lnTo>
                      <a:lnTo>
                        <a:pt x="684" y="372"/>
                      </a:lnTo>
                      <a:lnTo>
                        <a:pt x="690" y="372"/>
                      </a:lnTo>
                      <a:lnTo>
                        <a:pt x="696" y="366"/>
                      </a:lnTo>
                      <a:lnTo>
                        <a:pt x="714" y="366"/>
                      </a:lnTo>
                      <a:lnTo>
                        <a:pt x="714" y="336"/>
                      </a:lnTo>
                      <a:lnTo>
                        <a:pt x="708" y="330"/>
                      </a:lnTo>
                      <a:lnTo>
                        <a:pt x="708" y="318"/>
                      </a:lnTo>
                      <a:lnTo>
                        <a:pt x="714" y="306"/>
                      </a:lnTo>
                      <a:lnTo>
                        <a:pt x="738" y="282"/>
                      </a:lnTo>
                      <a:lnTo>
                        <a:pt x="738" y="276"/>
                      </a:lnTo>
                      <a:lnTo>
                        <a:pt x="732" y="264"/>
                      </a:lnTo>
                      <a:lnTo>
                        <a:pt x="726" y="258"/>
                      </a:lnTo>
                      <a:lnTo>
                        <a:pt x="726" y="228"/>
                      </a:lnTo>
                      <a:lnTo>
                        <a:pt x="696" y="198"/>
                      </a:lnTo>
                      <a:lnTo>
                        <a:pt x="696" y="192"/>
                      </a:lnTo>
                      <a:lnTo>
                        <a:pt x="702" y="186"/>
                      </a:lnTo>
                      <a:lnTo>
                        <a:pt x="708" y="174"/>
                      </a:lnTo>
                      <a:lnTo>
                        <a:pt x="714" y="168"/>
                      </a:lnTo>
                      <a:lnTo>
                        <a:pt x="738" y="156"/>
                      </a:lnTo>
                      <a:lnTo>
                        <a:pt x="744" y="150"/>
                      </a:lnTo>
                      <a:lnTo>
                        <a:pt x="768" y="138"/>
                      </a:lnTo>
                      <a:lnTo>
                        <a:pt x="774" y="138"/>
                      </a:lnTo>
                      <a:lnTo>
                        <a:pt x="780" y="132"/>
                      </a:lnTo>
                      <a:lnTo>
                        <a:pt x="822" y="132"/>
                      </a:lnTo>
                      <a:lnTo>
                        <a:pt x="828" y="126"/>
                      </a:lnTo>
                      <a:lnTo>
                        <a:pt x="852" y="126"/>
                      </a:lnTo>
                      <a:lnTo>
                        <a:pt x="864" y="132"/>
                      </a:lnTo>
                      <a:lnTo>
                        <a:pt x="876" y="132"/>
                      </a:lnTo>
                      <a:lnTo>
                        <a:pt x="882" y="126"/>
                      </a:lnTo>
                      <a:lnTo>
                        <a:pt x="894" y="126"/>
                      </a:lnTo>
                      <a:lnTo>
                        <a:pt x="900" y="120"/>
                      </a:lnTo>
                      <a:lnTo>
                        <a:pt x="894" y="114"/>
                      </a:lnTo>
                      <a:lnTo>
                        <a:pt x="894" y="108"/>
                      </a:lnTo>
                      <a:close/>
                    </a:path>
                  </a:pathLst>
                </a:custGeom>
                <a:solidFill>
                  <a:srgbClr val="A29C97"/>
                </a:solidFill>
                <a:ln w="3175">
                  <a:solidFill>
                    <a:schemeClr val="bg1">
                      <a:lumMod val="85000"/>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685750" rtl="0">
                    <a:defRPr/>
                  </a:pPr>
                  <a:endParaRPr lang="en-US" sz="2000">
                    <a:solidFill>
                      <a:srgbClr val="FFFFFF"/>
                    </a:solidFill>
                    <a:latin typeface="Arial" panose="020B0604020202020204" pitchFamily="34" charset="0"/>
                    <a:cs typeface="Arial" panose="020B0604020202020204" pitchFamily="34" charset="0"/>
                  </a:endParaRPr>
                </a:p>
              </p:txBody>
            </p:sp>
            <p:sp>
              <p:nvSpPr>
                <p:cNvPr id="346" name="SIngapore Freeform 55">
                  <a:extLst>
                    <a:ext uri="{FF2B5EF4-FFF2-40B4-BE49-F238E27FC236}">
                      <a16:creationId xmlns:a16="http://schemas.microsoft.com/office/drawing/2014/main" id="{8979819B-144B-45F9-8BE1-10830B8506F1}"/>
                    </a:ext>
                  </a:extLst>
                </p:cNvPr>
                <p:cNvSpPr>
                  <a:spLocks noChangeAspect="1"/>
                </p:cNvSpPr>
                <p:nvPr/>
              </p:nvSpPr>
              <p:spPr bwMode="auto">
                <a:xfrm>
                  <a:off x="8956128" y="3786985"/>
                  <a:ext cx="72947" cy="45719"/>
                </a:xfrm>
                <a:custGeom>
                  <a:avLst/>
                  <a:gdLst>
                    <a:gd name="T0" fmla="*/ 9062 w 16051"/>
                    <a:gd name="T1" fmla="*/ 7389 h 8746"/>
                    <a:gd name="T2" fmla="*/ 9416 w 16051"/>
                    <a:gd name="T3" fmla="*/ 6729 h 8746"/>
                    <a:gd name="T4" fmla="*/ 9651 w 16051"/>
                    <a:gd name="T5" fmla="*/ 6211 h 8746"/>
                    <a:gd name="T6" fmla="*/ 9631 w 16051"/>
                    <a:gd name="T7" fmla="*/ 6920 h 8746"/>
                    <a:gd name="T8" fmla="*/ 10557 w 16051"/>
                    <a:gd name="T9" fmla="*/ 6628 h 8746"/>
                    <a:gd name="T10" fmla="*/ 12214 w 16051"/>
                    <a:gd name="T11" fmla="*/ 6142 h 8746"/>
                    <a:gd name="T12" fmla="*/ 13877 w 16051"/>
                    <a:gd name="T13" fmla="*/ 5778 h 8746"/>
                    <a:gd name="T14" fmla="*/ 14892 w 16051"/>
                    <a:gd name="T15" fmla="*/ 5852 h 8746"/>
                    <a:gd name="T16" fmla="*/ 14950 w 16051"/>
                    <a:gd name="T17" fmla="*/ 5418 h 8746"/>
                    <a:gd name="T18" fmla="*/ 15547 w 16051"/>
                    <a:gd name="T19" fmla="*/ 4585 h 8746"/>
                    <a:gd name="T20" fmla="*/ 15811 w 16051"/>
                    <a:gd name="T21" fmla="*/ 4185 h 8746"/>
                    <a:gd name="T22" fmla="*/ 14730 w 16051"/>
                    <a:gd name="T23" fmla="*/ 3654 h 8746"/>
                    <a:gd name="T24" fmla="*/ 13621 w 16051"/>
                    <a:gd name="T25" fmla="*/ 2952 h 8746"/>
                    <a:gd name="T26" fmla="*/ 13116 w 16051"/>
                    <a:gd name="T27" fmla="*/ 3338 h 8746"/>
                    <a:gd name="T28" fmla="*/ 11804 w 16051"/>
                    <a:gd name="T29" fmla="*/ 2714 h 8746"/>
                    <a:gd name="T30" fmla="*/ 11576 w 16051"/>
                    <a:gd name="T31" fmla="*/ 2506 h 8746"/>
                    <a:gd name="T32" fmla="*/ 10324 w 16051"/>
                    <a:gd name="T33" fmla="*/ 1704 h 8746"/>
                    <a:gd name="T34" fmla="*/ 9865 w 16051"/>
                    <a:gd name="T35" fmla="*/ 1406 h 8746"/>
                    <a:gd name="T36" fmla="*/ 9938 w 16051"/>
                    <a:gd name="T37" fmla="*/ 2025 h 8746"/>
                    <a:gd name="T38" fmla="*/ 9093 w 16051"/>
                    <a:gd name="T39" fmla="*/ 2114 h 8746"/>
                    <a:gd name="T40" fmla="*/ 8175 w 16051"/>
                    <a:gd name="T41" fmla="*/ 2491 h 8746"/>
                    <a:gd name="T42" fmla="*/ 9140 w 16051"/>
                    <a:gd name="T43" fmla="*/ 1592 h 8746"/>
                    <a:gd name="T44" fmla="*/ 8958 w 16051"/>
                    <a:gd name="T45" fmla="*/ 1223 h 8746"/>
                    <a:gd name="T46" fmla="*/ 8925 w 16051"/>
                    <a:gd name="T47" fmla="*/ 752 h 8746"/>
                    <a:gd name="T48" fmla="*/ 8202 w 16051"/>
                    <a:gd name="T49" fmla="*/ 378 h 8746"/>
                    <a:gd name="T50" fmla="*/ 7841 w 16051"/>
                    <a:gd name="T51" fmla="*/ 107 h 8746"/>
                    <a:gd name="T52" fmla="*/ 6849 w 16051"/>
                    <a:gd name="T53" fmla="*/ 254 h 8746"/>
                    <a:gd name="T54" fmla="*/ 5790 w 16051"/>
                    <a:gd name="T55" fmla="*/ 952 h 8746"/>
                    <a:gd name="T56" fmla="*/ 4919 w 16051"/>
                    <a:gd name="T57" fmla="*/ 1170 h 8746"/>
                    <a:gd name="T58" fmla="*/ 4362 w 16051"/>
                    <a:gd name="T59" fmla="*/ 816 h 8746"/>
                    <a:gd name="T60" fmla="*/ 3447 w 16051"/>
                    <a:gd name="T61" fmla="*/ 1066 h 8746"/>
                    <a:gd name="T62" fmla="*/ 2768 w 16051"/>
                    <a:gd name="T63" fmla="*/ 1599 h 8746"/>
                    <a:gd name="T64" fmla="*/ 2743 w 16051"/>
                    <a:gd name="T65" fmla="*/ 1676 h 8746"/>
                    <a:gd name="T66" fmla="*/ 2400 w 16051"/>
                    <a:gd name="T67" fmla="*/ 1759 h 8746"/>
                    <a:gd name="T68" fmla="*/ 2200 w 16051"/>
                    <a:gd name="T69" fmla="*/ 2155 h 8746"/>
                    <a:gd name="T70" fmla="*/ 1871 w 16051"/>
                    <a:gd name="T71" fmla="*/ 2850 h 8746"/>
                    <a:gd name="T72" fmla="*/ 2048 w 16051"/>
                    <a:gd name="T73" fmla="*/ 3309 h 8746"/>
                    <a:gd name="T74" fmla="*/ 2478 w 16051"/>
                    <a:gd name="T75" fmla="*/ 3431 h 8746"/>
                    <a:gd name="T76" fmla="*/ 2278 w 16051"/>
                    <a:gd name="T77" fmla="*/ 3758 h 8746"/>
                    <a:gd name="T78" fmla="*/ 2012 w 16051"/>
                    <a:gd name="T79" fmla="*/ 3714 h 8746"/>
                    <a:gd name="T80" fmla="*/ 1525 w 16051"/>
                    <a:gd name="T81" fmla="*/ 4162 h 8746"/>
                    <a:gd name="T82" fmla="*/ 1351 w 16051"/>
                    <a:gd name="T83" fmla="*/ 4640 h 8746"/>
                    <a:gd name="T84" fmla="*/ 1422 w 16051"/>
                    <a:gd name="T85" fmla="*/ 4975 h 8746"/>
                    <a:gd name="T86" fmla="*/ 1068 w 16051"/>
                    <a:gd name="T87" fmla="*/ 4276 h 8746"/>
                    <a:gd name="T88" fmla="*/ 1388 w 16051"/>
                    <a:gd name="T89" fmla="*/ 3732 h 8746"/>
                    <a:gd name="T90" fmla="*/ 818 w 16051"/>
                    <a:gd name="T91" fmla="*/ 4924 h 8746"/>
                    <a:gd name="T92" fmla="*/ 442 w 16051"/>
                    <a:gd name="T93" fmla="*/ 7063 h 8746"/>
                    <a:gd name="T94" fmla="*/ 1996 w 16051"/>
                    <a:gd name="T95" fmla="*/ 6814 h 8746"/>
                    <a:gd name="T96" fmla="*/ 3148 w 16051"/>
                    <a:gd name="T97" fmla="*/ 6208 h 8746"/>
                    <a:gd name="T98" fmla="*/ 3461 w 16051"/>
                    <a:gd name="T99" fmla="*/ 6689 h 8746"/>
                    <a:gd name="T100" fmla="*/ 3109 w 16051"/>
                    <a:gd name="T101" fmla="*/ 7221 h 8746"/>
                    <a:gd name="T102" fmla="*/ 3026 w 16051"/>
                    <a:gd name="T103" fmla="*/ 6870 h 8746"/>
                    <a:gd name="T104" fmla="*/ 2122 w 16051"/>
                    <a:gd name="T105" fmla="*/ 7204 h 8746"/>
                    <a:gd name="T106" fmla="*/ 2099 w 16051"/>
                    <a:gd name="T107" fmla="*/ 8595 h 8746"/>
                    <a:gd name="T108" fmla="*/ 3618 w 16051"/>
                    <a:gd name="T109" fmla="*/ 7593 h 8746"/>
                    <a:gd name="T110" fmla="*/ 4516 w 16051"/>
                    <a:gd name="T111" fmla="*/ 7567 h 8746"/>
                    <a:gd name="T112" fmla="*/ 4243 w 16051"/>
                    <a:gd name="T113" fmla="*/ 6887 h 8746"/>
                    <a:gd name="T114" fmla="*/ 3797 w 16051"/>
                    <a:gd name="T115" fmla="*/ 6076 h 8746"/>
                    <a:gd name="T116" fmla="*/ 5234 w 16051"/>
                    <a:gd name="T117" fmla="*/ 6226 h 8746"/>
                    <a:gd name="T118" fmla="*/ 5878 w 16051"/>
                    <a:gd name="T119" fmla="*/ 7109 h 8746"/>
                    <a:gd name="T120" fmla="*/ 5285 w 16051"/>
                    <a:gd name="T121" fmla="*/ 6838 h 8746"/>
                    <a:gd name="T122" fmla="*/ 7296 w 16051"/>
                    <a:gd name="T123" fmla="*/ 7712 h 8746"/>
                    <a:gd name="T124" fmla="*/ 8142 w 16051"/>
                    <a:gd name="T125" fmla="*/ 7965 h 87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6051" h="8746">
                      <a:moveTo>
                        <a:pt x="8332" y="7602"/>
                      </a:moveTo>
                      <a:lnTo>
                        <a:pt x="8407" y="7602"/>
                      </a:lnTo>
                      <a:lnTo>
                        <a:pt x="8420" y="7606"/>
                      </a:lnTo>
                      <a:lnTo>
                        <a:pt x="8433" y="7610"/>
                      </a:lnTo>
                      <a:lnTo>
                        <a:pt x="8455" y="7614"/>
                      </a:lnTo>
                      <a:lnTo>
                        <a:pt x="8473" y="7620"/>
                      </a:lnTo>
                      <a:lnTo>
                        <a:pt x="8491" y="7627"/>
                      </a:lnTo>
                      <a:lnTo>
                        <a:pt x="8511" y="7635"/>
                      </a:lnTo>
                      <a:lnTo>
                        <a:pt x="8529" y="7642"/>
                      </a:lnTo>
                      <a:lnTo>
                        <a:pt x="8544" y="7649"/>
                      </a:lnTo>
                      <a:lnTo>
                        <a:pt x="8559" y="7657"/>
                      </a:lnTo>
                      <a:lnTo>
                        <a:pt x="8574" y="7668"/>
                      </a:lnTo>
                      <a:lnTo>
                        <a:pt x="8583" y="7672"/>
                      </a:lnTo>
                      <a:lnTo>
                        <a:pt x="8589" y="7678"/>
                      </a:lnTo>
                      <a:lnTo>
                        <a:pt x="8595" y="7686"/>
                      </a:lnTo>
                      <a:lnTo>
                        <a:pt x="8601" y="7692"/>
                      </a:lnTo>
                      <a:lnTo>
                        <a:pt x="8609" y="7705"/>
                      </a:lnTo>
                      <a:lnTo>
                        <a:pt x="8618" y="7719"/>
                      </a:lnTo>
                      <a:lnTo>
                        <a:pt x="8625" y="7734"/>
                      </a:lnTo>
                      <a:lnTo>
                        <a:pt x="8634" y="7748"/>
                      </a:lnTo>
                      <a:lnTo>
                        <a:pt x="8643" y="7762"/>
                      </a:lnTo>
                      <a:lnTo>
                        <a:pt x="8655" y="7776"/>
                      </a:lnTo>
                      <a:lnTo>
                        <a:pt x="8666" y="7786"/>
                      </a:lnTo>
                      <a:lnTo>
                        <a:pt x="8677" y="7795"/>
                      </a:lnTo>
                      <a:lnTo>
                        <a:pt x="8684" y="7801"/>
                      </a:lnTo>
                      <a:lnTo>
                        <a:pt x="8689" y="7807"/>
                      </a:lnTo>
                      <a:lnTo>
                        <a:pt x="8691" y="7811"/>
                      </a:lnTo>
                      <a:lnTo>
                        <a:pt x="8695" y="7812"/>
                      </a:lnTo>
                      <a:lnTo>
                        <a:pt x="8699" y="7815"/>
                      </a:lnTo>
                      <a:lnTo>
                        <a:pt x="8704" y="7815"/>
                      </a:lnTo>
                      <a:lnTo>
                        <a:pt x="8706" y="7815"/>
                      </a:lnTo>
                      <a:lnTo>
                        <a:pt x="8707" y="7813"/>
                      </a:lnTo>
                      <a:lnTo>
                        <a:pt x="8710" y="7812"/>
                      </a:lnTo>
                      <a:lnTo>
                        <a:pt x="8711" y="7810"/>
                      </a:lnTo>
                      <a:lnTo>
                        <a:pt x="8713" y="7805"/>
                      </a:lnTo>
                      <a:lnTo>
                        <a:pt x="8716" y="7801"/>
                      </a:lnTo>
                      <a:lnTo>
                        <a:pt x="8723" y="7797"/>
                      </a:lnTo>
                      <a:lnTo>
                        <a:pt x="8729" y="7792"/>
                      </a:lnTo>
                      <a:lnTo>
                        <a:pt x="8719" y="7775"/>
                      </a:lnTo>
                      <a:lnTo>
                        <a:pt x="8710" y="7760"/>
                      </a:lnTo>
                      <a:lnTo>
                        <a:pt x="8700" y="7745"/>
                      </a:lnTo>
                      <a:lnTo>
                        <a:pt x="8690" y="7728"/>
                      </a:lnTo>
                      <a:lnTo>
                        <a:pt x="8683" y="7718"/>
                      </a:lnTo>
                      <a:lnTo>
                        <a:pt x="8676" y="7709"/>
                      </a:lnTo>
                      <a:lnTo>
                        <a:pt x="8672" y="7704"/>
                      </a:lnTo>
                      <a:lnTo>
                        <a:pt x="8670" y="7699"/>
                      </a:lnTo>
                      <a:lnTo>
                        <a:pt x="8669" y="7693"/>
                      </a:lnTo>
                      <a:lnTo>
                        <a:pt x="8667" y="7687"/>
                      </a:lnTo>
                      <a:lnTo>
                        <a:pt x="8670" y="7682"/>
                      </a:lnTo>
                      <a:lnTo>
                        <a:pt x="8672" y="7678"/>
                      </a:lnTo>
                      <a:lnTo>
                        <a:pt x="8677" y="7676"/>
                      </a:lnTo>
                      <a:lnTo>
                        <a:pt x="8681" y="7674"/>
                      </a:lnTo>
                      <a:lnTo>
                        <a:pt x="8690" y="7666"/>
                      </a:lnTo>
                      <a:lnTo>
                        <a:pt x="8699" y="7661"/>
                      </a:lnTo>
                      <a:lnTo>
                        <a:pt x="8708" y="7657"/>
                      </a:lnTo>
                      <a:lnTo>
                        <a:pt x="8719" y="7651"/>
                      </a:lnTo>
                      <a:lnTo>
                        <a:pt x="8915" y="7853"/>
                      </a:lnTo>
                      <a:lnTo>
                        <a:pt x="8928" y="7845"/>
                      </a:lnTo>
                      <a:lnTo>
                        <a:pt x="8941" y="7838"/>
                      </a:lnTo>
                      <a:lnTo>
                        <a:pt x="8930" y="7824"/>
                      </a:lnTo>
                      <a:lnTo>
                        <a:pt x="8919" y="7813"/>
                      </a:lnTo>
                      <a:lnTo>
                        <a:pt x="8915" y="7807"/>
                      </a:lnTo>
                      <a:lnTo>
                        <a:pt x="8910" y="7801"/>
                      </a:lnTo>
                      <a:lnTo>
                        <a:pt x="8905" y="7794"/>
                      </a:lnTo>
                      <a:lnTo>
                        <a:pt x="8902" y="7786"/>
                      </a:lnTo>
                      <a:lnTo>
                        <a:pt x="8896" y="7780"/>
                      </a:lnTo>
                      <a:lnTo>
                        <a:pt x="8893" y="7772"/>
                      </a:lnTo>
                      <a:lnTo>
                        <a:pt x="8893" y="7769"/>
                      </a:lnTo>
                      <a:lnTo>
                        <a:pt x="8895" y="7765"/>
                      </a:lnTo>
                      <a:lnTo>
                        <a:pt x="8898" y="7762"/>
                      </a:lnTo>
                      <a:lnTo>
                        <a:pt x="8900" y="7758"/>
                      </a:lnTo>
                      <a:lnTo>
                        <a:pt x="8906" y="7751"/>
                      </a:lnTo>
                      <a:lnTo>
                        <a:pt x="8912" y="7744"/>
                      </a:lnTo>
                      <a:lnTo>
                        <a:pt x="8922" y="7343"/>
                      </a:lnTo>
                      <a:lnTo>
                        <a:pt x="8935" y="7347"/>
                      </a:lnTo>
                      <a:lnTo>
                        <a:pt x="8947" y="7352"/>
                      </a:lnTo>
                      <a:lnTo>
                        <a:pt x="8959" y="7356"/>
                      </a:lnTo>
                      <a:lnTo>
                        <a:pt x="8972" y="7362"/>
                      </a:lnTo>
                      <a:lnTo>
                        <a:pt x="8986" y="7366"/>
                      </a:lnTo>
                      <a:lnTo>
                        <a:pt x="8999" y="7368"/>
                      </a:lnTo>
                      <a:lnTo>
                        <a:pt x="9011" y="7371"/>
                      </a:lnTo>
                      <a:lnTo>
                        <a:pt x="9024" y="7374"/>
                      </a:lnTo>
                      <a:lnTo>
                        <a:pt x="9038" y="7380"/>
                      </a:lnTo>
                      <a:lnTo>
                        <a:pt x="9050" y="7385"/>
                      </a:lnTo>
                      <a:lnTo>
                        <a:pt x="9062" y="7389"/>
                      </a:lnTo>
                      <a:lnTo>
                        <a:pt x="9075" y="7391"/>
                      </a:lnTo>
                      <a:lnTo>
                        <a:pt x="9075" y="7442"/>
                      </a:lnTo>
                      <a:lnTo>
                        <a:pt x="9099" y="7446"/>
                      </a:lnTo>
                      <a:lnTo>
                        <a:pt x="9121" y="7449"/>
                      </a:lnTo>
                      <a:lnTo>
                        <a:pt x="9141" y="7453"/>
                      </a:lnTo>
                      <a:lnTo>
                        <a:pt x="9165" y="7459"/>
                      </a:lnTo>
                      <a:lnTo>
                        <a:pt x="9199" y="7469"/>
                      </a:lnTo>
                      <a:lnTo>
                        <a:pt x="9229" y="7477"/>
                      </a:lnTo>
                      <a:lnTo>
                        <a:pt x="9244" y="7482"/>
                      </a:lnTo>
                      <a:lnTo>
                        <a:pt x="9259" y="7484"/>
                      </a:lnTo>
                      <a:lnTo>
                        <a:pt x="9275" y="7487"/>
                      </a:lnTo>
                      <a:lnTo>
                        <a:pt x="9293" y="7488"/>
                      </a:lnTo>
                      <a:lnTo>
                        <a:pt x="9305" y="7487"/>
                      </a:lnTo>
                      <a:lnTo>
                        <a:pt x="9315" y="7485"/>
                      </a:lnTo>
                      <a:lnTo>
                        <a:pt x="9325" y="7484"/>
                      </a:lnTo>
                      <a:lnTo>
                        <a:pt x="9334" y="7482"/>
                      </a:lnTo>
                      <a:lnTo>
                        <a:pt x="9351" y="7475"/>
                      </a:lnTo>
                      <a:lnTo>
                        <a:pt x="9370" y="7465"/>
                      </a:lnTo>
                      <a:lnTo>
                        <a:pt x="9385" y="7458"/>
                      </a:lnTo>
                      <a:lnTo>
                        <a:pt x="9398" y="7452"/>
                      </a:lnTo>
                      <a:lnTo>
                        <a:pt x="9405" y="7448"/>
                      </a:lnTo>
                      <a:lnTo>
                        <a:pt x="9411" y="7443"/>
                      </a:lnTo>
                      <a:lnTo>
                        <a:pt x="9416" y="7438"/>
                      </a:lnTo>
                      <a:lnTo>
                        <a:pt x="9422" y="7432"/>
                      </a:lnTo>
                      <a:lnTo>
                        <a:pt x="9439" y="7414"/>
                      </a:lnTo>
                      <a:lnTo>
                        <a:pt x="9456" y="7399"/>
                      </a:lnTo>
                      <a:lnTo>
                        <a:pt x="9473" y="7384"/>
                      </a:lnTo>
                      <a:lnTo>
                        <a:pt x="9492" y="7368"/>
                      </a:lnTo>
                      <a:lnTo>
                        <a:pt x="9519" y="7348"/>
                      </a:lnTo>
                      <a:lnTo>
                        <a:pt x="9543" y="7330"/>
                      </a:lnTo>
                      <a:lnTo>
                        <a:pt x="9567" y="7313"/>
                      </a:lnTo>
                      <a:lnTo>
                        <a:pt x="9595" y="7295"/>
                      </a:lnTo>
                      <a:lnTo>
                        <a:pt x="9613" y="7284"/>
                      </a:lnTo>
                      <a:lnTo>
                        <a:pt x="9628" y="7273"/>
                      </a:lnTo>
                      <a:lnTo>
                        <a:pt x="9636" y="7267"/>
                      </a:lnTo>
                      <a:lnTo>
                        <a:pt x="9643" y="7260"/>
                      </a:lnTo>
                      <a:lnTo>
                        <a:pt x="9649" y="7253"/>
                      </a:lnTo>
                      <a:lnTo>
                        <a:pt x="9656" y="7243"/>
                      </a:lnTo>
                      <a:lnTo>
                        <a:pt x="9662" y="7237"/>
                      </a:lnTo>
                      <a:lnTo>
                        <a:pt x="9668" y="7232"/>
                      </a:lnTo>
                      <a:lnTo>
                        <a:pt x="9672" y="7229"/>
                      </a:lnTo>
                      <a:lnTo>
                        <a:pt x="9673" y="7226"/>
                      </a:lnTo>
                      <a:lnTo>
                        <a:pt x="9675" y="7223"/>
                      </a:lnTo>
                      <a:lnTo>
                        <a:pt x="9675" y="7218"/>
                      </a:lnTo>
                      <a:lnTo>
                        <a:pt x="9674" y="7210"/>
                      </a:lnTo>
                      <a:lnTo>
                        <a:pt x="9673" y="7203"/>
                      </a:lnTo>
                      <a:lnTo>
                        <a:pt x="9671" y="7197"/>
                      </a:lnTo>
                      <a:lnTo>
                        <a:pt x="9667" y="7191"/>
                      </a:lnTo>
                      <a:lnTo>
                        <a:pt x="9660" y="7179"/>
                      </a:lnTo>
                      <a:lnTo>
                        <a:pt x="9653" y="7167"/>
                      </a:lnTo>
                      <a:lnTo>
                        <a:pt x="9650" y="7156"/>
                      </a:lnTo>
                      <a:lnTo>
                        <a:pt x="9648" y="7148"/>
                      </a:lnTo>
                      <a:lnTo>
                        <a:pt x="9645" y="7138"/>
                      </a:lnTo>
                      <a:lnTo>
                        <a:pt x="9643" y="7128"/>
                      </a:lnTo>
                      <a:lnTo>
                        <a:pt x="9641" y="7120"/>
                      </a:lnTo>
                      <a:lnTo>
                        <a:pt x="9636" y="7114"/>
                      </a:lnTo>
                      <a:lnTo>
                        <a:pt x="9630" y="7109"/>
                      </a:lnTo>
                      <a:lnTo>
                        <a:pt x="9624" y="7102"/>
                      </a:lnTo>
                      <a:lnTo>
                        <a:pt x="9614" y="7089"/>
                      </a:lnTo>
                      <a:lnTo>
                        <a:pt x="9603" y="7077"/>
                      </a:lnTo>
                      <a:lnTo>
                        <a:pt x="9593" y="7065"/>
                      </a:lnTo>
                      <a:lnTo>
                        <a:pt x="9583" y="7051"/>
                      </a:lnTo>
                      <a:lnTo>
                        <a:pt x="9571" y="7036"/>
                      </a:lnTo>
                      <a:lnTo>
                        <a:pt x="9557" y="7022"/>
                      </a:lnTo>
                      <a:lnTo>
                        <a:pt x="9544" y="7010"/>
                      </a:lnTo>
                      <a:lnTo>
                        <a:pt x="9528" y="6999"/>
                      </a:lnTo>
                      <a:lnTo>
                        <a:pt x="9518" y="6992"/>
                      </a:lnTo>
                      <a:lnTo>
                        <a:pt x="9510" y="6984"/>
                      </a:lnTo>
                      <a:lnTo>
                        <a:pt x="9503" y="6975"/>
                      </a:lnTo>
                      <a:lnTo>
                        <a:pt x="9496" y="6968"/>
                      </a:lnTo>
                      <a:lnTo>
                        <a:pt x="9489" y="6960"/>
                      </a:lnTo>
                      <a:lnTo>
                        <a:pt x="9481" y="6951"/>
                      </a:lnTo>
                      <a:lnTo>
                        <a:pt x="9474" y="6943"/>
                      </a:lnTo>
                      <a:lnTo>
                        <a:pt x="9463" y="6935"/>
                      </a:lnTo>
                      <a:lnTo>
                        <a:pt x="9454" y="6928"/>
                      </a:lnTo>
                      <a:lnTo>
                        <a:pt x="9444" y="6922"/>
                      </a:lnTo>
                      <a:lnTo>
                        <a:pt x="9436" y="6916"/>
                      </a:lnTo>
                      <a:lnTo>
                        <a:pt x="9425" y="6910"/>
                      </a:lnTo>
                      <a:lnTo>
                        <a:pt x="9425" y="6881"/>
                      </a:lnTo>
                      <a:lnTo>
                        <a:pt x="9423" y="6855"/>
                      </a:lnTo>
                      <a:lnTo>
                        <a:pt x="9422" y="6829"/>
                      </a:lnTo>
                      <a:lnTo>
                        <a:pt x="9420" y="6805"/>
                      </a:lnTo>
                      <a:lnTo>
                        <a:pt x="9419" y="6781"/>
                      </a:lnTo>
                      <a:lnTo>
                        <a:pt x="9417" y="6756"/>
                      </a:lnTo>
                      <a:lnTo>
                        <a:pt x="9416" y="6729"/>
                      </a:lnTo>
                      <a:lnTo>
                        <a:pt x="9415" y="6700"/>
                      </a:lnTo>
                      <a:lnTo>
                        <a:pt x="9416" y="6685"/>
                      </a:lnTo>
                      <a:lnTo>
                        <a:pt x="9417" y="6670"/>
                      </a:lnTo>
                      <a:lnTo>
                        <a:pt x="9419" y="6656"/>
                      </a:lnTo>
                      <a:lnTo>
                        <a:pt x="9419" y="6640"/>
                      </a:lnTo>
                      <a:lnTo>
                        <a:pt x="9414" y="6595"/>
                      </a:lnTo>
                      <a:lnTo>
                        <a:pt x="9408" y="6556"/>
                      </a:lnTo>
                      <a:lnTo>
                        <a:pt x="9404" y="6536"/>
                      </a:lnTo>
                      <a:lnTo>
                        <a:pt x="9402" y="6517"/>
                      </a:lnTo>
                      <a:lnTo>
                        <a:pt x="9401" y="6495"/>
                      </a:lnTo>
                      <a:lnTo>
                        <a:pt x="9399" y="6471"/>
                      </a:lnTo>
                      <a:lnTo>
                        <a:pt x="9401" y="6455"/>
                      </a:lnTo>
                      <a:lnTo>
                        <a:pt x="9403" y="6440"/>
                      </a:lnTo>
                      <a:lnTo>
                        <a:pt x="9404" y="6433"/>
                      </a:lnTo>
                      <a:lnTo>
                        <a:pt x="9408" y="6427"/>
                      </a:lnTo>
                      <a:lnTo>
                        <a:pt x="9411" y="6419"/>
                      </a:lnTo>
                      <a:lnTo>
                        <a:pt x="9415" y="6412"/>
                      </a:lnTo>
                      <a:lnTo>
                        <a:pt x="9421" y="6406"/>
                      </a:lnTo>
                      <a:lnTo>
                        <a:pt x="9427" y="6400"/>
                      </a:lnTo>
                      <a:lnTo>
                        <a:pt x="9434" y="6395"/>
                      </a:lnTo>
                      <a:lnTo>
                        <a:pt x="9440" y="6392"/>
                      </a:lnTo>
                      <a:lnTo>
                        <a:pt x="9448" y="6387"/>
                      </a:lnTo>
                      <a:lnTo>
                        <a:pt x="9454" y="6382"/>
                      </a:lnTo>
                      <a:lnTo>
                        <a:pt x="9461" y="6377"/>
                      </a:lnTo>
                      <a:lnTo>
                        <a:pt x="9467" y="6371"/>
                      </a:lnTo>
                      <a:lnTo>
                        <a:pt x="9474" y="6360"/>
                      </a:lnTo>
                      <a:lnTo>
                        <a:pt x="9481" y="6352"/>
                      </a:lnTo>
                      <a:lnTo>
                        <a:pt x="9489" y="6342"/>
                      </a:lnTo>
                      <a:lnTo>
                        <a:pt x="9496" y="6332"/>
                      </a:lnTo>
                      <a:lnTo>
                        <a:pt x="9508" y="6320"/>
                      </a:lnTo>
                      <a:lnTo>
                        <a:pt x="9519" y="6308"/>
                      </a:lnTo>
                      <a:lnTo>
                        <a:pt x="9524" y="6302"/>
                      </a:lnTo>
                      <a:lnTo>
                        <a:pt x="9527" y="6296"/>
                      </a:lnTo>
                      <a:lnTo>
                        <a:pt x="9531" y="6289"/>
                      </a:lnTo>
                      <a:lnTo>
                        <a:pt x="9531" y="6281"/>
                      </a:lnTo>
                      <a:lnTo>
                        <a:pt x="9531" y="6276"/>
                      </a:lnTo>
                      <a:lnTo>
                        <a:pt x="9528" y="6273"/>
                      </a:lnTo>
                      <a:lnTo>
                        <a:pt x="9526" y="6270"/>
                      </a:lnTo>
                      <a:lnTo>
                        <a:pt x="9522" y="6267"/>
                      </a:lnTo>
                      <a:lnTo>
                        <a:pt x="9514" y="6263"/>
                      </a:lnTo>
                      <a:lnTo>
                        <a:pt x="9509" y="6255"/>
                      </a:lnTo>
                      <a:lnTo>
                        <a:pt x="9496" y="6235"/>
                      </a:lnTo>
                      <a:lnTo>
                        <a:pt x="9481" y="6217"/>
                      </a:lnTo>
                      <a:lnTo>
                        <a:pt x="9475" y="6208"/>
                      </a:lnTo>
                      <a:lnTo>
                        <a:pt x="9469" y="6200"/>
                      </a:lnTo>
                      <a:lnTo>
                        <a:pt x="9463" y="6189"/>
                      </a:lnTo>
                      <a:lnTo>
                        <a:pt x="9457" y="6178"/>
                      </a:lnTo>
                      <a:lnTo>
                        <a:pt x="9461" y="6165"/>
                      </a:lnTo>
                      <a:lnTo>
                        <a:pt x="9474" y="6171"/>
                      </a:lnTo>
                      <a:lnTo>
                        <a:pt x="9487" y="6176"/>
                      </a:lnTo>
                      <a:lnTo>
                        <a:pt x="9493" y="6178"/>
                      </a:lnTo>
                      <a:lnTo>
                        <a:pt x="9501" y="6179"/>
                      </a:lnTo>
                      <a:lnTo>
                        <a:pt x="9507" y="6181"/>
                      </a:lnTo>
                      <a:lnTo>
                        <a:pt x="9515" y="6182"/>
                      </a:lnTo>
                      <a:lnTo>
                        <a:pt x="9520" y="6181"/>
                      </a:lnTo>
                      <a:lnTo>
                        <a:pt x="9524" y="6181"/>
                      </a:lnTo>
                      <a:lnTo>
                        <a:pt x="9527" y="6178"/>
                      </a:lnTo>
                      <a:lnTo>
                        <a:pt x="9531" y="6177"/>
                      </a:lnTo>
                      <a:lnTo>
                        <a:pt x="9537" y="6172"/>
                      </a:lnTo>
                      <a:lnTo>
                        <a:pt x="9542" y="6165"/>
                      </a:lnTo>
                      <a:lnTo>
                        <a:pt x="9549" y="6149"/>
                      </a:lnTo>
                      <a:lnTo>
                        <a:pt x="9557" y="6133"/>
                      </a:lnTo>
                      <a:lnTo>
                        <a:pt x="9562" y="6123"/>
                      </a:lnTo>
                      <a:lnTo>
                        <a:pt x="9568" y="6113"/>
                      </a:lnTo>
                      <a:lnTo>
                        <a:pt x="9575" y="6105"/>
                      </a:lnTo>
                      <a:lnTo>
                        <a:pt x="9581" y="6096"/>
                      </a:lnTo>
                      <a:lnTo>
                        <a:pt x="9596" y="6080"/>
                      </a:lnTo>
                      <a:lnTo>
                        <a:pt x="9612" y="6062"/>
                      </a:lnTo>
                      <a:lnTo>
                        <a:pt x="9624" y="6053"/>
                      </a:lnTo>
                      <a:lnTo>
                        <a:pt x="9620" y="6066"/>
                      </a:lnTo>
                      <a:lnTo>
                        <a:pt x="9618" y="6078"/>
                      </a:lnTo>
                      <a:lnTo>
                        <a:pt x="9616" y="6090"/>
                      </a:lnTo>
                      <a:lnTo>
                        <a:pt x="9614" y="6105"/>
                      </a:lnTo>
                      <a:lnTo>
                        <a:pt x="9613" y="6117"/>
                      </a:lnTo>
                      <a:lnTo>
                        <a:pt x="9610" y="6127"/>
                      </a:lnTo>
                      <a:lnTo>
                        <a:pt x="9607" y="6137"/>
                      </a:lnTo>
                      <a:lnTo>
                        <a:pt x="9603" y="6147"/>
                      </a:lnTo>
                      <a:lnTo>
                        <a:pt x="9592" y="6165"/>
                      </a:lnTo>
                      <a:lnTo>
                        <a:pt x="9579" y="6184"/>
                      </a:lnTo>
                      <a:lnTo>
                        <a:pt x="9592" y="6190"/>
                      </a:lnTo>
                      <a:lnTo>
                        <a:pt x="9604" y="6196"/>
                      </a:lnTo>
                      <a:lnTo>
                        <a:pt x="9616" y="6201"/>
                      </a:lnTo>
                      <a:lnTo>
                        <a:pt x="9631" y="6207"/>
                      </a:lnTo>
                      <a:lnTo>
                        <a:pt x="9642" y="6209"/>
                      </a:lnTo>
                      <a:lnTo>
                        <a:pt x="9651" y="6211"/>
                      </a:lnTo>
                      <a:lnTo>
                        <a:pt x="9656" y="6212"/>
                      </a:lnTo>
                      <a:lnTo>
                        <a:pt x="9661" y="6213"/>
                      </a:lnTo>
                      <a:lnTo>
                        <a:pt x="9666" y="6215"/>
                      </a:lnTo>
                      <a:lnTo>
                        <a:pt x="9669" y="6219"/>
                      </a:lnTo>
                      <a:lnTo>
                        <a:pt x="9669" y="6226"/>
                      </a:lnTo>
                      <a:lnTo>
                        <a:pt x="9669" y="6232"/>
                      </a:lnTo>
                      <a:lnTo>
                        <a:pt x="9673" y="6246"/>
                      </a:lnTo>
                      <a:lnTo>
                        <a:pt x="9679" y="6258"/>
                      </a:lnTo>
                      <a:lnTo>
                        <a:pt x="9685" y="6272"/>
                      </a:lnTo>
                      <a:lnTo>
                        <a:pt x="9691" y="6284"/>
                      </a:lnTo>
                      <a:lnTo>
                        <a:pt x="9698" y="6296"/>
                      </a:lnTo>
                      <a:lnTo>
                        <a:pt x="9708" y="6310"/>
                      </a:lnTo>
                      <a:lnTo>
                        <a:pt x="9723" y="6328"/>
                      </a:lnTo>
                      <a:lnTo>
                        <a:pt x="9737" y="6345"/>
                      </a:lnTo>
                      <a:lnTo>
                        <a:pt x="9744" y="6358"/>
                      </a:lnTo>
                      <a:lnTo>
                        <a:pt x="9753" y="6371"/>
                      </a:lnTo>
                      <a:lnTo>
                        <a:pt x="9760" y="6377"/>
                      </a:lnTo>
                      <a:lnTo>
                        <a:pt x="9768" y="6382"/>
                      </a:lnTo>
                      <a:lnTo>
                        <a:pt x="9776" y="6387"/>
                      </a:lnTo>
                      <a:lnTo>
                        <a:pt x="9784" y="6390"/>
                      </a:lnTo>
                      <a:lnTo>
                        <a:pt x="9792" y="6394"/>
                      </a:lnTo>
                      <a:lnTo>
                        <a:pt x="9801" y="6398"/>
                      </a:lnTo>
                      <a:lnTo>
                        <a:pt x="9809" y="6402"/>
                      </a:lnTo>
                      <a:lnTo>
                        <a:pt x="9817" y="6408"/>
                      </a:lnTo>
                      <a:lnTo>
                        <a:pt x="9823" y="6414"/>
                      </a:lnTo>
                      <a:lnTo>
                        <a:pt x="9826" y="6421"/>
                      </a:lnTo>
                      <a:lnTo>
                        <a:pt x="9830" y="6427"/>
                      </a:lnTo>
                      <a:lnTo>
                        <a:pt x="9832" y="6433"/>
                      </a:lnTo>
                      <a:lnTo>
                        <a:pt x="9836" y="6446"/>
                      </a:lnTo>
                      <a:lnTo>
                        <a:pt x="9840" y="6460"/>
                      </a:lnTo>
                      <a:lnTo>
                        <a:pt x="9829" y="6458"/>
                      </a:lnTo>
                      <a:lnTo>
                        <a:pt x="9819" y="6457"/>
                      </a:lnTo>
                      <a:lnTo>
                        <a:pt x="9807" y="6458"/>
                      </a:lnTo>
                      <a:lnTo>
                        <a:pt x="9797" y="6460"/>
                      </a:lnTo>
                      <a:lnTo>
                        <a:pt x="9786" y="6463"/>
                      </a:lnTo>
                      <a:lnTo>
                        <a:pt x="9774" y="6464"/>
                      </a:lnTo>
                      <a:lnTo>
                        <a:pt x="9765" y="6462"/>
                      </a:lnTo>
                      <a:lnTo>
                        <a:pt x="9756" y="6459"/>
                      </a:lnTo>
                      <a:lnTo>
                        <a:pt x="9747" y="6455"/>
                      </a:lnTo>
                      <a:lnTo>
                        <a:pt x="9737" y="6454"/>
                      </a:lnTo>
                      <a:lnTo>
                        <a:pt x="9727" y="6457"/>
                      </a:lnTo>
                      <a:lnTo>
                        <a:pt x="9718" y="6460"/>
                      </a:lnTo>
                      <a:lnTo>
                        <a:pt x="9704" y="6452"/>
                      </a:lnTo>
                      <a:lnTo>
                        <a:pt x="9691" y="6445"/>
                      </a:lnTo>
                      <a:lnTo>
                        <a:pt x="9685" y="6445"/>
                      </a:lnTo>
                      <a:lnTo>
                        <a:pt x="9680" y="6447"/>
                      </a:lnTo>
                      <a:lnTo>
                        <a:pt x="9675" y="6448"/>
                      </a:lnTo>
                      <a:lnTo>
                        <a:pt x="9672" y="6452"/>
                      </a:lnTo>
                      <a:lnTo>
                        <a:pt x="9663" y="6458"/>
                      </a:lnTo>
                      <a:lnTo>
                        <a:pt x="9653" y="6464"/>
                      </a:lnTo>
                      <a:lnTo>
                        <a:pt x="9634" y="6471"/>
                      </a:lnTo>
                      <a:lnTo>
                        <a:pt x="9616" y="6477"/>
                      </a:lnTo>
                      <a:lnTo>
                        <a:pt x="9608" y="6480"/>
                      </a:lnTo>
                      <a:lnTo>
                        <a:pt x="9598" y="6481"/>
                      </a:lnTo>
                      <a:lnTo>
                        <a:pt x="9589" y="6482"/>
                      </a:lnTo>
                      <a:lnTo>
                        <a:pt x="9578" y="6482"/>
                      </a:lnTo>
                      <a:lnTo>
                        <a:pt x="9470" y="6482"/>
                      </a:lnTo>
                      <a:lnTo>
                        <a:pt x="9464" y="6487"/>
                      </a:lnTo>
                      <a:lnTo>
                        <a:pt x="9461" y="6493"/>
                      </a:lnTo>
                      <a:lnTo>
                        <a:pt x="9467" y="6507"/>
                      </a:lnTo>
                      <a:lnTo>
                        <a:pt x="9477" y="6522"/>
                      </a:lnTo>
                      <a:lnTo>
                        <a:pt x="9489" y="6559"/>
                      </a:lnTo>
                      <a:lnTo>
                        <a:pt x="9501" y="6593"/>
                      </a:lnTo>
                      <a:lnTo>
                        <a:pt x="9507" y="6609"/>
                      </a:lnTo>
                      <a:lnTo>
                        <a:pt x="9510" y="6627"/>
                      </a:lnTo>
                      <a:lnTo>
                        <a:pt x="9514" y="6645"/>
                      </a:lnTo>
                      <a:lnTo>
                        <a:pt x="9515" y="6665"/>
                      </a:lnTo>
                      <a:lnTo>
                        <a:pt x="9516" y="6689"/>
                      </a:lnTo>
                      <a:lnTo>
                        <a:pt x="9520" y="6710"/>
                      </a:lnTo>
                      <a:lnTo>
                        <a:pt x="9525" y="6730"/>
                      </a:lnTo>
                      <a:lnTo>
                        <a:pt x="9531" y="6752"/>
                      </a:lnTo>
                      <a:lnTo>
                        <a:pt x="9537" y="6774"/>
                      </a:lnTo>
                      <a:lnTo>
                        <a:pt x="9543" y="6792"/>
                      </a:lnTo>
                      <a:lnTo>
                        <a:pt x="9546" y="6802"/>
                      </a:lnTo>
                      <a:lnTo>
                        <a:pt x="9550" y="6810"/>
                      </a:lnTo>
                      <a:lnTo>
                        <a:pt x="9554" y="6820"/>
                      </a:lnTo>
                      <a:lnTo>
                        <a:pt x="9560" y="6829"/>
                      </a:lnTo>
                      <a:lnTo>
                        <a:pt x="9567" y="6839"/>
                      </a:lnTo>
                      <a:lnTo>
                        <a:pt x="9575" y="6847"/>
                      </a:lnTo>
                      <a:lnTo>
                        <a:pt x="9584" y="6856"/>
                      </a:lnTo>
                      <a:lnTo>
                        <a:pt x="9592" y="6864"/>
                      </a:lnTo>
                      <a:lnTo>
                        <a:pt x="9603" y="6879"/>
                      </a:lnTo>
                      <a:lnTo>
                        <a:pt x="9612" y="6892"/>
                      </a:lnTo>
                      <a:lnTo>
                        <a:pt x="9620" y="6905"/>
                      </a:lnTo>
                      <a:lnTo>
                        <a:pt x="9631" y="6920"/>
                      </a:lnTo>
                      <a:lnTo>
                        <a:pt x="9638" y="6928"/>
                      </a:lnTo>
                      <a:lnTo>
                        <a:pt x="9645" y="6934"/>
                      </a:lnTo>
                      <a:lnTo>
                        <a:pt x="9653" y="6942"/>
                      </a:lnTo>
                      <a:lnTo>
                        <a:pt x="9660" y="6948"/>
                      </a:lnTo>
                      <a:lnTo>
                        <a:pt x="9675" y="6960"/>
                      </a:lnTo>
                      <a:lnTo>
                        <a:pt x="9691" y="6974"/>
                      </a:lnTo>
                      <a:lnTo>
                        <a:pt x="9710" y="6991"/>
                      </a:lnTo>
                      <a:lnTo>
                        <a:pt x="9730" y="7005"/>
                      </a:lnTo>
                      <a:lnTo>
                        <a:pt x="9738" y="7011"/>
                      </a:lnTo>
                      <a:lnTo>
                        <a:pt x="9748" y="7020"/>
                      </a:lnTo>
                      <a:lnTo>
                        <a:pt x="9756" y="7028"/>
                      </a:lnTo>
                      <a:lnTo>
                        <a:pt x="9766" y="7038"/>
                      </a:lnTo>
                      <a:lnTo>
                        <a:pt x="9782" y="7056"/>
                      </a:lnTo>
                      <a:lnTo>
                        <a:pt x="9796" y="7072"/>
                      </a:lnTo>
                      <a:lnTo>
                        <a:pt x="9805" y="7079"/>
                      </a:lnTo>
                      <a:lnTo>
                        <a:pt x="9813" y="7086"/>
                      </a:lnTo>
                      <a:lnTo>
                        <a:pt x="9821" y="7092"/>
                      </a:lnTo>
                      <a:lnTo>
                        <a:pt x="9832" y="7099"/>
                      </a:lnTo>
                      <a:lnTo>
                        <a:pt x="9836" y="7090"/>
                      </a:lnTo>
                      <a:lnTo>
                        <a:pt x="9841" y="7081"/>
                      </a:lnTo>
                      <a:lnTo>
                        <a:pt x="9846" y="7073"/>
                      </a:lnTo>
                      <a:lnTo>
                        <a:pt x="9850" y="7066"/>
                      </a:lnTo>
                      <a:lnTo>
                        <a:pt x="9861" y="7051"/>
                      </a:lnTo>
                      <a:lnTo>
                        <a:pt x="9871" y="7034"/>
                      </a:lnTo>
                      <a:lnTo>
                        <a:pt x="9879" y="7022"/>
                      </a:lnTo>
                      <a:lnTo>
                        <a:pt x="9887" y="7010"/>
                      </a:lnTo>
                      <a:lnTo>
                        <a:pt x="9895" y="6999"/>
                      </a:lnTo>
                      <a:lnTo>
                        <a:pt x="9903" y="6990"/>
                      </a:lnTo>
                      <a:lnTo>
                        <a:pt x="9912" y="6981"/>
                      </a:lnTo>
                      <a:lnTo>
                        <a:pt x="9923" y="6973"/>
                      </a:lnTo>
                      <a:lnTo>
                        <a:pt x="9934" y="6963"/>
                      </a:lnTo>
                      <a:lnTo>
                        <a:pt x="9946" y="6955"/>
                      </a:lnTo>
                      <a:lnTo>
                        <a:pt x="9959" y="6944"/>
                      </a:lnTo>
                      <a:lnTo>
                        <a:pt x="9971" y="6935"/>
                      </a:lnTo>
                      <a:lnTo>
                        <a:pt x="9977" y="6932"/>
                      </a:lnTo>
                      <a:lnTo>
                        <a:pt x="9984" y="6929"/>
                      </a:lnTo>
                      <a:lnTo>
                        <a:pt x="9991" y="6927"/>
                      </a:lnTo>
                      <a:lnTo>
                        <a:pt x="10000" y="6926"/>
                      </a:lnTo>
                      <a:lnTo>
                        <a:pt x="10013" y="6926"/>
                      </a:lnTo>
                      <a:lnTo>
                        <a:pt x="10025" y="6926"/>
                      </a:lnTo>
                      <a:lnTo>
                        <a:pt x="10030" y="6923"/>
                      </a:lnTo>
                      <a:lnTo>
                        <a:pt x="10035" y="6921"/>
                      </a:lnTo>
                      <a:lnTo>
                        <a:pt x="10038" y="6919"/>
                      </a:lnTo>
                      <a:lnTo>
                        <a:pt x="10042" y="6915"/>
                      </a:lnTo>
                      <a:lnTo>
                        <a:pt x="10047" y="6908"/>
                      </a:lnTo>
                      <a:lnTo>
                        <a:pt x="10053" y="6899"/>
                      </a:lnTo>
                      <a:lnTo>
                        <a:pt x="10058" y="6891"/>
                      </a:lnTo>
                      <a:lnTo>
                        <a:pt x="10063" y="6882"/>
                      </a:lnTo>
                      <a:lnTo>
                        <a:pt x="10069" y="6875"/>
                      </a:lnTo>
                      <a:lnTo>
                        <a:pt x="10077" y="6868"/>
                      </a:lnTo>
                      <a:lnTo>
                        <a:pt x="10086" y="6862"/>
                      </a:lnTo>
                      <a:lnTo>
                        <a:pt x="10095" y="6858"/>
                      </a:lnTo>
                      <a:lnTo>
                        <a:pt x="10105" y="6855"/>
                      </a:lnTo>
                      <a:lnTo>
                        <a:pt x="10113" y="6853"/>
                      </a:lnTo>
                      <a:lnTo>
                        <a:pt x="10133" y="6850"/>
                      </a:lnTo>
                      <a:lnTo>
                        <a:pt x="10153" y="6845"/>
                      </a:lnTo>
                      <a:lnTo>
                        <a:pt x="10166" y="6841"/>
                      </a:lnTo>
                      <a:lnTo>
                        <a:pt x="10177" y="6834"/>
                      </a:lnTo>
                      <a:lnTo>
                        <a:pt x="10186" y="6828"/>
                      </a:lnTo>
                      <a:lnTo>
                        <a:pt x="10194" y="6820"/>
                      </a:lnTo>
                      <a:lnTo>
                        <a:pt x="10211" y="6802"/>
                      </a:lnTo>
                      <a:lnTo>
                        <a:pt x="10230" y="6785"/>
                      </a:lnTo>
                      <a:lnTo>
                        <a:pt x="10247" y="6773"/>
                      </a:lnTo>
                      <a:lnTo>
                        <a:pt x="10262" y="6762"/>
                      </a:lnTo>
                      <a:lnTo>
                        <a:pt x="10276" y="6752"/>
                      </a:lnTo>
                      <a:lnTo>
                        <a:pt x="10295" y="6743"/>
                      </a:lnTo>
                      <a:lnTo>
                        <a:pt x="10301" y="6740"/>
                      </a:lnTo>
                      <a:lnTo>
                        <a:pt x="10307" y="6739"/>
                      </a:lnTo>
                      <a:lnTo>
                        <a:pt x="10315" y="6739"/>
                      </a:lnTo>
                      <a:lnTo>
                        <a:pt x="10321" y="6739"/>
                      </a:lnTo>
                      <a:lnTo>
                        <a:pt x="10333" y="6739"/>
                      </a:lnTo>
                      <a:lnTo>
                        <a:pt x="10346" y="6736"/>
                      </a:lnTo>
                      <a:lnTo>
                        <a:pt x="10359" y="6730"/>
                      </a:lnTo>
                      <a:lnTo>
                        <a:pt x="10371" y="6723"/>
                      </a:lnTo>
                      <a:lnTo>
                        <a:pt x="10386" y="6718"/>
                      </a:lnTo>
                      <a:lnTo>
                        <a:pt x="10398" y="6714"/>
                      </a:lnTo>
                      <a:lnTo>
                        <a:pt x="10410" y="6710"/>
                      </a:lnTo>
                      <a:lnTo>
                        <a:pt x="10423" y="6704"/>
                      </a:lnTo>
                      <a:lnTo>
                        <a:pt x="10452" y="6692"/>
                      </a:lnTo>
                      <a:lnTo>
                        <a:pt x="10477" y="6679"/>
                      </a:lnTo>
                      <a:lnTo>
                        <a:pt x="10502" y="6665"/>
                      </a:lnTo>
                      <a:lnTo>
                        <a:pt x="10529" y="6650"/>
                      </a:lnTo>
                      <a:lnTo>
                        <a:pt x="10540" y="6642"/>
                      </a:lnTo>
                      <a:lnTo>
                        <a:pt x="10549" y="6635"/>
                      </a:lnTo>
                      <a:lnTo>
                        <a:pt x="10557" y="6628"/>
                      </a:lnTo>
                      <a:lnTo>
                        <a:pt x="10568" y="6621"/>
                      </a:lnTo>
                      <a:lnTo>
                        <a:pt x="10596" y="6605"/>
                      </a:lnTo>
                      <a:lnTo>
                        <a:pt x="10621" y="6592"/>
                      </a:lnTo>
                      <a:lnTo>
                        <a:pt x="10646" y="6577"/>
                      </a:lnTo>
                      <a:lnTo>
                        <a:pt x="10674" y="6560"/>
                      </a:lnTo>
                      <a:lnTo>
                        <a:pt x="10695" y="6546"/>
                      </a:lnTo>
                      <a:lnTo>
                        <a:pt x="10715" y="6534"/>
                      </a:lnTo>
                      <a:lnTo>
                        <a:pt x="10734" y="6524"/>
                      </a:lnTo>
                      <a:lnTo>
                        <a:pt x="10752" y="6515"/>
                      </a:lnTo>
                      <a:lnTo>
                        <a:pt x="10792" y="6498"/>
                      </a:lnTo>
                      <a:lnTo>
                        <a:pt x="10837" y="6480"/>
                      </a:lnTo>
                      <a:lnTo>
                        <a:pt x="10849" y="6475"/>
                      </a:lnTo>
                      <a:lnTo>
                        <a:pt x="10859" y="6470"/>
                      </a:lnTo>
                      <a:lnTo>
                        <a:pt x="10868" y="6464"/>
                      </a:lnTo>
                      <a:lnTo>
                        <a:pt x="10877" y="6458"/>
                      </a:lnTo>
                      <a:lnTo>
                        <a:pt x="10886" y="6453"/>
                      </a:lnTo>
                      <a:lnTo>
                        <a:pt x="10895" y="6447"/>
                      </a:lnTo>
                      <a:lnTo>
                        <a:pt x="10906" y="6442"/>
                      </a:lnTo>
                      <a:lnTo>
                        <a:pt x="10918" y="6437"/>
                      </a:lnTo>
                      <a:lnTo>
                        <a:pt x="10931" y="6435"/>
                      </a:lnTo>
                      <a:lnTo>
                        <a:pt x="10943" y="6433"/>
                      </a:lnTo>
                      <a:lnTo>
                        <a:pt x="10955" y="6430"/>
                      </a:lnTo>
                      <a:lnTo>
                        <a:pt x="10968" y="6428"/>
                      </a:lnTo>
                      <a:lnTo>
                        <a:pt x="10975" y="6425"/>
                      </a:lnTo>
                      <a:lnTo>
                        <a:pt x="10983" y="6422"/>
                      </a:lnTo>
                      <a:lnTo>
                        <a:pt x="11061" y="6422"/>
                      </a:lnTo>
                      <a:lnTo>
                        <a:pt x="11076" y="6421"/>
                      </a:lnTo>
                      <a:lnTo>
                        <a:pt x="11089" y="6418"/>
                      </a:lnTo>
                      <a:lnTo>
                        <a:pt x="11102" y="6414"/>
                      </a:lnTo>
                      <a:lnTo>
                        <a:pt x="11117" y="6412"/>
                      </a:lnTo>
                      <a:lnTo>
                        <a:pt x="11130" y="6410"/>
                      </a:lnTo>
                      <a:lnTo>
                        <a:pt x="11142" y="6407"/>
                      </a:lnTo>
                      <a:lnTo>
                        <a:pt x="11153" y="6404"/>
                      </a:lnTo>
                      <a:lnTo>
                        <a:pt x="11164" y="6400"/>
                      </a:lnTo>
                      <a:lnTo>
                        <a:pt x="11185" y="6392"/>
                      </a:lnTo>
                      <a:lnTo>
                        <a:pt x="11209" y="6383"/>
                      </a:lnTo>
                      <a:lnTo>
                        <a:pt x="11224" y="6380"/>
                      </a:lnTo>
                      <a:lnTo>
                        <a:pt x="11237" y="6377"/>
                      </a:lnTo>
                      <a:lnTo>
                        <a:pt x="11249" y="6375"/>
                      </a:lnTo>
                      <a:lnTo>
                        <a:pt x="11264" y="6371"/>
                      </a:lnTo>
                      <a:lnTo>
                        <a:pt x="11271" y="6365"/>
                      </a:lnTo>
                      <a:lnTo>
                        <a:pt x="11277" y="6361"/>
                      </a:lnTo>
                      <a:lnTo>
                        <a:pt x="11300" y="6355"/>
                      </a:lnTo>
                      <a:lnTo>
                        <a:pt x="11319" y="6349"/>
                      </a:lnTo>
                      <a:lnTo>
                        <a:pt x="11338" y="6342"/>
                      </a:lnTo>
                      <a:lnTo>
                        <a:pt x="11360" y="6335"/>
                      </a:lnTo>
                      <a:lnTo>
                        <a:pt x="11381" y="6329"/>
                      </a:lnTo>
                      <a:lnTo>
                        <a:pt x="11400" y="6324"/>
                      </a:lnTo>
                      <a:lnTo>
                        <a:pt x="11418" y="6322"/>
                      </a:lnTo>
                      <a:lnTo>
                        <a:pt x="11436" y="6319"/>
                      </a:lnTo>
                      <a:lnTo>
                        <a:pt x="11474" y="6316"/>
                      </a:lnTo>
                      <a:lnTo>
                        <a:pt x="11515" y="6310"/>
                      </a:lnTo>
                      <a:lnTo>
                        <a:pt x="11540" y="6305"/>
                      </a:lnTo>
                      <a:lnTo>
                        <a:pt x="11564" y="6300"/>
                      </a:lnTo>
                      <a:lnTo>
                        <a:pt x="11586" y="6295"/>
                      </a:lnTo>
                      <a:lnTo>
                        <a:pt x="11607" y="6291"/>
                      </a:lnTo>
                      <a:lnTo>
                        <a:pt x="11628" y="6287"/>
                      </a:lnTo>
                      <a:lnTo>
                        <a:pt x="11651" y="6283"/>
                      </a:lnTo>
                      <a:lnTo>
                        <a:pt x="11675" y="6278"/>
                      </a:lnTo>
                      <a:lnTo>
                        <a:pt x="11700" y="6275"/>
                      </a:lnTo>
                      <a:lnTo>
                        <a:pt x="11714" y="6271"/>
                      </a:lnTo>
                      <a:lnTo>
                        <a:pt x="11726" y="6269"/>
                      </a:lnTo>
                      <a:lnTo>
                        <a:pt x="11739" y="6265"/>
                      </a:lnTo>
                      <a:lnTo>
                        <a:pt x="11752" y="6261"/>
                      </a:lnTo>
                      <a:lnTo>
                        <a:pt x="11763" y="6260"/>
                      </a:lnTo>
                      <a:lnTo>
                        <a:pt x="11773" y="6259"/>
                      </a:lnTo>
                      <a:lnTo>
                        <a:pt x="11782" y="6258"/>
                      </a:lnTo>
                      <a:lnTo>
                        <a:pt x="11793" y="6255"/>
                      </a:lnTo>
                      <a:lnTo>
                        <a:pt x="11820" y="6248"/>
                      </a:lnTo>
                      <a:lnTo>
                        <a:pt x="11843" y="6243"/>
                      </a:lnTo>
                      <a:lnTo>
                        <a:pt x="11867" y="6238"/>
                      </a:lnTo>
                      <a:lnTo>
                        <a:pt x="11893" y="6232"/>
                      </a:lnTo>
                      <a:lnTo>
                        <a:pt x="11935" y="6222"/>
                      </a:lnTo>
                      <a:lnTo>
                        <a:pt x="11973" y="6212"/>
                      </a:lnTo>
                      <a:lnTo>
                        <a:pt x="12010" y="6201"/>
                      </a:lnTo>
                      <a:lnTo>
                        <a:pt x="12054" y="6191"/>
                      </a:lnTo>
                      <a:lnTo>
                        <a:pt x="12073" y="6187"/>
                      </a:lnTo>
                      <a:lnTo>
                        <a:pt x="12091" y="6183"/>
                      </a:lnTo>
                      <a:lnTo>
                        <a:pt x="12108" y="6178"/>
                      </a:lnTo>
                      <a:lnTo>
                        <a:pt x="12127" y="6172"/>
                      </a:lnTo>
                      <a:lnTo>
                        <a:pt x="12144" y="6165"/>
                      </a:lnTo>
                      <a:lnTo>
                        <a:pt x="12159" y="6160"/>
                      </a:lnTo>
                      <a:lnTo>
                        <a:pt x="12174" y="6154"/>
                      </a:lnTo>
                      <a:lnTo>
                        <a:pt x="12191" y="6149"/>
                      </a:lnTo>
                      <a:lnTo>
                        <a:pt x="12214" y="6142"/>
                      </a:lnTo>
                      <a:lnTo>
                        <a:pt x="12233" y="6133"/>
                      </a:lnTo>
                      <a:lnTo>
                        <a:pt x="12253" y="6125"/>
                      </a:lnTo>
                      <a:lnTo>
                        <a:pt x="12274" y="6117"/>
                      </a:lnTo>
                      <a:lnTo>
                        <a:pt x="12312" y="6105"/>
                      </a:lnTo>
                      <a:lnTo>
                        <a:pt x="12345" y="6094"/>
                      </a:lnTo>
                      <a:lnTo>
                        <a:pt x="12378" y="6084"/>
                      </a:lnTo>
                      <a:lnTo>
                        <a:pt x="12417" y="6072"/>
                      </a:lnTo>
                      <a:lnTo>
                        <a:pt x="12427" y="6068"/>
                      </a:lnTo>
                      <a:lnTo>
                        <a:pt x="12437" y="6062"/>
                      </a:lnTo>
                      <a:lnTo>
                        <a:pt x="12447" y="6057"/>
                      </a:lnTo>
                      <a:lnTo>
                        <a:pt x="12458" y="6053"/>
                      </a:lnTo>
                      <a:lnTo>
                        <a:pt x="12487" y="6043"/>
                      </a:lnTo>
                      <a:lnTo>
                        <a:pt x="12513" y="6035"/>
                      </a:lnTo>
                      <a:lnTo>
                        <a:pt x="12540" y="6027"/>
                      </a:lnTo>
                      <a:lnTo>
                        <a:pt x="12564" y="6021"/>
                      </a:lnTo>
                      <a:lnTo>
                        <a:pt x="12590" y="6015"/>
                      </a:lnTo>
                      <a:lnTo>
                        <a:pt x="12616" y="6009"/>
                      </a:lnTo>
                      <a:lnTo>
                        <a:pt x="12643" y="6002"/>
                      </a:lnTo>
                      <a:lnTo>
                        <a:pt x="12672" y="5995"/>
                      </a:lnTo>
                      <a:lnTo>
                        <a:pt x="12683" y="5990"/>
                      </a:lnTo>
                      <a:lnTo>
                        <a:pt x="12692" y="5985"/>
                      </a:lnTo>
                      <a:lnTo>
                        <a:pt x="12701" y="5980"/>
                      </a:lnTo>
                      <a:lnTo>
                        <a:pt x="12711" y="5975"/>
                      </a:lnTo>
                      <a:lnTo>
                        <a:pt x="12725" y="5972"/>
                      </a:lnTo>
                      <a:lnTo>
                        <a:pt x="12739" y="5971"/>
                      </a:lnTo>
                      <a:lnTo>
                        <a:pt x="12752" y="5969"/>
                      </a:lnTo>
                      <a:lnTo>
                        <a:pt x="12766" y="5966"/>
                      </a:lnTo>
                      <a:lnTo>
                        <a:pt x="12799" y="5956"/>
                      </a:lnTo>
                      <a:lnTo>
                        <a:pt x="12829" y="5947"/>
                      </a:lnTo>
                      <a:lnTo>
                        <a:pt x="12858" y="5936"/>
                      </a:lnTo>
                      <a:lnTo>
                        <a:pt x="12891" y="5925"/>
                      </a:lnTo>
                      <a:lnTo>
                        <a:pt x="12903" y="5920"/>
                      </a:lnTo>
                      <a:lnTo>
                        <a:pt x="12912" y="5914"/>
                      </a:lnTo>
                      <a:lnTo>
                        <a:pt x="12922" y="5908"/>
                      </a:lnTo>
                      <a:lnTo>
                        <a:pt x="12933" y="5902"/>
                      </a:lnTo>
                      <a:lnTo>
                        <a:pt x="12940" y="5898"/>
                      </a:lnTo>
                      <a:lnTo>
                        <a:pt x="12947" y="5896"/>
                      </a:lnTo>
                      <a:lnTo>
                        <a:pt x="12954" y="5893"/>
                      </a:lnTo>
                      <a:lnTo>
                        <a:pt x="12962" y="5892"/>
                      </a:lnTo>
                      <a:lnTo>
                        <a:pt x="12977" y="5890"/>
                      </a:lnTo>
                      <a:lnTo>
                        <a:pt x="12993" y="5886"/>
                      </a:lnTo>
                      <a:lnTo>
                        <a:pt x="13016" y="5879"/>
                      </a:lnTo>
                      <a:lnTo>
                        <a:pt x="13035" y="5872"/>
                      </a:lnTo>
                      <a:lnTo>
                        <a:pt x="13055" y="5865"/>
                      </a:lnTo>
                      <a:lnTo>
                        <a:pt x="13077" y="5857"/>
                      </a:lnTo>
                      <a:lnTo>
                        <a:pt x="13090" y="5852"/>
                      </a:lnTo>
                      <a:lnTo>
                        <a:pt x="13100" y="5849"/>
                      </a:lnTo>
                      <a:lnTo>
                        <a:pt x="13110" y="5845"/>
                      </a:lnTo>
                      <a:lnTo>
                        <a:pt x="13122" y="5840"/>
                      </a:lnTo>
                      <a:lnTo>
                        <a:pt x="13143" y="5834"/>
                      </a:lnTo>
                      <a:lnTo>
                        <a:pt x="13162" y="5830"/>
                      </a:lnTo>
                      <a:lnTo>
                        <a:pt x="13181" y="5825"/>
                      </a:lnTo>
                      <a:lnTo>
                        <a:pt x="13202" y="5822"/>
                      </a:lnTo>
                      <a:lnTo>
                        <a:pt x="13228" y="5816"/>
                      </a:lnTo>
                      <a:lnTo>
                        <a:pt x="13250" y="5811"/>
                      </a:lnTo>
                      <a:lnTo>
                        <a:pt x="13262" y="5809"/>
                      </a:lnTo>
                      <a:lnTo>
                        <a:pt x="13273" y="5808"/>
                      </a:lnTo>
                      <a:lnTo>
                        <a:pt x="13286" y="5807"/>
                      </a:lnTo>
                      <a:lnTo>
                        <a:pt x="13299" y="5805"/>
                      </a:lnTo>
                      <a:lnTo>
                        <a:pt x="13497" y="5805"/>
                      </a:lnTo>
                      <a:lnTo>
                        <a:pt x="13518" y="5804"/>
                      </a:lnTo>
                      <a:lnTo>
                        <a:pt x="13536" y="5803"/>
                      </a:lnTo>
                      <a:lnTo>
                        <a:pt x="13554" y="5801"/>
                      </a:lnTo>
                      <a:lnTo>
                        <a:pt x="13574" y="5799"/>
                      </a:lnTo>
                      <a:lnTo>
                        <a:pt x="13588" y="5798"/>
                      </a:lnTo>
                      <a:lnTo>
                        <a:pt x="13600" y="5799"/>
                      </a:lnTo>
                      <a:lnTo>
                        <a:pt x="13613" y="5809"/>
                      </a:lnTo>
                      <a:lnTo>
                        <a:pt x="13626" y="5815"/>
                      </a:lnTo>
                      <a:lnTo>
                        <a:pt x="13633" y="5815"/>
                      </a:lnTo>
                      <a:lnTo>
                        <a:pt x="13639" y="5813"/>
                      </a:lnTo>
                      <a:lnTo>
                        <a:pt x="13645" y="5811"/>
                      </a:lnTo>
                      <a:lnTo>
                        <a:pt x="13651" y="5809"/>
                      </a:lnTo>
                      <a:lnTo>
                        <a:pt x="13664" y="5803"/>
                      </a:lnTo>
                      <a:lnTo>
                        <a:pt x="13677" y="5799"/>
                      </a:lnTo>
                      <a:lnTo>
                        <a:pt x="13701" y="5796"/>
                      </a:lnTo>
                      <a:lnTo>
                        <a:pt x="13724" y="5795"/>
                      </a:lnTo>
                      <a:lnTo>
                        <a:pt x="13746" y="5795"/>
                      </a:lnTo>
                      <a:lnTo>
                        <a:pt x="13770" y="5793"/>
                      </a:lnTo>
                      <a:lnTo>
                        <a:pt x="13797" y="5789"/>
                      </a:lnTo>
                      <a:lnTo>
                        <a:pt x="13822" y="5784"/>
                      </a:lnTo>
                      <a:lnTo>
                        <a:pt x="13834" y="5781"/>
                      </a:lnTo>
                      <a:lnTo>
                        <a:pt x="13846" y="5779"/>
                      </a:lnTo>
                      <a:lnTo>
                        <a:pt x="13859" y="5778"/>
                      </a:lnTo>
                      <a:lnTo>
                        <a:pt x="13873" y="5776"/>
                      </a:lnTo>
                      <a:lnTo>
                        <a:pt x="13877" y="5778"/>
                      </a:lnTo>
                      <a:lnTo>
                        <a:pt x="13881" y="5779"/>
                      </a:lnTo>
                      <a:lnTo>
                        <a:pt x="13884" y="5781"/>
                      </a:lnTo>
                      <a:lnTo>
                        <a:pt x="13888" y="5784"/>
                      </a:lnTo>
                      <a:lnTo>
                        <a:pt x="13893" y="5790"/>
                      </a:lnTo>
                      <a:lnTo>
                        <a:pt x="13899" y="5796"/>
                      </a:lnTo>
                      <a:lnTo>
                        <a:pt x="13907" y="5804"/>
                      </a:lnTo>
                      <a:lnTo>
                        <a:pt x="13916" y="5813"/>
                      </a:lnTo>
                      <a:lnTo>
                        <a:pt x="13923" y="5821"/>
                      </a:lnTo>
                      <a:lnTo>
                        <a:pt x="13929" y="5830"/>
                      </a:lnTo>
                      <a:lnTo>
                        <a:pt x="13934" y="5839"/>
                      </a:lnTo>
                      <a:lnTo>
                        <a:pt x="13937" y="5850"/>
                      </a:lnTo>
                      <a:lnTo>
                        <a:pt x="13940" y="5861"/>
                      </a:lnTo>
                      <a:lnTo>
                        <a:pt x="13940" y="5873"/>
                      </a:lnTo>
                      <a:lnTo>
                        <a:pt x="13941" y="5885"/>
                      </a:lnTo>
                      <a:lnTo>
                        <a:pt x="13942" y="5896"/>
                      </a:lnTo>
                      <a:lnTo>
                        <a:pt x="13942" y="5902"/>
                      </a:lnTo>
                      <a:lnTo>
                        <a:pt x="13941" y="5907"/>
                      </a:lnTo>
                      <a:lnTo>
                        <a:pt x="13940" y="5913"/>
                      </a:lnTo>
                      <a:lnTo>
                        <a:pt x="13937" y="5918"/>
                      </a:lnTo>
                      <a:lnTo>
                        <a:pt x="13931" y="5921"/>
                      </a:lnTo>
                      <a:lnTo>
                        <a:pt x="13924" y="5925"/>
                      </a:lnTo>
                      <a:lnTo>
                        <a:pt x="13917" y="5936"/>
                      </a:lnTo>
                      <a:lnTo>
                        <a:pt x="13911" y="5945"/>
                      </a:lnTo>
                      <a:lnTo>
                        <a:pt x="13905" y="5956"/>
                      </a:lnTo>
                      <a:lnTo>
                        <a:pt x="13899" y="5969"/>
                      </a:lnTo>
                      <a:lnTo>
                        <a:pt x="13913" y="5966"/>
                      </a:lnTo>
                      <a:lnTo>
                        <a:pt x="13925" y="5961"/>
                      </a:lnTo>
                      <a:lnTo>
                        <a:pt x="13936" y="5955"/>
                      </a:lnTo>
                      <a:lnTo>
                        <a:pt x="13949" y="5950"/>
                      </a:lnTo>
                      <a:lnTo>
                        <a:pt x="13963" y="5949"/>
                      </a:lnTo>
                      <a:lnTo>
                        <a:pt x="13976" y="5947"/>
                      </a:lnTo>
                      <a:lnTo>
                        <a:pt x="14016" y="5933"/>
                      </a:lnTo>
                      <a:lnTo>
                        <a:pt x="14052" y="5920"/>
                      </a:lnTo>
                      <a:lnTo>
                        <a:pt x="14070" y="5914"/>
                      </a:lnTo>
                      <a:lnTo>
                        <a:pt x="14088" y="5909"/>
                      </a:lnTo>
                      <a:lnTo>
                        <a:pt x="14109" y="5907"/>
                      </a:lnTo>
                      <a:lnTo>
                        <a:pt x="14130" y="5906"/>
                      </a:lnTo>
                      <a:lnTo>
                        <a:pt x="14197" y="5906"/>
                      </a:lnTo>
                      <a:lnTo>
                        <a:pt x="14206" y="5906"/>
                      </a:lnTo>
                      <a:lnTo>
                        <a:pt x="14215" y="5908"/>
                      </a:lnTo>
                      <a:lnTo>
                        <a:pt x="14223" y="5910"/>
                      </a:lnTo>
                      <a:lnTo>
                        <a:pt x="14232" y="5914"/>
                      </a:lnTo>
                      <a:lnTo>
                        <a:pt x="14247" y="5922"/>
                      </a:lnTo>
                      <a:lnTo>
                        <a:pt x="14264" y="5931"/>
                      </a:lnTo>
                      <a:lnTo>
                        <a:pt x="14285" y="5939"/>
                      </a:lnTo>
                      <a:lnTo>
                        <a:pt x="14303" y="5949"/>
                      </a:lnTo>
                      <a:lnTo>
                        <a:pt x="14321" y="5959"/>
                      </a:lnTo>
                      <a:lnTo>
                        <a:pt x="14341" y="5966"/>
                      </a:lnTo>
                      <a:lnTo>
                        <a:pt x="14362" y="5973"/>
                      </a:lnTo>
                      <a:lnTo>
                        <a:pt x="14380" y="5979"/>
                      </a:lnTo>
                      <a:lnTo>
                        <a:pt x="14398" y="5985"/>
                      </a:lnTo>
                      <a:lnTo>
                        <a:pt x="14418" y="5992"/>
                      </a:lnTo>
                      <a:lnTo>
                        <a:pt x="14452" y="6006"/>
                      </a:lnTo>
                      <a:lnTo>
                        <a:pt x="14481" y="6020"/>
                      </a:lnTo>
                      <a:lnTo>
                        <a:pt x="14496" y="6025"/>
                      </a:lnTo>
                      <a:lnTo>
                        <a:pt x="14511" y="6030"/>
                      </a:lnTo>
                      <a:lnTo>
                        <a:pt x="14528" y="6032"/>
                      </a:lnTo>
                      <a:lnTo>
                        <a:pt x="14546" y="6033"/>
                      </a:lnTo>
                      <a:lnTo>
                        <a:pt x="14562" y="6033"/>
                      </a:lnTo>
                      <a:lnTo>
                        <a:pt x="14575" y="6032"/>
                      </a:lnTo>
                      <a:lnTo>
                        <a:pt x="14588" y="6030"/>
                      </a:lnTo>
                      <a:lnTo>
                        <a:pt x="14601" y="6026"/>
                      </a:lnTo>
                      <a:lnTo>
                        <a:pt x="14613" y="6023"/>
                      </a:lnTo>
                      <a:lnTo>
                        <a:pt x="14625" y="6018"/>
                      </a:lnTo>
                      <a:lnTo>
                        <a:pt x="14637" y="6012"/>
                      </a:lnTo>
                      <a:lnTo>
                        <a:pt x="14650" y="6004"/>
                      </a:lnTo>
                      <a:lnTo>
                        <a:pt x="14660" y="5998"/>
                      </a:lnTo>
                      <a:lnTo>
                        <a:pt x="14669" y="5991"/>
                      </a:lnTo>
                      <a:lnTo>
                        <a:pt x="14678" y="5985"/>
                      </a:lnTo>
                      <a:lnTo>
                        <a:pt x="14689" y="5979"/>
                      </a:lnTo>
                      <a:lnTo>
                        <a:pt x="14698" y="5974"/>
                      </a:lnTo>
                      <a:lnTo>
                        <a:pt x="14707" y="5972"/>
                      </a:lnTo>
                      <a:lnTo>
                        <a:pt x="14716" y="5967"/>
                      </a:lnTo>
                      <a:lnTo>
                        <a:pt x="14726" y="5963"/>
                      </a:lnTo>
                      <a:lnTo>
                        <a:pt x="14738" y="5956"/>
                      </a:lnTo>
                      <a:lnTo>
                        <a:pt x="14746" y="5948"/>
                      </a:lnTo>
                      <a:lnTo>
                        <a:pt x="14755" y="5939"/>
                      </a:lnTo>
                      <a:lnTo>
                        <a:pt x="14765" y="5931"/>
                      </a:lnTo>
                      <a:lnTo>
                        <a:pt x="14789" y="5914"/>
                      </a:lnTo>
                      <a:lnTo>
                        <a:pt x="14809" y="5898"/>
                      </a:lnTo>
                      <a:lnTo>
                        <a:pt x="14830" y="5884"/>
                      </a:lnTo>
                      <a:lnTo>
                        <a:pt x="14855" y="5869"/>
                      </a:lnTo>
                      <a:lnTo>
                        <a:pt x="14868" y="5863"/>
                      </a:lnTo>
                      <a:lnTo>
                        <a:pt x="14880" y="5857"/>
                      </a:lnTo>
                      <a:lnTo>
                        <a:pt x="14892" y="5852"/>
                      </a:lnTo>
                      <a:lnTo>
                        <a:pt x="14906" y="5848"/>
                      </a:lnTo>
                      <a:lnTo>
                        <a:pt x="14931" y="5840"/>
                      </a:lnTo>
                      <a:lnTo>
                        <a:pt x="14953" y="5836"/>
                      </a:lnTo>
                      <a:lnTo>
                        <a:pt x="14974" y="5833"/>
                      </a:lnTo>
                      <a:lnTo>
                        <a:pt x="14996" y="5831"/>
                      </a:lnTo>
                      <a:lnTo>
                        <a:pt x="15018" y="5831"/>
                      </a:lnTo>
                      <a:lnTo>
                        <a:pt x="15040" y="5830"/>
                      </a:lnTo>
                      <a:lnTo>
                        <a:pt x="15064" y="5830"/>
                      </a:lnTo>
                      <a:lnTo>
                        <a:pt x="15089" y="5828"/>
                      </a:lnTo>
                      <a:lnTo>
                        <a:pt x="15107" y="5827"/>
                      </a:lnTo>
                      <a:lnTo>
                        <a:pt x="15123" y="5826"/>
                      </a:lnTo>
                      <a:lnTo>
                        <a:pt x="15140" y="5825"/>
                      </a:lnTo>
                      <a:lnTo>
                        <a:pt x="15158" y="5825"/>
                      </a:lnTo>
                      <a:lnTo>
                        <a:pt x="15204" y="5826"/>
                      </a:lnTo>
                      <a:lnTo>
                        <a:pt x="15246" y="5827"/>
                      </a:lnTo>
                      <a:lnTo>
                        <a:pt x="15287" y="5827"/>
                      </a:lnTo>
                      <a:lnTo>
                        <a:pt x="15333" y="5828"/>
                      </a:lnTo>
                      <a:lnTo>
                        <a:pt x="15340" y="5678"/>
                      </a:lnTo>
                      <a:lnTo>
                        <a:pt x="15568" y="5670"/>
                      </a:lnTo>
                      <a:lnTo>
                        <a:pt x="15564" y="5822"/>
                      </a:lnTo>
                      <a:lnTo>
                        <a:pt x="15686" y="5834"/>
                      </a:lnTo>
                      <a:lnTo>
                        <a:pt x="15686" y="6039"/>
                      </a:lnTo>
                      <a:lnTo>
                        <a:pt x="15715" y="6043"/>
                      </a:lnTo>
                      <a:lnTo>
                        <a:pt x="15715" y="5793"/>
                      </a:lnTo>
                      <a:lnTo>
                        <a:pt x="15731" y="5787"/>
                      </a:lnTo>
                      <a:lnTo>
                        <a:pt x="15745" y="5781"/>
                      </a:lnTo>
                      <a:lnTo>
                        <a:pt x="15751" y="5778"/>
                      </a:lnTo>
                      <a:lnTo>
                        <a:pt x="15757" y="5773"/>
                      </a:lnTo>
                      <a:lnTo>
                        <a:pt x="15762" y="5768"/>
                      </a:lnTo>
                      <a:lnTo>
                        <a:pt x="15767" y="5761"/>
                      </a:lnTo>
                      <a:lnTo>
                        <a:pt x="15770" y="5751"/>
                      </a:lnTo>
                      <a:lnTo>
                        <a:pt x="15774" y="5742"/>
                      </a:lnTo>
                      <a:lnTo>
                        <a:pt x="15776" y="5733"/>
                      </a:lnTo>
                      <a:lnTo>
                        <a:pt x="15779" y="5722"/>
                      </a:lnTo>
                      <a:lnTo>
                        <a:pt x="15764" y="5726"/>
                      </a:lnTo>
                      <a:lnTo>
                        <a:pt x="15750" y="5729"/>
                      </a:lnTo>
                      <a:lnTo>
                        <a:pt x="15735" y="5734"/>
                      </a:lnTo>
                      <a:lnTo>
                        <a:pt x="15721" y="5738"/>
                      </a:lnTo>
                      <a:lnTo>
                        <a:pt x="15702" y="5263"/>
                      </a:lnTo>
                      <a:lnTo>
                        <a:pt x="15682" y="5270"/>
                      </a:lnTo>
                      <a:lnTo>
                        <a:pt x="15686" y="5471"/>
                      </a:lnTo>
                      <a:lnTo>
                        <a:pt x="15102" y="5465"/>
                      </a:lnTo>
                      <a:lnTo>
                        <a:pt x="14983" y="5520"/>
                      </a:lnTo>
                      <a:lnTo>
                        <a:pt x="14955" y="5541"/>
                      </a:lnTo>
                      <a:lnTo>
                        <a:pt x="14930" y="5558"/>
                      </a:lnTo>
                      <a:lnTo>
                        <a:pt x="14915" y="5565"/>
                      </a:lnTo>
                      <a:lnTo>
                        <a:pt x="14901" y="5570"/>
                      </a:lnTo>
                      <a:lnTo>
                        <a:pt x="14885" y="5574"/>
                      </a:lnTo>
                      <a:lnTo>
                        <a:pt x="14868" y="5575"/>
                      </a:lnTo>
                      <a:lnTo>
                        <a:pt x="14857" y="5574"/>
                      </a:lnTo>
                      <a:lnTo>
                        <a:pt x="14849" y="5571"/>
                      </a:lnTo>
                      <a:lnTo>
                        <a:pt x="14839" y="5569"/>
                      </a:lnTo>
                      <a:lnTo>
                        <a:pt x="14830" y="5568"/>
                      </a:lnTo>
                      <a:lnTo>
                        <a:pt x="14819" y="5569"/>
                      </a:lnTo>
                      <a:lnTo>
                        <a:pt x="14808" y="5570"/>
                      </a:lnTo>
                      <a:lnTo>
                        <a:pt x="14800" y="5573"/>
                      </a:lnTo>
                      <a:lnTo>
                        <a:pt x="14790" y="5575"/>
                      </a:lnTo>
                      <a:lnTo>
                        <a:pt x="14781" y="5578"/>
                      </a:lnTo>
                      <a:lnTo>
                        <a:pt x="14772" y="5579"/>
                      </a:lnTo>
                      <a:lnTo>
                        <a:pt x="14762" y="5580"/>
                      </a:lnTo>
                      <a:lnTo>
                        <a:pt x="14751" y="5581"/>
                      </a:lnTo>
                      <a:lnTo>
                        <a:pt x="14701" y="5581"/>
                      </a:lnTo>
                      <a:lnTo>
                        <a:pt x="14708" y="5568"/>
                      </a:lnTo>
                      <a:lnTo>
                        <a:pt x="14715" y="5556"/>
                      </a:lnTo>
                      <a:lnTo>
                        <a:pt x="14721" y="5544"/>
                      </a:lnTo>
                      <a:lnTo>
                        <a:pt x="14726" y="5529"/>
                      </a:lnTo>
                      <a:lnTo>
                        <a:pt x="14730" y="5516"/>
                      </a:lnTo>
                      <a:lnTo>
                        <a:pt x="14733" y="5504"/>
                      </a:lnTo>
                      <a:lnTo>
                        <a:pt x="14736" y="5499"/>
                      </a:lnTo>
                      <a:lnTo>
                        <a:pt x="14739" y="5495"/>
                      </a:lnTo>
                      <a:lnTo>
                        <a:pt x="14743" y="5493"/>
                      </a:lnTo>
                      <a:lnTo>
                        <a:pt x="14746" y="5489"/>
                      </a:lnTo>
                      <a:lnTo>
                        <a:pt x="14755" y="5486"/>
                      </a:lnTo>
                      <a:lnTo>
                        <a:pt x="14763" y="5483"/>
                      </a:lnTo>
                      <a:lnTo>
                        <a:pt x="14783" y="5480"/>
                      </a:lnTo>
                      <a:lnTo>
                        <a:pt x="14803" y="5475"/>
                      </a:lnTo>
                      <a:lnTo>
                        <a:pt x="14831" y="5464"/>
                      </a:lnTo>
                      <a:lnTo>
                        <a:pt x="14855" y="5454"/>
                      </a:lnTo>
                      <a:lnTo>
                        <a:pt x="14879" y="5444"/>
                      </a:lnTo>
                      <a:lnTo>
                        <a:pt x="14906" y="5434"/>
                      </a:lnTo>
                      <a:lnTo>
                        <a:pt x="14919" y="5428"/>
                      </a:lnTo>
                      <a:lnTo>
                        <a:pt x="14931" y="5423"/>
                      </a:lnTo>
                      <a:lnTo>
                        <a:pt x="14937" y="5421"/>
                      </a:lnTo>
                      <a:lnTo>
                        <a:pt x="14943" y="5418"/>
                      </a:lnTo>
                      <a:lnTo>
                        <a:pt x="14950" y="5418"/>
                      </a:lnTo>
                      <a:lnTo>
                        <a:pt x="14958" y="5417"/>
                      </a:lnTo>
                      <a:lnTo>
                        <a:pt x="14967" y="5421"/>
                      </a:lnTo>
                      <a:lnTo>
                        <a:pt x="14977" y="5424"/>
                      </a:lnTo>
                      <a:lnTo>
                        <a:pt x="14984" y="5423"/>
                      </a:lnTo>
                      <a:lnTo>
                        <a:pt x="14989" y="5422"/>
                      </a:lnTo>
                      <a:lnTo>
                        <a:pt x="14994" y="5420"/>
                      </a:lnTo>
                      <a:lnTo>
                        <a:pt x="14999" y="5416"/>
                      </a:lnTo>
                      <a:lnTo>
                        <a:pt x="15008" y="5409"/>
                      </a:lnTo>
                      <a:lnTo>
                        <a:pt x="15019" y="5401"/>
                      </a:lnTo>
                      <a:lnTo>
                        <a:pt x="15182" y="5058"/>
                      </a:lnTo>
                      <a:lnTo>
                        <a:pt x="15194" y="5059"/>
                      </a:lnTo>
                      <a:lnTo>
                        <a:pt x="15204" y="5060"/>
                      </a:lnTo>
                      <a:lnTo>
                        <a:pt x="15213" y="5061"/>
                      </a:lnTo>
                      <a:lnTo>
                        <a:pt x="15224" y="5065"/>
                      </a:lnTo>
                      <a:lnTo>
                        <a:pt x="15229" y="5067"/>
                      </a:lnTo>
                      <a:lnTo>
                        <a:pt x="15234" y="5071"/>
                      </a:lnTo>
                      <a:lnTo>
                        <a:pt x="15238" y="5076"/>
                      </a:lnTo>
                      <a:lnTo>
                        <a:pt x="15242" y="5079"/>
                      </a:lnTo>
                      <a:lnTo>
                        <a:pt x="15247" y="5083"/>
                      </a:lnTo>
                      <a:lnTo>
                        <a:pt x="15252" y="5087"/>
                      </a:lnTo>
                      <a:lnTo>
                        <a:pt x="15257" y="5089"/>
                      </a:lnTo>
                      <a:lnTo>
                        <a:pt x="15263" y="5090"/>
                      </a:lnTo>
                      <a:lnTo>
                        <a:pt x="15270" y="5089"/>
                      </a:lnTo>
                      <a:lnTo>
                        <a:pt x="15277" y="5088"/>
                      </a:lnTo>
                      <a:lnTo>
                        <a:pt x="15283" y="5084"/>
                      </a:lnTo>
                      <a:lnTo>
                        <a:pt x="15288" y="5081"/>
                      </a:lnTo>
                      <a:lnTo>
                        <a:pt x="15299" y="5070"/>
                      </a:lnTo>
                      <a:lnTo>
                        <a:pt x="15307" y="5058"/>
                      </a:lnTo>
                      <a:lnTo>
                        <a:pt x="15317" y="5046"/>
                      </a:lnTo>
                      <a:lnTo>
                        <a:pt x="15325" y="5034"/>
                      </a:lnTo>
                      <a:lnTo>
                        <a:pt x="15334" y="5022"/>
                      </a:lnTo>
                      <a:lnTo>
                        <a:pt x="15340" y="5007"/>
                      </a:lnTo>
                      <a:lnTo>
                        <a:pt x="15327" y="5005"/>
                      </a:lnTo>
                      <a:lnTo>
                        <a:pt x="15314" y="5003"/>
                      </a:lnTo>
                      <a:lnTo>
                        <a:pt x="15302" y="5003"/>
                      </a:lnTo>
                      <a:lnTo>
                        <a:pt x="15290" y="5005"/>
                      </a:lnTo>
                      <a:lnTo>
                        <a:pt x="15279" y="5007"/>
                      </a:lnTo>
                      <a:lnTo>
                        <a:pt x="15269" y="5009"/>
                      </a:lnTo>
                      <a:lnTo>
                        <a:pt x="15248" y="5013"/>
                      </a:lnTo>
                      <a:lnTo>
                        <a:pt x="15224" y="5017"/>
                      </a:lnTo>
                      <a:lnTo>
                        <a:pt x="15219" y="5007"/>
                      </a:lnTo>
                      <a:lnTo>
                        <a:pt x="15218" y="4997"/>
                      </a:lnTo>
                      <a:lnTo>
                        <a:pt x="15217" y="4988"/>
                      </a:lnTo>
                      <a:lnTo>
                        <a:pt x="15217" y="4979"/>
                      </a:lnTo>
                      <a:lnTo>
                        <a:pt x="15218" y="4975"/>
                      </a:lnTo>
                      <a:lnTo>
                        <a:pt x="15219" y="4971"/>
                      </a:lnTo>
                      <a:lnTo>
                        <a:pt x="15220" y="4967"/>
                      </a:lnTo>
                      <a:lnTo>
                        <a:pt x="15224" y="4965"/>
                      </a:lnTo>
                      <a:lnTo>
                        <a:pt x="15236" y="4959"/>
                      </a:lnTo>
                      <a:lnTo>
                        <a:pt x="15249" y="4955"/>
                      </a:lnTo>
                      <a:lnTo>
                        <a:pt x="15263" y="4949"/>
                      </a:lnTo>
                      <a:lnTo>
                        <a:pt x="15275" y="4943"/>
                      </a:lnTo>
                      <a:lnTo>
                        <a:pt x="15281" y="4941"/>
                      </a:lnTo>
                      <a:lnTo>
                        <a:pt x="15287" y="4938"/>
                      </a:lnTo>
                      <a:lnTo>
                        <a:pt x="15293" y="4937"/>
                      </a:lnTo>
                      <a:lnTo>
                        <a:pt x="15301" y="4936"/>
                      </a:lnTo>
                      <a:lnTo>
                        <a:pt x="15311" y="4937"/>
                      </a:lnTo>
                      <a:lnTo>
                        <a:pt x="15320" y="4938"/>
                      </a:lnTo>
                      <a:lnTo>
                        <a:pt x="15329" y="4940"/>
                      </a:lnTo>
                      <a:lnTo>
                        <a:pt x="15340" y="4940"/>
                      </a:lnTo>
                      <a:lnTo>
                        <a:pt x="15347" y="4937"/>
                      </a:lnTo>
                      <a:lnTo>
                        <a:pt x="15354" y="4935"/>
                      </a:lnTo>
                      <a:lnTo>
                        <a:pt x="15360" y="4931"/>
                      </a:lnTo>
                      <a:lnTo>
                        <a:pt x="15366" y="4927"/>
                      </a:lnTo>
                      <a:lnTo>
                        <a:pt x="15372" y="4924"/>
                      </a:lnTo>
                      <a:lnTo>
                        <a:pt x="15377" y="4919"/>
                      </a:lnTo>
                      <a:lnTo>
                        <a:pt x="15383" y="4913"/>
                      </a:lnTo>
                      <a:lnTo>
                        <a:pt x="15388" y="4907"/>
                      </a:lnTo>
                      <a:lnTo>
                        <a:pt x="15395" y="4896"/>
                      </a:lnTo>
                      <a:lnTo>
                        <a:pt x="15402" y="4885"/>
                      </a:lnTo>
                      <a:lnTo>
                        <a:pt x="15407" y="4874"/>
                      </a:lnTo>
                      <a:lnTo>
                        <a:pt x="15412" y="4864"/>
                      </a:lnTo>
                      <a:lnTo>
                        <a:pt x="15422" y="4842"/>
                      </a:lnTo>
                      <a:lnTo>
                        <a:pt x="15433" y="4818"/>
                      </a:lnTo>
                      <a:lnTo>
                        <a:pt x="15439" y="4803"/>
                      </a:lnTo>
                      <a:lnTo>
                        <a:pt x="15446" y="4791"/>
                      </a:lnTo>
                      <a:lnTo>
                        <a:pt x="15452" y="4780"/>
                      </a:lnTo>
                      <a:lnTo>
                        <a:pt x="15459" y="4771"/>
                      </a:lnTo>
                      <a:lnTo>
                        <a:pt x="15472" y="4749"/>
                      </a:lnTo>
                      <a:lnTo>
                        <a:pt x="15487" y="4724"/>
                      </a:lnTo>
                      <a:lnTo>
                        <a:pt x="15503" y="4692"/>
                      </a:lnTo>
                      <a:lnTo>
                        <a:pt x="15513" y="4663"/>
                      </a:lnTo>
                      <a:lnTo>
                        <a:pt x="15524" y="4634"/>
                      </a:lnTo>
                      <a:lnTo>
                        <a:pt x="15539" y="4602"/>
                      </a:lnTo>
                      <a:lnTo>
                        <a:pt x="15547" y="4585"/>
                      </a:lnTo>
                      <a:lnTo>
                        <a:pt x="15557" y="4570"/>
                      </a:lnTo>
                      <a:lnTo>
                        <a:pt x="15562" y="4563"/>
                      </a:lnTo>
                      <a:lnTo>
                        <a:pt x="15567" y="4556"/>
                      </a:lnTo>
                      <a:lnTo>
                        <a:pt x="15570" y="4548"/>
                      </a:lnTo>
                      <a:lnTo>
                        <a:pt x="15574" y="4538"/>
                      </a:lnTo>
                      <a:lnTo>
                        <a:pt x="15587" y="4501"/>
                      </a:lnTo>
                      <a:lnTo>
                        <a:pt x="15599" y="4468"/>
                      </a:lnTo>
                      <a:lnTo>
                        <a:pt x="15605" y="4452"/>
                      </a:lnTo>
                      <a:lnTo>
                        <a:pt x="15610" y="4435"/>
                      </a:lnTo>
                      <a:lnTo>
                        <a:pt x="15615" y="4417"/>
                      </a:lnTo>
                      <a:lnTo>
                        <a:pt x="15618" y="4397"/>
                      </a:lnTo>
                      <a:lnTo>
                        <a:pt x="15622" y="4381"/>
                      </a:lnTo>
                      <a:lnTo>
                        <a:pt x="15626" y="4364"/>
                      </a:lnTo>
                      <a:lnTo>
                        <a:pt x="15624" y="4355"/>
                      </a:lnTo>
                      <a:lnTo>
                        <a:pt x="15622" y="4345"/>
                      </a:lnTo>
                      <a:lnTo>
                        <a:pt x="15620" y="4337"/>
                      </a:lnTo>
                      <a:lnTo>
                        <a:pt x="15616" y="4329"/>
                      </a:lnTo>
                      <a:lnTo>
                        <a:pt x="15609" y="4312"/>
                      </a:lnTo>
                      <a:lnTo>
                        <a:pt x="15603" y="4294"/>
                      </a:lnTo>
                      <a:lnTo>
                        <a:pt x="15615" y="4292"/>
                      </a:lnTo>
                      <a:lnTo>
                        <a:pt x="15626" y="4289"/>
                      </a:lnTo>
                      <a:lnTo>
                        <a:pt x="15635" y="4285"/>
                      </a:lnTo>
                      <a:lnTo>
                        <a:pt x="15645" y="4280"/>
                      </a:lnTo>
                      <a:lnTo>
                        <a:pt x="15653" y="4275"/>
                      </a:lnTo>
                      <a:lnTo>
                        <a:pt x="15661" y="4268"/>
                      </a:lnTo>
                      <a:lnTo>
                        <a:pt x="15667" y="4259"/>
                      </a:lnTo>
                      <a:lnTo>
                        <a:pt x="15673" y="4250"/>
                      </a:lnTo>
                      <a:lnTo>
                        <a:pt x="15677" y="4239"/>
                      </a:lnTo>
                      <a:lnTo>
                        <a:pt x="15681" y="4230"/>
                      </a:lnTo>
                      <a:lnTo>
                        <a:pt x="15685" y="4221"/>
                      </a:lnTo>
                      <a:lnTo>
                        <a:pt x="15690" y="4211"/>
                      </a:lnTo>
                      <a:lnTo>
                        <a:pt x="15710" y="4216"/>
                      </a:lnTo>
                      <a:lnTo>
                        <a:pt x="15728" y="4221"/>
                      </a:lnTo>
                      <a:lnTo>
                        <a:pt x="15738" y="4223"/>
                      </a:lnTo>
                      <a:lnTo>
                        <a:pt x="15747" y="4226"/>
                      </a:lnTo>
                      <a:lnTo>
                        <a:pt x="15756" y="4229"/>
                      </a:lnTo>
                      <a:lnTo>
                        <a:pt x="15767" y="4233"/>
                      </a:lnTo>
                      <a:lnTo>
                        <a:pt x="15779" y="4242"/>
                      </a:lnTo>
                      <a:lnTo>
                        <a:pt x="15790" y="4251"/>
                      </a:lnTo>
                      <a:lnTo>
                        <a:pt x="15794" y="4256"/>
                      </a:lnTo>
                      <a:lnTo>
                        <a:pt x="15800" y="4259"/>
                      </a:lnTo>
                      <a:lnTo>
                        <a:pt x="15806" y="4263"/>
                      </a:lnTo>
                      <a:lnTo>
                        <a:pt x="15815" y="4265"/>
                      </a:lnTo>
                      <a:lnTo>
                        <a:pt x="15828" y="4268"/>
                      </a:lnTo>
                      <a:lnTo>
                        <a:pt x="15840" y="4268"/>
                      </a:lnTo>
                      <a:lnTo>
                        <a:pt x="15852" y="4269"/>
                      </a:lnTo>
                      <a:lnTo>
                        <a:pt x="15866" y="4271"/>
                      </a:lnTo>
                      <a:lnTo>
                        <a:pt x="15880" y="4276"/>
                      </a:lnTo>
                      <a:lnTo>
                        <a:pt x="15892" y="4282"/>
                      </a:lnTo>
                      <a:lnTo>
                        <a:pt x="15904" y="4288"/>
                      </a:lnTo>
                      <a:lnTo>
                        <a:pt x="15915" y="4294"/>
                      </a:lnTo>
                      <a:lnTo>
                        <a:pt x="15936" y="4309"/>
                      </a:lnTo>
                      <a:lnTo>
                        <a:pt x="15954" y="4324"/>
                      </a:lnTo>
                      <a:lnTo>
                        <a:pt x="15972" y="4341"/>
                      </a:lnTo>
                      <a:lnTo>
                        <a:pt x="15992" y="4357"/>
                      </a:lnTo>
                      <a:lnTo>
                        <a:pt x="16002" y="4364"/>
                      </a:lnTo>
                      <a:lnTo>
                        <a:pt x="16014" y="4371"/>
                      </a:lnTo>
                      <a:lnTo>
                        <a:pt x="16026" y="4378"/>
                      </a:lnTo>
                      <a:lnTo>
                        <a:pt x="16039" y="4384"/>
                      </a:lnTo>
                      <a:lnTo>
                        <a:pt x="16051" y="4387"/>
                      </a:lnTo>
                      <a:lnTo>
                        <a:pt x="16042" y="4374"/>
                      </a:lnTo>
                      <a:lnTo>
                        <a:pt x="16033" y="4361"/>
                      </a:lnTo>
                      <a:lnTo>
                        <a:pt x="16030" y="4355"/>
                      </a:lnTo>
                      <a:lnTo>
                        <a:pt x="16025" y="4347"/>
                      </a:lnTo>
                      <a:lnTo>
                        <a:pt x="16020" y="4341"/>
                      </a:lnTo>
                      <a:lnTo>
                        <a:pt x="16014" y="4335"/>
                      </a:lnTo>
                      <a:lnTo>
                        <a:pt x="16002" y="4327"/>
                      </a:lnTo>
                      <a:lnTo>
                        <a:pt x="15991" y="4321"/>
                      </a:lnTo>
                      <a:lnTo>
                        <a:pt x="15980" y="4315"/>
                      </a:lnTo>
                      <a:lnTo>
                        <a:pt x="15969" y="4310"/>
                      </a:lnTo>
                      <a:lnTo>
                        <a:pt x="15948" y="4300"/>
                      </a:lnTo>
                      <a:lnTo>
                        <a:pt x="15923" y="4288"/>
                      </a:lnTo>
                      <a:lnTo>
                        <a:pt x="15915" y="4282"/>
                      </a:lnTo>
                      <a:lnTo>
                        <a:pt x="15907" y="4276"/>
                      </a:lnTo>
                      <a:lnTo>
                        <a:pt x="15899" y="4271"/>
                      </a:lnTo>
                      <a:lnTo>
                        <a:pt x="15892" y="4264"/>
                      </a:lnTo>
                      <a:lnTo>
                        <a:pt x="15880" y="4251"/>
                      </a:lnTo>
                      <a:lnTo>
                        <a:pt x="15866" y="4236"/>
                      </a:lnTo>
                      <a:lnTo>
                        <a:pt x="15860" y="4232"/>
                      </a:lnTo>
                      <a:lnTo>
                        <a:pt x="15852" y="4227"/>
                      </a:lnTo>
                      <a:lnTo>
                        <a:pt x="15845" y="4217"/>
                      </a:lnTo>
                      <a:lnTo>
                        <a:pt x="15839" y="4209"/>
                      </a:lnTo>
                      <a:lnTo>
                        <a:pt x="15833" y="4199"/>
                      </a:lnTo>
                      <a:lnTo>
                        <a:pt x="15825" y="4192"/>
                      </a:lnTo>
                      <a:lnTo>
                        <a:pt x="15811" y="4185"/>
                      </a:lnTo>
                      <a:lnTo>
                        <a:pt x="15798" y="4179"/>
                      </a:lnTo>
                      <a:lnTo>
                        <a:pt x="15781" y="4166"/>
                      </a:lnTo>
                      <a:lnTo>
                        <a:pt x="15767" y="4154"/>
                      </a:lnTo>
                      <a:lnTo>
                        <a:pt x="15752" y="4142"/>
                      </a:lnTo>
                      <a:lnTo>
                        <a:pt x="15734" y="4130"/>
                      </a:lnTo>
                      <a:lnTo>
                        <a:pt x="15708" y="4116"/>
                      </a:lnTo>
                      <a:lnTo>
                        <a:pt x="15683" y="4104"/>
                      </a:lnTo>
                      <a:lnTo>
                        <a:pt x="15659" y="4093"/>
                      </a:lnTo>
                      <a:lnTo>
                        <a:pt x="15632" y="4080"/>
                      </a:lnTo>
                      <a:lnTo>
                        <a:pt x="15616" y="4071"/>
                      </a:lnTo>
                      <a:lnTo>
                        <a:pt x="15603" y="4063"/>
                      </a:lnTo>
                      <a:lnTo>
                        <a:pt x="15591" y="4053"/>
                      </a:lnTo>
                      <a:lnTo>
                        <a:pt x="15580" y="4045"/>
                      </a:lnTo>
                      <a:lnTo>
                        <a:pt x="15568" y="4035"/>
                      </a:lnTo>
                      <a:lnTo>
                        <a:pt x="15556" y="4027"/>
                      </a:lnTo>
                      <a:lnTo>
                        <a:pt x="15544" y="4017"/>
                      </a:lnTo>
                      <a:lnTo>
                        <a:pt x="15529" y="4008"/>
                      </a:lnTo>
                      <a:lnTo>
                        <a:pt x="15503" y="3993"/>
                      </a:lnTo>
                      <a:lnTo>
                        <a:pt x="15478" y="3978"/>
                      </a:lnTo>
                      <a:lnTo>
                        <a:pt x="15466" y="3972"/>
                      </a:lnTo>
                      <a:lnTo>
                        <a:pt x="15454" y="3966"/>
                      </a:lnTo>
                      <a:lnTo>
                        <a:pt x="15441" y="3960"/>
                      </a:lnTo>
                      <a:lnTo>
                        <a:pt x="15427" y="3954"/>
                      </a:lnTo>
                      <a:lnTo>
                        <a:pt x="15413" y="3952"/>
                      </a:lnTo>
                      <a:lnTo>
                        <a:pt x="15400" y="3951"/>
                      </a:lnTo>
                      <a:lnTo>
                        <a:pt x="15358" y="3941"/>
                      </a:lnTo>
                      <a:lnTo>
                        <a:pt x="15322" y="3931"/>
                      </a:lnTo>
                      <a:lnTo>
                        <a:pt x="15304" y="3925"/>
                      </a:lnTo>
                      <a:lnTo>
                        <a:pt x="15286" y="3919"/>
                      </a:lnTo>
                      <a:lnTo>
                        <a:pt x="15266" y="3912"/>
                      </a:lnTo>
                      <a:lnTo>
                        <a:pt x="15247" y="3902"/>
                      </a:lnTo>
                      <a:lnTo>
                        <a:pt x="15230" y="3895"/>
                      </a:lnTo>
                      <a:lnTo>
                        <a:pt x="15214" y="3889"/>
                      </a:lnTo>
                      <a:lnTo>
                        <a:pt x="15200" y="3884"/>
                      </a:lnTo>
                      <a:lnTo>
                        <a:pt x="15182" y="3877"/>
                      </a:lnTo>
                      <a:lnTo>
                        <a:pt x="15161" y="3866"/>
                      </a:lnTo>
                      <a:lnTo>
                        <a:pt x="15143" y="3855"/>
                      </a:lnTo>
                      <a:lnTo>
                        <a:pt x="15125" y="3843"/>
                      </a:lnTo>
                      <a:lnTo>
                        <a:pt x="15105" y="3832"/>
                      </a:lnTo>
                      <a:lnTo>
                        <a:pt x="15097" y="3828"/>
                      </a:lnTo>
                      <a:lnTo>
                        <a:pt x="15091" y="3823"/>
                      </a:lnTo>
                      <a:lnTo>
                        <a:pt x="15085" y="3818"/>
                      </a:lnTo>
                      <a:lnTo>
                        <a:pt x="15081" y="3813"/>
                      </a:lnTo>
                      <a:lnTo>
                        <a:pt x="15070" y="3802"/>
                      </a:lnTo>
                      <a:lnTo>
                        <a:pt x="15058" y="3790"/>
                      </a:lnTo>
                      <a:lnTo>
                        <a:pt x="15050" y="3785"/>
                      </a:lnTo>
                      <a:lnTo>
                        <a:pt x="15044" y="3782"/>
                      </a:lnTo>
                      <a:lnTo>
                        <a:pt x="15038" y="3779"/>
                      </a:lnTo>
                      <a:lnTo>
                        <a:pt x="15032" y="3777"/>
                      </a:lnTo>
                      <a:lnTo>
                        <a:pt x="15019" y="3773"/>
                      </a:lnTo>
                      <a:lnTo>
                        <a:pt x="15006" y="3767"/>
                      </a:lnTo>
                      <a:lnTo>
                        <a:pt x="15000" y="3764"/>
                      </a:lnTo>
                      <a:lnTo>
                        <a:pt x="14994" y="3760"/>
                      </a:lnTo>
                      <a:lnTo>
                        <a:pt x="14988" y="3756"/>
                      </a:lnTo>
                      <a:lnTo>
                        <a:pt x="14980" y="3755"/>
                      </a:lnTo>
                      <a:lnTo>
                        <a:pt x="14974" y="3755"/>
                      </a:lnTo>
                      <a:lnTo>
                        <a:pt x="14970" y="3758"/>
                      </a:lnTo>
                      <a:lnTo>
                        <a:pt x="14966" y="3760"/>
                      </a:lnTo>
                      <a:lnTo>
                        <a:pt x="14961" y="3764"/>
                      </a:lnTo>
                      <a:lnTo>
                        <a:pt x="14955" y="3772"/>
                      </a:lnTo>
                      <a:lnTo>
                        <a:pt x="14948" y="3781"/>
                      </a:lnTo>
                      <a:lnTo>
                        <a:pt x="14941" y="3790"/>
                      </a:lnTo>
                      <a:lnTo>
                        <a:pt x="14932" y="3797"/>
                      </a:lnTo>
                      <a:lnTo>
                        <a:pt x="14923" y="3803"/>
                      </a:lnTo>
                      <a:lnTo>
                        <a:pt x="14913" y="3809"/>
                      </a:lnTo>
                      <a:lnTo>
                        <a:pt x="14898" y="3816"/>
                      </a:lnTo>
                      <a:lnTo>
                        <a:pt x="14885" y="3819"/>
                      </a:lnTo>
                      <a:lnTo>
                        <a:pt x="14871" y="3822"/>
                      </a:lnTo>
                      <a:lnTo>
                        <a:pt x="14855" y="3823"/>
                      </a:lnTo>
                      <a:lnTo>
                        <a:pt x="14848" y="3822"/>
                      </a:lnTo>
                      <a:lnTo>
                        <a:pt x="14841" y="3822"/>
                      </a:lnTo>
                      <a:lnTo>
                        <a:pt x="14833" y="3819"/>
                      </a:lnTo>
                      <a:lnTo>
                        <a:pt x="14827" y="3818"/>
                      </a:lnTo>
                      <a:lnTo>
                        <a:pt x="14815" y="3812"/>
                      </a:lnTo>
                      <a:lnTo>
                        <a:pt x="14804" y="3805"/>
                      </a:lnTo>
                      <a:lnTo>
                        <a:pt x="14793" y="3796"/>
                      </a:lnTo>
                      <a:lnTo>
                        <a:pt x="14785" y="3785"/>
                      </a:lnTo>
                      <a:lnTo>
                        <a:pt x="14777" y="3773"/>
                      </a:lnTo>
                      <a:lnTo>
                        <a:pt x="14768" y="3761"/>
                      </a:lnTo>
                      <a:lnTo>
                        <a:pt x="14759" y="3746"/>
                      </a:lnTo>
                      <a:lnTo>
                        <a:pt x="14752" y="3730"/>
                      </a:lnTo>
                      <a:lnTo>
                        <a:pt x="14748" y="3715"/>
                      </a:lnTo>
                      <a:lnTo>
                        <a:pt x="14743" y="3697"/>
                      </a:lnTo>
                      <a:lnTo>
                        <a:pt x="14737" y="3674"/>
                      </a:lnTo>
                      <a:lnTo>
                        <a:pt x="14730" y="3654"/>
                      </a:lnTo>
                      <a:lnTo>
                        <a:pt x="14722" y="3635"/>
                      </a:lnTo>
                      <a:lnTo>
                        <a:pt x="14715" y="3617"/>
                      </a:lnTo>
                      <a:lnTo>
                        <a:pt x="14707" y="3598"/>
                      </a:lnTo>
                      <a:lnTo>
                        <a:pt x="14696" y="3582"/>
                      </a:lnTo>
                      <a:lnTo>
                        <a:pt x="14685" y="3562"/>
                      </a:lnTo>
                      <a:lnTo>
                        <a:pt x="14672" y="3543"/>
                      </a:lnTo>
                      <a:lnTo>
                        <a:pt x="14662" y="3528"/>
                      </a:lnTo>
                      <a:lnTo>
                        <a:pt x="14654" y="3514"/>
                      </a:lnTo>
                      <a:lnTo>
                        <a:pt x="14646" y="3501"/>
                      </a:lnTo>
                      <a:lnTo>
                        <a:pt x="14640" y="3487"/>
                      </a:lnTo>
                      <a:lnTo>
                        <a:pt x="14628" y="3460"/>
                      </a:lnTo>
                      <a:lnTo>
                        <a:pt x="14617" y="3427"/>
                      </a:lnTo>
                      <a:lnTo>
                        <a:pt x="14611" y="3410"/>
                      </a:lnTo>
                      <a:lnTo>
                        <a:pt x="14603" y="3395"/>
                      </a:lnTo>
                      <a:lnTo>
                        <a:pt x="14596" y="3380"/>
                      </a:lnTo>
                      <a:lnTo>
                        <a:pt x="14588" y="3363"/>
                      </a:lnTo>
                      <a:lnTo>
                        <a:pt x="14582" y="3346"/>
                      </a:lnTo>
                      <a:lnTo>
                        <a:pt x="14579" y="3330"/>
                      </a:lnTo>
                      <a:lnTo>
                        <a:pt x="14574" y="3314"/>
                      </a:lnTo>
                      <a:lnTo>
                        <a:pt x="14569" y="3296"/>
                      </a:lnTo>
                      <a:lnTo>
                        <a:pt x="14563" y="3279"/>
                      </a:lnTo>
                      <a:lnTo>
                        <a:pt x="14557" y="3264"/>
                      </a:lnTo>
                      <a:lnTo>
                        <a:pt x="14551" y="3249"/>
                      </a:lnTo>
                      <a:lnTo>
                        <a:pt x="14544" y="3232"/>
                      </a:lnTo>
                      <a:lnTo>
                        <a:pt x="14538" y="3216"/>
                      </a:lnTo>
                      <a:lnTo>
                        <a:pt x="14531" y="3204"/>
                      </a:lnTo>
                      <a:lnTo>
                        <a:pt x="14523" y="3191"/>
                      </a:lnTo>
                      <a:lnTo>
                        <a:pt x="14515" y="3178"/>
                      </a:lnTo>
                      <a:lnTo>
                        <a:pt x="14503" y="3157"/>
                      </a:lnTo>
                      <a:lnTo>
                        <a:pt x="14493" y="3138"/>
                      </a:lnTo>
                      <a:lnTo>
                        <a:pt x="14482" y="3120"/>
                      </a:lnTo>
                      <a:lnTo>
                        <a:pt x="14470" y="3100"/>
                      </a:lnTo>
                      <a:lnTo>
                        <a:pt x="14465" y="3093"/>
                      </a:lnTo>
                      <a:lnTo>
                        <a:pt x="14461" y="3087"/>
                      </a:lnTo>
                      <a:lnTo>
                        <a:pt x="14457" y="3080"/>
                      </a:lnTo>
                      <a:lnTo>
                        <a:pt x="14451" y="3075"/>
                      </a:lnTo>
                      <a:lnTo>
                        <a:pt x="14438" y="3067"/>
                      </a:lnTo>
                      <a:lnTo>
                        <a:pt x="14426" y="3062"/>
                      </a:lnTo>
                      <a:lnTo>
                        <a:pt x="14414" y="3057"/>
                      </a:lnTo>
                      <a:lnTo>
                        <a:pt x="14399" y="3052"/>
                      </a:lnTo>
                      <a:lnTo>
                        <a:pt x="14393" y="3046"/>
                      </a:lnTo>
                      <a:lnTo>
                        <a:pt x="14386" y="3039"/>
                      </a:lnTo>
                      <a:lnTo>
                        <a:pt x="14363" y="3029"/>
                      </a:lnTo>
                      <a:lnTo>
                        <a:pt x="14342" y="3022"/>
                      </a:lnTo>
                      <a:lnTo>
                        <a:pt x="14321" y="3016"/>
                      </a:lnTo>
                      <a:lnTo>
                        <a:pt x="14297" y="3007"/>
                      </a:lnTo>
                      <a:lnTo>
                        <a:pt x="14262" y="2995"/>
                      </a:lnTo>
                      <a:lnTo>
                        <a:pt x="14230" y="2986"/>
                      </a:lnTo>
                      <a:lnTo>
                        <a:pt x="14200" y="2976"/>
                      </a:lnTo>
                      <a:lnTo>
                        <a:pt x="14165" y="2965"/>
                      </a:lnTo>
                      <a:lnTo>
                        <a:pt x="14151" y="2960"/>
                      </a:lnTo>
                      <a:lnTo>
                        <a:pt x="14139" y="2954"/>
                      </a:lnTo>
                      <a:lnTo>
                        <a:pt x="14128" y="2948"/>
                      </a:lnTo>
                      <a:lnTo>
                        <a:pt x="14113" y="2944"/>
                      </a:lnTo>
                      <a:lnTo>
                        <a:pt x="14086" y="2935"/>
                      </a:lnTo>
                      <a:lnTo>
                        <a:pt x="14060" y="2930"/>
                      </a:lnTo>
                      <a:lnTo>
                        <a:pt x="14034" y="2928"/>
                      </a:lnTo>
                      <a:lnTo>
                        <a:pt x="14005" y="2927"/>
                      </a:lnTo>
                      <a:lnTo>
                        <a:pt x="13999" y="2927"/>
                      </a:lnTo>
                      <a:lnTo>
                        <a:pt x="13994" y="2925"/>
                      </a:lnTo>
                      <a:lnTo>
                        <a:pt x="13989" y="2925"/>
                      </a:lnTo>
                      <a:lnTo>
                        <a:pt x="13986" y="2927"/>
                      </a:lnTo>
                      <a:lnTo>
                        <a:pt x="13984" y="2934"/>
                      </a:lnTo>
                      <a:lnTo>
                        <a:pt x="13982" y="2940"/>
                      </a:lnTo>
                      <a:lnTo>
                        <a:pt x="13976" y="2942"/>
                      </a:lnTo>
                      <a:lnTo>
                        <a:pt x="13970" y="2945"/>
                      </a:lnTo>
                      <a:lnTo>
                        <a:pt x="13964" y="2946"/>
                      </a:lnTo>
                      <a:lnTo>
                        <a:pt x="13958" y="2946"/>
                      </a:lnTo>
                      <a:lnTo>
                        <a:pt x="13945" y="2945"/>
                      </a:lnTo>
                      <a:lnTo>
                        <a:pt x="13931" y="2944"/>
                      </a:lnTo>
                      <a:lnTo>
                        <a:pt x="13918" y="2939"/>
                      </a:lnTo>
                      <a:lnTo>
                        <a:pt x="13905" y="2935"/>
                      </a:lnTo>
                      <a:lnTo>
                        <a:pt x="13893" y="2932"/>
                      </a:lnTo>
                      <a:lnTo>
                        <a:pt x="13879" y="2930"/>
                      </a:lnTo>
                      <a:lnTo>
                        <a:pt x="13860" y="2932"/>
                      </a:lnTo>
                      <a:lnTo>
                        <a:pt x="13843" y="2935"/>
                      </a:lnTo>
                      <a:lnTo>
                        <a:pt x="13828" y="2939"/>
                      </a:lnTo>
                      <a:lnTo>
                        <a:pt x="13808" y="2940"/>
                      </a:lnTo>
                      <a:lnTo>
                        <a:pt x="13707" y="2940"/>
                      </a:lnTo>
                      <a:lnTo>
                        <a:pt x="13692" y="2941"/>
                      </a:lnTo>
                      <a:lnTo>
                        <a:pt x="13680" y="2944"/>
                      </a:lnTo>
                      <a:lnTo>
                        <a:pt x="13668" y="2947"/>
                      </a:lnTo>
                      <a:lnTo>
                        <a:pt x="13655" y="2950"/>
                      </a:lnTo>
                      <a:lnTo>
                        <a:pt x="13637" y="2951"/>
                      </a:lnTo>
                      <a:lnTo>
                        <a:pt x="13621" y="2952"/>
                      </a:lnTo>
                      <a:lnTo>
                        <a:pt x="13614" y="2953"/>
                      </a:lnTo>
                      <a:lnTo>
                        <a:pt x="13606" y="2954"/>
                      </a:lnTo>
                      <a:lnTo>
                        <a:pt x="13598" y="2958"/>
                      </a:lnTo>
                      <a:lnTo>
                        <a:pt x="13590" y="2962"/>
                      </a:lnTo>
                      <a:lnTo>
                        <a:pt x="13583" y="2968"/>
                      </a:lnTo>
                      <a:lnTo>
                        <a:pt x="13577" y="2974"/>
                      </a:lnTo>
                      <a:lnTo>
                        <a:pt x="13571" y="2981"/>
                      </a:lnTo>
                      <a:lnTo>
                        <a:pt x="13566" y="2988"/>
                      </a:lnTo>
                      <a:lnTo>
                        <a:pt x="13557" y="3003"/>
                      </a:lnTo>
                      <a:lnTo>
                        <a:pt x="13549" y="3020"/>
                      </a:lnTo>
                      <a:lnTo>
                        <a:pt x="13543" y="3029"/>
                      </a:lnTo>
                      <a:lnTo>
                        <a:pt x="13537" y="3038"/>
                      </a:lnTo>
                      <a:lnTo>
                        <a:pt x="13531" y="3046"/>
                      </a:lnTo>
                      <a:lnTo>
                        <a:pt x="13525" y="3053"/>
                      </a:lnTo>
                      <a:lnTo>
                        <a:pt x="13510" y="3067"/>
                      </a:lnTo>
                      <a:lnTo>
                        <a:pt x="13495" y="3081"/>
                      </a:lnTo>
                      <a:lnTo>
                        <a:pt x="13497" y="3097"/>
                      </a:lnTo>
                      <a:lnTo>
                        <a:pt x="13509" y="3097"/>
                      </a:lnTo>
                      <a:lnTo>
                        <a:pt x="13520" y="3098"/>
                      </a:lnTo>
                      <a:lnTo>
                        <a:pt x="13531" y="3098"/>
                      </a:lnTo>
                      <a:lnTo>
                        <a:pt x="13543" y="3097"/>
                      </a:lnTo>
                      <a:lnTo>
                        <a:pt x="13547" y="3111"/>
                      </a:lnTo>
                      <a:lnTo>
                        <a:pt x="13549" y="3126"/>
                      </a:lnTo>
                      <a:lnTo>
                        <a:pt x="13547" y="3138"/>
                      </a:lnTo>
                      <a:lnTo>
                        <a:pt x="13543" y="3150"/>
                      </a:lnTo>
                      <a:lnTo>
                        <a:pt x="13528" y="3150"/>
                      </a:lnTo>
                      <a:lnTo>
                        <a:pt x="13518" y="3151"/>
                      </a:lnTo>
                      <a:lnTo>
                        <a:pt x="13506" y="3151"/>
                      </a:lnTo>
                      <a:lnTo>
                        <a:pt x="13492" y="3151"/>
                      </a:lnTo>
                      <a:lnTo>
                        <a:pt x="13478" y="3149"/>
                      </a:lnTo>
                      <a:lnTo>
                        <a:pt x="13466" y="3149"/>
                      </a:lnTo>
                      <a:lnTo>
                        <a:pt x="13459" y="3152"/>
                      </a:lnTo>
                      <a:lnTo>
                        <a:pt x="13454" y="3158"/>
                      </a:lnTo>
                      <a:lnTo>
                        <a:pt x="13449" y="3164"/>
                      </a:lnTo>
                      <a:lnTo>
                        <a:pt x="13443" y="3170"/>
                      </a:lnTo>
                      <a:lnTo>
                        <a:pt x="13437" y="3175"/>
                      </a:lnTo>
                      <a:lnTo>
                        <a:pt x="13431" y="3179"/>
                      </a:lnTo>
                      <a:lnTo>
                        <a:pt x="13424" y="3182"/>
                      </a:lnTo>
                      <a:lnTo>
                        <a:pt x="13418" y="3185"/>
                      </a:lnTo>
                      <a:lnTo>
                        <a:pt x="13403" y="3188"/>
                      </a:lnTo>
                      <a:lnTo>
                        <a:pt x="13389" y="3193"/>
                      </a:lnTo>
                      <a:lnTo>
                        <a:pt x="13374" y="3199"/>
                      </a:lnTo>
                      <a:lnTo>
                        <a:pt x="13361" y="3205"/>
                      </a:lnTo>
                      <a:lnTo>
                        <a:pt x="13349" y="3213"/>
                      </a:lnTo>
                      <a:lnTo>
                        <a:pt x="13337" y="3222"/>
                      </a:lnTo>
                      <a:lnTo>
                        <a:pt x="13332" y="3228"/>
                      </a:lnTo>
                      <a:lnTo>
                        <a:pt x="13328" y="3234"/>
                      </a:lnTo>
                      <a:lnTo>
                        <a:pt x="13326" y="3240"/>
                      </a:lnTo>
                      <a:lnTo>
                        <a:pt x="13323" y="3246"/>
                      </a:lnTo>
                      <a:lnTo>
                        <a:pt x="13319" y="3260"/>
                      </a:lnTo>
                      <a:lnTo>
                        <a:pt x="13311" y="3274"/>
                      </a:lnTo>
                      <a:lnTo>
                        <a:pt x="13305" y="3274"/>
                      </a:lnTo>
                      <a:lnTo>
                        <a:pt x="13298" y="3274"/>
                      </a:lnTo>
                      <a:lnTo>
                        <a:pt x="13286" y="3256"/>
                      </a:lnTo>
                      <a:lnTo>
                        <a:pt x="13274" y="3240"/>
                      </a:lnTo>
                      <a:lnTo>
                        <a:pt x="13267" y="3234"/>
                      </a:lnTo>
                      <a:lnTo>
                        <a:pt x="13260" y="3227"/>
                      </a:lnTo>
                      <a:lnTo>
                        <a:pt x="13251" y="3221"/>
                      </a:lnTo>
                      <a:lnTo>
                        <a:pt x="13240" y="3216"/>
                      </a:lnTo>
                      <a:lnTo>
                        <a:pt x="13247" y="3235"/>
                      </a:lnTo>
                      <a:lnTo>
                        <a:pt x="13255" y="3254"/>
                      </a:lnTo>
                      <a:lnTo>
                        <a:pt x="13263" y="3270"/>
                      </a:lnTo>
                      <a:lnTo>
                        <a:pt x="13273" y="3290"/>
                      </a:lnTo>
                      <a:lnTo>
                        <a:pt x="13238" y="3328"/>
                      </a:lnTo>
                      <a:lnTo>
                        <a:pt x="13241" y="3328"/>
                      </a:lnTo>
                      <a:lnTo>
                        <a:pt x="13245" y="3328"/>
                      </a:lnTo>
                      <a:lnTo>
                        <a:pt x="13247" y="3328"/>
                      </a:lnTo>
                      <a:lnTo>
                        <a:pt x="13249" y="3330"/>
                      </a:lnTo>
                      <a:lnTo>
                        <a:pt x="13250" y="3330"/>
                      </a:lnTo>
                      <a:lnTo>
                        <a:pt x="13250" y="3332"/>
                      </a:lnTo>
                      <a:lnTo>
                        <a:pt x="13250" y="3333"/>
                      </a:lnTo>
                      <a:lnTo>
                        <a:pt x="13249" y="3333"/>
                      </a:lnTo>
                      <a:lnTo>
                        <a:pt x="13247" y="3333"/>
                      </a:lnTo>
                      <a:lnTo>
                        <a:pt x="13246" y="3333"/>
                      </a:lnTo>
                      <a:lnTo>
                        <a:pt x="13241" y="3332"/>
                      </a:lnTo>
                      <a:lnTo>
                        <a:pt x="13238" y="3332"/>
                      </a:lnTo>
                      <a:lnTo>
                        <a:pt x="13222" y="3331"/>
                      </a:lnTo>
                      <a:lnTo>
                        <a:pt x="13208" y="3328"/>
                      </a:lnTo>
                      <a:lnTo>
                        <a:pt x="13194" y="3326"/>
                      </a:lnTo>
                      <a:lnTo>
                        <a:pt x="13179" y="3325"/>
                      </a:lnTo>
                      <a:lnTo>
                        <a:pt x="13167" y="3326"/>
                      </a:lnTo>
                      <a:lnTo>
                        <a:pt x="13156" y="3327"/>
                      </a:lnTo>
                      <a:lnTo>
                        <a:pt x="13145" y="3328"/>
                      </a:lnTo>
                      <a:lnTo>
                        <a:pt x="13135" y="3332"/>
                      </a:lnTo>
                      <a:lnTo>
                        <a:pt x="13116" y="3338"/>
                      </a:lnTo>
                      <a:lnTo>
                        <a:pt x="13093" y="3344"/>
                      </a:lnTo>
                      <a:lnTo>
                        <a:pt x="13079" y="3348"/>
                      </a:lnTo>
                      <a:lnTo>
                        <a:pt x="13065" y="3350"/>
                      </a:lnTo>
                      <a:lnTo>
                        <a:pt x="13053" y="3351"/>
                      </a:lnTo>
                      <a:lnTo>
                        <a:pt x="13039" y="3354"/>
                      </a:lnTo>
                      <a:lnTo>
                        <a:pt x="13011" y="3357"/>
                      </a:lnTo>
                      <a:lnTo>
                        <a:pt x="12987" y="3361"/>
                      </a:lnTo>
                      <a:lnTo>
                        <a:pt x="12962" y="3363"/>
                      </a:lnTo>
                      <a:lnTo>
                        <a:pt x="12934" y="3363"/>
                      </a:lnTo>
                      <a:lnTo>
                        <a:pt x="12907" y="3363"/>
                      </a:lnTo>
                      <a:lnTo>
                        <a:pt x="12882" y="3363"/>
                      </a:lnTo>
                      <a:lnTo>
                        <a:pt x="12859" y="3362"/>
                      </a:lnTo>
                      <a:lnTo>
                        <a:pt x="12837" y="3362"/>
                      </a:lnTo>
                      <a:lnTo>
                        <a:pt x="12815" y="3360"/>
                      </a:lnTo>
                      <a:lnTo>
                        <a:pt x="12792" y="3357"/>
                      </a:lnTo>
                      <a:lnTo>
                        <a:pt x="12766" y="3355"/>
                      </a:lnTo>
                      <a:lnTo>
                        <a:pt x="12740" y="3350"/>
                      </a:lnTo>
                      <a:lnTo>
                        <a:pt x="12725" y="3349"/>
                      </a:lnTo>
                      <a:lnTo>
                        <a:pt x="12713" y="3346"/>
                      </a:lnTo>
                      <a:lnTo>
                        <a:pt x="12700" y="3344"/>
                      </a:lnTo>
                      <a:lnTo>
                        <a:pt x="12686" y="3342"/>
                      </a:lnTo>
                      <a:lnTo>
                        <a:pt x="12665" y="3337"/>
                      </a:lnTo>
                      <a:lnTo>
                        <a:pt x="12647" y="3332"/>
                      </a:lnTo>
                      <a:lnTo>
                        <a:pt x="12629" y="3326"/>
                      </a:lnTo>
                      <a:lnTo>
                        <a:pt x="12613" y="3320"/>
                      </a:lnTo>
                      <a:lnTo>
                        <a:pt x="12581" y="3304"/>
                      </a:lnTo>
                      <a:lnTo>
                        <a:pt x="12544" y="3286"/>
                      </a:lnTo>
                      <a:lnTo>
                        <a:pt x="12530" y="3278"/>
                      </a:lnTo>
                      <a:lnTo>
                        <a:pt x="12519" y="3269"/>
                      </a:lnTo>
                      <a:lnTo>
                        <a:pt x="12507" y="3262"/>
                      </a:lnTo>
                      <a:lnTo>
                        <a:pt x="12493" y="3255"/>
                      </a:lnTo>
                      <a:lnTo>
                        <a:pt x="12485" y="3251"/>
                      </a:lnTo>
                      <a:lnTo>
                        <a:pt x="12479" y="3246"/>
                      </a:lnTo>
                      <a:lnTo>
                        <a:pt x="12473" y="3243"/>
                      </a:lnTo>
                      <a:lnTo>
                        <a:pt x="12467" y="3238"/>
                      </a:lnTo>
                      <a:lnTo>
                        <a:pt x="12455" y="3228"/>
                      </a:lnTo>
                      <a:lnTo>
                        <a:pt x="12442" y="3219"/>
                      </a:lnTo>
                      <a:lnTo>
                        <a:pt x="12417" y="3204"/>
                      </a:lnTo>
                      <a:lnTo>
                        <a:pt x="12396" y="3188"/>
                      </a:lnTo>
                      <a:lnTo>
                        <a:pt x="12376" y="3173"/>
                      </a:lnTo>
                      <a:lnTo>
                        <a:pt x="12358" y="3157"/>
                      </a:lnTo>
                      <a:lnTo>
                        <a:pt x="12339" y="3141"/>
                      </a:lnTo>
                      <a:lnTo>
                        <a:pt x="12320" y="3126"/>
                      </a:lnTo>
                      <a:lnTo>
                        <a:pt x="12298" y="3110"/>
                      </a:lnTo>
                      <a:lnTo>
                        <a:pt x="12274" y="3094"/>
                      </a:lnTo>
                      <a:lnTo>
                        <a:pt x="12261" y="3086"/>
                      </a:lnTo>
                      <a:lnTo>
                        <a:pt x="12248" y="3079"/>
                      </a:lnTo>
                      <a:lnTo>
                        <a:pt x="12234" y="3073"/>
                      </a:lnTo>
                      <a:lnTo>
                        <a:pt x="12220" y="3065"/>
                      </a:lnTo>
                      <a:lnTo>
                        <a:pt x="12203" y="3055"/>
                      </a:lnTo>
                      <a:lnTo>
                        <a:pt x="12189" y="3045"/>
                      </a:lnTo>
                      <a:lnTo>
                        <a:pt x="12175" y="3033"/>
                      </a:lnTo>
                      <a:lnTo>
                        <a:pt x="12165" y="3021"/>
                      </a:lnTo>
                      <a:lnTo>
                        <a:pt x="12154" y="3009"/>
                      </a:lnTo>
                      <a:lnTo>
                        <a:pt x="12144" y="2994"/>
                      </a:lnTo>
                      <a:lnTo>
                        <a:pt x="12133" y="2979"/>
                      </a:lnTo>
                      <a:lnTo>
                        <a:pt x="12124" y="2962"/>
                      </a:lnTo>
                      <a:lnTo>
                        <a:pt x="12113" y="2940"/>
                      </a:lnTo>
                      <a:lnTo>
                        <a:pt x="12104" y="2919"/>
                      </a:lnTo>
                      <a:lnTo>
                        <a:pt x="12097" y="2899"/>
                      </a:lnTo>
                      <a:lnTo>
                        <a:pt x="12091" y="2880"/>
                      </a:lnTo>
                      <a:lnTo>
                        <a:pt x="12085" y="2860"/>
                      </a:lnTo>
                      <a:lnTo>
                        <a:pt x="12078" y="2840"/>
                      </a:lnTo>
                      <a:lnTo>
                        <a:pt x="12070" y="2818"/>
                      </a:lnTo>
                      <a:lnTo>
                        <a:pt x="12060" y="2795"/>
                      </a:lnTo>
                      <a:lnTo>
                        <a:pt x="12048" y="2771"/>
                      </a:lnTo>
                      <a:lnTo>
                        <a:pt x="12036" y="2749"/>
                      </a:lnTo>
                      <a:lnTo>
                        <a:pt x="12028" y="2740"/>
                      </a:lnTo>
                      <a:lnTo>
                        <a:pt x="12020" y="2731"/>
                      </a:lnTo>
                      <a:lnTo>
                        <a:pt x="12010" y="2723"/>
                      </a:lnTo>
                      <a:lnTo>
                        <a:pt x="11999" y="2716"/>
                      </a:lnTo>
                      <a:lnTo>
                        <a:pt x="11978" y="2701"/>
                      </a:lnTo>
                      <a:lnTo>
                        <a:pt x="11960" y="2688"/>
                      </a:lnTo>
                      <a:lnTo>
                        <a:pt x="11950" y="2682"/>
                      </a:lnTo>
                      <a:lnTo>
                        <a:pt x="11939" y="2677"/>
                      </a:lnTo>
                      <a:lnTo>
                        <a:pt x="11928" y="2675"/>
                      </a:lnTo>
                      <a:lnTo>
                        <a:pt x="11915" y="2673"/>
                      </a:lnTo>
                      <a:lnTo>
                        <a:pt x="11903" y="2675"/>
                      </a:lnTo>
                      <a:lnTo>
                        <a:pt x="11892" y="2677"/>
                      </a:lnTo>
                      <a:lnTo>
                        <a:pt x="11882" y="2679"/>
                      </a:lnTo>
                      <a:lnTo>
                        <a:pt x="11873" y="2684"/>
                      </a:lnTo>
                      <a:lnTo>
                        <a:pt x="11853" y="2695"/>
                      </a:lnTo>
                      <a:lnTo>
                        <a:pt x="11832" y="2706"/>
                      </a:lnTo>
                      <a:lnTo>
                        <a:pt x="11817" y="2711"/>
                      </a:lnTo>
                      <a:lnTo>
                        <a:pt x="11804" y="2714"/>
                      </a:lnTo>
                      <a:lnTo>
                        <a:pt x="11790" y="2718"/>
                      </a:lnTo>
                      <a:lnTo>
                        <a:pt x="11774" y="2722"/>
                      </a:lnTo>
                      <a:lnTo>
                        <a:pt x="11752" y="2729"/>
                      </a:lnTo>
                      <a:lnTo>
                        <a:pt x="11733" y="2737"/>
                      </a:lnTo>
                      <a:lnTo>
                        <a:pt x="11716" y="2746"/>
                      </a:lnTo>
                      <a:lnTo>
                        <a:pt x="11699" y="2755"/>
                      </a:lnTo>
                      <a:lnTo>
                        <a:pt x="11665" y="2776"/>
                      </a:lnTo>
                      <a:lnTo>
                        <a:pt x="11627" y="2799"/>
                      </a:lnTo>
                      <a:lnTo>
                        <a:pt x="11609" y="2809"/>
                      </a:lnTo>
                      <a:lnTo>
                        <a:pt x="11593" y="2817"/>
                      </a:lnTo>
                      <a:lnTo>
                        <a:pt x="11578" y="2827"/>
                      </a:lnTo>
                      <a:lnTo>
                        <a:pt x="11565" y="2837"/>
                      </a:lnTo>
                      <a:lnTo>
                        <a:pt x="11553" y="2848"/>
                      </a:lnTo>
                      <a:lnTo>
                        <a:pt x="11540" y="2860"/>
                      </a:lnTo>
                      <a:lnTo>
                        <a:pt x="11528" y="2874"/>
                      </a:lnTo>
                      <a:lnTo>
                        <a:pt x="11515" y="2888"/>
                      </a:lnTo>
                      <a:lnTo>
                        <a:pt x="11498" y="2905"/>
                      </a:lnTo>
                      <a:lnTo>
                        <a:pt x="11482" y="2918"/>
                      </a:lnTo>
                      <a:lnTo>
                        <a:pt x="11475" y="2925"/>
                      </a:lnTo>
                      <a:lnTo>
                        <a:pt x="11468" y="2932"/>
                      </a:lnTo>
                      <a:lnTo>
                        <a:pt x="11460" y="2940"/>
                      </a:lnTo>
                      <a:lnTo>
                        <a:pt x="11453" y="2950"/>
                      </a:lnTo>
                      <a:lnTo>
                        <a:pt x="11440" y="2968"/>
                      </a:lnTo>
                      <a:lnTo>
                        <a:pt x="11427" y="2985"/>
                      </a:lnTo>
                      <a:lnTo>
                        <a:pt x="11413" y="2999"/>
                      </a:lnTo>
                      <a:lnTo>
                        <a:pt x="11395" y="3014"/>
                      </a:lnTo>
                      <a:lnTo>
                        <a:pt x="11386" y="3022"/>
                      </a:lnTo>
                      <a:lnTo>
                        <a:pt x="11376" y="3030"/>
                      </a:lnTo>
                      <a:lnTo>
                        <a:pt x="11366" y="3039"/>
                      </a:lnTo>
                      <a:lnTo>
                        <a:pt x="11354" y="3046"/>
                      </a:lnTo>
                      <a:lnTo>
                        <a:pt x="11360" y="3033"/>
                      </a:lnTo>
                      <a:lnTo>
                        <a:pt x="11383" y="3001"/>
                      </a:lnTo>
                      <a:lnTo>
                        <a:pt x="11402" y="2974"/>
                      </a:lnTo>
                      <a:lnTo>
                        <a:pt x="11423" y="2945"/>
                      </a:lnTo>
                      <a:lnTo>
                        <a:pt x="11447" y="2915"/>
                      </a:lnTo>
                      <a:lnTo>
                        <a:pt x="11458" y="2901"/>
                      </a:lnTo>
                      <a:lnTo>
                        <a:pt x="11470" y="2891"/>
                      </a:lnTo>
                      <a:lnTo>
                        <a:pt x="11481" y="2880"/>
                      </a:lnTo>
                      <a:lnTo>
                        <a:pt x="11492" y="2866"/>
                      </a:lnTo>
                      <a:lnTo>
                        <a:pt x="11499" y="2856"/>
                      </a:lnTo>
                      <a:lnTo>
                        <a:pt x="11504" y="2846"/>
                      </a:lnTo>
                      <a:lnTo>
                        <a:pt x="11510" y="2837"/>
                      </a:lnTo>
                      <a:lnTo>
                        <a:pt x="11517" y="2828"/>
                      </a:lnTo>
                      <a:lnTo>
                        <a:pt x="11535" y="2811"/>
                      </a:lnTo>
                      <a:lnTo>
                        <a:pt x="11553" y="2795"/>
                      </a:lnTo>
                      <a:lnTo>
                        <a:pt x="11569" y="2780"/>
                      </a:lnTo>
                      <a:lnTo>
                        <a:pt x="11583" y="2765"/>
                      </a:lnTo>
                      <a:lnTo>
                        <a:pt x="11599" y="2752"/>
                      </a:lnTo>
                      <a:lnTo>
                        <a:pt x="11617" y="2737"/>
                      </a:lnTo>
                      <a:lnTo>
                        <a:pt x="11636" y="2725"/>
                      </a:lnTo>
                      <a:lnTo>
                        <a:pt x="11656" y="2716"/>
                      </a:lnTo>
                      <a:lnTo>
                        <a:pt x="11674" y="2707"/>
                      </a:lnTo>
                      <a:lnTo>
                        <a:pt x="11694" y="2696"/>
                      </a:lnTo>
                      <a:lnTo>
                        <a:pt x="11705" y="2690"/>
                      </a:lnTo>
                      <a:lnTo>
                        <a:pt x="11715" y="2684"/>
                      </a:lnTo>
                      <a:lnTo>
                        <a:pt x="11720" y="2682"/>
                      </a:lnTo>
                      <a:lnTo>
                        <a:pt x="11723" y="2677"/>
                      </a:lnTo>
                      <a:lnTo>
                        <a:pt x="11726" y="2672"/>
                      </a:lnTo>
                      <a:lnTo>
                        <a:pt x="11726" y="2667"/>
                      </a:lnTo>
                      <a:lnTo>
                        <a:pt x="11726" y="2661"/>
                      </a:lnTo>
                      <a:lnTo>
                        <a:pt x="11723" y="2657"/>
                      </a:lnTo>
                      <a:lnTo>
                        <a:pt x="11721" y="2652"/>
                      </a:lnTo>
                      <a:lnTo>
                        <a:pt x="11717" y="2647"/>
                      </a:lnTo>
                      <a:lnTo>
                        <a:pt x="11712" y="2643"/>
                      </a:lnTo>
                      <a:lnTo>
                        <a:pt x="11709" y="2638"/>
                      </a:lnTo>
                      <a:lnTo>
                        <a:pt x="11706" y="2634"/>
                      </a:lnTo>
                      <a:lnTo>
                        <a:pt x="11704" y="2629"/>
                      </a:lnTo>
                      <a:lnTo>
                        <a:pt x="11701" y="2622"/>
                      </a:lnTo>
                      <a:lnTo>
                        <a:pt x="11701" y="2616"/>
                      </a:lnTo>
                      <a:lnTo>
                        <a:pt x="11701" y="2610"/>
                      </a:lnTo>
                      <a:lnTo>
                        <a:pt x="11701" y="2603"/>
                      </a:lnTo>
                      <a:lnTo>
                        <a:pt x="11703" y="2590"/>
                      </a:lnTo>
                      <a:lnTo>
                        <a:pt x="11700" y="2577"/>
                      </a:lnTo>
                      <a:lnTo>
                        <a:pt x="11699" y="2572"/>
                      </a:lnTo>
                      <a:lnTo>
                        <a:pt x="11697" y="2569"/>
                      </a:lnTo>
                      <a:lnTo>
                        <a:pt x="11694" y="2565"/>
                      </a:lnTo>
                      <a:lnTo>
                        <a:pt x="11691" y="2562"/>
                      </a:lnTo>
                      <a:lnTo>
                        <a:pt x="11683" y="2558"/>
                      </a:lnTo>
                      <a:lnTo>
                        <a:pt x="11675" y="2555"/>
                      </a:lnTo>
                      <a:lnTo>
                        <a:pt x="11656" y="2552"/>
                      </a:lnTo>
                      <a:lnTo>
                        <a:pt x="11636" y="2546"/>
                      </a:lnTo>
                      <a:lnTo>
                        <a:pt x="11618" y="2536"/>
                      </a:lnTo>
                      <a:lnTo>
                        <a:pt x="11604" y="2526"/>
                      </a:lnTo>
                      <a:lnTo>
                        <a:pt x="11589" y="2517"/>
                      </a:lnTo>
                      <a:lnTo>
                        <a:pt x="11576" y="2506"/>
                      </a:lnTo>
                      <a:lnTo>
                        <a:pt x="11551" y="2483"/>
                      </a:lnTo>
                      <a:lnTo>
                        <a:pt x="11524" y="2455"/>
                      </a:lnTo>
                      <a:lnTo>
                        <a:pt x="11511" y="2443"/>
                      </a:lnTo>
                      <a:lnTo>
                        <a:pt x="11498" y="2433"/>
                      </a:lnTo>
                      <a:lnTo>
                        <a:pt x="11486" y="2423"/>
                      </a:lnTo>
                      <a:lnTo>
                        <a:pt x="11472" y="2411"/>
                      </a:lnTo>
                      <a:lnTo>
                        <a:pt x="11470" y="2403"/>
                      </a:lnTo>
                      <a:lnTo>
                        <a:pt x="11466" y="2397"/>
                      </a:lnTo>
                      <a:lnTo>
                        <a:pt x="11433" y="2367"/>
                      </a:lnTo>
                      <a:lnTo>
                        <a:pt x="11404" y="2341"/>
                      </a:lnTo>
                      <a:lnTo>
                        <a:pt x="11389" y="2327"/>
                      </a:lnTo>
                      <a:lnTo>
                        <a:pt x="11376" y="2312"/>
                      </a:lnTo>
                      <a:lnTo>
                        <a:pt x="11364" y="2295"/>
                      </a:lnTo>
                      <a:lnTo>
                        <a:pt x="11351" y="2275"/>
                      </a:lnTo>
                      <a:lnTo>
                        <a:pt x="11336" y="2253"/>
                      </a:lnTo>
                      <a:lnTo>
                        <a:pt x="11324" y="2231"/>
                      </a:lnTo>
                      <a:lnTo>
                        <a:pt x="11312" y="2210"/>
                      </a:lnTo>
                      <a:lnTo>
                        <a:pt x="11299" y="2186"/>
                      </a:lnTo>
                      <a:lnTo>
                        <a:pt x="11289" y="2167"/>
                      </a:lnTo>
                      <a:lnTo>
                        <a:pt x="11279" y="2149"/>
                      </a:lnTo>
                      <a:lnTo>
                        <a:pt x="11276" y="2140"/>
                      </a:lnTo>
                      <a:lnTo>
                        <a:pt x="11273" y="2131"/>
                      </a:lnTo>
                      <a:lnTo>
                        <a:pt x="11271" y="2121"/>
                      </a:lnTo>
                      <a:lnTo>
                        <a:pt x="11271" y="2109"/>
                      </a:lnTo>
                      <a:lnTo>
                        <a:pt x="11271" y="2044"/>
                      </a:lnTo>
                      <a:lnTo>
                        <a:pt x="11270" y="2019"/>
                      </a:lnTo>
                      <a:lnTo>
                        <a:pt x="11270" y="1997"/>
                      </a:lnTo>
                      <a:lnTo>
                        <a:pt x="11266" y="1975"/>
                      </a:lnTo>
                      <a:lnTo>
                        <a:pt x="11261" y="1951"/>
                      </a:lnTo>
                      <a:lnTo>
                        <a:pt x="11256" y="1938"/>
                      </a:lnTo>
                      <a:lnTo>
                        <a:pt x="11254" y="1926"/>
                      </a:lnTo>
                      <a:lnTo>
                        <a:pt x="11249" y="1914"/>
                      </a:lnTo>
                      <a:lnTo>
                        <a:pt x="11244" y="1900"/>
                      </a:lnTo>
                      <a:lnTo>
                        <a:pt x="11238" y="1885"/>
                      </a:lnTo>
                      <a:lnTo>
                        <a:pt x="11232" y="1870"/>
                      </a:lnTo>
                      <a:lnTo>
                        <a:pt x="11229" y="1864"/>
                      </a:lnTo>
                      <a:lnTo>
                        <a:pt x="11223" y="1859"/>
                      </a:lnTo>
                      <a:lnTo>
                        <a:pt x="11217" y="1856"/>
                      </a:lnTo>
                      <a:lnTo>
                        <a:pt x="11209" y="1855"/>
                      </a:lnTo>
                      <a:lnTo>
                        <a:pt x="11202" y="1856"/>
                      </a:lnTo>
                      <a:lnTo>
                        <a:pt x="11196" y="1857"/>
                      </a:lnTo>
                      <a:lnTo>
                        <a:pt x="11190" y="1858"/>
                      </a:lnTo>
                      <a:lnTo>
                        <a:pt x="11184" y="1861"/>
                      </a:lnTo>
                      <a:lnTo>
                        <a:pt x="11172" y="1865"/>
                      </a:lnTo>
                      <a:lnTo>
                        <a:pt x="11158" y="1868"/>
                      </a:lnTo>
                      <a:lnTo>
                        <a:pt x="11140" y="1870"/>
                      </a:lnTo>
                      <a:lnTo>
                        <a:pt x="11123" y="1873"/>
                      </a:lnTo>
                      <a:lnTo>
                        <a:pt x="11106" y="1875"/>
                      </a:lnTo>
                      <a:lnTo>
                        <a:pt x="11088" y="1877"/>
                      </a:lnTo>
                      <a:lnTo>
                        <a:pt x="11077" y="1880"/>
                      </a:lnTo>
                      <a:lnTo>
                        <a:pt x="11068" y="1881"/>
                      </a:lnTo>
                      <a:lnTo>
                        <a:pt x="11059" y="1882"/>
                      </a:lnTo>
                      <a:lnTo>
                        <a:pt x="11049" y="1883"/>
                      </a:lnTo>
                      <a:lnTo>
                        <a:pt x="11029" y="1887"/>
                      </a:lnTo>
                      <a:lnTo>
                        <a:pt x="11009" y="1888"/>
                      </a:lnTo>
                      <a:lnTo>
                        <a:pt x="10992" y="1890"/>
                      </a:lnTo>
                      <a:lnTo>
                        <a:pt x="10974" y="1891"/>
                      </a:lnTo>
                      <a:lnTo>
                        <a:pt x="10939" y="1891"/>
                      </a:lnTo>
                      <a:lnTo>
                        <a:pt x="10900" y="1891"/>
                      </a:lnTo>
                      <a:lnTo>
                        <a:pt x="10865" y="1891"/>
                      </a:lnTo>
                      <a:lnTo>
                        <a:pt x="10834" y="1890"/>
                      </a:lnTo>
                      <a:lnTo>
                        <a:pt x="10819" y="1887"/>
                      </a:lnTo>
                      <a:lnTo>
                        <a:pt x="10803" y="1885"/>
                      </a:lnTo>
                      <a:lnTo>
                        <a:pt x="10787" y="1882"/>
                      </a:lnTo>
                      <a:lnTo>
                        <a:pt x="10769" y="1877"/>
                      </a:lnTo>
                      <a:lnTo>
                        <a:pt x="10749" y="1870"/>
                      </a:lnTo>
                      <a:lnTo>
                        <a:pt x="10731" y="1863"/>
                      </a:lnTo>
                      <a:lnTo>
                        <a:pt x="10714" y="1856"/>
                      </a:lnTo>
                      <a:lnTo>
                        <a:pt x="10693" y="1849"/>
                      </a:lnTo>
                      <a:lnTo>
                        <a:pt x="10668" y="1842"/>
                      </a:lnTo>
                      <a:lnTo>
                        <a:pt x="10646" y="1836"/>
                      </a:lnTo>
                      <a:lnTo>
                        <a:pt x="10625" y="1830"/>
                      </a:lnTo>
                      <a:lnTo>
                        <a:pt x="10599" y="1823"/>
                      </a:lnTo>
                      <a:lnTo>
                        <a:pt x="10565" y="1811"/>
                      </a:lnTo>
                      <a:lnTo>
                        <a:pt x="10533" y="1800"/>
                      </a:lnTo>
                      <a:lnTo>
                        <a:pt x="10504" y="1791"/>
                      </a:lnTo>
                      <a:lnTo>
                        <a:pt x="10476" y="1780"/>
                      </a:lnTo>
                      <a:lnTo>
                        <a:pt x="10447" y="1769"/>
                      </a:lnTo>
                      <a:lnTo>
                        <a:pt x="10418" y="1757"/>
                      </a:lnTo>
                      <a:lnTo>
                        <a:pt x="10388" y="1742"/>
                      </a:lnTo>
                      <a:lnTo>
                        <a:pt x="10356" y="1727"/>
                      </a:lnTo>
                      <a:lnTo>
                        <a:pt x="10346" y="1722"/>
                      </a:lnTo>
                      <a:lnTo>
                        <a:pt x="10339" y="1716"/>
                      </a:lnTo>
                      <a:lnTo>
                        <a:pt x="10330" y="1710"/>
                      </a:lnTo>
                      <a:lnTo>
                        <a:pt x="10324" y="1704"/>
                      </a:lnTo>
                      <a:lnTo>
                        <a:pt x="10317" y="1698"/>
                      </a:lnTo>
                      <a:lnTo>
                        <a:pt x="10310" y="1692"/>
                      </a:lnTo>
                      <a:lnTo>
                        <a:pt x="10301" y="1687"/>
                      </a:lnTo>
                      <a:lnTo>
                        <a:pt x="10292" y="1682"/>
                      </a:lnTo>
                      <a:lnTo>
                        <a:pt x="10282" y="1695"/>
                      </a:lnTo>
                      <a:lnTo>
                        <a:pt x="10272" y="1707"/>
                      </a:lnTo>
                      <a:lnTo>
                        <a:pt x="10263" y="1722"/>
                      </a:lnTo>
                      <a:lnTo>
                        <a:pt x="10256" y="1735"/>
                      </a:lnTo>
                      <a:lnTo>
                        <a:pt x="10248" y="1748"/>
                      </a:lnTo>
                      <a:lnTo>
                        <a:pt x="10243" y="1762"/>
                      </a:lnTo>
                      <a:lnTo>
                        <a:pt x="10234" y="1789"/>
                      </a:lnTo>
                      <a:lnTo>
                        <a:pt x="10221" y="1820"/>
                      </a:lnTo>
                      <a:lnTo>
                        <a:pt x="10216" y="1830"/>
                      </a:lnTo>
                      <a:lnTo>
                        <a:pt x="10211" y="1839"/>
                      </a:lnTo>
                      <a:lnTo>
                        <a:pt x="10205" y="1847"/>
                      </a:lnTo>
                      <a:lnTo>
                        <a:pt x="10199" y="1855"/>
                      </a:lnTo>
                      <a:lnTo>
                        <a:pt x="10186" y="1869"/>
                      </a:lnTo>
                      <a:lnTo>
                        <a:pt x="10170" y="1883"/>
                      </a:lnTo>
                      <a:lnTo>
                        <a:pt x="10158" y="1896"/>
                      </a:lnTo>
                      <a:lnTo>
                        <a:pt x="10149" y="1909"/>
                      </a:lnTo>
                      <a:lnTo>
                        <a:pt x="10141" y="1922"/>
                      </a:lnTo>
                      <a:lnTo>
                        <a:pt x="10131" y="1935"/>
                      </a:lnTo>
                      <a:lnTo>
                        <a:pt x="10127" y="1941"/>
                      </a:lnTo>
                      <a:lnTo>
                        <a:pt x="10122" y="1947"/>
                      </a:lnTo>
                      <a:lnTo>
                        <a:pt x="10119" y="1951"/>
                      </a:lnTo>
                      <a:lnTo>
                        <a:pt x="10116" y="1952"/>
                      </a:lnTo>
                      <a:lnTo>
                        <a:pt x="10112" y="1955"/>
                      </a:lnTo>
                      <a:lnTo>
                        <a:pt x="10108" y="1955"/>
                      </a:lnTo>
                      <a:lnTo>
                        <a:pt x="10102" y="1953"/>
                      </a:lnTo>
                      <a:lnTo>
                        <a:pt x="10098" y="1952"/>
                      </a:lnTo>
                      <a:lnTo>
                        <a:pt x="10093" y="1949"/>
                      </a:lnTo>
                      <a:lnTo>
                        <a:pt x="10088" y="1945"/>
                      </a:lnTo>
                      <a:lnTo>
                        <a:pt x="10079" y="1937"/>
                      </a:lnTo>
                      <a:lnTo>
                        <a:pt x="10070" y="1929"/>
                      </a:lnTo>
                      <a:lnTo>
                        <a:pt x="10092" y="1894"/>
                      </a:lnTo>
                      <a:lnTo>
                        <a:pt x="10112" y="1865"/>
                      </a:lnTo>
                      <a:lnTo>
                        <a:pt x="10122" y="1851"/>
                      </a:lnTo>
                      <a:lnTo>
                        <a:pt x="10131" y="1835"/>
                      </a:lnTo>
                      <a:lnTo>
                        <a:pt x="10141" y="1820"/>
                      </a:lnTo>
                      <a:lnTo>
                        <a:pt x="10151" y="1800"/>
                      </a:lnTo>
                      <a:lnTo>
                        <a:pt x="10159" y="1782"/>
                      </a:lnTo>
                      <a:lnTo>
                        <a:pt x="10168" y="1767"/>
                      </a:lnTo>
                      <a:lnTo>
                        <a:pt x="10176" y="1751"/>
                      </a:lnTo>
                      <a:lnTo>
                        <a:pt x="10186" y="1733"/>
                      </a:lnTo>
                      <a:lnTo>
                        <a:pt x="10193" y="1723"/>
                      </a:lnTo>
                      <a:lnTo>
                        <a:pt x="10199" y="1715"/>
                      </a:lnTo>
                      <a:lnTo>
                        <a:pt x="10206" y="1707"/>
                      </a:lnTo>
                      <a:lnTo>
                        <a:pt x="10213" y="1700"/>
                      </a:lnTo>
                      <a:lnTo>
                        <a:pt x="10221" y="1693"/>
                      </a:lnTo>
                      <a:lnTo>
                        <a:pt x="10228" y="1685"/>
                      </a:lnTo>
                      <a:lnTo>
                        <a:pt x="10234" y="1676"/>
                      </a:lnTo>
                      <a:lnTo>
                        <a:pt x="10240" y="1665"/>
                      </a:lnTo>
                      <a:lnTo>
                        <a:pt x="10243" y="1660"/>
                      </a:lnTo>
                      <a:lnTo>
                        <a:pt x="10246" y="1657"/>
                      </a:lnTo>
                      <a:lnTo>
                        <a:pt x="10248" y="1652"/>
                      </a:lnTo>
                      <a:lnTo>
                        <a:pt x="10250" y="1646"/>
                      </a:lnTo>
                      <a:lnTo>
                        <a:pt x="10248" y="1641"/>
                      </a:lnTo>
                      <a:lnTo>
                        <a:pt x="10246" y="1636"/>
                      </a:lnTo>
                      <a:lnTo>
                        <a:pt x="10241" y="1631"/>
                      </a:lnTo>
                      <a:lnTo>
                        <a:pt x="10237" y="1627"/>
                      </a:lnTo>
                      <a:lnTo>
                        <a:pt x="10227" y="1616"/>
                      </a:lnTo>
                      <a:lnTo>
                        <a:pt x="10215" y="1605"/>
                      </a:lnTo>
                      <a:lnTo>
                        <a:pt x="10199" y="1594"/>
                      </a:lnTo>
                      <a:lnTo>
                        <a:pt x="10184" y="1586"/>
                      </a:lnTo>
                      <a:lnTo>
                        <a:pt x="10170" y="1577"/>
                      </a:lnTo>
                      <a:lnTo>
                        <a:pt x="10153" y="1566"/>
                      </a:lnTo>
                      <a:lnTo>
                        <a:pt x="10140" y="1555"/>
                      </a:lnTo>
                      <a:lnTo>
                        <a:pt x="10125" y="1547"/>
                      </a:lnTo>
                      <a:lnTo>
                        <a:pt x="10113" y="1540"/>
                      </a:lnTo>
                      <a:lnTo>
                        <a:pt x="10100" y="1533"/>
                      </a:lnTo>
                      <a:lnTo>
                        <a:pt x="10072" y="1520"/>
                      </a:lnTo>
                      <a:lnTo>
                        <a:pt x="10041" y="1505"/>
                      </a:lnTo>
                      <a:lnTo>
                        <a:pt x="10025" y="1499"/>
                      </a:lnTo>
                      <a:lnTo>
                        <a:pt x="10010" y="1493"/>
                      </a:lnTo>
                      <a:lnTo>
                        <a:pt x="9997" y="1487"/>
                      </a:lnTo>
                      <a:lnTo>
                        <a:pt x="9987" y="1481"/>
                      </a:lnTo>
                      <a:lnTo>
                        <a:pt x="9977" y="1475"/>
                      </a:lnTo>
                      <a:lnTo>
                        <a:pt x="9969" y="1467"/>
                      </a:lnTo>
                      <a:lnTo>
                        <a:pt x="9950" y="1454"/>
                      </a:lnTo>
                      <a:lnTo>
                        <a:pt x="9929" y="1441"/>
                      </a:lnTo>
                      <a:lnTo>
                        <a:pt x="9915" y="1434"/>
                      </a:lnTo>
                      <a:lnTo>
                        <a:pt x="9903" y="1428"/>
                      </a:lnTo>
                      <a:lnTo>
                        <a:pt x="9891" y="1423"/>
                      </a:lnTo>
                      <a:lnTo>
                        <a:pt x="9878" y="1416"/>
                      </a:lnTo>
                      <a:lnTo>
                        <a:pt x="9865" y="1406"/>
                      </a:lnTo>
                      <a:lnTo>
                        <a:pt x="9853" y="1395"/>
                      </a:lnTo>
                      <a:lnTo>
                        <a:pt x="9848" y="1390"/>
                      </a:lnTo>
                      <a:lnTo>
                        <a:pt x="9842" y="1387"/>
                      </a:lnTo>
                      <a:lnTo>
                        <a:pt x="9835" y="1384"/>
                      </a:lnTo>
                      <a:lnTo>
                        <a:pt x="9826" y="1383"/>
                      </a:lnTo>
                      <a:lnTo>
                        <a:pt x="9821" y="1384"/>
                      </a:lnTo>
                      <a:lnTo>
                        <a:pt x="9818" y="1385"/>
                      </a:lnTo>
                      <a:lnTo>
                        <a:pt x="9815" y="1388"/>
                      </a:lnTo>
                      <a:lnTo>
                        <a:pt x="9812" y="1390"/>
                      </a:lnTo>
                      <a:lnTo>
                        <a:pt x="9807" y="1396"/>
                      </a:lnTo>
                      <a:lnTo>
                        <a:pt x="9801" y="1402"/>
                      </a:lnTo>
                      <a:lnTo>
                        <a:pt x="9791" y="1410"/>
                      </a:lnTo>
                      <a:lnTo>
                        <a:pt x="9782" y="1417"/>
                      </a:lnTo>
                      <a:lnTo>
                        <a:pt x="9772" y="1424"/>
                      </a:lnTo>
                      <a:lnTo>
                        <a:pt x="9762" y="1431"/>
                      </a:lnTo>
                      <a:lnTo>
                        <a:pt x="9741" y="1447"/>
                      </a:lnTo>
                      <a:lnTo>
                        <a:pt x="9723" y="1461"/>
                      </a:lnTo>
                      <a:lnTo>
                        <a:pt x="9704" y="1476"/>
                      </a:lnTo>
                      <a:lnTo>
                        <a:pt x="9682" y="1489"/>
                      </a:lnTo>
                      <a:lnTo>
                        <a:pt x="9659" y="1500"/>
                      </a:lnTo>
                      <a:lnTo>
                        <a:pt x="9637" y="1510"/>
                      </a:lnTo>
                      <a:lnTo>
                        <a:pt x="9627" y="1514"/>
                      </a:lnTo>
                      <a:lnTo>
                        <a:pt x="9618" y="1520"/>
                      </a:lnTo>
                      <a:lnTo>
                        <a:pt x="9608" y="1528"/>
                      </a:lnTo>
                      <a:lnTo>
                        <a:pt x="9598" y="1537"/>
                      </a:lnTo>
                      <a:lnTo>
                        <a:pt x="9586" y="1549"/>
                      </a:lnTo>
                      <a:lnTo>
                        <a:pt x="9575" y="1561"/>
                      </a:lnTo>
                      <a:lnTo>
                        <a:pt x="9571" y="1566"/>
                      </a:lnTo>
                      <a:lnTo>
                        <a:pt x="9567" y="1574"/>
                      </a:lnTo>
                      <a:lnTo>
                        <a:pt x="9565" y="1581"/>
                      </a:lnTo>
                      <a:lnTo>
                        <a:pt x="9563" y="1589"/>
                      </a:lnTo>
                      <a:lnTo>
                        <a:pt x="9565" y="1596"/>
                      </a:lnTo>
                      <a:lnTo>
                        <a:pt x="9567" y="1604"/>
                      </a:lnTo>
                      <a:lnTo>
                        <a:pt x="9571" y="1610"/>
                      </a:lnTo>
                      <a:lnTo>
                        <a:pt x="9575" y="1616"/>
                      </a:lnTo>
                      <a:lnTo>
                        <a:pt x="9586" y="1625"/>
                      </a:lnTo>
                      <a:lnTo>
                        <a:pt x="9598" y="1636"/>
                      </a:lnTo>
                      <a:lnTo>
                        <a:pt x="9608" y="1646"/>
                      </a:lnTo>
                      <a:lnTo>
                        <a:pt x="9618" y="1654"/>
                      </a:lnTo>
                      <a:lnTo>
                        <a:pt x="9627" y="1660"/>
                      </a:lnTo>
                      <a:lnTo>
                        <a:pt x="9637" y="1668"/>
                      </a:lnTo>
                      <a:lnTo>
                        <a:pt x="9647" y="1674"/>
                      </a:lnTo>
                      <a:lnTo>
                        <a:pt x="9656" y="1681"/>
                      </a:lnTo>
                      <a:lnTo>
                        <a:pt x="9666" y="1688"/>
                      </a:lnTo>
                      <a:lnTo>
                        <a:pt x="9675" y="1698"/>
                      </a:lnTo>
                      <a:lnTo>
                        <a:pt x="9694" y="1718"/>
                      </a:lnTo>
                      <a:lnTo>
                        <a:pt x="9708" y="1736"/>
                      </a:lnTo>
                      <a:lnTo>
                        <a:pt x="9715" y="1746"/>
                      </a:lnTo>
                      <a:lnTo>
                        <a:pt x="9724" y="1754"/>
                      </a:lnTo>
                      <a:lnTo>
                        <a:pt x="9732" y="1763"/>
                      </a:lnTo>
                      <a:lnTo>
                        <a:pt x="9743" y="1771"/>
                      </a:lnTo>
                      <a:lnTo>
                        <a:pt x="9756" y="1781"/>
                      </a:lnTo>
                      <a:lnTo>
                        <a:pt x="9770" y="1788"/>
                      </a:lnTo>
                      <a:lnTo>
                        <a:pt x="9777" y="1792"/>
                      </a:lnTo>
                      <a:lnTo>
                        <a:pt x="9783" y="1795"/>
                      </a:lnTo>
                      <a:lnTo>
                        <a:pt x="9789" y="1800"/>
                      </a:lnTo>
                      <a:lnTo>
                        <a:pt x="9794" y="1808"/>
                      </a:lnTo>
                      <a:lnTo>
                        <a:pt x="9807" y="1824"/>
                      </a:lnTo>
                      <a:lnTo>
                        <a:pt x="9819" y="1841"/>
                      </a:lnTo>
                      <a:lnTo>
                        <a:pt x="9825" y="1849"/>
                      </a:lnTo>
                      <a:lnTo>
                        <a:pt x="9831" y="1856"/>
                      </a:lnTo>
                      <a:lnTo>
                        <a:pt x="9840" y="1862"/>
                      </a:lnTo>
                      <a:lnTo>
                        <a:pt x="9849" y="1868"/>
                      </a:lnTo>
                      <a:lnTo>
                        <a:pt x="9873" y="1882"/>
                      </a:lnTo>
                      <a:lnTo>
                        <a:pt x="9894" y="1896"/>
                      </a:lnTo>
                      <a:lnTo>
                        <a:pt x="9915" y="1910"/>
                      </a:lnTo>
                      <a:lnTo>
                        <a:pt x="9938" y="1926"/>
                      </a:lnTo>
                      <a:lnTo>
                        <a:pt x="9954" y="1937"/>
                      </a:lnTo>
                      <a:lnTo>
                        <a:pt x="9967" y="1946"/>
                      </a:lnTo>
                      <a:lnTo>
                        <a:pt x="9981" y="1956"/>
                      </a:lnTo>
                      <a:lnTo>
                        <a:pt x="9993" y="1967"/>
                      </a:lnTo>
                      <a:lnTo>
                        <a:pt x="10002" y="1978"/>
                      </a:lnTo>
                      <a:lnTo>
                        <a:pt x="10012" y="1991"/>
                      </a:lnTo>
                      <a:lnTo>
                        <a:pt x="10020" y="2005"/>
                      </a:lnTo>
                      <a:lnTo>
                        <a:pt x="10029" y="2022"/>
                      </a:lnTo>
                      <a:lnTo>
                        <a:pt x="10017" y="2028"/>
                      </a:lnTo>
                      <a:lnTo>
                        <a:pt x="10007" y="2033"/>
                      </a:lnTo>
                      <a:lnTo>
                        <a:pt x="10001" y="2035"/>
                      </a:lnTo>
                      <a:lnTo>
                        <a:pt x="9996" y="2037"/>
                      </a:lnTo>
                      <a:lnTo>
                        <a:pt x="9990" y="2038"/>
                      </a:lnTo>
                      <a:lnTo>
                        <a:pt x="9983" y="2038"/>
                      </a:lnTo>
                      <a:lnTo>
                        <a:pt x="9971" y="2037"/>
                      </a:lnTo>
                      <a:lnTo>
                        <a:pt x="9960" y="2034"/>
                      </a:lnTo>
                      <a:lnTo>
                        <a:pt x="9950" y="2029"/>
                      </a:lnTo>
                      <a:lnTo>
                        <a:pt x="9938" y="2025"/>
                      </a:lnTo>
                      <a:lnTo>
                        <a:pt x="9924" y="2020"/>
                      </a:lnTo>
                      <a:lnTo>
                        <a:pt x="9909" y="2015"/>
                      </a:lnTo>
                      <a:lnTo>
                        <a:pt x="9896" y="2010"/>
                      </a:lnTo>
                      <a:lnTo>
                        <a:pt x="9884" y="2004"/>
                      </a:lnTo>
                      <a:lnTo>
                        <a:pt x="9872" y="1997"/>
                      </a:lnTo>
                      <a:lnTo>
                        <a:pt x="9861" y="1988"/>
                      </a:lnTo>
                      <a:lnTo>
                        <a:pt x="9850" y="1979"/>
                      </a:lnTo>
                      <a:lnTo>
                        <a:pt x="9840" y="1968"/>
                      </a:lnTo>
                      <a:lnTo>
                        <a:pt x="9829" y="1955"/>
                      </a:lnTo>
                      <a:lnTo>
                        <a:pt x="9820" y="1943"/>
                      </a:lnTo>
                      <a:lnTo>
                        <a:pt x="9813" y="1929"/>
                      </a:lnTo>
                      <a:lnTo>
                        <a:pt x="9803" y="1916"/>
                      </a:lnTo>
                      <a:lnTo>
                        <a:pt x="9797" y="1908"/>
                      </a:lnTo>
                      <a:lnTo>
                        <a:pt x="9789" y="1899"/>
                      </a:lnTo>
                      <a:lnTo>
                        <a:pt x="9782" y="1893"/>
                      </a:lnTo>
                      <a:lnTo>
                        <a:pt x="9774" y="1887"/>
                      </a:lnTo>
                      <a:lnTo>
                        <a:pt x="9766" y="1880"/>
                      </a:lnTo>
                      <a:lnTo>
                        <a:pt x="9760" y="1873"/>
                      </a:lnTo>
                      <a:lnTo>
                        <a:pt x="9754" y="1865"/>
                      </a:lnTo>
                      <a:lnTo>
                        <a:pt x="9749" y="1855"/>
                      </a:lnTo>
                      <a:lnTo>
                        <a:pt x="9747" y="1845"/>
                      </a:lnTo>
                      <a:lnTo>
                        <a:pt x="9744" y="1835"/>
                      </a:lnTo>
                      <a:lnTo>
                        <a:pt x="9743" y="1827"/>
                      </a:lnTo>
                      <a:lnTo>
                        <a:pt x="9739" y="1816"/>
                      </a:lnTo>
                      <a:lnTo>
                        <a:pt x="9732" y="1799"/>
                      </a:lnTo>
                      <a:lnTo>
                        <a:pt x="9725" y="1782"/>
                      </a:lnTo>
                      <a:lnTo>
                        <a:pt x="9721" y="1775"/>
                      </a:lnTo>
                      <a:lnTo>
                        <a:pt x="9717" y="1768"/>
                      </a:lnTo>
                      <a:lnTo>
                        <a:pt x="9710" y="1759"/>
                      </a:lnTo>
                      <a:lnTo>
                        <a:pt x="9704" y="1752"/>
                      </a:lnTo>
                      <a:lnTo>
                        <a:pt x="9695" y="1745"/>
                      </a:lnTo>
                      <a:lnTo>
                        <a:pt x="9685" y="1739"/>
                      </a:lnTo>
                      <a:lnTo>
                        <a:pt x="9674" y="1734"/>
                      </a:lnTo>
                      <a:lnTo>
                        <a:pt x="9662" y="1730"/>
                      </a:lnTo>
                      <a:lnTo>
                        <a:pt x="9649" y="1724"/>
                      </a:lnTo>
                      <a:lnTo>
                        <a:pt x="9636" y="1721"/>
                      </a:lnTo>
                      <a:lnTo>
                        <a:pt x="9624" y="1717"/>
                      </a:lnTo>
                      <a:lnTo>
                        <a:pt x="9610" y="1715"/>
                      </a:lnTo>
                      <a:lnTo>
                        <a:pt x="9585" y="1711"/>
                      </a:lnTo>
                      <a:lnTo>
                        <a:pt x="9557" y="1707"/>
                      </a:lnTo>
                      <a:lnTo>
                        <a:pt x="9530" y="1704"/>
                      </a:lnTo>
                      <a:lnTo>
                        <a:pt x="9505" y="1703"/>
                      </a:lnTo>
                      <a:lnTo>
                        <a:pt x="9481" y="1701"/>
                      </a:lnTo>
                      <a:lnTo>
                        <a:pt x="9454" y="1701"/>
                      </a:lnTo>
                      <a:lnTo>
                        <a:pt x="9439" y="1701"/>
                      </a:lnTo>
                      <a:lnTo>
                        <a:pt x="9426" y="1703"/>
                      </a:lnTo>
                      <a:lnTo>
                        <a:pt x="9414" y="1704"/>
                      </a:lnTo>
                      <a:lnTo>
                        <a:pt x="9402" y="1705"/>
                      </a:lnTo>
                      <a:lnTo>
                        <a:pt x="9378" y="1711"/>
                      </a:lnTo>
                      <a:lnTo>
                        <a:pt x="9351" y="1721"/>
                      </a:lnTo>
                      <a:lnTo>
                        <a:pt x="9341" y="1723"/>
                      </a:lnTo>
                      <a:lnTo>
                        <a:pt x="9332" y="1724"/>
                      </a:lnTo>
                      <a:lnTo>
                        <a:pt x="9322" y="1727"/>
                      </a:lnTo>
                      <a:lnTo>
                        <a:pt x="9313" y="1730"/>
                      </a:lnTo>
                      <a:lnTo>
                        <a:pt x="9309" y="1733"/>
                      </a:lnTo>
                      <a:lnTo>
                        <a:pt x="9305" y="1735"/>
                      </a:lnTo>
                      <a:lnTo>
                        <a:pt x="9302" y="1738"/>
                      </a:lnTo>
                      <a:lnTo>
                        <a:pt x="9299" y="1741"/>
                      </a:lnTo>
                      <a:lnTo>
                        <a:pt x="9294" y="1750"/>
                      </a:lnTo>
                      <a:lnTo>
                        <a:pt x="9291" y="1759"/>
                      </a:lnTo>
                      <a:lnTo>
                        <a:pt x="9285" y="1769"/>
                      </a:lnTo>
                      <a:lnTo>
                        <a:pt x="9280" y="1779"/>
                      </a:lnTo>
                      <a:lnTo>
                        <a:pt x="9274" y="1787"/>
                      </a:lnTo>
                      <a:lnTo>
                        <a:pt x="9268" y="1798"/>
                      </a:lnTo>
                      <a:lnTo>
                        <a:pt x="9252" y="1818"/>
                      </a:lnTo>
                      <a:lnTo>
                        <a:pt x="9238" y="1835"/>
                      </a:lnTo>
                      <a:lnTo>
                        <a:pt x="9222" y="1853"/>
                      </a:lnTo>
                      <a:lnTo>
                        <a:pt x="9206" y="1874"/>
                      </a:lnTo>
                      <a:lnTo>
                        <a:pt x="9199" y="1887"/>
                      </a:lnTo>
                      <a:lnTo>
                        <a:pt x="9193" y="1899"/>
                      </a:lnTo>
                      <a:lnTo>
                        <a:pt x="9187" y="1911"/>
                      </a:lnTo>
                      <a:lnTo>
                        <a:pt x="9181" y="1926"/>
                      </a:lnTo>
                      <a:lnTo>
                        <a:pt x="9176" y="1937"/>
                      </a:lnTo>
                      <a:lnTo>
                        <a:pt x="9170" y="1947"/>
                      </a:lnTo>
                      <a:lnTo>
                        <a:pt x="9164" y="1956"/>
                      </a:lnTo>
                      <a:lnTo>
                        <a:pt x="9157" y="1964"/>
                      </a:lnTo>
                      <a:lnTo>
                        <a:pt x="9151" y="1973"/>
                      </a:lnTo>
                      <a:lnTo>
                        <a:pt x="9145" y="1982"/>
                      </a:lnTo>
                      <a:lnTo>
                        <a:pt x="9139" y="1992"/>
                      </a:lnTo>
                      <a:lnTo>
                        <a:pt x="9133" y="2003"/>
                      </a:lnTo>
                      <a:lnTo>
                        <a:pt x="9123" y="2027"/>
                      </a:lnTo>
                      <a:lnTo>
                        <a:pt x="9114" y="2050"/>
                      </a:lnTo>
                      <a:lnTo>
                        <a:pt x="9106" y="2072"/>
                      </a:lnTo>
                      <a:lnTo>
                        <a:pt x="9100" y="2092"/>
                      </a:lnTo>
                      <a:lnTo>
                        <a:pt x="9093" y="2114"/>
                      </a:lnTo>
                      <a:lnTo>
                        <a:pt x="9087" y="2136"/>
                      </a:lnTo>
                      <a:lnTo>
                        <a:pt x="9079" y="2158"/>
                      </a:lnTo>
                      <a:lnTo>
                        <a:pt x="9069" y="2183"/>
                      </a:lnTo>
                      <a:lnTo>
                        <a:pt x="9064" y="2195"/>
                      </a:lnTo>
                      <a:lnTo>
                        <a:pt x="9058" y="2206"/>
                      </a:lnTo>
                      <a:lnTo>
                        <a:pt x="9052" y="2215"/>
                      </a:lnTo>
                      <a:lnTo>
                        <a:pt x="9046" y="2224"/>
                      </a:lnTo>
                      <a:lnTo>
                        <a:pt x="9032" y="2240"/>
                      </a:lnTo>
                      <a:lnTo>
                        <a:pt x="9015" y="2260"/>
                      </a:lnTo>
                      <a:lnTo>
                        <a:pt x="8992" y="2283"/>
                      </a:lnTo>
                      <a:lnTo>
                        <a:pt x="8971" y="2302"/>
                      </a:lnTo>
                      <a:lnTo>
                        <a:pt x="8950" y="2320"/>
                      </a:lnTo>
                      <a:lnTo>
                        <a:pt x="8924" y="2339"/>
                      </a:lnTo>
                      <a:lnTo>
                        <a:pt x="8915" y="2347"/>
                      </a:lnTo>
                      <a:lnTo>
                        <a:pt x="8904" y="2351"/>
                      </a:lnTo>
                      <a:lnTo>
                        <a:pt x="8893" y="2356"/>
                      </a:lnTo>
                      <a:lnTo>
                        <a:pt x="8883" y="2362"/>
                      </a:lnTo>
                      <a:lnTo>
                        <a:pt x="8860" y="2379"/>
                      </a:lnTo>
                      <a:lnTo>
                        <a:pt x="8840" y="2395"/>
                      </a:lnTo>
                      <a:lnTo>
                        <a:pt x="8818" y="2409"/>
                      </a:lnTo>
                      <a:lnTo>
                        <a:pt x="8793" y="2423"/>
                      </a:lnTo>
                      <a:lnTo>
                        <a:pt x="8782" y="2429"/>
                      </a:lnTo>
                      <a:lnTo>
                        <a:pt x="8771" y="2435"/>
                      </a:lnTo>
                      <a:lnTo>
                        <a:pt x="8760" y="2441"/>
                      </a:lnTo>
                      <a:lnTo>
                        <a:pt x="8748" y="2445"/>
                      </a:lnTo>
                      <a:lnTo>
                        <a:pt x="8717" y="2456"/>
                      </a:lnTo>
                      <a:lnTo>
                        <a:pt x="8688" y="2466"/>
                      </a:lnTo>
                      <a:lnTo>
                        <a:pt x="8659" y="2474"/>
                      </a:lnTo>
                      <a:lnTo>
                        <a:pt x="8626" y="2480"/>
                      </a:lnTo>
                      <a:lnTo>
                        <a:pt x="8607" y="2485"/>
                      </a:lnTo>
                      <a:lnTo>
                        <a:pt x="8591" y="2491"/>
                      </a:lnTo>
                      <a:lnTo>
                        <a:pt x="8574" y="2496"/>
                      </a:lnTo>
                      <a:lnTo>
                        <a:pt x="8555" y="2500"/>
                      </a:lnTo>
                      <a:lnTo>
                        <a:pt x="8541" y="2502"/>
                      </a:lnTo>
                      <a:lnTo>
                        <a:pt x="8527" y="2502"/>
                      </a:lnTo>
                      <a:lnTo>
                        <a:pt x="8513" y="2502"/>
                      </a:lnTo>
                      <a:lnTo>
                        <a:pt x="8497" y="2503"/>
                      </a:lnTo>
                      <a:lnTo>
                        <a:pt x="8484" y="2507"/>
                      </a:lnTo>
                      <a:lnTo>
                        <a:pt x="8471" y="2509"/>
                      </a:lnTo>
                      <a:lnTo>
                        <a:pt x="8373" y="2509"/>
                      </a:lnTo>
                      <a:lnTo>
                        <a:pt x="8350" y="2509"/>
                      </a:lnTo>
                      <a:lnTo>
                        <a:pt x="8328" y="2511"/>
                      </a:lnTo>
                      <a:lnTo>
                        <a:pt x="8319" y="2513"/>
                      </a:lnTo>
                      <a:lnTo>
                        <a:pt x="8309" y="2517"/>
                      </a:lnTo>
                      <a:lnTo>
                        <a:pt x="8301" y="2521"/>
                      </a:lnTo>
                      <a:lnTo>
                        <a:pt x="8292" y="2529"/>
                      </a:lnTo>
                      <a:lnTo>
                        <a:pt x="8287" y="2535"/>
                      </a:lnTo>
                      <a:lnTo>
                        <a:pt x="8284" y="2541"/>
                      </a:lnTo>
                      <a:lnTo>
                        <a:pt x="8281" y="2547"/>
                      </a:lnTo>
                      <a:lnTo>
                        <a:pt x="8279" y="2553"/>
                      </a:lnTo>
                      <a:lnTo>
                        <a:pt x="8274" y="2566"/>
                      </a:lnTo>
                      <a:lnTo>
                        <a:pt x="8269" y="2581"/>
                      </a:lnTo>
                      <a:lnTo>
                        <a:pt x="8262" y="2601"/>
                      </a:lnTo>
                      <a:lnTo>
                        <a:pt x="8254" y="2620"/>
                      </a:lnTo>
                      <a:lnTo>
                        <a:pt x="8244" y="2637"/>
                      </a:lnTo>
                      <a:lnTo>
                        <a:pt x="8233" y="2654"/>
                      </a:lnTo>
                      <a:lnTo>
                        <a:pt x="8227" y="2661"/>
                      </a:lnTo>
                      <a:lnTo>
                        <a:pt x="8221" y="2667"/>
                      </a:lnTo>
                      <a:lnTo>
                        <a:pt x="8214" y="2673"/>
                      </a:lnTo>
                      <a:lnTo>
                        <a:pt x="8205" y="2678"/>
                      </a:lnTo>
                      <a:lnTo>
                        <a:pt x="8197" y="2683"/>
                      </a:lnTo>
                      <a:lnTo>
                        <a:pt x="8187" y="2688"/>
                      </a:lnTo>
                      <a:lnTo>
                        <a:pt x="8178" y="2690"/>
                      </a:lnTo>
                      <a:lnTo>
                        <a:pt x="8167" y="2693"/>
                      </a:lnTo>
                      <a:lnTo>
                        <a:pt x="8163" y="2676"/>
                      </a:lnTo>
                      <a:lnTo>
                        <a:pt x="8158" y="2661"/>
                      </a:lnTo>
                      <a:lnTo>
                        <a:pt x="8156" y="2646"/>
                      </a:lnTo>
                      <a:lnTo>
                        <a:pt x="8155" y="2629"/>
                      </a:lnTo>
                      <a:lnTo>
                        <a:pt x="8154" y="2614"/>
                      </a:lnTo>
                      <a:lnTo>
                        <a:pt x="8152" y="2601"/>
                      </a:lnTo>
                      <a:lnTo>
                        <a:pt x="8150" y="2589"/>
                      </a:lnTo>
                      <a:lnTo>
                        <a:pt x="8145" y="2577"/>
                      </a:lnTo>
                      <a:lnTo>
                        <a:pt x="8140" y="2571"/>
                      </a:lnTo>
                      <a:lnTo>
                        <a:pt x="8136" y="2565"/>
                      </a:lnTo>
                      <a:lnTo>
                        <a:pt x="8133" y="2562"/>
                      </a:lnTo>
                      <a:lnTo>
                        <a:pt x="8131" y="2559"/>
                      </a:lnTo>
                      <a:lnTo>
                        <a:pt x="8129" y="2555"/>
                      </a:lnTo>
                      <a:lnTo>
                        <a:pt x="8128" y="2552"/>
                      </a:lnTo>
                      <a:lnTo>
                        <a:pt x="8129" y="2544"/>
                      </a:lnTo>
                      <a:lnTo>
                        <a:pt x="8133" y="2537"/>
                      </a:lnTo>
                      <a:lnTo>
                        <a:pt x="8137" y="2532"/>
                      </a:lnTo>
                      <a:lnTo>
                        <a:pt x="8142" y="2526"/>
                      </a:lnTo>
                      <a:lnTo>
                        <a:pt x="8152" y="2512"/>
                      </a:lnTo>
                      <a:lnTo>
                        <a:pt x="8163" y="2501"/>
                      </a:lnTo>
                      <a:lnTo>
                        <a:pt x="8175" y="2491"/>
                      </a:lnTo>
                      <a:lnTo>
                        <a:pt x="8190" y="2480"/>
                      </a:lnTo>
                      <a:lnTo>
                        <a:pt x="8202" y="2472"/>
                      </a:lnTo>
                      <a:lnTo>
                        <a:pt x="8213" y="2465"/>
                      </a:lnTo>
                      <a:lnTo>
                        <a:pt x="8224" y="2459"/>
                      </a:lnTo>
                      <a:lnTo>
                        <a:pt x="8234" y="2453"/>
                      </a:lnTo>
                      <a:lnTo>
                        <a:pt x="8257" y="2443"/>
                      </a:lnTo>
                      <a:lnTo>
                        <a:pt x="8283" y="2432"/>
                      </a:lnTo>
                      <a:lnTo>
                        <a:pt x="8296" y="2426"/>
                      </a:lnTo>
                      <a:lnTo>
                        <a:pt x="8308" y="2420"/>
                      </a:lnTo>
                      <a:lnTo>
                        <a:pt x="8328" y="2414"/>
                      </a:lnTo>
                      <a:lnTo>
                        <a:pt x="8347" y="2409"/>
                      </a:lnTo>
                      <a:lnTo>
                        <a:pt x="8365" y="2407"/>
                      </a:lnTo>
                      <a:lnTo>
                        <a:pt x="8385" y="2403"/>
                      </a:lnTo>
                      <a:lnTo>
                        <a:pt x="8407" y="2400"/>
                      </a:lnTo>
                      <a:lnTo>
                        <a:pt x="8426" y="2394"/>
                      </a:lnTo>
                      <a:lnTo>
                        <a:pt x="8444" y="2388"/>
                      </a:lnTo>
                      <a:lnTo>
                        <a:pt x="8466" y="2382"/>
                      </a:lnTo>
                      <a:lnTo>
                        <a:pt x="8482" y="2377"/>
                      </a:lnTo>
                      <a:lnTo>
                        <a:pt x="8495" y="2372"/>
                      </a:lnTo>
                      <a:lnTo>
                        <a:pt x="8508" y="2366"/>
                      </a:lnTo>
                      <a:lnTo>
                        <a:pt x="8524" y="2359"/>
                      </a:lnTo>
                      <a:lnTo>
                        <a:pt x="8561" y="2342"/>
                      </a:lnTo>
                      <a:lnTo>
                        <a:pt x="8596" y="2329"/>
                      </a:lnTo>
                      <a:lnTo>
                        <a:pt x="8630" y="2314"/>
                      </a:lnTo>
                      <a:lnTo>
                        <a:pt x="8667" y="2298"/>
                      </a:lnTo>
                      <a:lnTo>
                        <a:pt x="8695" y="2285"/>
                      </a:lnTo>
                      <a:lnTo>
                        <a:pt x="8719" y="2272"/>
                      </a:lnTo>
                      <a:lnTo>
                        <a:pt x="8742" y="2259"/>
                      </a:lnTo>
                      <a:lnTo>
                        <a:pt x="8767" y="2243"/>
                      </a:lnTo>
                      <a:lnTo>
                        <a:pt x="8793" y="2230"/>
                      </a:lnTo>
                      <a:lnTo>
                        <a:pt x="8814" y="2218"/>
                      </a:lnTo>
                      <a:lnTo>
                        <a:pt x="8825" y="2210"/>
                      </a:lnTo>
                      <a:lnTo>
                        <a:pt x="8834" y="2202"/>
                      </a:lnTo>
                      <a:lnTo>
                        <a:pt x="8843" y="2191"/>
                      </a:lnTo>
                      <a:lnTo>
                        <a:pt x="8851" y="2179"/>
                      </a:lnTo>
                      <a:lnTo>
                        <a:pt x="8878" y="2133"/>
                      </a:lnTo>
                      <a:lnTo>
                        <a:pt x="8902" y="2092"/>
                      </a:lnTo>
                      <a:lnTo>
                        <a:pt x="8912" y="2072"/>
                      </a:lnTo>
                      <a:lnTo>
                        <a:pt x="8923" y="2050"/>
                      </a:lnTo>
                      <a:lnTo>
                        <a:pt x="8931" y="2026"/>
                      </a:lnTo>
                      <a:lnTo>
                        <a:pt x="8941" y="1999"/>
                      </a:lnTo>
                      <a:lnTo>
                        <a:pt x="8947" y="1973"/>
                      </a:lnTo>
                      <a:lnTo>
                        <a:pt x="8950" y="1949"/>
                      </a:lnTo>
                      <a:lnTo>
                        <a:pt x="8952" y="1938"/>
                      </a:lnTo>
                      <a:lnTo>
                        <a:pt x="8954" y="1926"/>
                      </a:lnTo>
                      <a:lnTo>
                        <a:pt x="8958" y="1914"/>
                      </a:lnTo>
                      <a:lnTo>
                        <a:pt x="8963" y="1900"/>
                      </a:lnTo>
                      <a:lnTo>
                        <a:pt x="8966" y="1894"/>
                      </a:lnTo>
                      <a:lnTo>
                        <a:pt x="8969" y="1890"/>
                      </a:lnTo>
                      <a:lnTo>
                        <a:pt x="8972" y="1885"/>
                      </a:lnTo>
                      <a:lnTo>
                        <a:pt x="8977" y="1881"/>
                      </a:lnTo>
                      <a:lnTo>
                        <a:pt x="8986" y="1874"/>
                      </a:lnTo>
                      <a:lnTo>
                        <a:pt x="8995" y="1864"/>
                      </a:lnTo>
                      <a:lnTo>
                        <a:pt x="9006" y="1853"/>
                      </a:lnTo>
                      <a:lnTo>
                        <a:pt x="9013" y="1841"/>
                      </a:lnTo>
                      <a:lnTo>
                        <a:pt x="9021" y="1828"/>
                      </a:lnTo>
                      <a:lnTo>
                        <a:pt x="9027" y="1814"/>
                      </a:lnTo>
                      <a:lnTo>
                        <a:pt x="9032" y="1799"/>
                      </a:lnTo>
                      <a:lnTo>
                        <a:pt x="9036" y="1785"/>
                      </a:lnTo>
                      <a:lnTo>
                        <a:pt x="9045" y="1768"/>
                      </a:lnTo>
                      <a:lnTo>
                        <a:pt x="9051" y="1753"/>
                      </a:lnTo>
                      <a:lnTo>
                        <a:pt x="9056" y="1738"/>
                      </a:lnTo>
                      <a:lnTo>
                        <a:pt x="9059" y="1721"/>
                      </a:lnTo>
                      <a:lnTo>
                        <a:pt x="9059" y="1710"/>
                      </a:lnTo>
                      <a:lnTo>
                        <a:pt x="9059" y="1699"/>
                      </a:lnTo>
                      <a:lnTo>
                        <a:pt x="9060" y="1695"/>
                      </a:lnTo>
                      <a:lnTo>
                        <a:pt x="9060" y="1691"/>
                      </a:lnTo>
                      <a:lnTo>
                        <a:pt x="9063" y="1686"/>
                      </a:lnTo>
                      <a:lnTo>
                        <a:pt x="9065" y="1682"/>
                      </a:lnTo>
                      <a:lnTo>
                        <a:pt x="9071" y="1676"/>
                      </a:lnTo>
                      <a:lnTo>
                        <a:pt x="9077" y="1672"/>
                      </a:lnTo>
                      <a:lnTo>
                        <a:pt x="9083" y="1670"/>
                      </a:lnTo>
                      <a:lnTo>
                        <a:pt x="9091" y="1668"/>
                      </a:lnTo>
                      <a:lnTo>
                        <a:pt x="9097" y="1665"/>
                      </a:lnTo>
                      <a:lnTo>
                        <a:pt x="9104" y="1663"/>
                      </a:lnTo>
                      <a:lnTo>
                        <a:pt x="9110" y="1660"/>
                      </a:lnTo>
                      <a:lnTo>
                        <a:pt x="9117" y="1656"/>
                      </a:lnTo>
                      <a:lnTo>
                        <a:pt x="9122" y="1652"/>
                      </a:lnTo>
                      <a:lnTo>
                        <a:pt x="9126" y="1647"/>
                      </a:lnTo>
                      <a:lnTo>
                        <a:pt x="9129" y="1642"/>
                      </a:lnTo>
                      <a:lnTo>
                        <a:pt x="9132" y="1637"/>
                      </a:lnTo>
                      <a:lnTo>
                        <a:pt x="9135" y="1627"/>
                      </a:lnTo>
                      <a:lnTo>
                        <a:pt x="9136" y="1616"/>
                      </a:lnTo>
                      <a:lnTo>
                        <a:pt x="9138" y="1604"/>
                      </a:lnTo>
                      <a:lnTo>
                        <a:pt x="9140" y="1592"/>
                      </a:lnTo>
                      <a:lnTo>
                        <a:pt x="9141" y="1587"/>
                      </a:lnTo>
                      <a:lnTo>
                        <a:pt x="9144" y="1581"/>
                      </a:lnTo>
                      <a:lnTo>
                        <a:pt x="9146" y="1575"/>
                      </a:lnTo>
                      <a:lnTo>
                        <a:pt x="9150" y="1570"/>
                      </a:lnTo>
                      <a:lnTo>
                        <a:pt x="9155" y="1563"/>
                      </a:lnTo>
                      <a:lnTo>
                        <a:pt x="9159" y="1557"/>
                      </a:lnTo>
                      <a:lnTo>
                        <a:pt x="9165" y="1552"/>
                      </a:lnTo>
                      <a:lnTo>
                        <a:pt x="9171" y="1548"/>
                      </a:lnTo>
                      <a:lnTo>
                        <a:pt x="9183" y="1540"/>
                      </a:lnTo>
                      <a:lnTo>
                        <a:pt x="9198" y="1531"/>
                      </a:lnTo>
                      <a:lnTo>
                        <a:pt x="9209" y="1523"/>
                      </a:lnTo>
                      <a:lnTo>
                        <a:pt x="9217" y="1514"/>
                      </a:lnTo>
                      <a:lnTo>
                        <a:pt x="9221" y="1510"/>
                      </a:lnTo>
                      <a:lnTo>
                        <a:pt x="9223" y="1505"/>
                      </a:lnTo>
                      <a:lnTo>
                        <a:pt x="9226" y="1499"/>
                      </a:lnTo>
                      <a:lnTo>
                        <a:pt x="9226" y="1493"/>
                      </a:lnTo>
                      <a:lnTo>
                        <a:pt x="9226" y="1483"/>
                      </a:lnTo>
                      <a:lnTo>
                        <a:pt x="9223" y="1476"/>
                      </a:lnTo>
                      <a:lnTo>
                        <a:pt x="9222" y="1472"/>
                      </a:lnTo>
                      <a:lnTo>
                        <a:pt x="9222" y="1469"/>
                      </a:lnTo>
                      <a:lnTo>
                        <a:pt x="9222" y="1464"/>
                      </a:lnTo>
                      <a:lnTo>
                        <a:pt x="9223" y="1460"/>
                      </a:lnTo>
                      <a:lnTo>
                        <a:pt x="9226" y="1455"/>
                      </a:lnTo>
                      <a:lnTo>
                        <a:pt x="9229" y="1451"/>
                      </a:lnTo>
                      <a:lnTo>
                        <a:pt x="9233" y="1448"/>
                      </a:lnTo>
                      <a:lnTo>
                        <a:pt x="9238" y="1445"/>
                      </a:lnTo>
                      <a:lnTo>
                        <a:pt x="9247" y="1440"/>
                      </a:lnTo>
                      <a:lnTo>
                        <a:pt x="9258" y="1435"/>
                      </a:lnTo>
                      <a:lnTo>
                        <a:pt x="9264" y="1430"/>
                      </a:lnTo>
                      <a:lnTo>
                        <a:pt x="9268" y="1424"/>
                      </a:lnTo>
                      <a:lnTo>
                        <a:pt x="9272" y="1417"/>
                      </a:lnTo>
                      <a:lnTo>
                        <a:pt x="9274" y="1410"/>
                      </a:lnTo>
                      <a:lnTo>
                        <a:pt x="9279" y="1397"/>
                      </a:lnTo>
                      <a:lnTo>
                        <a:pt x="9281" y="1387"/>
                      </a:lnTo>
                      <a:lnTo>
                        <a:pt x="9282" y="1376"/>
                      </a:lnTo>
                      <a:lnTo>
                        <a:pt x="9282" y="1365"/>
                      </a:lnTo>
                      <a:lnTo>
                        <a:pt x="9282" y="1343"/>
                      </a:lnTo>
                      <a:lnTo>
                        <a:pt x="9284" y="1319"/>
                      </a:lnTo>
                      <a:lnTo>
                        <a:pt x="9287" y="1309"/>
                      </a:lnTo>
                      <a:lnTo>
                        <a:pt x="9291" y="1300"/>
                      </a:lnTo>
                      <a:lnTo>
                        <a:pt x="9288" y="1283"/>
                      </a:lnTo>
                      <a:lnTo>
                        <a:pt x="9284" y="1267"/>
                      </a:lnTo>
                      <a:lnTo>
                        <a:pt x="9275" y="1256"/>
                      </a:lnTo>
                      <a:lnTo>
                        <a:pt x="9265" y="1247"/>
                      </a:lnTo>
                      <a:lnTo>
                        <a:pt x="9256" y="1239"/>
                      </a:lnTo>
                      <a:lnTo>
                        <a:pt x="9246" y="1231"/>
                      </a:lnTo>
                      <a:lnTo>
                        <a:pt x="9237" y="1224"/>
                      </a:lnTo>
                      <a:lnTo>
                        <a:pt x="9228" y="1215"/>
                      </a:lnTo>
                      <a:lnTo>
                        <a:pt x="9218" y="1206"/>
                      </a:lnTo>
                      <a:lnTo>
                        <a:pt x="9210" y="1194"/>
                      </a:lnTo>
                      <a:lnTo>
                        <a:pt x="9198" y="1176"/>
                      </a:lnTo>
                      <a:lnTo>
                        <a:pt x="9187" y="1160"/>
                      </a:lnTo>
                      <a:lnTo>
                        <a:pt x="9181" y="1154"/>
                      </a:lnTo>
                      <a:lnTo>
                        <a:pt x="9175" y="1147"/>
                      </a:lnTo>
                      <a:lnTo>
                        <a:pt x="9168" y="1139"/>
                      </a:lnTo>
                      <a:lnTo>
                        <a:pt x="9159" y="1133"/>
                      </a:lnTo>
                      <a:lnTo>
                        <a:pt x="9152" y="1127"/>
                      </a:lnTo>
                      <a:lnTo>
                        <a:pt x="9147" y="1123"/>
                      </a:lnTo>
                      <a:lnTo>
                        <a:pt x="9144" y="1120"/>
                      </a:lnTo>
                      <a:lnTo>
                        <a:pt x="9141" y="1119"/>
                      </a:lnTo>
                      <a:lnTo>
                        <a:pt x="9138" y="1118"/>
                      </a:lnTo>
                      <a:lnTo>
                        <a:pt x="9133" y="1116"/>
                      </a:lnTo>
                      <a:lnTo>
                        <a:pt x="9128" y="1118"/>
                      </a:lnTo>
                      <a:lnTo>
                        <a:pt x="9123" y="1118"/>
                      </a:lnTo>
                      <a:lnTo>
                        <a:pt x="9118" y="1120"/>
                      </a:lnTo>
                      <a:lnTo>
                        <a:pt x="9115" y="1121"/>
                      </a:lnTo>
                      <a:lnTo>
                        <a:pt x="9106" y="1126"/>
                      </a:lnTo>
                      <a:lnTo>
                        <a:pt x="9099" y="1132"/>
                      </a:lnTo>
                      <a:lnTo>
                        <a:pt x="9093" y="1139"/>
                      </a:lnTo>
                      <a:lnTo>
                        <a:pt x="9086" y="1147"/>
                      </a:lnTo>
                      <a:lnTo>
                        <a:pt x="9077" y="1153"/>
                      </a:lnTo>
                      <a:lnTo>
                        <a:pt x="9069" y="1159"/>
                      </a:lnTo>
                      <a:lnTo>
                        <a:pt x="9044" y="1174"/>
                      </a:lnTo>
                      <a:lnTo>
                        <a:pt x="9022" y="1190"/>
                      </a:lnTo>
                      <a:lnTo>
                        <a:pt x="9000" y="1206"/>
                      </a:lnTo>
                      <a:lnTo>
                        <a:pt x="8976" y="1223"/>
                      </a:lnTo>
                      <a:lnTo>
                        <a:pt x="8963" y="1232"/>
                      </a:lnTo>
                      <a:lnTo>
                        <a:pt x="8952" y="1242"/>
                      </a:lnTo>
                      <a:lnTo>
                        <a:pt x="8946" y="1246"/>
                      </a:lnTo>
                      <a:lnTo>
                        <a:pt x="8940" y="1249"/>
                      </a:lnTo>
                      <a:lnTo>
                        <a:pt x="8933" y="1253"/>
                      </a:lnTo>
                      <a:lnTo>
                        <a:pt x="8924" y="1255"/>
                      </a:lnTo>
                      <a:lnTo>
                        <a:pt x="8935" y="1242"/>
                      </a:lnTo>
                      <a:lnTo>
                        <a:pt x="8946" y="1232"/>
                      </a:lnTo>
                      <a:lnTo>
                        <a:pt x="8958" y="1223"/>
                      </a:lnTo>
                      <a:lnTo>
                        <a:pt x="8969" y="1215"/>
                      </a:lnTo>
                      <a:lnTo>
                        <a:pt x="8981" y="1207"/>
                      </a:lnTo>
                      <a:lnTo>
                        <a:pt x="8993" y="1198"/>
                      </a:lnTo>
                      <a:lnTo>
                        <a:pt x="9005" y="1189"/>
                      </a:lnTo>
                      <a:lnTo>
                        <a:pt x="9017" y="1178"/>
                      </a:lnTo>
                      <a:lnTo>
                        <a:pt x="9036" y="1159"/>
                      </a:lnTo>
                      <a:lnTo>
                        <a:pt x="9051" y="1139"/>
                      </a:lnTo>
                      <a:lnTo>
                        <a:pt x="9064" y="1120"/>
                      </a:lnTo>
                      <a:lnTo>
                        <a:pt x="9079" y="1097"/>
                      </a:lnTo>
                      <a:lnTo>
                        <a:pt x="9094" y="1075"/>
                      </a:lnTo>
                      <a:lnTo>
                        <a:pt x="9109" y="1055"/>
                      </a:lnTo>
                      <a:lnTo>
                        <a:pt x="9115" y="1045"/>
                      </a:lnTo>
                      <a:lnTo>
                        <a:pt x="9120" y="1033"/>
                      </a:lnTo>
                      <a:lnTo>
                        <a:pt x="9122" y="1021"/>
                      </a:lnTo>
                      <a:lnTo>
                        <a:pt x="9123" y="1008"/>
                      </a:lnTo>
                      <a:lnTo>
                        <a:pt x="9123" y="997"/>
                      </a:lnTo>
                      <a:lnTo>
                        <a:pt x="9121" y="987"/>
                      </a:lnTo>
                      <a:lnTo>
                        <a:pt x="9118" y="978"/>
                      </a:lnTo>
                      <a:lnTo>
                        <a:pt x="9115" y="969"/>
                      </a:lnTo>
                      <a:lnTo>
                        <a:pt x="9108" y="951"/>
                      </a:lnTo>
                      <a:lnTo>
                        <a:pt x="9101" y="931"/>
                      </a:lnTo>
                      <a:lnTo>
                        <a:pt x="9095" y="913"/>
                      </a:lnTo>
                      <a:lnTo>
                        <a:pt x="9088" y="895"/>
                      </a:lnTo>
                      <a:lnTo>
                        <a:pt x="9083" y="887"/>
                      </a:lnTo>
                      <a:lnTo>
                        <a:pt x="9079" y="879"/>
                      </a:lnTo>
                      <a:lnTo>
                        <a:pt x="9074" y="872"/>
                      </a:lnTo>
                      <a:lnTo>
                        <a:pt x="9068" y="866"/>
                      </a:lnTo>
                      <a:lnTo>
                        <a:pt x="9062" y="860"/>
                      </a:lnTo>
                      <a:lnTo>
                        <a:pt x="9054" y="854"/>
                      </a:lnTo>
                      <a:lnTo>
                        <a:pt x="9048" y="849"/>
                      </a:lnTo>
                      <a:lnTo>
                        <a:pt x="9040" y="845"/>
                      </a:lnTo>
                      <a:lnTo>
                        <a:pt x="9032" y="842"/>
                      </a:lnTo>
                      <a:lnTo>
                        <a:pt x="9023" y="839"/>
                      </a:lnTo>
                      <a:lnTo>
                        <a:pt x="9015" y="838"/>
                      </a:lnTo>
                      <a:lnTo>
                        <a:pt x="9005" y="838"/>
                      </a:lnTo>
                      <a:lnTo>
                        <a:pt x="8992" y="842"/>
                      </a:lnTo>
                      <a:lnTo>
                        <a:pt x="8980" y="848"/>
                      </a:lnTo>
                      <a:lnTo>
                        <a:pt x="8963" y="851"/>
                      </a:lnTo>
                      <a:lnTo>
                        <a:pt x="8948" y="856"/>
                      </a:lnTo>
                      <a:lnTo>
                        <a:pt x="8934" y="862"/>
                      </a:lnTo>
                      <a:lnTo>
                        <a:pt x="8921" y="867"/>
                      </a:lnTo>
                      <a:lnTo>
                        <a:pt x="8894" y="878"/>
                      </a:lnTo>
                      <a:lnTo>
                        <a:pt x="8864" y="889"/>
                      </a:lnTo>
                      <a:lnTo>
                        <a:pt x="8854" y="895"/>
                      </a:lnTo>
                      <a:lnTo>
                        <a:pt x="8845" y="898"/>
                      </a:lnTo>
                      <a:lnTo>
                        <a:pt x="8835" y="898"/>
                      </a:lnTo>
                      <a:lnTo>
                        <a:pt x="8827" y="896"/>
                      </a:lnTo>
                      <a:lnTo>
                        <a:pt x="8819" y="892"/>
                      </a:lnTo>
                      <a:lnTo>
                        <a:pt x="8812" y="887"/>
                      </a:lnTo>
                      <a:lnTo>
                        <a:pt x="8805" y="884"/>
                      </a:lnTo>
                      <a:lnTo>
                        <a:pt x="8798" y="880"/>
                      </a:lnTo>
                      <a:lnTo>
                        <a:pt x="8789" y="878"/>
                      </a:lnTo>
                      <a:lnTo>
                        <a:pt x="8781" y="876"/>
                      </a:lnTo>
                      <a:lnTo>
                        <a:pt x="8775" y="876"/>
                      </a:lnTo>
                      <a:lnTo>
                        <a:pt x="8770" y="878"/>
                      </a:lnTo>
                      <a:lnTo>
                        <a:pt x="8766" y="880"/>
                      </a:lnTo>
                      <a:lnTo>
                        <a:pt x="8761" y="884"/>
                      </a:lnTo>
                      <a:lnTo>
                        <a:pt x="8754" y="890"/>
                      </a:lnTo>
                      <a:lnTo>
                        <a:pt x="8745" y="896"/>
                      </a:lnTo>
                      <a:lnTo>
                        <a:pt x="8742" y="883"/>
                      </a:lnTo>
                      <a:lnTo>
                        <a:pt x="8742" y="869"/>
                      </a:lnTo>
                      <a:lnTo>
                        <a:pt x="8743" y="846"/>
                      </a:lnTo>
                      <a:lnTo>
                        <a:pt x="8746" y="826"/>
                      </a:lnTo>
                      <a:lnTo>
                        <a:pt x="8749" y="807"/>
                      </a:lnTo>
                      <a:lnTo>
                        <a:pt x="8752" y="784"/>
                      </a:lnTo>
                      <a:lnTo>
                        <a:pt x="8770" y="798"/>
                      </a:lnTo>
                      <a:lnTo>
                        <a:pt x="8787" y="813"/>
                      </a:lnTo>
                      <a:lnTo>
                        <a:pt x="8796" y="819"/>
                      </a:lnTo>
                      <a:lnTo>
                        <a:pt x="8806" y="823"/>
                      </a:lnTo>
                      <a:lnTo>
                        <a:pt x="8816" y="827"/>
                      </a:lnTo>
                      <a:lnTo>
                        <a:pt x="8828" y="828"/>
                      </a:lnTo>
                      <a:lnTo>
                        <a:pt x="8835" y="827"/>
                      </a:lnTo>
                      <a:lnTo>
                        <a:pt x="8840" y="825"/>
                      </a:lnTo>
                      <a:lnTo>
                        <a:pt x="8845" y="821"/>
                      </a:lnTo>
                      <a:lnTo>
                        <a:pt x="8849" y="816"/>
                      </a:lnTo>
                      <a:lnTo>
                        <a:pt x="8857" y="805"/>
                      </a:lnTo>
                      <a:lnTo>
                        <a:pt x="8866" y="796"/>
                      </a:lnTo>
                      <a:lnTo>
                        <a:pt x="8877" y="790"/>
                      </a:lnTo>
                      <a:lnTo>
                        <a:pt x="8887" y="785"/>
                      </a:lnTo>
                      <a:lnTo>
                        <a:pt x="8895" y="780"/>
                      </a:lnTo>
                      <a:lnTo>
                        <a:pt x="8905" y="774"/>
                      </a:lnTo>
                      <a:lnTo>
                        <a:pt x="8911" y="769"/>
                      </a:lnTo>
                      <a:lnTo>
                        <a:pt x="8917" y="764"/>
                      </a:lnTo>
                      <a:lnTo>
                        <a:pt x="8921" y="758"/>
                      </a:lnTo>
                      <a:lnTo>
                        <a:pt x="8925" y="752"/>
                      </a:lnTo>
                      <a:lnTo>
                        <a:pt x="8928" y="746"/>
                      </a:lnTo>
                      <a:lnTo>
                        <a:pt x="8930" y="740"/>
                      </a:lnTo>
                      <a:lnTo>
                        <a:pt x="8933" y="733"/>
                      </a:lnTo>
                      <a:lnTo>
                        <a:pt x="8934" y="726"/>
                      </a:lnTo>
                      <a:lnTo>
                        <a:pt x="8931" y="718"/>
                      </a:lnTo>
                      <a:lnTo>
                        <a:pt x="8931" y="712"/>
                      </a:lnTo>
                      <a:lnTo>
                        <a:pt x="8934" y="708"/>
                      </a:lnTo>
                      <a:lnTo>
                        <a:pt x="8936" y="704"/>
                      </a:lnTo>
                      <a:lnTo>
                        <a:pt x="8941" y="700"/>
                      </a:lnTo>
                      <a:lnTo>
                        <a:pt x="8946" y="698"/>
                      </a:lnTo>
                      <a:lnTo>
                        <a:pt x="8956" y="694"/>
                      </a:lnTo>
                      <a:lnTo>
                        <a:pt x="8966" y="690"/>
                      </a:lnTo>
                      <a:lnTo>
                        <a:pt x="8963" y="676"/>
                      </a:lnTo>
                      <a:lnTo>
                        <a:pt x="8959" y="664"/>
                      </a:lnTo>
                      <a:lnTo>
                        <a:pt x="8954" y="653"/>
                      </a:lnTo>
                      <a:lnTo>
                        <a:pt x="8951" y="643"/>
                      </a:lnTo>
                      <a:lnTo>
                        <a:pt x="8939" y="622"/>
                      </a:lnTo>
                      <a:lnTo>
                        <a:pt x="8924" y="600"/>
                      </a:lnTo>
                      <a:lnTo>
                        <a:pt x="8921" y="595"/>
                      </a:lnTo>
                      <a:lnTo>
                        <a:pt x="8917" y="592"/>
                      </a:lnTo>
                      <a:lnTo>
                        <a:pt x="8912" y="589"/>
                      </a:lnTo>
                      <a:lnTo>
                        <a:pt x="8907" y="586"/>
                      </a:lnTo>
                      <a:lnTo>
                        <a:pt x="8896" y="581"/>
                      </a:lnTo>
                      <a:lnTo>
                        <a:pt x="8886" y="575"/>
                      </a:lnTo>
                      <a:lnTo>
                        <a:pt x="8869" y="558"/>
                      </a:lnTo>
                      <a:lnTo>
                        <a:pt x="8851" y="542"/>
                      </a:lnTo>
                      <a:lnTo>
                        <a:pt x="8831" y="533"/>
                      </a:lnTo>
                      <a:lnTo>
                        <a:pt x="8813" y="524"/>
                      </a:lnTo>
                      <a:lnTo>
                        <a:pt x="8794" y="516"/>
                      </a:lnTo>
                      <a:lnTo>
                        <a:pt x="8773" y="507"/>
                      </a:lnTo>
                      <a:lnTo>
                        <a:pt x="8760" y="501"/>
                      </a:lnTo>
                      <a:lnTo>
                        <a:pt x="8748" y="497"/>
                      </a:lnTo>
                      <a:lnTo>
                        <a:pt x="8736" y="492"/>
                      </a:lnTo>
                      <a:lnTo>
                        <a:pt x="8723" y="485"/>
                      </a:lnTo>
                      <a:lnTo>
                        <a:pt x="8713" y="478"/>
                      </a:lnTo>
                      <a:lnTo>
                        <a:pt x="8706" y="472"/>
                      </a:lnTo>
                      <a:lnTo>
                        <a:pt x="8699" y="465"/>
                      </a:lnTo>
                      <a:lnTo>
                        <a:pt x="8693" y="459"/>
                      </a:lnTo>
                      <a:lnTo>
                        <a:pt x="8681" y="445"/>
                      </a:lnTo>
                      <a:lnTo>
                        <a:pt x="8665" y="430"/>
                      </a:lnTo>
                      <a:lnTo>
                        <a:pt x="8654" y="423"/>
                      </a:lnTo>
                      <a:lnTo>
                        <a:pt x="8643" y="417"/>
                      </a:lnTo>
                      <a:lnTo>
                        <a:pt x="8632" y="412"/>
                      </a:lnTo>
                      <a:lnTo>
                        <a:pt x="8622" y="409"/>
                      </a:lnTo>
                      <a:lnTo>
                        <a:pt x="8609" y="406"/>
                      </a:lnTo>
                      <a:lnTo>
                        <a:pt x="8599" y="403"/>
                      </a:lnTo>
                      <a:lnTo>
                        <a:pt x="8587" y="398"/>
                      </a:lnTo>
                      <a:lnTo>
                        <a:pt x="8574" y="392"/>
                      </a:lnTo>
                      <a:lnTo>
                        <a:pt x="8570" y="386"/>
                      </a:lnTo>
                      <a:lnTo>
                        <a:pt x="8565" y="378"/>
                      </a:lnTo>
                      <a:lnTo>
                        <a:pt x="8553" y="374"/>
                      </a:lnTo>
                      <a:lnTo>
                        <a:pt x="8540" y="369"/>
                      </a:lnTo>
                      <a:lnTo>
                        <a:pt x="8519" y="357"/>
                      </a:lnTo>
                      <a:lnTo>
                        <a:pt x="8501" y="347"/>
                      </a:lnTo>
                      <a:lnTo>
                        <a:pt x="8483" y="339"/>
                      </a:lnTo>
                      <a:lnTo>
                        <a:pt x="8462" y="328"/>
                      </a:lnTo>
                      <a:lnTo>
                        <a:pt x="8451" y="321"/>
                      </a:lnTo>
                      <a:lnTo>
                        <a:pt x="8443" y="311"/>
                      </a:lnTo>
                      <a:lnTo>
                        <a:pt x="8435" y="302"/>
                      </a:lnTo>
                      <a:lnTo>
                        <a:pt x="8424" y="292"/>
                      </a:lnTo>
                      <a:lnTo>
                        <a:pt x="8412" y="282"/>
                      </a:lnTo>
                      <a:lnTo>
                        <a:pt x="8400" y="273"/>
                      </a:lnTo>
                      <a:lnTo>
                        <a:pt x="8388" y="266"/>
                      </a:lnTo>
                      <a:lnTo>
                        <a:pt x="8373" y="260"/>
                      </a:lnTo>
                      <a:lnTo>
                        <a:pt x="8355" y="252"/>
                      </a:lnTo>
                      <a:lnTo>
                        <a:pt x="8338" y="245"/>
                      </a:lnTo>
                      <a:lnTo>
                        <a:pt x="8330" y="242"/>
                      </a:lnTo>
                      <a:lnTo>
                        <a:pt x="8321" y="240"/>
                      </a:lnTo>
                      <a:lnTo>
                        <a:pt x="8313" y="238"/>
                      </a:lnTo>
                      <a:lnTo>
                        <a:pt x="8302" y="237"/>
                      </a:lnTo>
                      <a:lnTo>
                        <a:pt x="8298" y="238"/>
                      </a:lnTo>
                      <a:lnTo>
                        <a:pt x="8296" y="240"/>
                      </a:lnTo>
                      <a:lnTo>
                        <a:pt x="8293" y="243"/>
                      </a:lnTo>
                      <a:lnTo>
                        <a:pt x="8291" y="247"/>
                      </a:lnTo>
                      <a:lnTo>
                        <a:pt x="8289" y="255"/>
                      </a:lnTo>
                      <a:lnTo>
                        <a:pt x="8286" y="264"/>
                      </a:lnTo>
                      <a:lnTo>
                        <a:pt x="8281" y="273"/>
                      </a:lnTo>
                      <a:lnTo>
                        <a:pt x="8278" y="283"/>
                      </a:lnTo>
                      <a:lnTo>
                        <a:pt x="8272" y="292"/>
                      </a:lnTo>
                      <a:lnTo>
                        <a:pt x="8267" y="301"/>
                      </a:lnTo>
                      <a:lnTo>
                        <a:pt x="8254" y="323"/>
                      </a:lnTo>
                      <a:lnTo>
                        <a:pt x="8240" y="341"/>
                      </a:lnTo>
                      <a:lnTo>
                        <a:pt x="8228" y="359"/>
                      </a:lnTo>
                      <a:lnTo>
                        <a:pt x="8215" y="382"/>
                      </a:lnTo>
                      <a:lnTo>
                        <a:pt x="8202" y="378"/>
                      </a:lnTo>
                      <a:lnTo>
                        <a:pt x="8190" y="375"/>
                      </a:lnTo>
                      <a:lnTo>
                        <a:pt x="8178" y="370"/>
                      </a:lnTo>
                      <a:lnTo>
                        <a:pt x="8164" y="366"/>
                      </a:lnTo>
                      <a:lnTo>
                        <a:pt x="8219" y="208"/>
                      </a:lnTo>
                      <a:lnTo>
                        <a:pt x="8208" y="195"/>
                      </a:lnTo>
                      <a:lnTo>
                        <a:pt x="8196" y="185"/>
                      </a:lnTo>
                      <a:lnTo>
                        <a:pt x="8184" y="177"/>
                      </a:lnTo>
                      <a:lnTo>
                        <a:pt x="8170" y="170"/>
                      </a:lnTo>
                      <a:lnTo>
                        <a:pt x="8157" y="164"/>
                      </a:lnTo>
                      <a:lnTo>
                        <a:pt x="8142" y="159"/>
                      </a:lnTo>
                      <a:lnTo>
                        <a:pt x="8126" y="155"/>
                      </a:lnTo>
                      <a:lnTo>
                        <a:pt x="8109" y="150"/>
                      </a:lnTo>
                      <a:lnTo>
                        <a:pt x="8092" y="148"/>
                      </a:lnTo>
                      <a:lnTo>
                        <a:pt x="8076" y="147"/>
                      </a:lnTo>
                      <a:lnTo>
                        <a:pt x="8069" y="146"/>
                      </a:lnTo>
                      <a:lnTo>
                        <a:pt x="8062" y="143"/>
                      </a:lnTo>
                      <a:lnTo>
                        <a:pt x="8054" y="141"/>
                      </a:lnTo>
                      <a:lnTo>
                        <a:pt x="8045" y="138"/>
                      </a:lnTo>
                      <a:lnTo>
                        <a:pt x="8037" y="134"/>
                      </a:lnTo>
                      <a:lnTo>
                        <a:pt x="8028" y="128"/>
                      </a:lnTo>
                      <a:lnTo>
                        <a:pt x="8021" y="122"/>
                      </a:lnTo>
                      <a:lnTo>
                        <a:pt x="8015" y="114"/>
                      </a:lnTo>
                      <a:lnTo>
                        <a:pt x="8008" y="108"/>
                      </a:lnTo>
                      <a:lnTo>
                        <a:pt x="7999" y="103"/>
                      </a:lnTo>
                      <a:lnTo>
                        <a:pt x="7991" y="101"/>
                      </a:lnTo>
                      <a:lnTo>
                        <a:pt x="7981" y="100"/>
                      </a:lnTo>
                      <a:lnTo>
                        <a:pt x="7974" y="101"/>
                      </a:lnTo>
                      <a:lnTo>
                        <a:pt x="7969" y="103"/>
                      </a:lnTo>
                      <a:lnTo>
                        <a:pt x="7965" y="108"/>
                      </a:lnTo>
                      <a:lnTo>
                        <a:pt x="7963" y="114"/>
                      </a:lnTo>
                      <a:lnTo>
                        <a:pt x="7958" y="128"/>
                      </a:lnTo>
                      <a:lnTo>
                        <a:pt x="7952" y="141"/>
                      </a:lnTo>
                      <a:lnTo>
                        <a:pt x="7947" y="152"/>
                      </a:lnTo>
                      <a:lnTo>
                        <a:pt x="7941" y="160"/>
                      </a:lnTo>
                      <a:lnTo>
                        <a:pt x="7937" y="167"/>
                      </a:lnTo>
                      <a:lnTo>
                        <a:pt x="7931" y="176"/>
                      </a:lnTo>
                      <a:lnTo>
                        <a:pt x="7918" y="189"/>
                      </a:lnTo>
                      <a:lnTo>
                        <a:pt x="7904" y="206"/>
                      </a:lnTo>
                      <a:lnTo>
                        <a:pt x="7891" y="223"/>
                      </a:lnTo>
                      <a:lnTo>
                        <a:pt x="7880" y="240"/>
                      </a:lnTo>
                      <a:lnTo>
                        <a:pt x="7871" y="255"/>
                      </a:lnTo>
                      <a:lnTo>
                        <a:pt x="7862" y="272"/>
                      </a:lnTo>
                      <a:lnTo>
                        <a:pt x="7853" y="288"/>
                      </a:lnTo>
                      <a:lnTo>
                        <a:pt x="7844" y="305"/>
                      </a:lnTo>
                      <a:lnTo>
                        <a:pt x="7832" y="321"/>
                      </a:lnTo>
                      <a:lnTo>
                        <a:pt x="7817" y="337"/>
                      </a:lnTo>
                      <a:lnTo>
                        <a:pt x="7817" y="318"/>
                      </a:lnTo>
                      <a:lnTo>
                        <a:pt x="7816" y="301"/>
                      </a:lnTo>
                      <a:lnTo>
                        <a:pt x="7812" y="284"/>
                      </a:lnTo>
                      <a:lnTo>
                        <a:pt x="7808" y="266"/>
                      </a:lnTo>
                      <a:lnTo>
                        <a:pt x="7804" y="257"/>
                      </a:lnTo>
                      <a:lnTo>
                        <a:pt x="7801" y="247"/>
                      </a:lnTo>
                      <a:lnTo>
                        <a:pt x="7801" y="241"/>
                      </a:lnTo>
                      <a:lnTo>
                        <a:pt x="7804" y="236"/>
                      </a:lnTo>
                      <a:lnTo>
                        <a:pt x="7805" y="231"/>
                      </a:lnTo>
                      <a:lnTo>
                        <a:pt x="7808" y="226"/>
                      </a:lnTo>
                      <a:lnTo>
                        <a:pt x="7810" y="222"/>
                      </a:lnTo>
                      <a:lnTo>
                        <a:pt x="7812" y="217"/>
                      </a:lnTo>
                      <a:lnTo>
                        <a:pt x="7814" y="212"/>
                      </a:lnTo>
                      <a:lnTo>
                        <a:pt x="7815" y="206"/>
                      </a:lnTo>
                      <a:lnTo>
                        <a:pt x="7815" y="196"/>
                      </a:lnTo>
                      <a:lnTo>
                        <a:pt x="7814" y="188"/>
                      </a:lnTo>
                      <a:lnTo>
                        <a:pt x="7814" y="184"/>
                      </a:lnTo>
                      <a:lnTo>
                        <a:pt x="7812" y="181"/>
                      </a:lnTo>
                      <a:lnTo>
                        <a:pt x="7810" y="177"/>
                      </a:lnTo>
                      <a:lnTo>
                        <a:pt x="7808" y="173"/>
                      </a:lnTo>
                      <a:lnTo>
                        <a:pt x="7801" y="171"/>
                      </a:lnTo>
                      <a:lnTo>
                        <a:pt x="7795" y="170"/>
                      </a:lnTo>
                      <a:lnTo>
                        <a:pt x="7788" y="167"/>
                      </a:lnTo>
                      <a:lnTo>
                        <a:pt x="7781" y="165"/>
                      </a:lnTo>
                      <a:lnTo>
                        <a:pt x="7775" y="164"/>
                      </a:lnTo>
                      <a:lnTo>
                        <a:pt x="7769" y="163"/>
                      </a:lnTo>
                      <a:lnTo>
                        <a:pt x="7756" y="161"/>
                      </a:lnTo>
                      <a:lnTo>
                        <a:pt x="7740" y="160"/>
                      </a:lnTo>
                      <a:lnTo>
                        <a:pt x="7734" y="156"/>
                      </a:lnTo>
                      <a:lnTo>
                        <a:pt x="7728" y="150"/>
                      </a:lnTo>
                      <a:lnTo>
                        <a:pt x="7736" y="146"/>
                      </a:lnTo>
                      <a:lnTo>
                        <a:pt x="7746" y="141"/>
                      </a:lnTo>
                      <a:lnTo>
                        <a:pt x="7756" y="137"/>
                      </a:lnTo>
                      <a:lnTo>
                        <a:pt x="7764" y="134"/>
                      </a:lnTo>
                      <a:lnTo>
                        <a:pt x="7783" y="129"/>
                      </a:lnTo>
                      <a:lnTo>
                        <a:pt x="7800" y="125"/>
                      </a:lnTo>
                      <a:lnTo>
                        <a:pt x="7818" y="119"/>
                      </a:lnTo>
                      <a:lnTo>
                        <a:pt x="7834" y="112"/>
                      </a:lnTo>
                      <a:lnTo>
                        <a:pt x="7841" y="107"/>
                      </a:lnTo>
                      <a:lnTo>
                        <a:pt x="7849" y="102"/>
                      </a:lnTo>
                      <a:lnTo>
                        <a:pt x="7856" y="95"/>
                      </a:lnTo>
                      <a:lnTo>
                        <a:pt x="7863" y="87"/>
                      </a:lnTo>
                      <a:lnTo>
                        <a:pt x="7846" y="74"/>
                      </a:lnTo>
                      <a:lnTo>
                        <a:pt x="7832" y="64"/>
                      </a:lnTo>
                      <a:lnTo>
                        <a:pt x="7824" y="58"/>
                      </a:lnTo>
                      <a:lnTo>
                        <a:pt x="7816" y="53"/>
                      </a:lnTo>
                      <a:lnTo>
                        <a:pt x="7808" y="49"/>
                      </a:lnTo>
                      <a:lnTo>
                        <a:pt x="7798" y="46"/>
                      </a:lnTo>
                      <a:lnTo>
                        <a:pt x="7785" y="41"/>
                      </a:lnTo>
                      <a:lnTo>
                        <a:pt x="7771" y="37"/>
                      </a:lnTo>
                      <a:lnTo>
                        <a:pt x="7758" y="33"/>
                      </a:lnTo>
                      <a:lnTo>
                        <a:pt x="7746" y="32"/>
                      </a:lnTo>
                      <a:lnTo>
                        <a:pt x="7721" y="27"/>
                      </a:lnTo>
                      <a:lnTo>
                        <a:pt x="7692" y="23"/>
                      </a:lnTo>
                      <a:lnTo>
                        <a:pt x="7662" y="15"/>
                      </a:lnTo>
                      <a:lnTo>
                        <a:pt x="7635" y="8"/>
                      </a:lnTo>
                      <a:lnTo>
                        <a:pt x="7622" y="5"/>
                      </a:lnTo>
                      <a:lnTo>
                        <a:pt x="7607" y="2"/>
                      </a:lnTo>
                      <a:lnTo>
                        <a:pt x="7593" y="1"/>
                      </a:lnTo>
                      <a:lnTo>
                        <a:pt x="7576" y="0"/>
                      </a:lnTo>
                      <a:lnTo>
                        <a:pt x="7510" y="0"/>
                      </a:lnTo>
                      <a:lnTo>
                        <a:pt x="7492" y="1"/>
                      </a:lnTo>
                      <a:lnTo>
                        <a:pt x="7475" y="5"/>
                      </a:lnTo>
                      <a:lnTo>
                        <a:pt x="7458" y="9"/>
                      </a:lnTo>
                      <a:lnTo>
                        <a:pt x="7438" y="13"/>
                      </a:lnTo>
                      <a:lnTo>
                        <a:pt x="7419" y="15"/>
                      </a:lnTo>
                      <a:lnTo>
                        <a:pt x="7400" y="18"/>
                      </a:lnTo>
                      <a:lnTo>
                        <a:pt x="7382" y="20"/>
                      </a:lnTo>
                      <a:lnTo>
                        <a:pt x="7361" y="23"/>
                      </a:lnTo>
                      <a:lnTo>
                        <a:pt x="7344" y="26"/>
                      </a:lnTo>
                      <a:lnTo>
                        <a:pt x="7330" y="32"/>
                      </a:lnTo>
                      <a:lnTo>
                        <a:pt x="7314" y="40"/>
                      </a:lnTo>
                      <a:lnTo>
                        <a:pt x="7297" y="46"/>
                      </a:lnTo>
                      <a:lnTo>
                        <a:pt x="7288" y="47"/>
                      </a:lnTo>
                      <a:lnTo>
                        <a:pt x="7278" y="48"/>
                      </a:lnTo>
                      <a:lnTo>
                        <a:pt x="7268" y="49"/>
                      </a:lnTo>
                      <a:lnTo>
                        <a:pt x="7259" y="52"/>
                      </a:lnTo>
                      <a:lnTo>
                        <a:pt x="7253" y="55"/>
                      </a:lnTo>
                      <a:lnTo>
                        <a:pt x="7247" y="60"/>
                      </a:lnTo>
                      <a:lnTo>
                        <a:pt x="7242" y="66"/>
                      </a:lnTo>
                      <a:lnTo>
                        <a:pt x="7237" y="71"/>
                      </a:lnTo>
                      <a:lnTo>
                        <a:pt x="7233" y="74"/>
                      </a:lnTo>
                      <a:lnTo>
                        <a:pt x="7232" y="78"/>
                      </a:lnTo>
                      <a:lnTo>
                        <a:pt x="7231" y="81"/>
                      </a:lnTo>
                      <a:lnTo>
                        <a:pt x="7231" y="82"/>
                      </a:lnTo>
                      <a:lnTo>
                        <a:pt x="7229" y="83"/>
                      </a:lnTo>
                      <a:lnTo>
                        <a:pt x="7227" y="84"/>
                      </a:lnTo>
                      <a:lnTo>
                        <a:pt x="7211" y="79"/>
                      </a:lnTo>
                      <a:lnTo>
                        <a:pt x="7195" y="74"/>
                      </a:lnTo>
                      <a:lnTo>
                        <a:pt x="7185" y="74"/>
                      </a:lnTo>
                      <a:lnTo>
                        <a:pt x="7176" y="76"/>
                      </a:lnTo>
                      <a:lnTo>
                        <a:pt x="7167" y="78"/>
                      </a:lnTo>
                      <a:lnTo>
                        <a:pt x="7159" y="82"/>
                      </a:lnTo>
                      <a:lnTo>
                        <a:pt x="7143" y="89"/>
                      </a:lnTo>
                      <a:lnTo>
                        <a:pt x="7124" y="96"/>
                      </a:lnTo>
                      <a:lnTo>
                        <a:pt x="7102" y="105"/>
                      </a:lnTo>
                      <a:lnTo>
                        <a:pt x="7084" y="112"/>
                      </a:lnTo>
                      <a:lnTo>
                        <a:pt x="7074" y="117"/>
                      </a:lnTo>
                      <a:lnTo>
                        <a:pt x="7066" y="122"/>
                      </a:lnTo>
                      <a:lnTo>
                        <a:pt x="7056" y="128"/>
                      </a:lnTo>
                      <a:lnTo>
                        <a:pt x="7048" y="135"/>
                      </a:lnTo>
                      <a:lnTo>
                        <a:pt x="7037" y="147"/>
                      </a:lnTo>
                      <a:lnTo>
                        <a:pt x="7025" y="158"/>
                      </a:lnTo>
                      <a:lnTo>
                        <a:pt x="7019" y="160"/>
                      </a:lnTo>
                      <a:lnTo>
                        <a:pt x="7012" y="160"/>
                      </a:lnTo>
                      <a:lnTo>
                        <a:pt x="7006" y="160"/>
                      </a:lnTo>
                      <a:lnTo>
                        <a:pt x="7000" y="159"/>
                      </a:lnTo>
                      <a:lnTo>
                        <a:pt x="6993" y="158"/>
                      </a:lnTo>
                      <a:lnTo>
                        <a:pt x="6986" y="156"/>
                      </a:lnTo>
                      <a:lnTo>
                        <a:pt x="6980" y="156"/>
                      </a:lnTo>
                      <a:lnTo>
                        <a:pt x="6973" y="158"/>
                      </a:lnTo>
                      <a:lnTo>
                        <a:pt x="6969" y="159"/>
                      </a:lnTo>
                      <a:lnTo>
                        <a:pt x="6966" y="161"/>
                      </a:lnTo>
                      <a:lnTo>
                        <a:pt x="6963" y="165"/>
                      </a:lnTo>
                      <a:lnTo>
                        <a:pt x="6961" y="169"/>
                      </a:lnTo>
                      <a:lnTo>
                        <a:pt x="6956" y="176"/>
                      </a:lnTo>
                      <a:lnTo>
                        <a:pt x="6951" y="183"/>
                      </a:lnTo>
                      <a:lnTo>
                        <a:pt x="6937" y="197"/>
                      </a:lnTo>
                      <a:lnTo>
                        <a:pt x="6924" y="210"/>
                      </a:lnTo>
                      <a:lnTo>
                        <a:pt x="6910" y="220"/>
                      </a:lnTo>
                      <a:lnTo>
                        <a:pt x="6893" y="231"/>
                      </a:lnTo>
                      <a:lnTo>
                        <a:pt x="6878" y="240"/>
                      </a:lnTo>
                      <a:lnTo>
                        <a:pt x="6863" y="248"/>
                      </a:lnTo>
                      <a:lnTo>
                        <a:pt x="6849" y="254"/>
                      </a:lnTo>
                      <a:lnTo>
                        <a:pt x="6834" y="260"/>
                      </a:lnTo>
                      <a:lnTo>
                        <a:pt x="6805" y="273"/>
                      </a:lnTo>
                      <a:lnTo>
                        <a:pt x="6774" y="289"/>
                      </a:lnTo>
                      <a:lnTo>
                        <a:pt x="6764" y="295"/>
                      </a:lnTo>
                      <a:lnTo>
                        <a:pt x="6755" y="301"/>
                      </a:lnTo>
                      <a:lnTo>
                        <a:pt x="6746" y="308"/>
                      </a:lnTo>
                      <a:lnTo>
                        <a:pt x="6739" y="314"/>
                      </a:lnTo>
                      <a:lnTo>
                        <a:pt x="6723" y="329"/>
                      </a:lnTo>
                      <a:lnTo>
                        <a:pt x="6710" y="343"/>
                      </a:lnTo>
                      <a:lnTo>
                        <a:pt x="6697" y="358"/>
                      </a:lnTo>
                      <a:lnTo>
                        <a:pt x="6682" y="372"/>
                      </a:lnTo>
                      <a:lnTo>
                        <a:pt x="6674" y="380"/>
                      </a:lnTo>
                      <a:lnTo>
                        <a:pt x="6665" y="386"/>
                      </a:lnTo>
                      <a:lnTo>
                        <a:pt x="6656" y="392"/>
                      </a:lnTo>
                      <a:lnTo>
                        <a:pt x="6646" y="398"/>
                      </a:lnTo>
                      <a:lnTo>
                        <a:pt x="6626" y="407"/>
                      </a:lnTo>
                      <a:lnTo>
                        <a:pt x="6608" y="416"/>
                      </a:lnTo>
                      <a:lnTo>
                        <a:pt x="6590" y="423"/>
                      </a:lnTo>
                      <a:lnTo>
                        <a:pt x="6569" y="434"/>
                      </a:lnTo>
                      <a:lnTo>
                        <a:pt x="6534" y="454"/>
                      </a:lnTo>
                      <a:lnTo>
                        <a:pt x="6503" y="475"/>
                      </a:lnTo>
                      <a:lnTo>
                        <a:pt x="6488" y="486"/>
                      </a:lnTo>
                      <a:lnTo>
                        <a:pt x="6474" y="498"/>
                      </a:lnTo>
                      <a:lnTo>
                        <a:pt x="6459" y="511"/>
                      </a:lnTo>
                      <a:lnTo>
                        <a:pt x="6444" y="527"/>
                      </a:lnTo>
                      <a:lnTo>
                        <a:pt x="6432" y="538"/>
                      </a:lnTo>
                      <a:lnTo>
                        <a:pt x="6418" y="545"/>
                      </a:lnTo>
                      <a:lnTo>
                        <a:pt x="6406" y="553"/>
                      </a:lnTo>
                      <a:lnTo>
                        <a:pt x="6393" y="565"/>
                      </a:lnTo>
                      <a:lnTo>
                        <a:pt x="6383" y="577"/>
                      </a:lnTo>
                      <a:lnTo>
                        <a:pt x="6374" y="591"/>
                      </a:lnTo>
                      <a:lnTo>
                        <a:pt x="6360" y="602"/>
                      </a:lnTo>
                      <a:lnTo>
                        <a:pt x="6348" y="610"/>
                      </a:lnTo>
                      <a:lnTo>
                        <a:pt x="6336" y="617"/>
                      </a:lnTo>
                      <a:lnTo>
                        <a:pt x="6322" y="626"/>
                      </a:lnTo>
                      <a:lnTo>
                        <a:pt x="6306" y="638"/>
                      </a:lnTo>
                      <a:lnTo>
                        <a:pt x="6292" y="651"/>
                      </a:lnTo>
                      <a:lnTo>
                        <a:pt x="6277" y="663"/>
                      </a:lnTo>
                      <a:lnTo>
                        <a:pt x="6261" y="674"/>
                      </a:lnTo>
                      <a:lnTo>
                        <a:pt x="6229" y="692"/>
                      </a:lnTo>
                      <a:lnTo>
                        <a:pt x="6200" y="709"/>
                      </a:lnTo>
                      <a:lnTo>
                        <a:pt x="6187" y="717"/>
                      </a:lnTo>
                      <a:lnTo>
                        <a:pt x="6173" y="727"/>
                      </a:lnTo>
                      <a:lnTo>
                        <a:pt x="6159" y="738"/>
                      </a:lnTo>
                      <a:lnTo>
                        <a:pt x="6146" y="751"/>
                      </a:lnTo>
                      <a:lnTo>
                        <a:pt x="6135" y="762"/>
                      </a:lnTo>
                      <a:lnTo>
                        <a:pt x="6124" y="772"/>
                      </a:lnTo>
                      <a:lnTo>
                        <a:pt x="6118" y="776"/>
                      </a:lnTo>
                      <a:lnTo>
                        <a:pt x="6112" y="780"/>
                      </a:lnTo>
                      <a:lnTo>
                        <a:pt x="6105" y="784"/>
                      </a:lnTo>
                      <a:lnTo>
                        <a:pt x="6097" y="786"/>
                      </a:lnTo>
                      <a:lnTo>
                        <a:pt x="6075" y="792"/>
                      </a:lnTo>
                      <a:lnTo>
                        <a:pt x="6052" y="794"/>
                      </a:lnTo>
                      <a:lnTo>
                        <a:pt x="6042" y="796"/>
                      </a:lnTo>
                      <a:lnTo>
                        <a:pt x="6030" y="798"/>
                      </a:lnTo>
                      <a:lnTo>
                        <a:pt x="6019" y="800"/>
                      </a:lnTo>
                      <a:lnTo>
                        <a:pt x="6007" y="805"/>
                      </a:lnTo>
                      <a:lnTo>
                        <a:pt x="5985" y="817"/>
                      </a:lnTo>
                      <a:lnTo>
                        <a:pt x="5965" y="829"/>
                      </a:lnTo>
                      <a:lnTo>
                        <a:pt x="5947" y="844"/>
                      </a:lnTo>
                      <a:lnTo>
                        <a:pt x="5927" y="860"/>
                      </a:lnTo>
                      <a:lnTo>
                        <a:pt x="5844" y="565"/>
                      </a:lnTo>
                      <a:lnTo>
                        <a:pt x="5838" y="573"/>
                      </a:lnTo>
                      <a:lnTo>
                        <a:pt x="5830" y="579"/>
                      </a:lnTo>
                      <a:lnTo>
                        <a:pt x="5821" y="583"/>
                      </a:lnTo>
                      <a:lnTo>
                        <a:pt x="5812" y="587"/>
                      </a:lnTo>
                      <a:lnTo>
                        <a:pt x="5889" y="805"/>
                      </a:lnTo>
                      <a:lnTo>
                        <a:pt x="5890" y="823"/>
                      </a:lnTo>
                      <a:lnTo>
                        <a:pt x="5891" y="842"/>
                      </a:lnTo>
                      <a:lnTo>
                        <a:pt x="5891" y="850"/>
                      </a:lnTo>
                      <a:lnTo>
                        <a:pt x="5890" y="858"/>
                      </a:lnTo>
                      <a:lnTo>
                        <a:pt x="5888" y="866"/>
                      </a:lnTo>
                      <a:lnTo>
                        <a:pt x="5883" y="873"/>
                      </a:lnTo>
                      <a:lnTo>
                        <a:pt x="5877" y="878"/>
                      </a:lnTo>
                      <a:lnTo>
                        <a:pt x="5871" y="883"/>
                      </a:lnTo>
                      <a:lnTo>
                        <a:pt x="5864" y="886"/>
                      </a:lnTo>
                      <a:lnTo>
                        <a:pt x="5856" y="889"/>
                      </a:lnTo>
                      <a:lnTo>
                        <a:pt x="5844" y="901"/>
                      </a:lnTo>
                      <a:lnTo>
                        <a:pt x="5831" y="911"/>
                      </a:lnTo>
                      <a:lnTo>
                        <a:pt x="5823" y="917"/>
                      </a:lnTo>
                      <a:lnTo>
                        <a:pt x="5814" y="924"/>
                      </a:lnTo>
                      <a:lnTo>
                        <a:pt x="5807" y="930"/>
                      </a:lnTo>
                      <a:lnTo>
                        <a:pt x="5800" y="937"/>
                      </a:lnTo>
                      <a:lnTo>
                        <a:pt x="5794" y="944"/>
                      </a:lnTo>
                      <a:lnTo>
                        <a:pt x="5790" y="952"/>
                      </a:lnTo>
                      <a:lnTo>
                        <a:pt x="5788" y="962"/>
                      </a:lnTo>
                      <a:lnTo>
                        <a:pt x="5786" y="973"/>
                      </a:lnTo>
                      <a:lnTo>
                        <a:pt x="5794" y="989"/>
                      </a:lnTo>
                      <a:lnTo>
                        <a:pt x="5802" y="1004"/>
                      </a:lnTo>
                      <a:lnTo>
                        <a:pt x="5802" y="1009"/>
                      </a:lnTo>
                      <a:lnTo>
                        <a:pt x="5801" y="1013"/>
                      </a:lnTo>
                      <a:lnTo>
                        <a:pt x="5798" y="1016"/>
                      </a:lnTo>
                      <a:lnTo>
                        <a:pt x="5796" y="1019"/>
                      </a:lnTo>
                      <a:lnTo>
                        <a:pt x="5790" y="1024"/>
                      </a:lnTo>
                      <a:lnTo>
                        <a:pt x="5783" y="1027"/>
                      </a:lnTo>
                      <a:lnTo>
                        <a:pt x="5774" y="1031"/>
                      </a:lnTo>
                      <a:lnTo>
                        <a:pt x="5765" y="1034"/>
                      </a:lnTo>
                      <a:lnTo>
                        <a:pt x="5756" y="1038"/>
                      </a:lnTo>
                      <a:lnTo>
                        <a:pt x="5748" y="1043"/>
                      </a:lnTo>
                      <a:lnTo>
                        <a:pt x="5738" y="1051"/>
                      </a:lnTo>
                      <a:lnTo>
                        <a:pt x="5730" y="1060"/>
                      </a:lnTo>
                      <a:lnTo>
                        <a:pt x="5724" y="1069"/>
                      </a:lnTo>
                      <a:lnTo>
                        <a:pt x="5718" y="1079"/>
                      </a:lnTo>
                      <a:lnTo>
                        <a:pt x="5708" y="1100"/>
                      </a:lnTo>
                      <a:lnTo>
                        <a:pt x="5700" y="1124"/>
                      </a:lnTo>
                      <a:lnTo>
                        <a:pt x="5693" y="1141"/>
                      </a:lnTo>
                      <a:lnTo>
                        <a:pt x="5686" y="1156"/>
                      </a:lnTo>
                      <a:lnTo>
                        <a:pt x="5679" y="1171"/>
                      </a:lnTo>
                      <a:lnTo>
                        <a:pt x="5671" y="1188"/>
                      </a:lnTo>
                      <a:lnTo>
                        <a:pt x="5665" y="1197"/>
                      </a:lnTo>
                      <a:lnTo>
                        <a:pt x="5656" y="1206"/>
                      </a:lnTo>
                      <a:lnTo>
                        <a:pt x="5648" y="1212"/>
                      </a:lnTo>
                      <a:lnTo>
                        <a:pt x="5638" y="1220"/>
                      </a:lnTo>
                      <a:lnTo>
                        <a:pt x="5626" y="1231"/>
                      </a:lnTo>
                      <a:lnTo>
                        <a:pt x="5613" y="1242"/>
                      </a:lnTo>
                      <a:lnTo>
                        <a:pt x="5609" y="1247"/>
                      </a:lnTo>
                      <a:lnTo>
                        <a:pt x="5605" y="1250"/>
                      </a:lnTo>
                      <a:lnTo>
                        <a:pt x="5602" y="1254"/>
                      </a:lnTo>
                      <a:lnTo>
                        <a:pt x="5597" y="1255"/>
                      </a:lnTo>
                      <a:lnTo>
                        <a:pt x="5585" y="1254"/>
                      </a:lnTo>
                      <a:lnTo>
                        <a:pt x="5574" y="1250"/>
                      </a:lnTo>
                      <a:lnTo>
                        <a:pt x="5564" y="1248"/>
                      </a:lnTo>
                      <a:lnTo>
                        <a:pt x="5552" y="1246"/>
                      </a:lnTo>
                      <a:lnTo>
                        <a:pt x="5542" y="1244"/>
                      </a:lnTo>
                      <a:lnTo>
                        <a:pt x="5533" y="1246"/>
                      </a:lnTo>
                      <a:lnTo>
                        <a:pt x="5523" y="1246"/>
                      </a:lnTo>
                      <a:lnTo>
                        <a:pt x="5514" y="1246"/>
                      </a:lnTo>
                      <a:lnTo>
                        <a:pt x="5485" y="1243"/>
                      </a:lnTo>
                      <a:lnTo>
                        <a:pt x="5458" y="1241"/>
                      </a:lnTo>
                      <a:lnTo>
                        <a:pt x="5433" y="1239"/>
                      </a:lnTo>
                      <a:lnTo>
                        <a:pt x="5404" y="1238"/>
                      </a:lnTo>
                      <a:lnTo>
                        <a:pt x="5382" y="1239"/>
                      </a:lnTo>
                      <a:lnTo>
                        <a:pt x="5362" y="1241"/>
                      </a:lnTo>
                      <a:lnTo>
                        <a:pt x="5343" y="1242"/>
                      </a:lnTo>
                      <a:lnTo>
                        <a:pt x="5321" y="1246"/>
                      </a:lnTo>
                      <a:lnTo>
                        <a:pt x="5311" y="1248"/>
                      </a:lnTo>
                      <a:lnTo>
                        <a:pt x="5302" y="1250"/>
                      </a:lnTo>
                      <a:lnTo>
                        <a:pt x="5292" y="1253"/>
                      </a:lnTo>
                      <a:lnTo>
                        <a:pt x="5282" y="1255"/>
                      </a:lnTo>
                      <a:lnTo>
                        <a:pt x="5269" y="1255"/>
                      </a:lnTo>
                      <a:lnTo>
                        <a:pt x="5257" y="1255"/>
                      </a:lnTo>
                      <a:lnTo>
                        <a:pt x="5244" y="1267"/>
                      </a:lnTo>
                      <a:lnTo>
                        <a:pt x="5230" y="1277"/>
                      </a:lnTo>
                      <a:lnTo>
                        <a:pt x="5221" y="1276"/>
                      </a:lnTo>
                      <a:lnTo>
                        <a:pt x="5212" y="1272"/>
                      </a:lnTo>
                      <a:lnTo>
                        <a:pt x="5203" y="1270"/>
                      </a:lnTo>
                      <a:lnTo>
                        <a:pt x="5193" y="1267"/>
                      </a:lnTo>
                      <a:lnTo>
                        <a:pt x="5187" y="1268"/>
                      </a:lnTo>
                      <a:lnTo>
                        <a:pt x="5181" y="1270"/>
                      </a:lnTo>
                      <a:lnTo>
                        <a:pt x="5176" y="1272"/>
                      </a:lnTo>
                      <a:lnTo>
                        <a:pt x="5171" y="1276"/>
                      </a:lnTo>
                      <a:lnTo>
                        <a:pt x="5166" y="1279"/>
                      </a:lnTo>
                      <a:lnTo>
                        <a:pt x="5163" y="1283"/>
                      </a:lnTo>
                      <a:lnTo>
                        <a:pt x="5160" y="1288"/>
                      </a:lnTo>
                      <a:lnTo>
                        <a:pt x="5157" y="1294"/>
                      </a:lnTo>
                      <a:lnTo>
                        <a:pt x="5139" y="1284"/>
                      </a:lnTo>
                      <a:lnTo>
                        <a:pt x="5123" y="1274"/>
                      </a:lnTo>
                      <a:lnTo>
                        <a:pt x="5109" y="1265"/>
                      </a:lnTo>
                      <a:lnTo>
                        <a:pt x="5094" y="1255"/>
                      </a:lnTo>
                      <a:lnTo>
                        <a:pt x="5081" y="1247"/>
                      </a:lnTo>
                      <a:lnTo>
                        <a:pt x="5066" y="1237"/>
                      </a:lnTo>
                      <a:lnTo>
                        <a:pt x="5050" y="1229"/>
                      </a:lnTo>
                      <a:lnTo>
                        <a:pt x="5031" y="1220"/>
                      </a:lnTo>
                      <a:lnTo>
                        <a:pt x="5009" y="1209"/>
                      </a:lnTo>
                      <a:lnTo>
                        <a:pt x="4987" y="1201"/>
                      </a:lnTo>
                      <a:lnTo>
                        <a:pt x="4966" y="1194"/>
                      </a:lnTo>
                      <a:lnTo>
                        <a:pt x="4942" y="1184"/>
                      </a:lnTo>
                      <a:lnTo>
                        <a:pt x="4933" y="1179"/>
                      </a:lnTo>
                      <a:lnTo>
                        <a:pt x="4924" y="1173"/>
                      </a:lnTo>
                      <a:lnTo>
                        <a:pt x="4919" y="1170"/>
                      </a:lnTo>
                      <a:lnTo>
                        <a:pt x="4914" y="1167"/>
                      </a:lnTo>
                      <a:lnTo>
                        <a:pt x="4910" y="1166"/>
                      </a:lnTo>
                      <a:lnTo>
                        <a:pt x="4904" y="1165"/>
                      </a:lnTo>
                      <a:lnTo>
                        <a:pt x="4900" y="1166"/>
                      </a:lnTo>
                      <a:lnTo>
                        <a:pt x="4898" y="1166"/>
                      </a:lnTo>
                      <a:lnTo>
                        <a:pt x="4895" y="1167"/>
                      </a:lnTo>
                      <a:lnTo>
                        <a:pt x="4893" y="1170"/>
                      </a:lnTo>
                      <a:lnTo>
                        <a:pt x="4889" y="1174"/>
                      </a:lnTo>
                      <a:lnTo>
                        <a:pt x="4887" y="1180"/>
                      </a:lnTo>
                      <a:lnTo>
                        <a:pt x="4883" y="1196"/>
                      </a:lnTo>
                      <a:lnTo>
                        <a:pt x="4878" y="1211"/>
                      </a:lnTo>
                      <a:lnTo>
                        <a:pt x="4876" y="1214"/>
                      </a:lnTo>
                      <a:lnTo>
                        <a:pt x="4872" y="1217"/>
                      </a:lnTo>
                      <a:lnTo>
                        <a:pt x="4869" y="1218"/>
                      </a:lnTo>
                      <a:lnTo>
                        <a:pt x="4865" y="1219"/>
                      </a:lnTo>
                      <a:lnTo>
                        <a:pt x="4855" y="1220"/>
                      </a:lnTo>
                      <a:lnTo>
                        <a:pt x="4846" y="1220"/>
                      </a:lnTo>
                      <a:lnTo>
                        <a:pt x="4834" y="1218"/>
                      </a:lnTo>
                      <a:lnTo>
                        <a:pt x="4823" y="1215"/>
                      </a:lnTo>
                      <a:lnTo>
                        <a:pt x="4812" y="1212"/>
                      </a:lnTo>
                      <a:lnTo>
                        <a:pt x="4800" y="1211"/>
                      </a:lnTo>
                      <a:lnTo>
                        <a:pt x="4647" y="1211"/>
                      </a:lnTo>
                      <a:lnTo>
                        <a:pt x="4650" y="1208"/>
                      </a:lnTo>
                      <a:lnTo>
                        <a:pt x="4653" y="1207"/>
                      </a:lnTo>
                      <a:lnTo>
                        <a:pt x="4654" y="1200"/>
                      </a:lnTo>
                      <a:lnTo>
                        <a:pt x="4654" y="1192"/>
                      </a:lnTo>
                      <a:lnTo>
                        <a:pt x="4653" y="1186"/>
                      </a:lnTo>
                      <a:lnTo>
                        <a:pt x="4652" y="1180"/>
                      </a:lnTo>
                      <a:lnTo>
                        <a:pt x="4650" y="1174"/>
                      </a:lnTo>
                      <a:lnTo>
                        <a:pt x="4649" y="1168"/>
                      </a:lnTo>
                      <a:lnTo>
                        <a:pt x="4649" y="1162"/>
                      </a:lnTo>
                      <a:lnTo>
                        <a:pt x="4650" y="1155"/>
                      </a:lnTo>
                      <a:lnTo>
                        <a:pt x="4653" y="1148"/>
                      </a:lnTo>
                      <a:lnTo>
                        <a:pt x="4656" y="1142"/>
                      </a:lnTo>
                      <a:lnTo>
                        <a:pt x="4662" y="1136"/>
                      </a:lnTo>
                      <a:lnTo>
                        <a:pt x="4667" y="1130"/>
                      </a:lnTo>
                      <a:lnTo>
                        <a:pt x="4673" y="1125"/>
                      </a:lnTo>
                      <a:lnTo>
                        <a:pt x="4678" y="1119"/>
                      </a:lnTo>
                      <a:lnTo>
                        <a:pt x="4681" y="1112"/>
                      </a:lnTo>
                      <a:lnTo>
                        <a:pt x="4682" y="1104"/>
                      </a:lnTo>
                      <a:lnTo>
                        <a:pt x="4682" y="1096"/>
                      </a:lnTo>
                      <a:lnTo>
                        <a:pt x="4679" y="1089"/>
                      </a:lnTo>
                      <a:lnTo>
                        <a:pt x="4676" y="1083"/>
                      </a:lnTo>
                      <a:lnTo>
                        <a:pt x="4671" y="1077"/>
                      </a:lnTo>
                      <a:lnTo>
                        <a:pt x="4660" y="1067"/>
                      </a:lnTo>
                      <a:lnTo>
                        <a:pt x="4647" y="1056"/>
                      </a:lnTo>
                      <a:lnTo>
                        <a:pt x="4633" y="1045"/>
                      </a:lnTo>
                      <a:lnTo>
                        <a:pt x="4621" y="1037"/>
                      </a:lnTo>
                      <a:lnTo>
                        <a:pt x="4608" y="1030"/>
                      </a:lnTo>
                      <a:lnTo>
                        <a:pt x="4596" y="1024"/>
                      </a:lnTo>
                      <a:lnTo>
                        <a:pt x="4583" y="1018"/>
                      </a:lnTo>
                      <a:lnTo>
                        <a:pt x="4571" y="1010"/>
                      </a:lnTo>
                      <a:lnTo>
                        <a:pt x="4558" y="1002"/>
                      </a:lnTo>
                      <a:lnTo>
                        <a:pt x="4544" y="992"/>
                      </a:lnTo>
                      <a:lnTo>
                        <a:pt x="4530" y="981"/>
                      </a:lnTo>
                      <a:lnTo>
                        <a:pt x="4516" y="972"/>
                      </a:lnTo>
                      <a:lnTo>
                        <a:pt x="4510" y="967"/>
                      </a:lnTo>
                      <a:lnTo>
                        <a:pt x="4504" y="961"/>
                      </a:lnTo>
                      <a:lnTo>
                        <a:pt x="4500" y="955"/>
                      </a:lnTo>
                      <a:lnTo>
                        <a:pt x="4496" y="946"/>
                      </a:lnTo>
                      <a:lnTo>
                        <a:pt x="4491" y="933"/>
                      </a:lnTo>
                      <a:lnTo>
                        <a:pt x="4485" y="921"/>
                      </a:lnTo>
                      <a:lnTo>
                        <a:pt x="4480" y="909"/>
                      </a:lnTo>
                      <a:lnTo>
                        <a:pt x="4473" y="896"/>
                      </a:lnTo>
                      <a:lnTo>
                        <a:pt x="4462" y="879"/>
                      </a:lnTo>
                      <a:lnTo>
                        <a:pt x="4451" y="864"/>
                      </a:lnTo>
                      <a:lnTo>
                        <a:pt x="4447" y="857"/>
                      </a:lnTo>
                      <a:lnTo>
                        <a:pt x="4442" y="849"/>
                      </a:lnTo>
                      <a:lnTo>
                        <a:pt x="4437" y="840"/>
                      </a:lnTo>
                      <a:lnTo>
                        <a:pt x="4432" y="832"/>
                      </a:lnTo>
                      <a:lnTo>
                        <a:pt x="4420" y="834"/>
                      </a:lnTo>
                      <a:lnTo>
                        <a:pt x="4410" y="838"/>
                      </a:lnTo>
                      <a:lnTo>
                        <a:pt x="4403" y="844"/>
                      </a:lnTo>
                      <a:lnTo>
                        <a:pt x="4395" y="851"/>
                      </a:lnTo>
                      <a:lnTo>
                        <a:pt x="4387" y="858"/>
                      </a:lnTo>
                      <a:lnTo>
                        <a:pt x="4379" y="866"/>
                      </a:lnTo>
                      <a:lnTo>
                        <a:pt x="4371" y="873"/>
                      </a:lnTo>
                      <a:lnTo>
                        <a:pt x="4361" y="879"/>
                      </a:lnTo>
                      <a:lnTo>
                        <a:pt x="4363" y="867"/>
                      </a:lnTo>
                      <a:lnTo>
                        <a:pt x="4367" y="855"/>
                      </a:lnTo>
                      <a:lnTo>
                        <a:pt x="4369" y="844"/>
                      </a:lnTo>
                      <a:lnTo>
                        <a:pt x="4371" y="832"/>
                      </a:lnTo>
                      <a:lnTo>
                        <a:pt x="4369" y="825"/>
                      </a:lnTo>
                      <a:lnTo>
                        <a:pt x="4367" y="820"/>
                      </a:lnTo>
                      <a:lnTo>
                        <a:pt x="4362" y="816"/>
                      </a:lnTo>
                      <a:lnTo>
                        <a:pt x="4356" y="813"/>
                      </a:lnTo>
                      <a:lnTo>
                        <a:pt x="4342" y="810"/>
                      </a:lnTo>
                      <a:lnTo>
                        <a:pt x="4326" y="809"/>
                      </a:lnTo>
                      <a:lnTo>
                        <a:pt x="4320" y="808"/>
                      </a:lnTo>
                      <a:lnTo>
                        <a:pt x="4315" y="805"/>
                      </a:lnTo>
                      <a:lnTo>
                        <a:pt x="4310" y="802"/>
                      </a:lnTo>
                      <a:lnTo>
                        <a:pt x="4307" y="798"/>
                      </a:lnTo>
                      <a:lnTo>
                        <a:pt x="4302" y="794"/>
                      </a:lnTo>
                      <a:lnTo>
                        <a:pt x="4298" y="791"/>
                      </a:lnTo>
                      <a:lnTo>
                        <a:pt x="4293" y="788"/>
                      </a:lnTo>
                      <a:lnTo>
                        <a:pt x="4287" y="786"/>
                      </a:lnTo>
                      <a:lnTo>
                        <a:pt x="4266" y="782"/>
                      </a:lnTo>
                      <a:lnTo>
                        <a:pt x="4246" y="780"/>
                      </a:lnTo>
                      <a:lnTo>
                        <a:pt x="4238" y="779"/>
                      </a:lnTo>
                      <a:lnTo>
                        <a:pt x="4228" y="776"/>
                      </a:lnTo>
                      <a:lnTo>
                        <a:pt x="4217" y="774"/>
                      </a:lnTo>
                      <a:lnTo>
                        <a:pt x="4208" y="770"/>
                      </a:lnTo>
                      <a:lnTo>
                        <a:pt x="4201" y="767"/>
                      </a:lnTo>
                      <a:lnTo>
                        <a:pt x="4195" y="762"/>
                      </a:lnTo>
                      <a:lnTo>
                        <a:pt x="4188" y="759"/>
                      </a:lnTo>
                      <a:lnTo>
                        <a:pt x="4181" y="757"/>
                      </a:lnTo>
                      <a:lnTo>
                        <a:pt x="4176" y="758"/>
                      </a:lnTo>
                      <a:lnTo>
                        <a:pt x="4173" y="761"/>
                      </a:lnTo>
                      <a:lnTo>
                        <a:pt x="4169" y="766"/>
                      </a:lnTo>
                      <a:lnTo>
                        <a:pt x="4167" y="770"/>
                      </a:lnTo>
                      <a:lnTo>
                        <a:pt x="4163" y="781"/>
                      </a:lnTo>
                      <a:lnTo>
                        <a:pt x="4160" y="793"/>
                      </a:lnTo>
                      <a:lnTo>
                        <a:pt x="4151" y="805"/>
                      </a:lnTo>
                      <a:lnTo>
                        <a:pt x="4143" y="819"/>
                      </a:lnTo>
                      <a:lnTo>
                        <a:pt x="4135" y="835"/>
                      </a:lnTo>
                      <a:lnTo>
                        <a:pt x="4129" y="851"/>
                      </a:lnTo>
                      <a:lnTo>
                        <a:pt x="4126" y="868"/>
                      </a:lnTo>
                      <a:lnTo>
                        <a:pt x="4121" y="886"/>
                      </a:lnTo>
                      <a:lnTo>
                        <a:pt x="4125" y="870"/>
                      </a:lnTo>
                      <a:lnTo>
                        <a:pt x="4127" y="857"/>
                      </a:lnTo>
                      <a:lnTo>
                        <a:pt x="4129" y="844"/>
                      </a:lnTo>
                      <a:lnTo>
                        <a:pt x="4131" y="828"/>
                      </a:lnTo>
                      <a:lnTo>
                        <a:pt x="4129" y="811"/>
                      </a:lnTo>
                      <a:lnTo>
                        <a:pt x="4127" y="797"/>
                      </a:lnTo>
                      <a:lnTo>
                        <a:pt x="4125" y="791"/>
                      </a:lnTo>
                      <a:lnTo>
                        <a:pt x="4121" y="785"/>
                      </a:lnTo>
                      <a:lnTo>
                        <a:pt x="4117" y="779"/>
                      </a:lnTo>
                      <a:lnTo>
                        <a:pt x="4111" y="774"/>
                      </a:lnTo>
                      <a:lnTo>
                        <a:pt x="4102" y="768"/>
                      </a:lnTo>
                      <a:lnTo>
                        <a:pt x="4092" y="764"/>
                      </a:lnTo>
                      <a:lnTo>
                        <a:pt x="4082" y="762"/>
                      </a:lnTo>
                      <a:lnTo>
                        <a:pt x="4073" y="757"/>
                      </a:lnTo>
                      <a:lnTo>
                        <a:pt x="4056" y="762"/>
                      </a:lnTo>
                      <a:lnTo>
                        <a:pt x="4043" y="768"/>
                      </a:lnTo>
                      <a:lnTo>
                        <a:pt x="4035" y="770"/>
                      </a:lnTo>
                      <a:lnTo>
                        <a:pt x="4028" y="773"/>
                      </a:lnTo>
                      <a:lnTo>
                        <a:pt x="4021" y="775"/>
                      </a:lnTo>
                      <a:lnTo>
                        <a:pt x="4011" y="776"/>
                      </a:lnTo>
                      <a:lnTo>
                        <a:pt x="3970" y="782"/>
                      </a:lnTo>
                      <a:lnTo>
                        <a:pt x="3934" y="790"/>
                      </a:lnTo>
                      <a:lnTo>
                        <a:pt x="3898" y="798"/>
                      </a:lnTo>
                      <a:lnTo>
                        <a:pt x="3858" y="809"/>
                      </a:lnTo>
                      <a:lnTo>
                        <a:pt x="3836" y="815"/>
                      </a:lnTo>
                      <a:lnTo>
                        <a:pt x="3817" y="820"/>
                      </a:lnTo>
                      <a:lnTo>
                        <a:pt x="3798" y="826"/>
                      </a:lnTo>
                      <a:lnTo>
                        <a:pt x="3777" y="834"/>
                      </a:lnTo>
                      <a:lnTo>
                        <a:pt x="3760" y="843"/>
                      </a:lnTo>
                      <a:lnTo>
                        <a:pt x="3745" y="852"/>
                      </a:lnTo>
                      <a:lnTo>
                        <a:pt x="3730" y="862"/>
                      </a:lnTo>
                      <a:lnTo>
                        <a:pt x="3713" y="873"/>
                      </a:lnTo>
                      <a:lnTo>
                        <a:pt x="3696" y="883"/>
                      </a:lnTo>
                      <a:lnTo>
                        <a:pt x="3681" y="891"/>
                      </a:lnTo>
                      <a:lnTo>
                        <a:pt x="3665" y="898"/>
                      </a:lnTo>
                      <a:lnTo>
                        <a:pt x="3649" y="908"/>
                      </a:lnTo>
                      <a:lnTo>
                        <a:pt x="3631" y="925"/>
                      </a:lnTo>
                      <a:lnTo>
                        <a:pt x="3613" y="940"/>
                      </a:lnTo>
                      <a:lnTo>
                        <a:pt x="3594" y="951"/>
                      </a:lnTo>
                      <a:lnTo>
                        <a:pt x="3576" y="960"/>
                      </a:lnTo>
                      <a:lnTo>
                        <a:pt x="3557" y="968"/>
                      </a:lnTo>
                      <a:lnTo>
                        <a:pt x="3536" y="979"/>
                      </a:lnTo>
                      <a:lnTo>
                        <a:pt x="3523" y="986"/>
                      </a:lnTo>
                      <a:lnTo>
                        <a:pt x="3511" y="995"/>
                      </a:lnTo>
                      <a:lnTo>
                        <a:pt x="3499" y="1002"/>
                      </a:lnTo>
                      <a:lnTo>
                        <a:pt x="3485" y="1012"/>
                      </a:lnTo>
                      <a:lnTo>
                        <a:pt x="3478" y="1016"/>
                      </a:lnTo>
                      <a:lnTo>
                        <a:pt x="3472" y="1022"/>
                      </a:lnTo>
                      <a:lnTo>
                        <a:pt x="3467" y="1028"/>
                      </a:lnTo>
                      <a:lnTo>
                        <a:pt x="3464" y="1036"/>
                      </a:lnTo>
                      <a:lnTo>
                        <a:pt x="3455" y="1050"/>
                      </a:lnTo>
                      <a:lnTo>
                        <a:pt x="3447" y="1066"/>
                      </a:lnTo>
                      <a:lnTo>
                        <a:pt x="3436" y="1083"/>
                      </a:lnTo>
                      <a:lnTo>
                        <a:pt x="3425" y="1097"/>
                      </a:lnTo>
                      <a:lnTo>
                        <a:pt x="3413" y="1112"/>
                      </a:lnTo>
                      <a:lnTo>
                        <a:pt x="3399" y="1126"/>
                      </a:lnTo>
                      <a:lnTo>
                        <a:pt x="3388" y="1136"/>
                      </a:lnTo>
                      <a:lnTo>
                        <a:pt x="3378" y="1144"/>
                      </a:lnTo>
                      <a:lnTo>
                        <a:pt x="3367" y="1151"/>
                      </a:lnTo>
                      <a:lnTo>
                        <a:pt x="3356" y="1156"/>
                      </a:lnTo>
                      <a:lnTo>
                        <a:pt x="3335" y="1167"/>
                      </a:lnTo>
                      <a:lnTo>
                        <a:pt x="3309" y="1178"/>
                      </a:lnTo>
                      <a:lnTo>
                        <a:pt x="3302" y="1180"/>
                      </a:lnTo>
                      <a:lnTo>
                        <a:pt x="3297" y="1184"/>
                      </a:lnTo>
                      <a:lnTo>
                        <a:pt x="3292" y="1189"/>
                      </a:lnTo>
                      <a:lnTo>
                        <a:pt x="3288" y="1192"/>
                      </a:lnTo>
                      <a:lnTo>
                        <a:pt x="3280" y="1202"/>
                      </a:lnTo>
                      <a:lnTo>
                        <a:pt x="3274" y="1212"/>
                      </a:lnTo>
                      <a:lnTo>
                        <a:pt x="3268" y="1223"/>
                      </a:lnTo>
                      <a:lnTo>
                        <a:pt x="3261" y="1233"/>
                      </a:lnTo>
                      <a:lnTo>
                        <a:pt x="3254" y="1244"/>
                      </a:lnTo>
                      <a:lnTo>
                        <a:pt x="3244" y="1255"/>
                      </a:lnTo>
                      <a:lnTo>
                        <a:pt x="3204" y="1296"/>
                      </a:lnTo>
                      <a:lnTo>
                        <a:pt x="3169" y="1331"/>
                      </a:lnTo>
                      <a:lnTo>
                        <a:pt x="3150" y="1347"/>
                      </a:lnTo>
                      <a:lnTo>
                        <a:pt x="3130" y="1361"/>
                      </a:lnTo>
                      <a:lnTo>
                        <a:pt x="3119" y="1367"/>
                      </a:lnTo>
                      <a:lnTo>
                        <a:pt x="3107" y="1375"/>
                      </a:lnTo>
                      <a:lnTo>
                        <a:pt x="3095" y="1381"/>
                      </a:lnTo>
                      <a:lnTo>
                        <a:pt x="3081" y="1387"/>
                      </a:lnTo>
                      <a:lnTo>
                        <a:pt x="3065" y="1394"/>
                      </a:lnTo>
                      <a:lnTo>
                        <a:pt x="3049" y="1401"/>
                      </a:lnTo>
                      <a:lnTo>
                        <a:pt x="3034" y="1408"/>
                      </a:lnTo>
                      <a:lnTo>
                        <a:pt x="3016" y="1416"/>
                      </a:lnTo>
                      <a:lnTo>
                        <a:pt x="2997" y="1420"/>
                      </a:lnTo>
                      <a:lnTo>
                        <a:pt x="2979" y="1423"/>
                      </a:lnTo>
                      <a:lnTo>
                        <a:pt x="2961" y="1425"/>
                      </a:lnTo>
                      <a:lnTo>
                        <a:pt x="2940" y="1429"/>
                      </a:lnTo>
                      <a:lnTo>
                        <a:pt x="2929" y="1431"/>
                      </a:lnTo>
                      <a:lnTo>
                        <a:pt x="2921" y="1435"/>
                      </a:lnTo>
                      <a:lnTo>
                        <a:pt x="2911" y="1438"/>
                      </a:lnTo>
                      <a:lnTo>
                        <a:pt x="2902" y="1441"/>
                      </a:lnTo>
                      <a:lnTo>
                        <a:pt x="2878" y="1445"/>
                      </a:lnTo>
                      <a:lnTo>
                        <a:pt x="2856" y="1446"/>
                      </a:lnTo>
                      <a:lnTo>
                        <a:pt x="2845" y="1447"/>
                      </a:lnTo>
                      <a:lnTo>
                        <a:pt x="2834" y="1448"/>
                      </a:lnTo>
                      <a:lnTo>
                        <a:pt x="2823" y="1451"/>
                      </a:lnTo>
                      <a:lnTo>
                        <a:pt x="2811" y="1454"/>
                      </a:lnTo>
                      <a:lnTo>
                        <a:pt x="2802" y="1458"/>
                      </a:lnTo>
                      <a:lnTo>
                        <a:pt x="2792" y="1464"/>
                      </a:lnTo>
                      <a:lnTo>
                        <a:pt x="2785" y="1471"/>
                      </a:lnTo>
                      <a:lnTo>
                        <a:pt x="2778" y="1479"/>
                      </a:lnTo>
                      <a:lnTo>
                        <a:pt x="2764" y="1496"/>
                      </a:lnTo>
                      <a:lnTo>
                        <a:pt x="2751" y="1514"/>
                      </a:lnTo>
                      <a:lnTo>
                        <a:pt x="2753" y="1528"/>
                      </a:lnTo>
                      <a:lnTo>
                        <a:pt x="2745" y="1530"/>
                      </a:lnTo>
                      <a:lnTo>
                        <a:pt x="2735" y="1531"/>
                      </a:lnTo>
                      <a:lnTo>
                        <a:pt x="2726" y="1530"/>
                      </a:lnTo>
                      <a:lnTo>
                        <a:pt x="2716" y="1529"/>
                      </a:lnTo>
                      <a:lnTo>
                        <a:pt x="2708" y="1527"/>
                      </a:lnTo>
                      <a:lnTo>
                        <a:pt x="2699" y="1524"/>
                      </a:lnTo>
                      <a:lnTo>
                        <a:pt x="2682" y="1519"/>
                      </a:lnTo>
                      <a:lnTo>
                        <a:pt x="2664" y="1514"/>
                      </a:lnTo>
                      <a:lnTo>
                        <a:pt x="2657" y="1512"/>
                      </a:lnTo>
                      <a:lnTo>
                        <a:pt x="2651" y="1508"/>
                      </a:lnTo>
                      <a:lnTo>
                        <a:pt x="2644" y="1513"/>
                      </a:lnTo>
                      <a:lnTo>
                        <a:pt x="2638" y="1518"/>
                      </a:lnTo>
                      <a:lnTo>
                        <a:pt x="2639" y="1529"/>
                      </a:lnTo>
                      <a:lnTo>
                        <a:pt x="2639" y="1539"/>
                      </a:lnTo>
                      <a:lnTo>
                        <a:pt x="2640" y="1547"/>
                      </a:lnTo>
                      <a:lnTo>
                        <a:pt x="2645" y="1557"/>
                      </a:lnTo>
                      <a:lnTo>
                        <a:pt x="2651" y="1561"/>
                      </a:lnTo>
                      <a:lnTo>
                        <a:pt x="2657" y="1566"/>
                      </a:lnTo>
                      <a:lnTo>
                        <a:pt x="2664" y="1577"/>
                      </a:lnTo>
                      <a:lnTo>
                        <a:pt x="2671" y="1588"/>
                      </a:lnTo>
                      <a:lnTo>
                        <a:pt x="2676" y="1592"/>
                      </a:lnTo>
                      <a:lnTo>
                        <a:pt x="2681" y="1595"/>
                      </a:lnTo>
                      <a:lnTo>
                        <a:pt x="2686" y="1598"/>
                      </a:lnTo>
                      <a:lnTo>
                        <a:pt x="2693" y="1599"/>
                      </a:lnTo>
                      <a:lnTo>
                        <a:pt x="2703" y="1598"/>
                      </a:lnTo>
                      <a:lnTo>
                        <a:pt x="2712" y="1595"/>
                      </a:lnTo>
                      <a:lnTo>
                        <a:pt x="2722" y="1592"/>
                      </a:lnTo>
                      <a:lnTo>
                        <a:pt x="2732" y="1589"/>
                      </a:lnTo>
                      <a:lnTo>
                        <a:pt x="2744" y="1583"/>
                      </a:lnTo>
                      <a:lnTo>
                        <a:pt x="2757" y="1576"/>
                      </a:lnTo>
                      <a:lnTo>
                        <a:pt x="2763" y="1588"/>
                      </a:lnTo>
                      <a:lnTo>
                        <a:pt x="2768" y="1599"/>
                      </a:lnTo>
                      <a:lnTo>
                        <a:pt x="2772" y="1604"/>
                      </a:lnTo>
                      <a:lnTo>
                        <a:pt x="2775" y="1607"/>
                      </a:lnTo>
                      <a:lnTo>
                        <a:pt x="2780" y="1611"/>
                      </a:lnTo>
                      <a:lnTo>
                        <a:pt x="2786" y="1615"/>
                      </a:lnTo>
                      <a:lnTo>
                        <a:pt x="2794" y="1617"/>
                      </a:lnTo>
                      <a:lnTo>
                        <a:pt x="2803" y="1619"/>
                      </a:lnTo>
                      <a:lnTo>
                        <a:pt x="2810" y="1621"/>
                      </a:lnTo>
                      <a:lnTo>
                        <a:pt x="2817" y="1621"/>
                      </a:lnTo>
                      <a:lnTo>
                        <a:pt x="2826" y="1622"/>
                      </a:lnTo>
                      <a:lnTo>
                        <a:pt x="2833" y="1623"/>
                      </a:lnTo>
                      <a:lnTo>
                        <a:pt x="2841" y="1624"/>
                      </a:lnTo>
                      <a:lnTo>
                        <a:pt x="2850" y="1627"/>
                      </a:lnTo>
                      <a:lnTo>
                        <a:pt x="2858" y="1631"/>
                      </a:lnTo>
                      <a:lnTo>
                        <a:pt x="2866" y="1637"/>
                      </a:lnTo>
                      <a:lnTo>
                        <a:pt x="2869" y="1640"/>
                      </a:lnTo>
                      <a:lnTo>
                        <a:pt x="2873" y="1641"/>
                      </a:lnTo>
                      <a:lnTo>
                        <a:pt x="2878" y="1642"/>
                      </a:lnTo>
                      <a:lnTo>
                        <a:pt x="2882" y="1644"/>
                      </a:lnTo>
                      <a:lnTo>
                        <a:pt x="2891" y="1642"/>
                      </a:lnTo>
                      <a:lnTo>
                        <a:pt x="2898" y="1639"/>
                      </a:lnTo>
                      <a:lnTo>
                        <a:pt x="2905" y="1634"/>
                      </a:lnTo>
                      <a:lnTo>
                        <a:pt x="2914" y="1630"/>
                      </a:lnTo>
                      <a:lnTo>
                        <a:pt x="2936" y="1623"/>
                      </a:lnTo>
                      <a:lnTo>
                        <a:pt x="2955" y="1618"/>
                      </a:lnTo>
                      <a:lnTo>
                        <a:pt x="2975" y="1615"/>
                      </a:lnTo>
                      <a:lnTo>
                        <a:pt x="2997" y="1611"/>
                      </a:lnTo>
                      <a:lnTo>
                        <a:pt x="2996" y="1618"/>
                      </a:lnTo>
                      <a:lnTo>
                        <a:pt x="2995" y="1624"/>
                      </a:lnTo>
                      <a:lnTo>
                        <a:pt x="2983" y="1630"/>
                      </a:lnTo>
                      <a:lnTo>
                        <a:pt x="2972" y="1637"/>
                      </a:lnTo>
                      <a:lnTo>
                        <a:pt x="2967" y="1641"/>
                      </a:lnTo>
                      <a:lnTo>
                        <a:pt x="2962" y="1645"/>
                      </a:lnTo>
                      <a:lnTo>
                        <a:pt x="2960" y="1650"/>
                      </a:lnTo>
                      <a:lnTo>
                        <a:pt x="2958" y="1656"/>
                      </a:lnTo>
                      <a:lnTo>
                        <a:pt x="2960" y="1662"/>
                      </a:lnTo>
                      <a:lnTo>
                        <a:pt x="2961" y="1665"/>
                      </a:lnTo>
                      <a:lnTo>
                        <a:pt x="2963" y="1670"/>
                      </a:lnTo>
                      <a:lnTo>
                        <a:pt x="2966" y="1674"/>
                      </a:lnTo>
                      <a:lnTo>
                        <a:pt x="2973" y="1678"/>
                      </a:lnTo>
                      <a:lnTo>
                        <a:pt x="2981" y="1685"/>
                      </a:lnTo>
                      <a:lnTo>
                        <a:pt x="2990" y="1689"/>
                      </a:lnTo>
                      <a:lnTo>
                        <a:pt x="2998" y="1695"/>
                      </a:lnTo>
                      <a:lnTo>
                        <a:pt x="3002" y="1698"/>
                      </a:lnTo>
                      <a:lnTo>
                        <a:pt x="3005" y="1701"/>
                      </a:lnTo>
                      <a:lnTo>
                        <a:pt x="3008" y="1706"/>
                      </a:lnTo>
                      <a:lnTo>
                        <a:pt x="3010" y="1711"/>
                      </a:lnTo>
                      <a:lnTo>
                        <a:pt x="3015" y="1723"/>
                      </a:lnTo>
                      <a:lnTo>
                        <a:pt x="3018" y="1735"/>
                      </a:lnTo>
                      <a:lnTo>
                        <a:pt x="3020" y="1748"/>
                      </a:lnTo>
                      <a:lnTo>
                        <a:pt x="3020" y="1762"/>
                      </a:lnTo>
                      <a:lnTo>
                        <a:pt x="3018" y="1775"/>
                      </a:lnTo>
                      <a:lnTo>
                        <a:pt x="3014" y="1788"/>
                      </a:lnTo>
                      <a:lnTo>
                        <a:pt x="3003" y="1781"/>
                      </a:lnTo>
                      <a:lnTo>
                        <a:pt x="2993" y="1776"/>
                      </a:lnTo>
                      <a:lnTo>
                        <a:pt x="2984" y="1769"/>
                      </a:lnTo>
                      <a:lnTo>
                        <a:pt x="2975" y="1762"/>
                      </a:lnTo>
                      <a:lnTo>
                        <a:pt x="2963" y="1751"/>
                      </a:lnTo>
                      <a:lnTo>
                        <a:pt x="2951" y="1740"/>
                      </a:lnTo>
                      <a:lnTo>
                        <a:pt x="2945" y="1736"/>
                      </a:lnTo>
                      <a:lnTo>
                        <a:pt x="2939" y="1733"/>
                      </a:lnTo>
                      <a:lnTo>
                        <a:pt x="2932" y="1730"/>
                      </a:lnTo>
                      <a:lnTo>
                        <a:pt x="2923" y="1730"/>
                      </a:lnTo>
                      <a:lnTo>
                        <a:pt x="2919" y="1735"/>
                      </a:lnTo>
                      <a:lnTo>
                        <a:pt x="2914" y="1742"/>
                      </a:lnTo>
                      <a:lnTo>
                        <a:pt x="2908" y="1745"/>
                      </a:lnTo>
                      <a:lnTo>
                        <a:pt x="2902" y="1746"/>
                      </a:lnTo>
                      <a:lnTo>
                        <a:pt x="2895" y="1734"/>
                      </a:lnTo>
                      <a:lnTo>
                        <a:pt x="2887" y="1723"/>
                      </a:lnTo>
                      <a:lnTo>
                        <a:pt x="2882" y="1718"/>
                      </a:lnTo>
                      <a:lnTo>
                        <a:pt x="2878" y="1713"/>
                      </a:lnTo>
                      <a:lnTo>
                        <a:pt x="2873" y="1710"/>
                      </a:lnTo>
                      <a:lnTo>
                        <a:pt x="2866" y="1707"/>
                      </a:lnTo>
                      <a:lnTo>
                        <a:pt x="2857" y="1705"/>
                      </a:lnTo>
                      <a:lnTo>
                        <a:pt x="2850" y="1704"/>
                      </a:lnTo>
                      <a:lnTo>
                        <a:pt x="2841" y="1704"/>
                      </a:lnTo>
                      <a:lnTo>
                        <a:pt x="2834" y="1704"/>
                      </a:lnTo>
                      <a:lnTo>
                        <a:pt x="2819" y="1704"/>
                      </a:lnTo>
                      <a:lnTo>
                        <a:pt x="2802" y="1701"/>
                      </a:lnTo>
                      <a:lnTo>
                        <a:pt x="2794" y="1699"/>
                      </a:lnTo>
                      <a:lnTo>
                        <a:pt x="2787" y="1697"/>
                      </a:lnTo>
                      <a:lnTo>
                        <a:pt x="2781" y="1693"/>
                      </a:lnTo>
                      <a:lnTo>
                        <a:pt x="2775" y="1689"/>
                      </a:lnTo>
                      <a:lnTo>
                        <a:pt x="2763" y="1681"/>
                      </a:lnTo>
                      <a:lnTo>
                        <a:pt x="2751" y="1672"/>
                      </a:lnTo>
                      <a:lnTo>
                        <a:pt x="2743" y="1676"/>
                      </a:lnTo>
                      <a:lnTo>
                        <a:pt x="2738" y="1682"/>
                      </a:lnTo>
                      <a:lnTo>
                        <a:pt x="2735" y="1699"/>
                      </a:lnTo>
                      <a:lnTo>
                        <a:pt x="2734" y="1715"/>
                      </a:lnTo>
                      <a:lnTo>
                        <a:pt x="2734" y="1729"/>
                      </a:lnTo>
                      <a:lnTo>
                        <a:pt x="2732" y="1746"/>
                      </a:lnTo>
                      <a:lnTo>
                        <a:pt x="2728" y="1754"/>
                      </a:lnTo>
                      <a:lnTo>
                        <a:pt x="2723" y="1762"/>
                      </a:lnTo>
                      <a:lnTo>
                        <a:pt x="2722" y="1765"/>
                      </a:lnTo>
                      <a:lnTo>
                        <a:pt x="2720" y="1769"/>
                      </a:lnTo>
                      <a:lnTo>
                        <a:pt x="2718" y="1774"/>
                      </a:lnTo>
                      <a:lnTo>
                        <a:pt x="2718" y="1779"/>
                      </a:lnTo>
                      <a:lnTo>
                        <a:pt x="2718" y="1785"/>
                      </a:lnTo>
                      <a:lnTo>
                        <a:pt x="2721" y="1789"/>
                      </a:lnTo>
                      <a:lnTo>
                        <a:pt x="2722" y="1795"/>
                      </a:lnTo>
                      <a:lnTo>
                        <a:pt x="2724" y="1800"/>
                      </a:lnTo>
                      <a:lnTo>
                        <a:pt x="2727" y="1805"/>
                      </a:lnTo>
                      <a:lnTo>
                        <a:pt x="2729" y="1810"/>
                      </a:lnTo>
                      <a:lnTo>
                        <a:pt x="2731" y="1816"/>
                      </a:lnTo>
                      <a:lnTo>
                        <a:pt x="2732" y="1822"/>
                      </a:lnTo>
                      <a:lnTo>
                        <a:pt x="2732" y="1849"/>
                      </a:lnTo>
                      <a:lnTo>
                        <a:pt x="2718" y="1838"/>
                      </a:lnTo>
                      <a:lnTo>
                        <a:pt x="2709" y="1827"/>
                      </a:lnTo>
                      <a:lnTo>
                        <a:pt x="2700" y="1815"/>
                      </a:lnTo>
                      <a:lnTo>
                        <a:pt x="2693" y="1800"/>
                      </a:lnTo>
                      <a:lnTo>
                        <a:pt x="2688" y="1789"/>
                      </a:lnTo>
                      <a:lnTo>
                        <a:pt x="2685" y="1777"/>
                      </a:lnTo>
                      <a:lnTo>
                        <a:pt x="2682" y="1773"/>
                      </a:lnTo>
                      <a:lnTo>
                        <a:pt x="2680" y="1769"/>
                      </a:lnTo>
                      <a:lnTo>
                        <a:pt x="2675" y="1767"/>
                      </a:lnTo>
                      <a:lnTo>
                        <a:pt x="2670" y="1765"/>
                      </a:lnTo>
                      <a:lnTo>
                        <a:pt x="2664" y="1765"/>
                      </a:lnTo>
                      <a:lnTo>
                        <a:pt x="2658" y="1767"/>
                      </a:lnTo>
                      <a:lnTo>
                        <a:pt x="2653" y="1769"/>
                      </a:lnTo>
                      <a:lnTo>
                        <a:pt x="2649" y="1770"/>
                      </a:lnTo>
                      <a:lnTo>
                        <a:pt x="2639" y="1776"/>
                      </a:lnTo>
                      <a:lnTo>
                        <a:pt x="2628" y="1781"/>
                      </a:lnTo>
                      <a:lnTo>
                        <a:pt x="2635" y="1792"/>
                      </a:lnTo>
                      <a:lnTo>
                        <a:pt x="2641" y="1801"/>
                      </a:lnTo>
                      <a:lnTo>
                        <a:pt x="2647" y="1811"/>
                      </a:lnTo>
                      <a:lnTo>
                        <a:pt x="2651" y="1823"/>
                      </a:lnTo>
                      <a:lnTo>
                        <a:pt x="2653" y="1838"/>
                      </a:lnTo>
                      <a:lnTo>
                        <a:pt x="2655" y="1851"/>
                      </a:lnTo>
                      <a:lnTo>
                        <a:pt x="2657" y="1863"/>
                      </a:lnTo>
                      <a:lnTo>
                        <a:pt x="2661" y="1877"/>
                      </a:lnTo>
                      <a:lnTo>
                        <a:pt x="2667" y="1891"/>
                      </a:lnTo>
                      <a:lnTo>
                        <a:pt x="2674" y="1903"/>
                      </a:lnTo>
                      <a:lnTo>
                        <a:pt x="2676" y="1909"/>
                      </a:lnTo>
                      <a:lnTo>
                        <a:pt x="2680" y="1915"/>
                      </a:lnTo>
                      <a:lnTo>
                        <a:pt x="2681" y="1921"/>
                      </a:lnTo>
                      <a:lnTo>
                        <a:pt x="2683" y="1929"/>
                      </a:lnTo>
                      <a:lnTo>
                        <a:pt x="2670" y="1932"/>
                      </a:lnTo>
                      <a:lnTo>
                        <a:pt x="2665" y="1922"/>
                      </a:lnTo>
                      <a:lnTo>
                        <a:pt x="2661" y="1914"/>
                      </a:lnTo>
                      <a:lnTo>
                        <a:pt x="2655" y="1906"/>
                      </a:lnTo>
                      <a:lnTo>
                        <a:pt x="2649" y="1900"/>
                      </a:lnTo>
                      <a:lnTo>
                        <a:pt x="2641" y="1894"/>
                      </a:lnTo>
                      <a:lnTo>
                        <a:pt x="2634" y="1890"/>
                      </a:lnTo>
                      <a:lnTo>
                        <a:pt x="2624" y="1885"/>
                      </a:lnTo>
                      <a:lnTo>
                        <a:pt x="2616" y="1881"/>
                      </a:lnTo>
                      <a:lnTo>
                        <a:pt x="2603" y="1874"/>
                      </a:lnTo>
                      <a:lnTo>
                        <a:pt x="2589" y="1868"/>
                      </a:lnTo>
                      <a:lnTo>
                        <a:pt x="2575" y="1867"/>
                      </a:lnTo>
                      <a:lnTo>
                        <a:pt x="2563" y="1867"/>
                      </a:lnTo>
                      <a:lnTo>
                        <a:pt x="2556" y="1868"/>
                      </a:lnTo>
                      <a:lnTo>
                        <a:pt x="2550" y="1868"/>
                      </a:lnTo>
                      <a:lnTo>
                        <a:pt x="2542" y="1867"/>
                      </a:lnTo>
                      <a:lnTo>
                        <a:pt x="2535" y="1864"/>
                      </a:lnTo>
                      <a:lnTo>
                        <a:pt x="2523" y="1859"/>
                      </a:lnTo>
                      <a:lnTo>
                        <a:pt x="2513" y="1853"/>
                      </a:lnTo>
                      <a:lnTo>
                        <a:pt x="2505" y="1846"/>
                      </a:lnTo>
                      <a:lnTo>
                        <a:pt x="2497" y="1838"/>
                      </a:lnTo>
                      <a:lnTo>
                        <a:pt x="2489" y="1829"/>
                      </a:lnTo>
                      <a:lnTo>
                        <a:pt x="2481" y="1821"/>
                      </a:lnTo>
                      <a:lnTo>
                        <a:pt x="2472" y="1812"/>
                      </a:lnTo>
                      <a:lnTo>
                        <a:pt x="2462" y="1804"/>
                      </a:lnTo>
                      <a:lnTo>
                        <a:pt x="2452" y="1798"/>
                      </a:lnTo>
                      <a:lnTo>
                        <a:pt x="2442" y="1793"/>
                      </a:lnTo>
                      <a:lnTo>
                        <a:pt x="2433" y="1787"/>
                      </a:lnTo>
                      <a:lnTo>
                        <a:pt x="2423" y="1781"/>
                      </a:lnTo>
                      <a:lnTo>
                        <a:pt x="2416" y="1776"/>
                      </a:lnTo>
                      <a:lnTo>
                        <a:pt x="2409" y="1773"/>
                      </a:lnTo>
                      <a:lnTo>
                        <a:pt x="2405" y="1769"/>
                      </a:lnTo>
                      <a:lnTo>
                        <a:pt x="2402" y="1767"/>
                      </a:lnTo>
                      <a:lnTo>
                        <a:pt x="2401" y="1763"/>
                      </a:lnTo>
                      <a:lnTo>
                        <a:pt x="2400" y="1759"/>
                      </a:lnTo>
                      <a:lnTo>
                        <a:pt x="2401" y="1751"/>
                      </a:lnTo>
                      <a:lnTo>
                        <a:pt x="2404" y="1744"/>
                      </a:lnTo>
                      <a:lnTo>
                        <a:pt x="2406" y="1736"/>
                      </a:lnTo>
                      <a:lnTo>
                        <a:pt x="2411" y="1730"/>
                      </a:lnTo>
                      <a:lnTo>
                        <a:pt x="2421" y="1719"/>
                      </a:lnTo>
                      <a:lnTo>
                        <a:pt x="2433" y="1707"/>
                      </a:lnTo>
                      <a:lnTo>
                        <a:pt x="2443" y="1695"/>
                      </a:lnTo>
                      <a:lnTo>
                        <a:pt x="2452" y="1682"/>
                      </a:lnTo>
                      <a:lnTo>
                        <a:pt x="2458" y="1677"/>
                      </a:lnTo>
                      <a:lnTo>
                        <a:pt x="2463" y="1672"/>
                      </a:lnTo>
                      <a:lnTo>
                        <a:pt x="2470" y="1670"/>
                      </a:lnTo>
                      <a:lnTo>
                        <a:pt x="2477" y="1669"/>
                      </a:lnTo>
                      <a:lnTo>
                        <a:pt x="2484" y="1672"/>
                      </a:lnTo>
                      <a:lnTo>
                        <a:pt x="2491" y="1678"/>
                      </a:lnTo>
                      <a:lnTo>
                        <a:pt x="2503" y="1689"/>
                      </a:lnTo>
                      <a:lnTo>
                        <a:pt x="2513" y="1701"/>
                      </a:lnTo>
                      <a:lnTo>
                        <a:pt x="2522" y="1710"/>
                      </a:lnTo>
                      <a:lnTo>
                        <a:pt x="2529" y="1717"/>
                      </a:lnTo>
                      <a:lnTo>
                        <a:pt x="2535" y="1726"/>
                      </a:lnTo>
                      <a:lnTo>
                        <a:pt x="2542" y="1736"/>
                      </a:lnTo>
                      <a:lnTo>
                        <a:pt x="2553" y="1730"/>
                      </a:lnTo>
                      <a:lnTo>
                        <a:pt x="2563" y="1723"/>
                      </a:lnTo>
                      <a:lnTo>
                        <a:pt x="2571" y="1716"/>
                      </a:lnTo>
                      <a:lnTo>
                        <a:pt x="2580" y="1707"/>
                      </a:lnTo>
                      <a:lnTo>
                        <a:pt x="2586" y="1698"/>
                      </a:lnTo>
                      <a:lnTo>
                        <a:pt x="2591" y="1687"/>
                      </a:lnTo>
                      <a:lnTo>
                        <a:pt x="2594" y="1675"/>
                      </a:lnTo>
                      <a:lnTo>
                        <a:pt x="2597" y="1663"/>
                      </a:lnTo>
                      <a:lnTo>
                        <a:pt x="2574" y="1618"/>
                      </a:lnTo>
                      <a:lnTo>
                        <a:pt x="2587" y="1610"/>
                      </a:lnTo>
                      <a:lnTo>
                        <a:pt x="2598" y="1601"/>
                      </a:lnTo>
                      <a:lnTo>
                        <a:pt x="2607" y="1592"/>
                      </a:lnTo>
                      <a:lnTo>
                        <a:pt x="2616" y="1580"/>
                      </a:lnTo>
                      <a:lnTo>
                        <a:pt x="2609" y="1553"/>
                      </a:lnTo>
                      <a:lnTo>
                        <a:pt x="2583" y="1571"/>
                      </a:lnTo>
                      <a:lnTo>
                        <a:pt x="2559" y="1587"/>
                      </a:lnTo>
                      <a:lnTo>
                        <a:pt x="2547" y="1593"/>
                      </a:lnTo>
                      <a:lnTo>
                        <a:pt x="2534" y="1598"/>
                      </a:lnTo>
                      <a:lnTo>
                        <a:pt x="2519" y="1600"/>
                      </a:lnTo>
                      <a:lnTo>
                        <a:pt x="2504" y="1601"/>
                      </a:lnTo>
                      <a:lnTo>
                        <a:pt x="2492" y="1600"/>
                      </a:lnTo>
                      <a:lnTo>
                        <a:pt x="2481" y="1596"/>
                      </a:lnTo>
                      <a:lnTo>
                        <a:pt x="2470" y="1593"/>
                      </a:lnTo>
                      <a:lnTo>
                        <a:pt x="2458" y="1592"/>
                      </a:lnTo>
                      <a:lnTo>
                        <a:pt x="2452" y="1593"/>
                      </a:lnTo>
                      <a:lnTo>
                        <a:pt x="2447" y="1595"/>
                      </a:lnTo>
                      <a:lnTo>
                        <a:pt x="2443" y="1599"/>
                      </a:lnTo>
                      <a:lnTo>
                        <a:pt x="2440" y="1604"/>
                      </a:lnTo>
                      <a:lnTo>
                        <a:pt x="2434" y="1613"/>
                      </a:lnTo>
                      <a:lnTo>
                        <a:pt x="2427" y="1624"/>
                      </a:lnTo>
                      <a:lnTo>
                        <a:pt x="2415" y="1640"/>
                      </a:lnTo>
                      <a:lnTo>
                        <a:pt x="2406" y="1656"/>
                      </a:lnTo>
                      <a:lnTo>
                        <a:pt x="2399" y="1671"/>
                      </a:lnTo>
                      <a:lnTo>
                        <a:pt x="2388" y="1688"/>
                      </a:lnTo>
                      <a:lnTo>
                        <a:pt x="2381" y="1697"/>
                      </a:lnTo>
                      <a:lnTo>
                        <a:pt x="2372" y="1705"/>
                      </a:lnTo>
                      <a:lnTo>
                        <a:pt x="2364" y="1711"/>
                      </a:lnTo>
                      <a:lnTo>
                        <a:pt x="2357" y="1717"/>
                      </a:lnTo>
                      <a:lnTo>
                        <a:pt x="2348" y="1723"/>
                      </a:lnTo>
                      <a:lnTo>
                        <a:pt x="2341" y="1729"/>
                      </a:lnTo>
                      <a:lnTo>
                        <a:pt x="2334" y="1736"/>
                      </a:lnTo>
                      <a:lnTo>
                        <a:pt x="2327" y="1746"/>
                      </a:lnTo>
                      <a:lnTo>
                        <a:pt x="2322" y="1756"/>
                      </a:lnTo>
                      <a:lnTo>
                        <a:pt x="2318" y="1764"/>
                      </a:lnTo>
                      <a:lnTo>
                        <a:pt x="2316" y="1774"/>
                      </a:lnTo>
                      <a:lnTo>
                        <a:pt x="2314" y="1785"/>
                      </a:lnTo>
                      <a:lnTo>
                        <a:pt x="2311" y="1798"/>
                      </a:lnTo>
                      <a:lnTo>
                        <a:pt x="2306" y="1809"/>
                      </a:lnTo>
                      <a:lnTo>
                        <a:pt x="2302" y="1820"/>
                      </a:lnTo>
                      <a:lnTo>
                        <a:pt x="2298" y="1830"/>
                      </a:lnTo>
                      <a:lnTo>
                        <a:pt x="2288" y="1851"/>
                      </a:lnTo>
                      <a:lnTo>
                        <a:pt x="2278" y="1874"/>
                      </a:lnTo>
                      <a:lnTo>
                        <a:pt x="2271" y="1902"/>
                      </a:lnTo>
                      <a:lnTo>
                        <a:pt x="2265" y="1926"/>
                      </a:lnTo>
                      <a:lnTo>
                        <a:pt x="2259" y="1951"/>
                      </a:lnTo>
                      <a:lnTo>
                        <a:pt x="2249" y="1978"/>
                      </a:lnTo>
                      <a:lnTo>
                        <a:pt x="2237" y="2010"/>
                      </a:lnTo>
                      <a:lnTo>
                        <a:pt x="2226" y="2040"/>
                      </a:lnTo>
                      <a:lnTo>
                        <a:pt x="2219" y="2070"/>
                      </a:lnTo>
                      <a:lnTo>
                        <a:pt x="2211" y="2105"/>
                      </a:lnTo>
                      <a:lnTo>
                        <a:pt x="2210" y="2115"/>
                      </a:lnTo>
                      <a:lnTo>
                        <a:pt x="2208" y="2125"/>
                      </a:lnTo>
                      <a:lnTo>
                        <a:pt x="2207" y="2134"/>
                      </a:lnTo>
                      <a:lnTo>
                        <a:pt x="2205" y="2144"/>
                      </a:lnTo>
                      <a:lnTo>
                        <a:pt x="2200" y="2155"/>
                      </a:lnTo>
                      <a:lnTo>
                        <a:pt x="2194" y="2163"/>
                      </a:lnTo>
                      <a:lnTo>
                        <a:pt x="2188" y="2172"/>
                      </a:lnTo>
                      <a:lnTo>
                        <a:pt x="2183" y="2183"/>
                      </a:lnTo>
                      <a:lnTo>
                        <a:pt x="2176" y="2203"/>
                      </a:lnTo>
                      <a:lnTo>
                        <a:pt x="2171" y="2221"/>
                      </a:lnTo>
                      <a:lnTo>
                        <a:pt x="2165" y="2239"/>
                      </a:lnTo>
                      <a:lnTo>
                        <a:pt x="2156" y="2260"/>
                      </a:lnTo>
                      <a:lnTo>
                        <a:pt x="2153" y="2269"/>
                      </a:lnTo>
                      <a:lnTo>
                        <a:pt x="2150" y="2280"/>
                      </a:lnTo>
                      <a:lnTo>
                        <a:pt x="2149" y="2285"/>
                      </a:lnTo>
                      <a:lnTo>
                        <a:pt x="2147" y="2289"/>
                      </a:lnTo>
                      <a:lnTo>
                        <a:pt x="2144" y="2294"/>
                      </a:lnTo>
                      <a:lnTo>
                        <a:pt x="2141" y="2298"/>
                      </a:lnTo>
                      <a:lnTo>
                        <a:pt x="2136" y="2302"/>
                      </a:lnTo>
                      <a:lnTo>
                        <a:pt x="2132" y="2303"/>
                      </a:lnTo>
                      <a:lnTo>
                        <a:pt x="2128" y="2304"/>
                      </a:lnTo>
                      <a:lnTo>
                        <a:pt x="2123" y="2306"/>
                      </a:lnTo>
                      <a:lnTo>
                        <a:pt x="2112" y="2307"/>
                      </a:lnTo>
                      <a:lnTo>
                        <a:pt x="2102" y="2310"/>
                      </a:lnTo>
                      <a:lnTo>
                        <a:pt x="2094" y="2318"/>
                      </a:lnTo>
                      <a:lnTo>
                        <a:pt x="2085" y="2325"/>
                      </a:lnTo>
                      <a:lnTo>
                        <a:pt x="2082" y="2329"/>
                      </a:lnTo>
                      <a:lnTo>
                        <a:pt x="2077" y="2331"/>
                      </a:lnTo>
                      <a:lnTo>
                        <a:pt x="2072" y="2332"/>
                      </a:lnTo>
                      <a:lnTo>
                        <a:pt x="2067" y="2333"/>
                      </a:lnTo>
                      <a:lnTo>
                        <a:pt x="2053" y="2332"/>
                      </a:lnTo>
                      <a:lnTo>
                        <a:pt x="2041" y="2329"/>
                      </a:lnTo>
                      <a:lnTo>
                        <a:pt x="2029" y="2325"/>
                      </a:lnTo>
                      <a:lnTo>
                        <a:pt x="2015" y="2324"/>
                      </a:lnTo>
                      <a:lnTo>
                        <a:pt x="2007" y="2325"/>
                      </a:lnTo>
                      <a:lnTo>
                        <a:pt x="1999" y="2327"/>
                      </a:lnTo>
                      <a:lnTo>
                        <a:pt x="1991" y="2331"/>
                      </a:lnTo>
                      <a:lnTo>
                        <a:pt x="1984" y="2336"/>
                      </a:lnTo>
                      <a:lnTo>
                        <a:pt x="1978" y="2342"/>
                      </a:lnTo>
                      <a:lnTo>
                        <a:pt x="1974" y="2349"/>
                      </a:lnTo>
                      <a:lnTo>
                        <a:pt x="1972" y="2356"/>
                      </a:lnTo>
                      <a:lnTo>
                        <a:pt x="1971" y="2366"/>
                      </a:lnTo>
                      <a:lnTo>
                        <a:pt x="1971" y="2373"/>
                      </a:lnTo>
                      <a:lnTo>
                        <a:pt x="1972" y="2380"/>
                      </a:lnTo>
                      <a:lnTo>
                        <a:pt x="1974" y="2388"/>
                      </a:lnTo>
                      <a:lnTo>
                        <a:pt x="1977" y="2394"/>
                      </a:lnTo>
                      <a:lnTo>
                        <a:pt x="1980" y="2408"/>
                      </a:lnTo>
                      <a:lnTo>
                        <a:pt x="1984" y="2423"/>
                      </a:lnTo>
                      <a:lnTo>
                        <a:pt x="1974" y="2419"/>
                      </a:lnTo>
                      <a:lnTo>
                        <a:pt x="1965" y="2417"/>
                      </a:lnTo>
                      <a:lnTo>
                        <a:pt x="1959" y="2418"/>
                      </a:lnTo>
                      <a:lnTo>
                        <a:pt x="1954" y="2421"/>
                      </a:lnTo>
                      <a:lnTo>
                        <a:pt x="1950" y="2426"/>
                      </a:lnTo>
                      <a:lnTo>
                        <a:pt x="1945" y="2430"/>
                      </a:lnTo>
                      <a:lnTo>
                        <a:pt x="1925" y="2441"/>
                      </a:lnTo>
                      <a:lnTo>
                        <a:pt x="1907" y="2452"/>
                      </a:lnTo>
                      <a:lnTo>
                        <a:pt x="1889" y="2461"/>
                      </a:lnTo>
                      <a:lnTo>
                        <a:pt x="1868" y="2471"/>
                      </a:lnTo>
                      <a:lnTo>
                        <a:pt x="1867" y="2478"/>
                      </a:lnTo>
                      <a:lnTo>
                        <a:pt x="1868" y="2484"/>
                      </a:lnTo>
                      <a:lnTo>
                        <a:pt x="1872" y="2490"/>
                      </a:lnTo>
                      <a:lnTo>
                        <a:pt x="1877" y="2496"/>
                      </a:lnTo>
                      <a:lnTo>
                        <a:pt x="1883" y="2501"/>
                      </a:lnTo>
                      <a:lnTo>
                        <a:pt x="1889" y="2505"/>
                      </a:lnTo>
                      <a:lnTo>
                        <a:pt x="1901" y="2512"/>
                      </a:lnTo>
                      <a:lnTo>
                        <a:pt x="1915" y="2518"/>
                      </a:lnTo>
                      <a:lnTo>
                        <a:pt x="1927" y="2524"/>
                      </a:lnTo>
                      <a:lnTo>
                        <a:pt x="1938" y="2531"/>
                      </a:lnTo>
                      <a:lnTo>
                        <a:pt x="1942" y="2536"/>
                      </a:lnTo>
                      <a:lnTo>
                        <a:pt x="1945" y="2541"/>
                      </a:lnTo>
                      <a:lnTo>
                        <a:pt x="1948" y="2548"/>
                      </a:lnTo>
                      <a:lnTo>
                        <a:pt x="1948" y="2555"/>
                      </a:lnTo>
                      <a:lnTo>
                        <a:pt x="1948" y="2571"/>
                      </a:lnTo>
                      <a:lnTo>
                        <a:pt x="1944" y="2584"/>
                      </a:lnTo>
                      <a:lnTo>
                        <a:pt x="1941" y="2599"/>
                      </a:lnTo>
                      <a:lnTo>
                        <a:pt x="1936" y="2612"/>
                      </a:lnTo>
                      <a:lnTo>
                        <a:pt x="1926" y="2625"/>
                      </a:lnTo>
                      <a:lnTo>
                        <a:pt x="1916" y="2638"/>
                      </a:lnTo>
                      <a:lnTo>
                        <a:pt x="1912" y="2648"/>
                      </a:lnTo>
                      <a:lnTo>
                        <a:pt x="1908" y="2658"/>
                      </a:lnTo>
                      <a:lnTo>
                        <a:pt x="1904" y="2666"/>
                      </a:lnTo>
                      <a:lnTo>
                        <a:pt x="1902" y="2676"/>
                      </a:lnTo>
                      <a:lnTo>
                        <a:pt x="1900" y="2694"/>
                      </a:lnTo>
                      <a:lnTo>
                        <a:pt x="1897" y="2716"/>
                      </a:lnTo>
                      <a:lnTo>
                        <a:pt x="1891" y="2752"/>
                      </a:lnTo>
                      <a:lnTo>
                        <a:pt x="1884" y="2782"/>
                      </a:lnTo>
                      <a:lnTo>
                        <a:pt x="1879" y="2798"/>
                      </a:lnTo>
                      <a:lnTo>
                        <a:pt x="1877" y="2813"/>
                      </a:lnTo>
                      <a:lnTo>
                        <a:pt x="1873" y="2831"/>
                      </a:lnTo>
                      <a:lnTo>
                        <a:pt x="1871" y="2850"/>
                      </a:lnTo>
                      <a:lnTo>
                        <a:pt x="1868" y="2856"/>
                      </a:lnTo>
                      <a:lnTo>
                        <a:pt x="1866" y="2862"/>
                      </a:lnTo>
                      <a:lnTo>
                        <a:pt x="1866" y="2963"/>
                      </a:lnTo>
                      <a:lnTo>
                        <a:pt x="1865" y="2975"/>
                      </a:lnTo>
                      <a:lnTo>
                        <a:pt x="1862" y="2986"/>
                      </a:lnTo>
                      <a:lnTo>
                        <a:pt x="1859" y="2995"/>
                      </a:lnTo>
                      <a:lnTo>
                        <a:pt x="1855" y="3007"/>
                      </a:lnTo>
                      <a:lnTo>
                        <a:pt x="1851" y="3032"/>
                      </a:lnTo>
                      <a:lnTo>
                        <a:pt x="1849" y="3053"/>
                      </a:lnTo>
                      <a:lnTo>
                        <a:pt x="1848" y="3064"/>
                      </a:lnTo>
                      <a:lnTo>
                        <a:pt x="1847" y="3074"/>
                      </a:lnTo>
                      <a:lnTo>
                        <a:pt x="1844" y="3086"/>
                      </a:lnTo>
                      <a:lnTo>
                        <a:pt x="1839" y="3097"/>
                      </a:lnTo>
                      <a:lnTo>
                        <a:pt x="1831" y="3110"/>
                      </a:lnTo>
                      <a:lnTo>
                        <a:pt x="1822" y="3123"/>
                      </a:lnTo>
                      <a:lnTo>
                        <a:pt x="1820" y="3133"/>
                      </a:lnTo>
                      <a:lnTo>
                        <a:pt x="1818" y="3144"/>
                      </a:lnTo>
                      <a:lnTo>
                        <a:pt x="1816" y="3153"/>
                      </a:lnTo>
                      <a:lnTo>
                        <a:pt x="1815" y="3163"/>
                      </a:lnTo>
                      <a:lnTo>
                        <a:pt x="1814" y="3173"/>
                      </a:lnTo>
                      <a:lnTo>
                        <a:pt x="1813" y="3181"/>
                      </a:lnTo>
                      <a:lnTo>
                        <a:pt x="1809" y="3191"/>
                      </a:lnTo>
                      <a:lnTo>
                        <a:pt x="1803" y="3199"/>
                      </a:lnTo>
                      <a:lnTo>
                        <a:pt x="1800" y="3205"/>
                      </a:lnTo>
                      <a:lnTo>
                        <a:pt x="1793" y="3209"/>
                      </a:lnTo>
                      <a:lnTo>
                        <a:pt x="1789" y="3211"/>
                      </a:lnTo>
                      <a:lnTo>
                        <a:pt x="1783" y="3213"/>
                      </a:lnTo>
                      <a:lnTo>
                        <a:pt x="1769" y="3215"/>
                      </a:lnTo>
                      <a:lnTo>
                        <a:pt x="1756" y="3219"/>
                      </a:lnTo>
                      <a:lnTo>
                        <a:pt x="1749" y="3222"/>
                      </a:lnTo>
                      <a:lnTo>
                        <a:pt x="1744" y="3227"/>
                      </a:lnTo>
                      <a:lnTo>
                        <a:pt x="1738" y="3233"/>
                      </a:lnTo>
                      <a:lnTo>
                        <a:pt x="1733" y="3238"/>
                      </a:lnTo>
                      <a:lnTo>
                        <a:pt x="1725" y="3247"/>
                      </a:lnTo>
                      <a:lnTo>
                        <a:pt x="1719" y="3256"/>
                      </a:lnTo>
                      <a:lnTo>
                        <a:pt x="1713" y="3264"/>
                      </a:lnTo>
                      <a:lnTo>
                        <a:pt x="1708" y="3273"/>
                      </a:lnTo>
                      <a:lnTo>
                        <a:pt x="1699" y="3291"/>
                      </a:lnTo>
                      <a:lnTo>
                        <a:pt x="1691" y="3313"/>
                      </a:lnTo>
                      <a:lnTo>
                        <a:pt x="1677" y="3343"/>
                      </a:lnTo>
                      <a:lnTo>
                        <a:pt x="1662" y="3371"/>
                      </a:lnTo>
                      <a:lnTo>
                        <a:pt x="1646" y="3397"/>
                      </a:lnTo>
                      <a:lnTo>
                        <a:pt x="1631" y="3427"/>
                      </a:lnTo>
                      <a:lnTo>
                        <a:pt x="1627" y="3440"/>
                      </a:lnTo>
                      <a:lnTo>
                        <a:pt x="1639" y="3430"/>
                      </a:lnTo>
                      <a:lnTo>
                        <a:pt x="1649" y="3420"/>
                      </a:lnTo>
                      <a:lnTo>
                        <a:pt x="1657" y="3408"/>
                      </a:lnTo>
                      <a:lnTo>
                        <a:pt x="1664" y="3397"/>
                      </a:lnTo>
                      <a:lnTo>
                        <a:pt x="1678" y="3372"/>
                      </a:lnTo>
                      <a:lnTo>
                        <a:pt x="1691" y="3344"/>
                      </a:lnTo>
                      <a:lnTo>
                        <a:pt x="1698" y="3333"/>
                      </a:lnTo>
                      <a:lnTo>
                        <a:pt x="1707" y="3323"/>
                      </a:lnTo>
                      <a:lnTo>
                        <a:pt x="1715" y="3315"/>
                      </a:lnTo>
                      <a:lnTo>
                        <a:pt x="1724" y="3308"/>
                      </a:lnTo>
                      <a:lnTo>
                        <a:pt x="1743" y="3295"/>
                      </a:lnTo>
                      <a:lnTo>
                        <a:pt x="1766" y="3280"/>
                      </a:lnTo>
                      <a:lnTo>
                        <a:pt x="1781" y="3297"/>
                      </a:lnTo>
                      <a:lnTo>
                        <a:pt x="1795" y="3313"/>
                      </a:lnTo>
                      <a:lnTo>
                        <a:pt x="1801" y="3320"/>
                      </a:lnTo>
                      <a:lnTo>
                        <a:pt x="1808" y="3327"/>
                      </a:lnTo>
                      <a:lnTo>
                        <a:pt x="1816" y="3334"/>
                      </a:lnTo>
                      <a:lnTo>
                        <a:pt x="1826" y="3342"/>
                      </a:lnTo>
                      <a:lnTo>
                        <a:pt x="1851" y="3328"/>
                      </a:lnTo>
                      <a:lnTo>
                        <a:pt x="1863" y="3334"/>
                      </a:lnTo>
                      <a:lnTo>
                        <a:pt x="1873" y="3342"/>
                      </a:lnTo>
                      <a:lnTo>
                        <a:pt x="1879" y="3344"/>
                      </a:lnTo>
                      <a:lnTo>
                        <a:pt x="1884" y="3345"/>
                      </a:lnTo>
                      <a:lnTo>
                        <a:pt x="1890" y="3346"/>
                      </a:lnTo>
                      <a:lnTo>
                        <a:pt x="1897" y="3348"/>
                      </a:lnTo>
                      <a:lnTo>
                        <a:pt x="1902" y="3346"/>
                      </a:lnTo>
                      <a:lnTo>
                        <a:pt x="1907" y="3344"/>
                      </a:lnTo>
                      <a:lnTo>
                        <a:pt x="1910" y="3339"/>
                      </a:lnTo>
                      <a:lnTo>
                        <a:pt x="1913" y="3334"/>
                      </a:lnTo>
                      <a:lnTo>
                        <a:pt x="1916" y="3322"/>
                      </a:lnTo>
                      <a:lnTo>
                        <a:pt x="1919" y="3310"/>
                      </a:lnTo>
                      <a:lnTo>
                        <a:pt x="1930" y="3310"/>
                      </a:lnTo>
                      <a:lnTo>
                        <a:pt x="1938" y="3313"/>
                      </a:lnTo>
                      <a:lnTo>
                        <a:pt x="1948" y="3314"/>
                      </a:lnTo>
                      <a:lnTo>
                        <a:pt x="1957" y="3315"/>
                      </a:lnTo>
                      <a:lnTo>
                        <a:pt x="1971" y="3310"/>
                      </a:lnTo>
                      <a:lnTo>
                        <a:pt x="1984" y="3305"/>
                      </a:lnTo>
                      <a:lnTo>
                        <a:pt x="2001" y="3305"/>
                      </a:lnTo>
                      <a:lnTo>
                        <a:pt x="2015" y="3307"/>
                      </a:lnTo>
                      <a:lnTo>
                        <a:pt x="2031" y="3308"/>
                      </a:lnTo>
                      <a:lnTo>
                        <a:pt x="2048" y="3309"/>
                      </a:lnTo>
                      <a:lnTo>
                        <a:pt x="2061" y="3308"/>
                      </a:lnTo>
                      <a:lnTo>
                        <a:pt x="2073" y="3307"/>
                      </a:lnTo>
                      <a:lnTo>
                        <a:pt x="2085" y="3304"/>
                      </a:lnTo>
                      <a:lnTo>
                        <a:pt x="2099" y="3303"/>
                      </a:lnTo>
                      <a:lnTo>
                        <a:pt x="2106" y="3297"/>
                      </a:lnTo>
                      <a:lnTo>
                        <a:pt x="2112" y="3293"/>
                      </a:lnTo>
                      <a:lnTo>
                        <a:pt x="2119" y="3298"/>
                      </a:lnTo>
                      <a:lnTo>
                        <a:pt x="2125" y="3305"/>
                      </a:lnTo>
                      <a:lnTo>
                        <a:pt x="2134" y="3308"/>
                      </a:lnTo>
                      <a:lnTo>
                        <a:pt x="2144" y="3309"/>
                      </a:lnTo>
                      <a:lnTo>
                        <a:pt x="2149" y="3308"/>
                      </a:lnTo>
                      <a:lnTo>
                        <a:pt x="2154" y="3307"/>
                      </a:lnTo>
                      <a:lnTo>
                        <a:pt x="2159" y="3304"/>
                      </a:lnTo>
                      <a:lnTo>
                        <a:pt x="2164" y="3301"/>
                      </a:lnTo>
                      <a:lnTo>
                        <a:pt x="2167" y="3298"/>
                      </a:lnTo>
                      <a:lnTo>
                        <a:pt x="2172" y="3296"/>
                      </a:lnTo>
                      <a:lnTo>
                        <a:pt x="2177" y="3293"/>
                      </a:lnTo>
                      <a:lnTo>
                        <a:pt x="2183" y="3293"/>
                      </a:lnTo>
                      <a:lnTo>
                        <a:pt x="2205" y="3295"/>
                      </a:lnTo>
                      <a:lnTo>
                        <a:pt x="2224" y="3298"/>
                      </a:lnTo>
                      <a:lnTo>
                        <a:pt x="2243" y="3301"/>
                      </a:lnTo>
                      <a:lnTo>
                        <a:pt x="2266" y="3303"/>
                      </a:lnTo>
                      <a:lnTo>
                        <a:pt x="2270" y="3334"/>
                      </a:lnTo>
                      <a:lnTo>
                        <a:pt x="2275" y="3363"/>
                      </a:lnTo>
                      <a:lnTo>
                        <a:pt x="2277" y="3377"/>
                      </a:lnTo>
                      <a:lnTo>
                        <a:pt x="2281" y="3391"/>
                      </a:lnTo>
                      <a:lnTo>
                        <a:pt x="2286" y="3405"/>
                      </a:lnTo>
                      <a:lnTo>
                        <a:pt x="2292" y="3421"/>
                      </a:lnTo>
                      <a:lnTo>
                        <a:pt x="2299" y="3413"/>
                      </a:lnTo>
                      <a:lnTo>
                        <a:pt x="2305" y="3404"/>
                      </a:lnTo>
                      <a:lnTo>
                        <a:pt x="2311" y="3396"/>
                      </a:lnTo>
                      <a:lnTo>
                        <a:pt x="2317" y="3386"/>
                      </a:lnTo>
                      <a:lnTo>
                        <a:pt x="2342" y="3401"/>
                      </a:lnTo>
                      <a:lnTo>
                        <a:pt x="2365" y="3414"/>
                      </a:lnTo>
                      <a:lnTo>
                        <a:pt x="2376" y="3420"/>
                      </a:lnTo>
                      <a:lnTo>
                        <a:pt x="2388" y="3424"/>
                      </a:lnTo>
                      <a:lnTo>
                        <a:pt x="2402" y="3427"/>
                      </a:lnTo>
                      <a:lnTo>
                        <a:pt x="2417" y="3427"/>
                      </a:lnTo>
                      <a:lnTo>
                        <a:pt x="2424" y="3427"/>
                      </a:lnTo>
                      <a:lnTo>
                        <a:pt x="2431" y="3425"/>
                      </a:lnTo>
                      <a:lnTo>
                        <a:pt x="2436" y="3422"/>
                      </a:lnTo>
                      <a:lnTo>
                        <a:pt x="2442" y="3418"/>
                      </a:lnTo>
                      <a:lnTo>
                        <a:pt x="2452" y="3408"/>
                      </a:lnTo>
                      <a:lnTo>
                        <a:pt x="2462" y="3396"/>
                      </a:lnTo>
                      <a:lnTo>
                        <a:pt x="2469" y="3391"/>
                      </a:lnTo>
                      <a:lnTo>
                        <a:pt x="2475" y="3386"/>
                      </a:lnTo>
                      <a:lnTo>
                        <a:pt x="2480" y="3373"/>
                      </a:lnTo>
                      <a:lnTo>
                        <a:pt x="2483" y="3361"/>
                      </a:lnTo>
                      <a:lnTo>
                        <a:pt x="2486" y="3349"/>
                      </a:lnTo>
                      <a:lnTo>
                        <a:pt x="2491" y="3334"/>
                      </a:lnTo>
                      <a:lnTo>
                        <a:pt x="2495" y="3322"/>
                      </a:lnTo>
                      <a:lnTo>
                        <a:pt x="2503" y="3313"/>
                      </a:lnTo>
                      <a:lnTo>
                        <a:pt x="2506" y="3308"/>
                      </a:lnTo>
                      <a:lnTo>
                        <a:pt x="2511" y="3305"/>
                      </a:lnTo>
                      <a:lnTo>
                        <a:pt x="2516" y="3303"/>
                      </a:lnTo>
                      <a:lnTo>
                        <a:pt x="2523" y="3303"/>
                      </a:lnTo>
                      <a:lnTo>
                        <a:pt x="2527" y="3303"/>
                      </a:lnTo>
                      <a:lnTo>
                        <a:pt x="2529" y="3304"/>
                      </a:lnTo>
                      <a:lnTo>
                        <a:pt x="2533" y="3305"/>
                      </a:lnTo>
                      <a:lnTo>
                        <a:pt x="2535" y="3308"/>
                      </a:lnTo>
                      <a:lnTo>
                        <a:pt x="2540" y="3314"/>
                      </a:lnTo>
                      <a:lnTo>
                        <a:pt x="2545" y="3319"/>
                      </a:lnTo>
                      <a:lnTo>
                        <a:pt x="2550" y="3322"/>
                      </a:lnTo>
                      <a:lnTo>
                        <a:pt x="2552" y="3327"/>
                      </a:lnTo>
                      <a:lnTo>
                        <a:pt x="2556" y="3332"/>
                      </a:lnTo>
                      <a:lnTo>
                        <a:pt x="2557" y="3337"/>
                      </a:lnTo>
                      <a:lnTo>
                        <a:pt x="2560" y="3348"/>
                      </a:lnTo>
                      <a:lnTo>
                        <a:pt x="2562" y="3360"/>
                      </a:lnTo>
                      <a:lnTo>
                        <a:pt x="2554" y="3366"/>
                      </a:lnTo>
                      <a:lnTo>
                        <a:pt x="2548" y="3369"/>
                      </a:lnTo>
                      <a:lnTo>
                        <a:pt x="2539" y="3367"/>
                      </a:lnTo>
                      <a:lnTo>
                        <a:pt x="2529" y="3363"/>
                      </a:lnTo>
                      <a:lnTo>
                        <a:pt x="2523" y="3363"/>
                      </a:lnTo>
                      <a:lnTo>
                        <a:pt x="2518" y="3363"/>
                      </a:lnTo>
                      <a:lnTo>
                        <a:pt x="2513" y="3364"/>
                      </a:lnTo>
                      <a:lnTo>
                        <a:pt x="2510" y="3367"/>
                      </a:lnTo>
                      <a:lnTo>
                        <a:pt x="2506" y="3372"/>
                      </a:lnTo>
                      <a:lnTo>
                        <a:pt x="2505" y="3375"/>
                      </a:lnTo>
                      <a:lnTo>
                        <a:pt x="2503" y="3380"/>
                      </a:lnTo>
                      <a:lnTo>
                        <a:pt x="2501" y="3385"/>
                      </a:lnTo>
                      <a:lnTo>
                        <a:pt x="2500" y="3395"/>
                      </a:lnTo>
                      <a:lnTo>
                        <a:pt x="2497" y="3405"/>
                      </a:lnTo>
                      <a:lnTo>
                        <a:pt x="2491" y="3412"/>
                      </a:lnTo>
                      <a:lnTo>
                        <a:pt x="2484" y="3418"/>
                      </a:lnTo>
                      <a:lnTo>
                        <a:pt x="2478" y="3431"/>
                      </a:lnTo>
                      <a:lnTo>
                        <a:pt x="2471" y="3444"/>
                      </a:lnTo>
                      <a:lnTo>
                        <a:pt x="2466" y="3449"/>
                      </a:lnTo>
                      <a:lnTo>
                        <a:pt x="2462" y="3453"/>
                      </a:lnTo>
                      <a:lnTo>
                        <a:pt x="2456" y="3456"/>
                      </a:lnTo>
                      <a:lnTo>
                        <a:pt x="2448" y="3460"/>
                      </a:lnTo>
                      <a:lnTo>
                        <a:pt x="2434" y="3468"/>
                      </a:lnTo>
                      <a:lnTo>
                        <a:pt x="2421" y="3475"/>
                      </a:lnTo>
                      <a:lnTo>
                        <a:pt x="2415" y="3478"/>
                      </a:lnTo>
                      <a:lnTo>
                        <a:pt x="2407" y="3480"/>
                      </a:lnTo>
                      <a:lnTo>
                        <a:pt x="2400" y="3481"/>
                      </a:lnTo>
                      <a:lnTo>
                        <a:pt x="2390" y="3483"/>
                      </a:lnTo>
                      <a:lnTo>
                        <a:pt x="2376" y="3481"/>
                      </a:lnTo>
                      <a:lnTo>
                        <a:pt x="2361" y="3478"/>
                      </a:lnTo>
                      <a:lnTo>
                        <a:pt x="2348" y="3474"/>
                      </a:lnTo>
                      <a:lnTo>
                        <a:pt x="2334" y="3469"/>
                      </a:lnTo>
                      <a:lnTo>
                        <a:pt x="2323" y="3467"/>
                      </a:lnTo>
                      <a:lnTo>
                        <a:pt x="2314" y="3467"/>
                      </a:lnTo>
                      <a:lnTo>
                        <a:pt x="2305" y="3467"/>
                      </a:lnTo>
                      <a:lnTo>
                        <a:pt x="2295" y="3466"/>
                      </a:lnTo>
                      <a:lnTo>
                        <a:pt x="2296" y="3486"/>
                      </a:lnTo>
                      <a:lnTo>
                        <a:pt x="2298" y="3504"/>
                      </a:lnTo>
                      <a:lnTo>
                        <a:pt x="2298" y="3522"/>
                      </a:lnTo>
                      <a:lnTo>
                        <a:pt x="2295" y="3543"/>
                      </a:lnTo>
                      <a:lnTo>
                        <a:pt x="2287" y="3544"/>
                      </a:lnTo>
                      <a:lnTo>
                        <a:pt x="2279" y="3545"/>
                      </a:lnTo>
                      <a:lnTo>
                        <a:pt x="2272" y="3548"/>
                      </a:lnTo>
                      <a:lnTo>
                        <a:pt x="2266" y="3551"/>
                      </a:lnTo>
                      <a:lnTo>
                        <a:pt x="2260" y="3555"/>
                      </a:lnTo>
                      <a:lnTo>
                        <a:pt x="2254" y="3560"/>
                      </a:lnTo>
                      <a:lnTo>
                        <a:pt x="2248" y="3566"/>
                      </a:lnTo>
                      <a:lnTo>
                        <a:pt x="2243" y="3572"/>
                      </a:lnTo>
                      <a:lnTo>
                        <a:pt x="2240" y="3576"/>
                      </a:lnTo>
                      <a:lnTo>
                        <a:pt x="2235" y="3578"/>
                      </a:lnTo>
                      <a:lnTo>
                        <a:pt x="2234" y="3579"/>
                      </a:lnTo>
                      <a:lnTo>
                        <a:pt x="2232" y="3580"/>
                      </a:lnTo>
                      <a:lnTo>
                        <a:pt x="2231" y="3583"/>
                      </a:lnTo>
                      <a:lnTo>
                        <a:pt x="2230" y="3585"/>
                      </a:lnTo>
                      <a:lnTo>
                        <a:pt x="2234" y="3591"/>
                      </a:lnTo>
                      <a:lnTo>
                        <a:pt x="2237" y="3597"/>
                      </a:lnTo>
                      <a:lnTo>
                        <a:pt x="2226" y="3597"/>
                      </a:lnTo>
                      <a:lnTo>
                        <a:pt x="2218" y="3596"/>
                      </a:lnTo>
                      <a:lnTo>
                        <a:pt x="2208" y="3595"/>
                      </a:lnTo>
                      <a:lnTo>
                        <a:pt x="2199" y="3595"/>
                      </a:lnTo>
                      <a:lnTo>
                        <a:pt x="2191" y="3595"/>
                      </a:lnTo>
                      <a:lnTo>
                        <a:pt x="2185" y="3597"/>
                      </a:lnTo>
                      <a:lnTo>
                        <a:pt x="2183" y="3600"/>
                      </a:lnTo>
                      <a:lnTo>
                        <a:pt x="2181" y="3602"/>
                      </a:lnTo>
                      <a:lnTo>
                        <a:pt x="2179" y="3604"/>
                      </a:lnTo>
                      <a:lnTo>
                        <a:pt x="2179" y="3607"/>
                      </a:lnTo>
                      <a:lnTo>
                        <a:pt x="2179" y="3611"/>
                      </a:lnTo>
                      <a:lnTo>
                        <a:pt x="2181" y="3613"/>
                      </a:lnTo>
                      <a:lnTo>
                        <a:pt x="2183" y="3614"/>
                      </a:lnTo>
                      <a:lnTo>
                        <a:pt x="2187" y="3615"/>
                      </a:lnTo>
                      <a:lnTo>
                        <a:pt x="2193" y="3618"/>
                      </a:lnTo>
                      <a:lnTo>
                        <a:pt x="2199" y="3620"/>
                      </a:lnTo>
                      <a:lnTo>
                        <a:pt x="2205" y="3624"/>
                      </a:lnTo>
                      <a:lnTo>
                        <a:pt x="2210" y="3629"/>
                      </a:lnTo>
                      <a:lnTo>
                        <a:pt x="2213" y="3635"/>
                      </a:lnTo>
                      <a:lnTo>
                        <a:pt x="2218" y="3639"/>
                      </a:lnTo>
                      <a:lnTo>
                        <a:pt x="2220" y="3647"/>
                      </a:lnTo>
                      <a:lnTo>
                        <a:pt x="2224" y="3653"/>
                      </a:lnTo>
                      <a:lnTo>
                        <a:pt x="2228" y="3654"/>
                      </a:lnTo>
                      <a:lnTo>
                        <a:pt x="2230" y="3654"/>
                      </a:lnTo>
                      <a:lnTo>
                        <a:pt x="2234" y="3654"/>
                      </a:lnTo>
                      <a:lnTo>
                        <a:pt x="2236" y="3653"/>
                      </a:lnTo>
                      <a:lnTo>
                        <a:pt x="2243" y="3650"/>
                      </a:lnTo>
                      <a:lnTo>
                        <a:pt x="2249" y="3649"/>
                      </a:lnTo>
                      <a:lnTo>
                        <a:pt x="2253" y="3660"/>
                      </a:lnTo>
                      <a:lnTo>
                        <a:pt x="2254" y="3670"/>
                      </a:lnTo>
                      <a:lnTo>
                        <a:pt x="2255" y="3674"/>
                      </a:lnTo>
                      <a:lnTo>
                        <a:pt x="2257" y="3679"/>
                      </a:lnTo>
                      <a:lnTo>
                        <a:pt x="2259" y="3683"/>
                      </a:lnTo>
                      <a:lnTo>
                        <a:pt x="2263" y="3688"/>
                      </a:lnTo>
                      <a:lnTo>
                        <a:pt x="2267" y="3691"/>
                      </a:lnTo>
                      <a:lnTo>
                        <a:pt x="2273" y="3695"/>
                      </a:lnTo>
                      <a:lnTo>
                        <a:pt x="2279" y="3696"/>
                      </a:lnTo>
                      <a:lnTo>
                        <a:pt x="2287" y="3697"/>
                      </a:lnTo>
                      <a:lnTo>
                        <a:pt x="2300" y="3699"/>
                      </a:lnTo>
                      <a:lnTo>
                        <a:pt x="2314" y="3701"/>
                      </a:lnTo>
                      <a:lnTo>
                        <a:pt x="2311" y="3713"/>
                      </a:lnTo>
                      <a:lnTo>
                        <a:pt x="2307" y="3726"/>
                      </a:lnTo>
                      <a:lnTo>
                        <a:pt x="2295" y="3736"/>
                      </a:lnTo>
                      <a:lnTo>
                        <a:pt x="2282" y="3746"/>
                      </a:lnTo>
                      <a:lnTo>
                        <a:pt x="2281" y="3752"/>
                      </a:lnTo>
                      <a:lnTo>
                        <a:pt x="2278" y="3758"/>
                      </a:lnTo>
                      <a:lnTo>
                        <a:pt x="2292" y="3760"/>
                      </a:lnTo>
                      <a:lnTo>
                        <a:pt x="2304" y="3761"/>
                      </a:lnTo>
                      <a:lnTo>
                        <a:pt x="2311" y="3761"/>
                      </a:lnTo>
                      <a:lnTo>
                        <a:pt x="2318" y="3760"/>
                      </a:lnTo>
                      <a:lnTo>
                        <a:pt x="2324" y="3758"/>
                      </a:lnTo>
                      <a:lnTo>
                        <a:pt x="2330" y="3755"/>
                      </a:lnTo>
                      <a:lnTo>
                        <a:pt x="2342" y="3748"/>
                      </a:lnTo>
                      <a:lnTo>
                        <a:pt x="2355" y="3742"/>
                      </a:lnTo>
                      <a:lnTo>
                        <a:pt x="2355" y="3748"/>
                      </a:lnTo>
                      <a:lnTo>
                        <a:pt x="2353" y="3754"/>
                      </a:lnTo>
                      <a:lnTo>
                        <a:pt x="2352" y="3760"/>
                      </a:lnTo>
                      <a:lnTo>
                        <a:pt x="2349" y="3765"/>
                      </a:lnTo>
                      <a:lnTo>
                        <a:pt x="2347" y="3770"/>
                      </a:lnTo>
                      <a:lnTo>
                        <a:pt x="2345" y="3775"/>
                      </a:lnTo>
                      <a:lnTo>
                        <a:pt x="2343" y="3781"/>
                      </a:lnTo>
                      <a:lnTo>
                        <a:pt x="2343" y="3787"/>
                      </a:lnTo>
                      <a:lnTo>
                        <a:pt x="2348" y="3793"/>
                      </a:lnTo>
                      <a:lnTo>
                        <a:pt x="2355" y="3796"/>
                      </a:lnTo>
                      <a:lnTo>
                        <a:pt x="2361" y="3806"/>
                      </a:lnTo>
                      <a:lnTo>
                        <a:pt x="2365" y="3814"/>
                      </a:lnTo>
                      <a:lnTo>
                        <a:pt x="2368" y="3824"/>
                      </a:lnTo>
                      <a:lnTo>
                        <a:pt x="2369" y="3835"/>
                      </a:lnTo>
                      <a:lnTo>
                        <a:pt x="2369" y="3861"/>
                      </a:lnTo>
                      <a:lnTo>
                        <a:pt x="2355" y="3853"/>
                      </a:lnTo>
                      <a:lnTo>
                        <a:pt x="2346" y="3844"/>
                      </a:lnTo>
                      <a:lnTo>
                        <a:pt x="2335" y="3835"/>
                      </a:lnTo>
                      <a:lnTo>
                        <a:pt x="2324" y="3825"/>
                      </a:lnTo>
                      <a:lnTo>
                        <a:pt x="2325" y="3843"/>
                      </a:lnTo>
                      <a:lnTo>
                        <a:pt x="2327" y="3861"/>
                      </a:lnTo>
                      <a:lnTo>
                        <a:pt x="2327" y="3864"/>
                      </a:lnTo>
                      <a:lnTo>
                        <a:pt x="2325" y="3866"/>
                      </a:lnTo>
                      <a:lnTo>
                        <a:pt x="2324" y="3869"/>
                      </a:lnTo>
                      <a:lnTo>
                        <a:pt x="2322" y="3871"/>
                      </a:lnTo>
                      <a:lnTo>
                        <a:pt x="2317" y="3876"/>
                      </a:lnTo>
                      <a:lnTo>
                        <a:pt x="2314" y="3881"/>
                      </a:lnTo>
                      <a:lnTo>
                        <a:pt x="2311" y="3888"/>
                      </a:lnTo>
                      <a:lnTo>
                        <a:pt x="2307" y="3896"/>
                      </a:lnTo>
                      <a:lnTo>
                        <a:pt x="2299" y="3912"/>
                      </a:lnTo>
                      <a:lnTo>
                        <a:pt x="2290" y="3926"/>
                      </a:lnTo>
                      <a:lnTo>
                        <a:pt x="2284" y="3933"/>
                      </a:lnTo>
                      <a:lnTo>
                        <a:pt x="2278" y="3937"/>
                      </a:lnTo>
                      <a:lnTo>
                        <a:pt x="2271" y="3940"/>
                      </a:lnTo>
                      <a:lnTo>
                        <a:pt x="2263" y="3941"/>
                      </a:lnTo>
                      <a:lnTo>
                        <a:pt x="2247" y="3939"/>
                      </a:lnTo>
                      <a:lnTo>
                        <a:pt x="2230" y="3935"/>
                      </a:lnTo>
                      <a:lnTo>
                        <a:pt x="2220" y="3935"/>
                      </a:lnTo>
                      <a:lnTo>
                        <a:pt x="2211" y="3936"/>
                      </a:lnTo>
                      <a:lnTo>
                        <a:pt x="2202" y="3937"/>
                      </a:lnTo>
                      <a:lnTo>
                        <a:pt x="2191" y="3940"/>
                      </a:lnTo>
                      <a:lnTo>
                        <a:pt x="2191" y="3869"/>
                      </a:lnTo>
                      <a:lnTo>
                        <a:pt x="2190" y="3858"/>
                      </a:lnTo>
                      <a:lnTo>
                        <a:pt x="2188" y="3848"/>
                      </a:lnTo>
                      <a:lnTo>
                        <a:pt x="2184" y="3840"/>
                      </a:lnTo>
                      <a:lnTo>
                        <a:pt x="2183" y="3829"/>
                      </a:lnTo>
                      <a:lnTo>
                        <a:pt x="2173" y="3832"/>
                      </a:lnTo>
                      <a:lnTo>
                        <a:pt x="2164" y="3835"/>
                      </a:lnTo>
                      <a:lnTo>
                        <a:pt x="2154" y="3837"/>
                      </a:lnTo>
                      <a:lnTo>
                        <a:pt x="2144" y="3838"/>
                      </a:lnTo>
                      <a:lnTo>
                        <a:pt x="2141" y="3825"/>
                      </a:lnTo>
                      <a:lnTo>
                        <a:pt x="2150" y="3816"/>
                      </a:lnTo>
                      <a:lnTo>
                        <a:pt x="2159" y="3805"/>
                      </a:lnTo>
                      <a:lnTo>
                        <a:pt x="2163" y="3800"/>
                      </a:lnTo>
                      <a:lnTo>
                        <a:pt x="2165" y="3794"/>
                      </a:lnTo>
                      <a:lnTo>
                        <a:pt x="2166" y="3788"/>
                      </a:lnTo>
                      <a:lnTo>
                        <a:pt x="2166" y="3781"/>
                      </a:lnTo>
                      <a:lnTo>
                        <a:pt x="2166" y="3772"/>
                      </a:lnTo>
                      <a:lnTo>
                        <a:pt x="2164" y="3766"/>
                      </a:lnTo>
                      <a:lnTo>
                        <a:pt x="2161" y="3759"/>
                      </a:lnTo>
                      <a:lnTo>
                        <a:pt x="2158" y="3753"/>
                      </a:lnTo>
                      <a:lnTo>
                        <a:pt x="2150" y="3741"/>
                      </a:lnTo>
                      <a:lnTo>
                        <a:pt x="2144" y="3726"/>
                      </a:lnTo>
                      <a:lnTo>
                        <a:pt x="2141" y="3714"/>
                      </a:lnTo>
                      <a:lnTo>
                        <a:pt x="2137" y="3702"/>
                      </a:lnTo>
                      <a:lnTo>
                        <a:pt x="2135" y="3697"/>
                      </a:lnTo>
                      <a:lnTo>
                        <a:pt x="2131" y="3694"/>
                      </a:lnTo>
                      <a:lnTo>
                        <a:pt x="2126" y="3691"/>
                      </a:lnTo>
                      <a:lnTo>
                        <a:pt x="2122" y="3691"/>
                      </a:lnTo>
                      <a:lnTo>
                        <a:pt x="2108" y="3694"/>
                      </a:lnTo>
                      <a:lnTo>
                        <a:pt x="2096" y="3697"/>
                      </a:lnTo>
                      <a:lnTo>
                        <a:pt x="2079" y="3700"/>
                      </a:lnTo>
                      <a:lnTo>
                        <a:pt x="2064" y="3701"/>
                      </a:lnTo>
                      <a:lnTo>
                        <a:pt x="2048" y="3703"/>
                      </a:lnTo>
                      <a:lnTo>
                        <a:pt x="2031" y="3707"/>
                      </a:lnTo>
                      <a:lnTo>
                        <a:pt x="2021" y="3711"/>
                      </a:lnTo>
                      <a:lnTo>
                        <a:pt x="2012" y="3714"/>
                      </a:lnTo>
                      <a:lnTo>
                        <a:pt x="2003" y="3717"/>
                      </a:lnTo>
                      <a:lnTo>
                        <a:pt x="1994" y="3720"/>
                      </a:lnTo>
                      <a:lnTo>
                        <a:pt x="1966" y="3723"/>
                      </a:lnTo>
                      <a:lnTo>
                        <a:pt x="1942" y="3723"/>
                      </a:lnTo>
                      <a:lnTo>
                        <a:pt x="1918" y="3723"/>
                      </a:lnTo>
                      <a:lnTo>
                        <a:pt x="1890" y="3723"/>
                      </a:lnTo>
                      <a:lnTo>
                        <a:pt x="1880" y="3724"/>
                      </a:lnTo>
                      <a:lnTo>
                        <a:pt x="1871" y="3726"/>
                      </a:lnTo>
                      <a:lnTo>
                        <a:pt x="1861" y="3729"/>
                      </a:lnTo>
                      <a:lnTo>
                        <a:pt x="1851" y="3729"/>
                      </a:lnTo>
                      <a:lnTo>
                        <a:pt x="1806" y="3729"/>
                      </a:lnTo>
                      <a:lnTo>
                        <a:pt x="1767" y="3729"/>
                      </a:lnTo>
                      <a:lnTo>
                        <a:pt x="1727" y="3729"/>
                      </a:lnTo>
                      <a:lnTo>
                        <a:pt x="1681" y="3730"/>
                      </a:lnTo>
                      <a:lnTo>
                        <a:pt x="1631" y="3707"/>
                      </a:lnTo>
                      <a:lnTo>
                        <a:pt x="1616" y="3719"/>
                      </a:lnTo>
                      <a:lnTo>
                        <a:pt x="1604" y="3731"/>
                      </a:lnTo>
                      <a:lnTo>
                        <a:pt x="1592" y="3743"/>
                      </a:lnTo>
                      <a:lnTo>
                        <a:pt x="1582" y="3755"/>
                      </a:lnTo>
                      <a:lnTo>
                        <a:pt x="1563" y="3782"/>
                      </a:lnTo>
                      <a:lnTo>
                        <a:pt x="1544" y="3813"/>
                      </a:lnTo>
                      <a:lnTo>
                        <a:pt x="1525" y="3842"/>
                      </a:lnTo>
                      <a:lnTo>
                        <a:pt x="1509" y="3867"/>
                      </a:lnTo>
                      <a:lnTo>
                        <a:pt x="1502" y="3881"/>
                      </a:lnTo>
                      <a:lnTo>
                        <a:pt x="1497" y="3895"/>
                      </a:lnTo>
                      <a:lnTo>
                        <a:pt x="1493" y="3911"/>
                      </a:lnTo>
                      <a:lnTo>
                        <a:pt x="1492" y="3928"/>
                      </a:lnTo>
                      <a:lnTo>
                        <a:pt x="1493" y="3934"/>
                      </a:lnTo>
                      <a:lnTo>
                        <a:pt x="1496" y="3939"/>
                      </a:lnTo>
                      <a:lnTo>
                        <a:pt x="1498" y="3943"/>
                      </a:lnTo>
                      <a:lnTo>
                        <a:pt x="1502" y="3947"/>
                      </a:lnTo>
                      <a:lnTo>
                        <a:pt x="1511" y="3954"/>
                      </a:lnTo>
                      <a:lnTo>
                        <a:pt x="1521" y="3960"/>
                      </a:lnTo>
                      <a:lnTo>
                        <a:pt x="1532" y="3966"/>
                      </a:lnTo>
                      <a:lnTo>
                        <a:pt x="1541" y="3971"/>
                      </a:lnTo>
                      <a:lnTo>
                        <a:pt x="1551" y="3976"/>
                      </a:lnTo>
                      <a:lnTo>
                        <a:pt x="1560" y="3983"/>
                      </a:lnTo>
                      <a:lnTo>
                        <a:pt x="1564" y="3988"/>
                      </a:lnTo>
                      <a:lnTo>
                        <a:pt x="1568" y="3994"/>
                      </a:lnTo>
                      <a:lnTo>
                        <a:pt x="1572" y="4000"/>
                      </a:lnTo>
                      <a:lnTo>
                        <a:pt x="1573" y="4006"/>
                      </a:lnTo>
                      <a:lnTo>
                        <a:pt x="1575" y="4019"/>
                      </a:lnTo>
                      <a:lnTo>
                        <a:pt x="1576" y="4034"/>
                      </a:lnTo>
                      <a:lnTo>
                        <a:pt x="1576" y="4045"/>
                      </a:lnTo>
                      <a:lnTo>
                        <a:pt x="1578" y="4053"/>
                      </a:lnTo>
                      <a:lnTo>
                        <a:pt x="1579" y="4063"/>
                      </a:lnTo>
                      <a:lnTo>
                        <a:pt x="1579" y="4072"/>
                      </a:lnTo>
                      <a:lnTo>
                        <a:pt x="1578" y="4080"/>
                      </a:lnTo>
                      <a:lnTo>
                        <a:pt x="1576" y="4086"/>
                      </a:lnTo>
                      <a:lnTo>
                        <a:pt x="1575" y="4092"/>
                      </a:lnTo>
                      <a:lnTo>
                        <a:pt x="1576" y="4099"/>
                      </a:lnTo>
                      <a:lnTo>
                        <a:pt x="1578" y="4103"/>
                      </a:lnTo>
                      <a:lnTo>
                        <a:pt x="1581" y="4107"/>
                      </a:lnTo>
                      <a:lnTo>
                        <a:pt x="1585" y="4111"/>
                      </a:lnTo>
                      <a:lnTo>
                        <a:pt x="1588" y="4113"/>
                      </a:lnTo>
                      <a:lnTo>
                        <a:pt x="1597" y="4118"/>
                      </a:lnTo>
                      <a:lnTo>
                        <a:pt x="1607" y="4123"/>
                      </a:lnTo>
                      <a:lnTo>
                        <a:pt x="1616" y="4128"/>
                      </a:lnTo>
                      <a:lnTo>
                        <a:pt x="1623" y="4133"/>
                      </a:lnTo>
                      <a:lnTo>
                        <a:pt x="1626" y="4136"/>
                      </a:lnTo>
                      <a:lnTo>
                        <a:pt x="1628" y="4140"/>
                      </a:lnTo>
                      <a:lnTo>
                        <a:pt x="1629" y="4145"/>
                      </a:lnTo>
                      <a:lnTo>
                        <a:pt x="1631" y="4150"/>
                      </a:lnTo>
                      <a:lnTo>
                        <a:pt x="1629" y="4153"/>
                      </a:lnTo>
                      <a:lnTo>
                        <a:pt x="1628" y="4157"/>
                      </a:lnTo>
                      <a:lnTo>
                        <a:pt x="1627" y="4159"/>
                      </a:lnTo>
                      <a:lnTo>
                        <a:pt x="1625" y="4162"/>
                      </a:lnTo>
                      <a:lnTo>
                        <a:pt x="1620" y="4166"/>
                      </a:lnTo>
                      <a:lnTo>
                        <a:pt x="1615" y="4173"/>
                      </a:lnTo>
                      <a:lnTo>
                        <a:pt x="1610" y="4180"/>
                      </a:lnTo>
                      <a:lnTo>
                        <a:pt x="1607" y="4188"/>
                      </a:lnTo>
                      <a:lnTo>
                        <a:pt x="1603" y="4195"/>
                      </a:lnTo>
                      <a:lnTo>
                        <a:pt x="1601" y="4203"/>
                      </a:lnTo>
                      <a:lnTo>
                        <a:pt x="1597" y="4218"/>
                      </a:lnTo>
                      <a:lnTo>
                        <a:pt x="1592" y="4236"/>
                      </a:lnTo>
                      <a:lnTo>
                        <a:pt x="1584" y="4234"/>
                      </a:lnTo>
                      <a:lnTo>
                        <a:pt x="1578" y="4230"/>
                      </a:lnTo>
                      <a:lnTo>
                        <a:pt x="1570" y="4227"/>
                      </a:lnTo>
                      <a:lnTo>
                        <a:pt x="1564" y="4223"/>
                      </a:lnTo>
                      <a:lnTo>
                        <a:pt x="1554" y="4214"/>
                      </a:lnTo>
                      <a:lnTo>
                        <a:pt x="1544" y="4201"/>
                      </a:lnTo>
                      <a:lnTo>
                        <a:pt x="1538" y="4187"/>
                      </a:lnTo>
                      <a:lnTo>
                        <a:pt x="1534" y="4173"/>
                      </a:lnTo>
                      <a:lnTo>
                        <a:pt x="1529" y="4166"/>
                      </a:lnTo>
                      <a:lnTo>
                        <a:pt x="1525" y="4162"/>
                      </a:lnTo>
                      <a:lnTo>
                        <a:pt x="1522" y="4159"/>
                      </a:lnTo>
                      <a:lnTo>
                        <a:pt x="1520" y="4157"/>
                      </a:lnTo>
                      <a:lnTo>
                        <a:pt x="1519" y="4153"/>
                      </a:lnTo>
                      <a:lnTo>
                        <a:pt x="1519" y="4150"/>
                      </a:lnTo>
                      <a:lnTo>
                        <a:pt x="1523" y="4136"/>
                      </a:lnTo>
                      <a:lnTo>
                        <a:pt x="1528" y="4124"/>
                      </a:lnTo>
                      <a:lnTo>
                        <a:pt x="1527" y="4116"/>
                      </a:lnTo>
                      <a:lnTo>
                        <a:pt x="1527" y="4109"/>
                      </a:lnTo>
                      <a:lnTo>
                        <a:pt x="1525" y="4101"/>
                      </a:lnTo>
                      <a:lnTo>
                        <a:pt x="1522" y="4094"/>
                      </a:lnTo>
                      <a:lnTo>
                        <a:pt x="1519" y="4088"/>
                      </a:lnTo>
                      <a:lnTo>
                        <a:pt x="1515" y="4083"/>
                      </a:lnTo>
                      <a:lnTo>
                        <a:pt x="1509" y="4080"/>
                      </a:lnTo>
                      <a:lnTo>
                        <a:pt x="1502" y="4080"/>
                      </a:lnTo>
                      <a:lnTo>
                        <a:pt x="1493" y="4080"/>
                      </a:lnTo>
                      <a:lnTo>
                        <a:pt x="1486" y="4082"/>
                      </a:lnTo>
                      <a:lnTo>
                        <a:pt x="1480" y="4086"/>
                      </a:lnTo>
                      <a:lnTo>
                        <a:pt x="1474" y="4089"/>
                      </a:lnTo>
                      <a:lnTo>
                        <a:pt x="1462" y="4099"/>
                      </a:lnTo>
                      <a:lnTo>
                        <a:pt x="1447" y="4107"/>
                      </a:lnTo>
                      <a:lnTo>
                        <a:pt x="1433" y="4115"/>
                      </a:lnTo>
                      <a:lnTo>
                        <a:pt x="1420" y="4119"/>
                      </a:lnTo>
                      <a:lnTo>
                        <a:pt x="1405" y="4123"/>
                      </a:lnTo>
                      <a:lnTo>
                        <a:pt x="1390" y="4124"/>
                      </a:lnTo>
                      <a:lnTo>
                        <a:pt x="1374" y="4121"/>
                      </a:lnTo>
                      <a:lnTo>
                        <a:pt x="1358" y="4117"/>
                      </a:lnTo>
                      <a:lnTo>
                        <a:pt x="1355" y="4118"/>
                      </a:lnTo>
                      <a:lnTo>
                        <a:pt x="1351" y="4119"/>
                      </a:lnTo>
                      <a:lnTo>
                        <a:pt x="1349" y="4121"/>
                      </a:lnTo>
                      <a:lnTo>
                        <a:pt x="1346" y="4123"/>
                      </a:lnTo>
                      <a:lnTo>
                        <a:pt x="1340" y="4129"/>
                      </a:lnTo>
                      <a:lnTo>
                        <a:pt x="1335" y="4134"/>
                      </a:lnTo>
                      <a:lnTo>
                        <a:pt x="1323" y="4142"/>
                      </a:lnTo>
                      <a:lnTo>
                        <a:pt x="1310" y="4150"/>
                      </a:lnTo>
                      <a:lnTo>
                        <a:pt x="1299" y="4153"/>
                      </a:lnTo>
                      <a:lnTo>
                        <a:pt x="1289" y="4153"/>
                      </a:lnTo>
                      <a:lnTo>
                        <a:pt x="1285" y="4154"/>
                      </a:lnTo>
                      <a:lnTo>
                        <a:pt x="1280" y="4154"/>
                      </a:lnTo>
                      <a:lnTo>
                        <a:pt x="1276" y="4157"/>
                      </a:lnTo>
                      <a:lnTo>
                        <a:pt x="1271" y="4159"/>
                      </a:lnTo>
                      <a:lnTo>
                        <a:pt x="1264" y="4165"/>
                      </a:lnTo>
                      <a:lnTo>
                        <a:pt x="1259" y="4173"/>
                      </a:lnTo>
                      <a:lnTo>
                        <a:pt x="1257" y="4181"/>
                      </a:lnTo>
                      <a:lnTo>
                        <a:pt x="1254" y="4188"/>
                      </a:lnTo>
                      <a:lnTo>
                        <a:pt x="1252" y="4197"/>
                      </a:lnTo>
                      <a:lnTo>
                        <a:pt x="1250" y="4206"/>
                      </a:lnTo>
                      <a:lnTo>
                        <a:pt x="1247" y="4215"/>
                      </a:lnTo>
                      <a:lnTo>
                        <a:pt x="1242" y="4223"/>
                      </a:lnTo>
                      <a:lnTo>
                        <a:pt x="1235" y="4234"/>
                      </a:lnTo>
                      <a:lnTo>
                        <a:pt x="1227" y="4241"/>
                      </a:lnTo>
                      <a:lnTo>
                        <a:pt x="1217" y="4248"/>
                      </a:lnTo>
                      <a:lnTo>
                        <a:pt x="1207" y="4256"/>
                      </a:lnTo>
                      <a:lnTo>
                        <a:pt x="1194" y="4264"/>
                      </a:lnTo>
                      <a:lnTo>
                        <a:pt x="1182" y="4273"/>
                      </a:lnTo>
                      <a:lnTo>
                        <a:pt x="1171" y="4280"/>
                      </a:lnTo>
                      <a:lnTo>
                        <a:pt x="1159" y="4286"/>
                      </a:lnTo>
                      <a:lnTo>
                        <a:pt x="1147" y="4292"/>
                      </a:lnTo>
                      <a:lnTo>
                        <a:pt x="1134" y="4296"/>
                      </a:lnTo>
                      <a:lnTo>
                        <a:pt x="1119" y="4299"/>
                      </a:lnTo>
                      <a:lnTo>
                        <a:pt x="1104" y="4300"/>
                      </a:lnTo>
                      <a:lnTo>
                        <a:pt x="1101" y="4314"/>
                      </a:lnTo>
                      <a:lnTo>
                        <a:pt x="1110" y="4327"/>
                      </a:lnTo>
                      <a:lnTo>
                        <a:pt x="1117" y="4339"/>
                      </a:lnTo>
                      <a:lnTo>
                        <a:pt x="1125" y="4351"/>
                      </a:lnTo>
                      <a:lnTo>
                        <a:pt x="1133" y="4364"/>
                      </a:lnTo>
                      <a:lnTo>
                        <a:pt x="1151" y="4403"/>
                      </a:lnTo>
                      <a:lnTo>
                        <a:pt x="1166" y="4435"/>
                      </a:lnTo>
                      <a:lnTo>
                        <a:pt x="1175" y="4451"/>
                      </a:lnTo>
                      <a:lnTo>
                        <a:pt x="1184" y="4468"/>
                      </a:lnTo>
                      <a:lnTo>
                        <a:pt x="1197" y="4484"/>
                      </a:lnTo>
                      <a:lnTo>
                        <a:pt x="1210" y="4499"/>
                      </a:lnTo>
                      <a:lnTo>
                        <a:pt x="1218" y="4510"/>
                      </a:lnTo>
                      <a:lnTo>
                        <a:pt x="1224" y="4522"/>
                      </a:lnTo>
                      <a:lnTo>
                        <a:pt x="1229" y="4533"/>
                      </a:lnTo>
                      <a:lnTo>
                        <a:pt x="1234" y="4545"/>
                      </a:lnTo>
                      <a:lnTo>
                        <a:pt x="1239" y="4556"/>
                      </a:lnTo>
                      <a:lnTo>
                        <a:pt x="1244" y="4567"/>
                      </a:lnTo>
                      <a:lnTo>
                        <a:pt x="1247" y="4573"/>
                      </a:lnTo>
                      <a:lnTo>
                        <a:pt x="1251" y="4578"/>
                      </a:lnTo>
                      <a:lnTo>
                        <a:pt x="1256" y="4581"/>
                      </a:lnTo>
                      <a:lnTo>
                        <a:pt x="1262" y="4586"/>
                      </a:lnTo>
                      <a:lnTo>
                        <a:pt x="1285" y="4601"/>
                      </a:lnTo>
                      <a:lnTo>
                        <a:pt x="1306" y="4613"/>
                      </a:lnTo>
                      <a:lnTo>
                        <a:pt x="1328" y="4625"/>
                      </a:lnTo>
                      <a:lnTo>
                        <a:pt x="1351" y="4640"/>
                      </a:lnTo>
                      <a:lnTo>
                        <a:pt x="1379" y="4662"/>
                      </a:lnTo>
                      <a:lnTo>
                        <a:pt x="1402" y="4681"/>
                      </a:lnTo>
                      <a:lnTo>
                        <a:pt x="1422" y="4704"/>
                      </a:lnTo>
                      <a:lnTo>
                        <a:pt x="1444" y="4731"/>
                      </a:lnTo>
                      <a:lnTo>
                        <a:pt x="1457" y="4748"/>
                      </a:lnTo>
                      <a:lnTo>
                        <a:pt x="1470" y="4766"/>
                      </a:lnTo>
                      <a:lnTo>
                        <a:pt x="1480" y="4778"/>
                      </a:lnTo>
                      <a:lnTo>
                        <a:pt x="1490" y="4789"/>
                      </a:lnTo>
                      <a:lnTo>
                        <a:pt x="1494" y="4794"/>
                      </a:lnTo>
                      <a:lnTo>
                        <a:pt x="1498" y="4800"/>
                      </a:lnTo>
                      <a:lnTo>
                        <a:pt x="1500" y="4807"/>
                      </a:lnTo>
                      <a:lnTo>
                        <a:pt x="1502" y="4814"/>
                      </a:lnTo>
                      <a:lnTo>
                        <a:pt x="1508" y="4838"/>
                      </a:lnTo>
                      <a:lnTo>
                        <a:pt x="1515" y="4859"/>
                      </a:lnTo>
                      <a:lnTo>
                        <a:pt x="1519" y="4868"/>
                      </a:lnTo>
                      <a:lnTo>
                        <a:pt x="1521" y="4879"/>
                      </a:lnTo>
                      <a:lnTo>
                        <a:pt x="1523" y="4891"/>
                      </a:lnTo>
                      <a:lnTo>
                        <a:pt x="1525" y="4903"/>
                      </a:lnTo>
                      <a:lnTo>
                        <a:pt x="1526" y="4917"/>
                      </a:lnTo>
                      <a:lnTo>
                        <a:pt x="1527" y="4929"/>
                      </a:lnTo>
                      <a:lnTo>
                        <a:pt x="1529" y="4941"/>
                      </a:lnTo>
                      <a:lnTo>
                        <a:pt x="1534" y="4952"/>
                      </a:lnTo>
                      <a:lnTo>
                        <a:pt x="1537" y="4956"/>
                      </a:lnTo>
                      <a:lnTo>
                        <a:pt x="1539" y="4960"/>
                      </a:lnTo>
                      <a:lnTo>
                        <a:pt x="1543" y="4965"/>
                      </a:lnTo>
                      <a:lnTo>
                        <a:pt x="1546" y="4968"/>
                      </a:lnTo>
                      <a:lnTo>
                        <a:pt x="1551" y="4971"/>
                      </a:lnTo>
                      <a:lnTo>
                        <a:pt x="1555" y="4973"/>
                      </a:lnTo>
                      <a:lnTo>
                        <a:pt x="1561" y="4975"/>
                      </a:lnTo>
                      <a:lnTo>
                        <a:pt x="1567" y="4975"/>
                      </a:lnTo>
                      <a:lnTo>
                        <a:pt x="1570" y="4975"/>
                      </a:lnTo>
                      <a:lnTo>
                        <a:pt x="1575" y="4973"/>
                      </a:lnTo>
                      <a:lnTo>
                        <a:pt x="1579" y="4972"/>
                      </a:lnTo>
                      <a:lnTo>
                        <a:pt x="1582" y="4970"/>
                      </a:lnTo>
                      <a:lnTo>
                        <a:pt x="1588" y="4965"/>
                      </a:lnTo>
                      <a:lnTo>
                        <a:pt x="1596" y="4959"/>
                      </a:lnTo>
                      <a:lnTo>
                        <a:pt x="1602" y="4953"/>
                      </a:lnTo>
                      <a:lnTo>
                        <a:pt x="1608" y="4948"/>
                      </a:lnTo>
                      <a:lnTo>
                        <a:pt x="1611" y="4946"/>
                      </a:lnTo>
                      <a:lnTo>
                        <a:pt x="1615" y="4944"/>
                      </a:lnTo>
                      <a:lnTo>
                        <a:pt x="1620" y="4943"/>
                      </a:lnTo>
                      <a:lnTo>
                        <a:pt x="1623" y="4942"/>
                      </a:lnTo>
                      <a:lnTo>
                        <a:pt x="1632" y="4943"/>
                      </a:lnTo>
                      <a:lnTo>
                        <a:pt x="1638" y="4947"/>
                      </a:lnTo>
                      <a:lnTo>
                        <a:pt x="1644" y="4950"/>
                      </a:lnTo>
                      <a:lnTo>
                        <a:pt x="1650" y="4955"/>
                      </a:lnTo>
                      <a:lnTo>
                        <a:pt x="1657" y="4960"/>
                      </a:lnTo>
                      <a:lnTo>
                        <a:pt x="1664" y="4966"/>
                      </a:lnTo>
                      <a:lnTo>
                        <a:pt x="1670" y="4972"/>
                      </a:lnTo>
                      <a:lnTo>
                        <a:pt x="1675" y="4979"/>
                      </a:lnTo>
                      <a:lnTo>
                        <a:pt x="1679" y="4987"/>
                      </a:lnTo>
                      <a:lnTo>
                        <a:pt x="1683" y="4995"/>
                      </a:lnTo>
                      <a:lnTo>
                        <a:pt x="1686" y="5003"/>
                      </a:lnTo>
                      <a:lnTo>
                        <a:pt x="1689" y="5013"/>
                      </a:lnTo>
                      <a:lnTo>
                        <a:pt x="1681" y="5012"/>
                      </a:lnTo>
                      <a:lnTo>
                        <a:pt x="1675" y="5013"/>
                      </a:lnTo>
                      <a:lnTo>
                        <a:pt x="1658" y="5030"/>
                      </a:lnTo>
                      <a:lnTo>
                        <a:pt x="1640" y="5046"/>
                      </a:lnTo>
                      <a:lnTo>
                        <a:pt x="1631" y="5050"/>
                      </a:lnTo>
                      <a:lnTo>
                        <a:pt x="1621" y="5055"/>
                      </a:lnTo>
                      <a:lnTo>
                        <a:pt x="1613" y="5059"/>
                      </a:lnTo>
                      <a:lnTo>
                        <a:pt x="1602" y="5061"/>
                      </a:lnTo>
                      <a:lnTo>
                        <a:pt x="1592" y="5061"/>
                      </a:lnTo>
                      <a:lnTo>
                        <a:pt x="1582" y="5061"/>
                      </a:lnTo>
                      <a:lnTo>
                        <a:pt x="1573" y="5060"/>
                      </a:lnTo>
                      <a:lnTo>
                        <a:pt x="1563" y="5061"/>
                      </a:lnTo>
                      <a:lnTo>
                        <a:pt x="1546" y="5066"/>
                      </a:lnTo>
                      <a:lnTo>
                        <a:pt x="1532" y="5072"/>
                      </a:lnTo>
                      <a:lnTo>
                        <a:pt x="1523" y="5076"/>
                      </a:lnTo>
                      <a:lnTo>
                        <a:pt x="1516" y="5078"/>
                      </a:lnTo>
                      <a:lnTo>
                        <a:pt x="1508" y="5079"/>
                      </a:lnTo>
                      <a:lnTo>
                        <a:pt x="1499" y="5081"/>
                      </a:lnTo>
                      <a:lnTo>
                        <a:pt x="1492" y="5079"/>
                      </a:lnTo>
                      <a:lnTo>
                        <a:pt x="1486" y="5079"/>
                      </a:lnTo>
                      <a:lnTo>
                        <a:pt x="1480" y="5077"/>
                      </a:lnTo>
                      <a:lnTo>
                        <a:pt x="1475" y="5075"/>
                      </a:lnTo>
                      <a:lnTo>
                        <a:pt x="1465" y="5067"/>
                      </a:lnTo>
                      <a:lnTo>
                        <a:pt x="1457" y="5059"/>
                      </a:lnTo>
                      <a:lnTo>
                        <a:pt x="1449" y="5049"/>
                      </a:lnTo>
                      <a:lnTo>
                        <a:pt x="1443" y="5037"/>
                      </a:lnTo>
                      <a:lnTo>
                        <a:pt x="1437" y="5025"/>
                      </a:lnTo>
                      <a:lnTo>
                        <a:pt x="1432" y="5013"/>
                      </a:lnTo>
                      <a:lnTo>
                        <a:pt x="1427" y="5000"/>
                      </a:lnTo>
                      <a:lnTo>
                        <a:pt x="1424" y="4988"/>
                      </a:lnTo>
                      <a:lnTo>
                        <a:pt x="1422" y="4975"/>
                      </a:lnTo>
                      <a:lnTo>
                        <a:pt x="1418" y="4961"/>
                      </a:lnTo>
                      <a:lnTo>
                        <a:pt x="1414" y="4950"/>
                      </a:lnTo>
                      <a:lnTo>
                        <a:pt x="1409" y="4940"/>
                      </a:lnTo>
                      <a:lnTo>
                        <a:pt x="1406" y="4935"/>
                      </a:lnTo>
                      <a:lnTo>
                        <a:pt x="1404" y="4929"/>
                      </a:lnTo>
                      <a:lnTo>
                        <a:pt x="1403" y="4924"/>
                      </a:lnTo>
                      <a:lnTo>
                        <a:pt x="1403" y="4917"/>
                      </a:lnTo>
                      <a:lnTo>
                        <a:pt x="1406" y="4907"/>
                      </a:lnTo>
                      <a:lnTo>
                        <a:pt x="1412" y="4897"/>
                      </a:lnTo>
                      <a:lnTo>
                        <a:pt x="1412" y="4890"/>
                      </a:lnTo>
                      <a:lnTo>
                        <a:pt x="1412" y="4883"/>
                      </a:lnTo>
                      <a:lnTo>
                        <a:pt x="1412" y="4876"/>
                      </a:lnTo>
                      <a:lnTo>
                        <a:pt x="1416" y="4868"/>
                      </a:lnTo>
                      <a:lnTo>
                        <a:pt x="1428" y="4860"/>
                      </a:lnTo>
                      <a:lnTo>
                        <a:pt x="1441" y="4853"/>
                      </a:lnTo>
                      <a:lnTo>
                        <a:pt x="1445" y="4847"/>
                      </a:lnTo>
                      <a:lnTo>
                        <a:pt x="1447" y="4841"/>
                      </a:lnTo>
                      <a:lnTo>
                        <a:pt x="1449" y="4833"/>
                      </a:lnTo>
                      <a:lnTo>
                        <a:pt x="1451" y="4827"/>
                      </a:lnTo>
                      <a:lnTo>
                        <a:pt x="1437" y="4821"/>
                      </a:lnTo>
                      <a:lnTo>
                        <a:pt x="1423" y="4818"/>
                      </a:lnTo>
                      <a:lnTo>
                        <a:pt x="1416" y="4817"/>
                      </a:lnTo>
                      <a:lnTo>
                        <a:pt x="1410" y="4813"/>
                      </a:lnTo>
                      <a:lnTo>
                        <a:pt x="1404" y="4809"/>
                      </a:lnTo>
                      <a:lnTo>
                        <a:pt x="1399" y="4804"/>
                      </a:lnTo>
                      <a:lnTo>
                        <a:pt x="1397" y="4798"/>
                      </a:lnTo>
                      <a:lnTo>
                        <a:pt x="1396" y="4792"/>
                      </a:lnTo>
                      <a:lnTo>
                        <a:pt x="1394" y="4785"/>
                      </a:lnTo>
                      <a:lnTo>
                        <a:pt x="1393" y="4779"/>
                      </a:lnTo>
                      <a:lnTo>
                        <a:pt x="1382" y="4788"/>
                      </a:lnTo>
                      <a:lnTo>
                        <a:pt x="1373" y="4796"/>
                      </a:lnTo>
                      <a:lnTo>
                        <a:pt x="1367" y="4800"/>
                      </a:lnTo>
                      <a:lnTo>
                        <a:pt x="1362" y="4802"/>
                      </a:lnTo>
                      <a:lnTo>
                        <a:pt x="1355" y="4803"/>
                      </a:lnTo>
                      <a:lnTo>
                        <a:pt x="1349" y="4804"/>
                      </a:lnTo>
                      <a:lnTo>
                        <a:pt x="1329" y="4804"/>
                      </a:lnTo>
                      <a:lnTo>
                        <a:pt x="1312" y="4802"/>
                      </a:lnTo>
                      <a:lnTo>
                        <a:pt x="1295" y="4800"/>
                      </a:lnTo>
                      <a:lnTo>
                        <a:pt x="1277" y="4795"/>
                      </a:lnTo>
                      <a:lnTo>
                        <a:pt x="1266" y="4792"/>
                      </a:lnTo>
                      <a:lnTo>
                        <a:pt x="1257" y="4790"/>
                      </a:lnTo>
                      <a:lnTo>
                        <a:pt x="1252" y="4788"/>
                      </a:lnTo>
                      <a:lnTo>
                        <a:pt x="1247" y="4785"/>
                      </a:lnTo>
                      <a:lnTo>
                        <a:pt x="1244" y="4783"/>
                      </a:lnTo>
                      <a:lnTo>
                        <a:pt x="1239" y="4779"/>
                      </a:lnTo>
                      <a:lnTo>
                        <a:pt x="1233" y="4766"/>
                      </a:lnTo>
                      <a:lnTo>
                        <a:pt x="1227" y="4753"/>
                      </a:lnTo>
                      <a:lnTo>
                        <a:pt x="1213" y="4744"/>
                      </a:lnTo>
                      <a:lnTo>
                        <a:pt x="1200" y="4737"/>
                      </a:lnTo>
                      <a:lnTo>
                        <a:pt x="1187" y="4726"/>
                      </a:lnTo>
                      <a:lnTo>
                        <a:pt x="1176" y="4715"/>
                      </a:lnTo>
                      <a:lnTo>
                        <a:pt x="1166" y="4704"/>
                      </a:lnTo>
                      <a:lnTo>
                        <a:pt x="1156" y="4692"/>
                      </a:lnTo>
                      <a:lnTo>
                        <a:pt x="1148" y="4683"/>
                      </a:lnTo>
                      <a:lnTo>
                        <a:pt x="1141" y="4673"/>
                      </a:lnTo>
                      <a:lnTo>
                        <a:pt x="1134" y="4663"/>
                      </a:lnTo>
                      <a:lnTo>
                        <a:pt x="1127" y="4654"/>
                      </a:lnTo>
                      <a:lnTo>
                        <a:pt x="1119" y="4646"/>
                      </a:lnTo>
                      <a:lnTo>
                        <a:pt x="1112" y="4642"/>
                      </a:lnTo>
                      <a:lnTo>
                        <a:pt x="1105" y="4639"/>
                      </a:lnTo>
                      <a:lnTo>
                        <a:pt x="1096" y="4637"/>
                      </a:lnTo>
                      <a:lnTo>
                        <a:pt x="1078" y="4633"/>
                      </a:lnTo>
                      <a:lnTo>
                        <a:pt x="1059" y="4628"/>
                      </a:lnTo>
                      <a:lnTo>
                        <a:pt x="1036" y="4619"/>
                      </a:lnTo>
                      <a:lnTo>
                        <a:pt x="1016" y="4611"/>
                      </a:lnTo>
                      <a:lnTo>
                        <a:pt x="994" y="4605"/>
                      </a:lnTo>
                      <a:lnTo>
                        <a:pt x="970" y="4599"/>
                      </a:lnTo>
                      <a:lnTo>
                        <a:pt x="971" y="4580"/>
                      </a:lnTo>
                      <a:lnTo>
                        <a:pt x="975" y="4563"/>
                      </a:lnTo>
                      <a:lnTo>
                        <a:pt x="978" y="4548"/>
                      </a:lnTo>
                      <a:lnTo>
                        <a:pt x="983" y="4533"/>
                      </a:lnTo>
                      <a:lnTo>
                        <a:pt x="994" y="4504"/>
                      </a:lnTo>
                      <a:lnTo>
                        <a:pt x="1008" y="4470"/>
                      </a:lnTo>
                      <a:lnTo>
                        <a:pt x="1017" y="4447"/>
                      </a:lnTo>
                      <a:lnTo>
                        <a:pt x="1023" y="4426"/>
                      </a:lnTo>
                      <a:lnTo>
                        <a:pt x="1029" y="4404"/>
                      </a:lnTo>
                      <a:lnTo>
                        <a:pt x="1037" y="4381"/>
                      </a:lnTo>
                      <a:lnTo>
                        <a:pt x="1042" y="4364"/>
                      </a:lnTo>
                      <a:lnTo>
                        <a:pt x="1048" y="4349"/>
                      </a:lnTo>
                      <a:lnTo>
                        <a:pt x="1054" y="4334"/>
                      </a:lnTo>
                      <a:lnTo>
                        <a:pt x="1059" y="4316"/>
                      </a:lnTo>
                      <a:lnTo>
                        <a:pt x="1061" y="4302"/>
                      </a:lnTo>
                      <a:lnTo>
                        <a:pt x="1064" y="4288"/>
                      </a:lnTo>
                      <a:lnTo>
                        <a:pt x="1065" y="4282"/>
                      </a:lnTo>
                      <a:lnTo>
                        <a:pt x="1068" y="4276"/>
                      </a:lnTo>
                      <a:lnTo>
                        <a:pt x="1071" y="4270"/>
                      </a:lnTo>
                      <a:lnTo>
                        <a:pt x="1075" y="4265"/>
                      </a:lnTo>
                      <a:lnTo>
                        <a:pt x="1081" y="4261"/>
                      </a:lnTo>
                      <a:lnTo>
                        <a:pt x="1087" y="4257"/>
                      </a:lnTo>
                      <a:lnTo>
                        <a:pt x="1093" y="4255"/>
                      </a:lnTo>
                      <a:lnTo>
                        <a:pt x="1100" y="4253"/>
                      </a:lnTo>
                      <a:lnTo>
                        <a:pt x="1106" y="4251"/>
                      </a:lnTo>
                      <a:lnTo>
                        <a:pt x="1113" y="4250"/>
                      </a:lnTo>
                      <a:lnTo>
                        <a:pt x="1121" y="4247"/>
                      </a:lnTo>
                      <a:lnTo>
                        <a:pt x="1127" y="4242"/>
                      </a:lnTo>
                      <a:lnTo>
                        <a:pt x="1136" y="4235"/>
                      </a:lnTo>
                      <a:lnTo>
                        <a:pt x="1143" y="4227"/>
                      </a:lnTo>
                      <a:lnTo>
                        <a:pt x="1151" y="4217"/>
                      </a:lnTo>
                      <a:lnTo>
                        <a:pt x="1159" y="4207"/>
                      </a:lnTo>
                      <a:lnTo>
                        <a:pt x="1165" y="4198"/>
                      </a:lnTo>
                      <a:lnTo>
                        <a:pt x="1170" y="4188"/>
                      </a:lnTo>
                      <a:lnTo>
                        <a:pt x="1175" y="4179"/>
                      </a:lnTo>
                      <a:lnTo>
                        <a:pt x="1181" y="4169"/>
                      </a:lnTo>
                      <a:lnTo>
                        <a:pt x="1198" y="4147"/>
                      </a:lnTo>
                      <a:lnTo>
                        <a:pt x="1213" y="4128"/>
                      </a:lnTo>
                      <a:lnTo>
                        <a:pt x="1219" y="4118"/>
                      </a:lnTo>
                      <a:lnTo>
                        <a:pt x="1227" y="4107"/>
                      </a:lnTo>
                      <a:lnTo>
                        <a:pt x="1232" y="4095"/>
                      </a:lnTo>
                      <a:lnTo>
                        <a:pt x="1235" y="4082"/>
                      </a:lnTo>
                      <a:lnTo>
                        <a:pt x="1412" y="3752"/>
                      </a:lnTo>
                      <a:lnTo>
                        <a:pt x="1427" y="3766"/>
                      </a:lnTo>
                      <a:lnTo>
                        <a:pt x="1441" y="3777"/>
                      </a:lnTo>
                      <a:lnTo>
                        <a:pt x="1449" y="3782"/>
                      </a:lnTo>
                      <a:lnTo>
                        <a:pt x="1457" y="3784"/>
                      </a:lnTo>
                      <a:lnTo>
                        <a:pt x="1467" y="3787"/>
                      </a:lnTo>
                      <a:lnTo>
                        <a:pt x="1476" y="3787"/>
                      </a:lnTo>
                      <a:lnTo>
                        <a:pt x="1481" y="3785"/>
                      </a:lnTo>
                      <a:lnTo>
                        <a:pt x="1484" y="3783"/>
                      </a:lnTo>
                      <a:lnTo>
                        <a:pt x="1486" y="3778"/>
                      </a:lnTo>
                      <a:lnTo>
                        <a:pt x="1490" y="3775"/>
                      </a:lnTo>
                      <a:lnTo>
                        <a:pt x="1493" y="3770"/>
                      </a:lnTo>
                      <a:lnTo>
                        <a:pt x="1498" y="3765"/>
                      </a:lnTo>
                      <a:lnTo>
                        <a:pt x="1503" y="3761"/>
                      </a:lnTo>
                      <a:lnTo>
                        <a:pt x="1509" y="3758"/>
                      </a:lnTo>
                      <a:lnTo>
                        <a:pt x="1519" y="3756"/>
                      </a:lnTo>
                      <a:lnTo>
                        <a:pt x="1528" y="3755"/>
                      </a:lnTo>
                      <a:lnTo>
                        <a:pt x="1538" y="3753"/>
                      </a:lnTo>
                      <a:lnTo>
                        <a:pt x="1547" y="3748"/>
                      </a:lnTo>
                      <a:lnTo>
                        <a:pt x="1556" y="3741"/>
                      </a:lnTo>
                      <a:lnTo>
                        <a:pt x="1562" y="3732"/>
                      </a:lnTo>
                      <a:lnTo>
                        <a:pt x="1568" y="3724"/>
                      </a:lnTo>
                      <a:lnTo>
                        <a:pt x="1573" y="3713"/>
                      </a:lnTo>
                      <a:lnTo>
                        <a:pt x="1576" y="3707"/>
                      </a:lnTo>
                      <a:lnTo>
                        <a:pt x="1581" y="3701"/>
                      </a:lnTo>
                      <a:lnTo>
                        <a:pt x="1584" y="3695"/>
                      </a:lnTo>
                      <a:lnTo>
                        <a:pt x="1586" y="3688"/>
                      </a:lnTo>
                      <a:lnTo>
                        <a:pt x="1585" y="3679"/>
                      </a:lnTo>
                      <a:lnTo>
                        <a:pt x="1582" y="3672"/>
                      </a:lnTo>
                      <a:lnTo>
                        <a:pt x="1579" y="3666"/>
                      </a:lnTo>
                      <a:lnTo>
                        <a:pt x="1574" y="3661"/>
                      </a:lnTo>
                      <a:lnTo>
                        <a:pt x="1562" y="3650"/>
                      </a:lnTo>
                      <a:lnTo>
                        <a:pt x="1550" y="3639"/>
                      </a:lnTo>
                      <a:lnTo>
                        <a:pt x="1627" y="3463"/>
                      </a:lnTo>
                      <a:lnTo>
                        <a:pt x="1608" y="3466"/>
                      </a:lnTo>
                      <a:lnTo>
                        <a:pt x="1528" y="3624"/>
                      </a:lnTo>
                      <a:lnTo>
                        <a:pt x="1520" y="3636"/>
                      </a:lnTo>
                      <a:lnTo>
                        <a:pt x="1511" y="3649"/>
                      </a:lnTo>
                      <a:lnTo>
                        <a:pt x="1509" y="3642"/>
                      </a:lnTo>
                      <a:lnTo>
                        <a:pt x="1505" y="3636"/>
                      </a:lnTo>
                      <a:lnTo>
                        <a:pt x="1492" y="3635"/>
                      </a:lnTo>
                      <a:lnTo>
                        <a:pt x="1480" y="3633"/>
                      </a:lnTo>
                      <a:lnTo>
                        <a:pt x="1468" y="3633"/>
                      </a:lnTo>
                      <a:lnTo>
                        <a:pt x="1453" y="3633"/>
                      </a:lnTo>
                      <a:lnTo>
                        <a:pt x="1453" y="3645"/>
                      </a:lnTo>
                      <a:lnTo>
                        <a:pt x="1455" y="3656"/>
                      </a:lnTo>
                      <a:lnTo>
                        <a:pt x="1455" y="3662"/>
                      </a:lnTo>
                      <a:lnTo>
                        <a:pt x="1455" y="3667"/>
                      </a:lnTo>
                      <a:lnTo>
                        <a:pt x="1453" y="3672"/>
                      </a:lnTo>
                      <a:lnTo>
                        <a:pt x="1451" y="3678"/>
                      </a:lnTo>
                      <a:lnTo>
                        <a:pt x="1447" y="3683"/>
                      </a:lnTo>
                      <a:lnTo>
                        <a:pt x="1443" y="3686"/>
                      </a:lnTo>
                      <a:lnTo>
                        <a:pt x="1438" y="3689"/>
                      </a:lnTo>
                      <a:lnTo>
                        <a:pt x="1433" y="3691"/>
                      </a:lnTo>
                      <a:lnTo>
                        <a:pt x="1427" y="3694"/>
                      </a:lnTo>
                      <a:lnTo>
                        <a:pt x="1422" y="3696"/>
                      </a:lnTo>
                      <a:lnTo>
                        <a:pt x="1417" y="3700"/>
                      </a:lnTo>
                      <a:lnTo>
                        <a:pt x="1412" y="3703"/>
                      </a:lnTo>
                      <a:lnTo>
                        <a:pt x="1404" y="3713"/>
                      </a:lnTo>
                      <a:lnTo>
                        <a:pt x="1397" y="3723"/>
                      </a:lnTo>
                      <a:lnTo>
                        <a:pt x="1388" y="3732"/>
                      </a:lnTo>
                      <a:lnTo>
                        <a:pt x="1380" y="3742"/>
                      </a:lnTo>
                      <a:lnTo>
                        <a:pt x="1140" y="4194"/>
                      </a:lnTo>
                      <a:lnTo>
                        <a:pt x="1123" y="4206"/>
                      </a:lnTo>
                      <a:lnTo>
                        <a:pt x="1107" y="4216"/>
                      </a:lnTo>
                      <a:lnTo>
                        <a:pt x="1092" y="4227"/>
                      </a:lnTo>
                      <a:lnTo>
                        <a:pt x="1075" y="4240"/>
                      </a:lnTo>
                      <a:lnTo>
                        <a:pt x="1072" y="4246"/>
                      </a:lnTo>
                      <a:lnTo>
                        <a:pt x="1069" y="4252"/>
                      </a:lnTo>
                      <a:lnTo>
                        <a:pt x="1054" y="4259"/>
                      </a:lnTo>
                      <a:lnTo>
                        <a:pt x="1040" y="4265"/>
                      </a:lnTo>
                      <a:lnTo>
                        <a:pt x="966" y="4499"/>
                      </a:lnTo>
                      <a:lnTo>
                        <a:pt x="957" y="4492"/>
                      </a:lnTo>
                      <a:lnTo>
                        <a:pt x="948" y="4485"/>
                      </a:lnTo>
                      <a:lnTo>
                        <a:pt x="943" y="4481"/>
                      </a:lnTo>
                      <a:lnTo>
                        <a:pt x="938" y="4479"/>
                      </a:lnTo>
                      <a:lnTo>
                        <a:pt x="934" y="4478"/>
                      </a:lnTo>
                      <a:lnTo>
                        <a:pt x="928" y="4478"/>
                      </a:lnTo>
                      <a:lnTo>
                        <a:pt x="922" y="4478"/>
                      </a:lnTo>
                      <a:lnTo>
                        <a:pt x="917" y="4480"/>
                      </a:lnTo>
                      <a:lnTo>
                        <a:pt x="912" y="4484"/>
                      </a:lnTo>
                      <a:lnTo>
                        <a:pt x="907" y="4487"/>
                      </a:lnTo>
                      <a:lnTo>
                        <a:pt x="899" y="4496"/>
                      </a:lnTo>
                      <a:lnTo>
                        <a:pt x="889" y="4503"/>
                      </a:lnTo>
                      <a:lnTo>
                        <a:pt x="876" y="4509"/>
                      </a:lnTo>
                      <a:lnTo>
                        <a:pt x="864" y="4514"/>
                      </a:lnTo>
                      <a:lnTo>
                        <a:pt x="850" y="4519"/>
                      </a:lnTo>
                      <a:lnTo>
                        <a:pt x="838" y="4525"/>
                      </a:lnTo>
                      <a:lnTo>
                        <a:pt x="831" y="4533"/>
                      </a:lnTo>
                      <a:lnTo>
                        <a:pt x="825" y="4542"/>
                      </a:lnTo>
                      <a:lnTo>
                        <a:pt x="350" y="4182"/>
                      </a:lnTo>
                      <a:lnTo>
                        <a:pt x="350" y="4188"/>
                      </a:lnTo>
                      <a:lnTo>
                        <a:pt x="350" y="4194"/>
                      </a:lnTo>
                      <a:lnTo>
                        <a:pt x="342" y="4203"/>
                      </a:lnTo>
                      <a:lnTo>
                        <a:pt x="334" y="4211"/>
                      </a:lnTo>
                      <a:lnTo>
                        <a:pt x="806" y="4563"/>
                      </a:lnTo>
                      <a:lnTo>
                        <a:pt x="808" y="4578"/>
                      </a:lnTo>
                      <a:lnTo>
                        <a:pt x="811" y="4591"/>
                      </a:lnTo>
                      <a:lnTo>
                        <a:pt x="812" y="4603"/>
                      </a:lnTo>
                      <a:lnTo>
                        <a:pt x="812" y="4615"/>
                      </a:lnTo>
                      <a:lnTo>
                        <a:pt x="813" y="4627"/>
                      </a:lnTo>
                      <a:lnTo>
                        <a:pt x="815" y="4640"/>
                      </a:lnTo>
                      <a:lnTo>
                        <a:pt x="818" y="4652"/>
                      </a:lnTo>
                      <a:lnTo>
                        <a:pt x="822" y="4667"/>
                      </a:lnTo>
                      <a:lnTo>
                        <a:pt x="826" y="4677"/>
                      </a:lnTo>
                      <a:lnTo>
                        <a:pt x="831" y="4686"/>
                      </a:lnTo>
                      <a:lnTo>
                        <a:pt x="838" y="4695"/>
                      </a:lnTo>
                      <a:lnTo>
                        <a:pt x="846" y="4702"/>
                      </a:lnTo>
                      <a:lnTo>
                        <a:pt x="853" y="4709"/>
                      </a:lnTo>
                      <a:lnTo>
                        <a:pt x="863" y="4714"/>
                      </a:lnTo>
                      <a:lnTo>
                        <a:pt x="872" y="4720"/>
                      </a:lnTo>
                      <a:lnTo>
                        <a:pt x="883" y="4724"/>
                      </a:lnTo>
                      <a:lnTo>
                        <a:pt x="882" y="4738"/>
                      </a:lnTo>
                      <a:lnTo>
                        <a:pt x="881" y="4750"/>
                      </a:lnTo>
                      <a:lnTo>
                        <a:pt x="881" y="4762"/>
                      </a:lnTo>
                      <a:lnTo>
                        <a:pt x="883" y="4776"/>
                      </a:lnTo>
                      <a:lnTo>
                        <a:pt x="866" y="4779"/>
                      </a:lnTo>
                      <a:lnTo>
                        <a:pt x="858" y="4771"/>
                      </a:lnTo>
                      <a:lnTo>
                        <a:pt x="849" y="4762"/>
                      </a:lnTo>
                      <a:lnTo>
                        <a:pt x="842" y="4754"/>
                      </a:lnTo>
                      <a:lnTo>
                        <a:pt x="835" y="4743"/>
                      </a:lnTo>
                      <a:lnTo>
                        <a:pt x="828" y="4754"/>
                      </a:lnTo>
                      <a:lnTo>
                        <a:pt x="822" y="4763"/>
                      </a:lnTo>
                      <a:lnTo>
                        <a:pt x="815" y="4773"/>
                      </a:lnTo>
                      <a:lnTo>
                        <a:pt x="809" y="4782"/>
                      </a:lnTo>
                      <a:lnTo>
                        <a:pt x="799" y="4794"/>
                      </a:lnTo>
                      <a:lnTo>
                        <a:pt x="791" y="4804"/>
                      </a:lnTo>
                      <a:lnTo>
                        <a:pt x="788" y="4809"/>
                      </a:lnTo>
                      <a:lnTo>
                        <a:pt x="785" y="4815"/>
                      </a:lnTo>
                      <a:lnTo>
                        <a:pt x="784" y="4823"/>
                      </a:lnTo>
                      <a:lnTo>
                        <a:pt x="783" y="4830"/>
                      </a:lnTo>
                      <a:lnTo>
                        <a:pt x="784" y="4836"/>
                      </a:lnTo>
                      <a:lnTo>
                        <a:pt x="785" y="4839"/>
                      </a:lnTo>
                      <a:lnTo>
                        <a:pt x="788" y="4844"/>
                      </a:lnTo>
                      <a:lnTo>
                        <a:pt x="791" y="4847"/>
                      </a:lnTo>
                      <a:lnTo>
                        <a:pt x="800" y="4853"/>
                      </a:lnTo>
                      <a:lnTo>
                        <a:pt x="809" y="4859"/>
                      </a:lnTo>
                      <a:lnTo>
                        <a:pt x="815" y="4860"/>
                      </a:lnTo>
                      <a:lnTo>
                        <a:pt x="822" y="4862"/>
                      </a:lnTo>
                      <a:lnTo>
                        <a:pt x="824" y="4868"/>
                      </a:lnTo>
                      <a:lnTo>
                        <a:pt x="824" y="4874"/>
                      </a:lnTo>
                      <a:lnTo>
                        <a:pt x="823" y="4880"/>
                      </a:lnTo>
                      <a:lnTo>
                        <a:pt x="822" y="4888"/>
                      </a:lnTo>
                      <a:lnTo>
                        <a:pt x="822" y="4901"/>
                      </a:lnTo>
                      <a:lnTo>
                        <a:pt x="820" y="4912"/>
                      </a:lnTo>
                      <a:lnTo>
                        <a:pt x="818" y="4924"/>
                      </a:lnTo>
                      <a:lnTo>
                        <a:pt x="815" y="4933"/>
                      </a:lnTo>
                      <a:lnTo>
                        <a:pt x="808" y="4954"/>
                      </a:lnTo>
                      <a:lnTo>
                        <a:pt x="800" y="4978"/>
                      </a:lnTo>
                      <a:lnTo>
                        <a:pt x="794" y="4993"/>
                      </a:lnTo>
                      <a:lnTo>
                        <a:pt x="789" y="5006"/>
                      </a:lnTo>
                      <a:lnTo>
                        <a:pt x="784" y="5019"/>
                      </a:lnTo>
                      <a:lnTo>
                        <a:pt x="777" y="5032"/>
                      </a:lnTo>
                      <a:lnTo>
                        <a:pt x="770" y="5042"/>
                      </a:lnTo>
                      <a:lnTo>
                        <a:pt x="762" y="5052"/>
                      </a:lnTo>
                      <a:lnTo>
                        <a:pt x="756" y="5060"/>
                      </a:lnTo>
                      <a:lnTo>
                        <a:pt x="752" y="5071"/>
                      </a:lnTo>
                      <a:lnTo>
                        <a:pt x="750" y="5083"/>
                      </a:lnTo>
                      <a:lnTo>
                        <a:pt x="752" y="5096"/>
                      </a:lnTo>
                      <a:lnTo>
                        <a:pt x="749" y="5110"/>
                      </a:lnTo>
                      <a:lnTo>
                        <a:pt x="746" y="5122"/>
                      </a:lnTo>
                      <a:lnTo>
                        <a:pt x="742" y="5131"/>
                      </a:lnTo>
                      <a:lnTo>
                        <a:pt x="737" y="5142"/>
                      </a:lnTo>
                      <a:lnTo>
                        <a:pt x="727" y="5163"/>
                      </a:lnTo>
                      <a:lnTo>
                        <a:pt x="719" y="5187"/>
                      </a:lnTo>
                      <a:lnTo>
                        <a:pt x="714" y="5204"/>
                      </a:lnTo>
                      <a:lnTo>
                        <a:pt x="708" y="5219"/>
                      </a:lnTo>
                      <a:lnTo>
                        <a:pt x="702" y="5235"/>
                      </a:lnTo>
                      <a:lnTo>
                        <a:pt x="694" y="5251"/>
                      </a:lnTo>
                      <a:lnTo>
                        <a:pt x="689" y="5276"/>
                      </a:lnTo>
                      <a:lnTo>
                        <a:pt x="683" y="5300"/>
                      </a:lnTo>
                      <a:lnTo>
                        <a:pt x="676" y="5322"/>
                      </a:lnTo>
                      <a:lnTo>
                        <a:pt x="668" y="5342"/>
                      </a:lnTo>
                      <a:lnTo>
                        <a:pt x="651" y="5383"/>
                      </a:lnTo>
                      <a:lnTo>
                        <a:pt x="632" y="5430"/>
                      </a:lnTo>
                      <a:lnTo>
                        <a:pt x="625" y="5453"/>
                      </a:lnTo>
                      <a:lnTo>
                        <a:pt x="620" y="5475"/>
                      </a:lnTo>
                      <a:lnTo>
                        <a:pt x="614" y="5497"/>
                      </a:lnTo>
                      <a:lnTo>
                        <a:pt x="607" y="5520"/>
                      </a:lnTo>
                      <a:lnTo>
                        <a:pt x="598" y="5540"/>
                      </a:lnTo>
                      <a:lnTo>
                        <a:pt x="590" y="5558"/>
                      </a:lnTo>
                      <a:lnTo>
                        <a:pt x="582" y="5575"/>
                      </a:lnTo>
                      <a:lnTo>
                        <a:pt x="572" y="5591"/>
                      </a:lnTo>
                      <a:lnTo>
                        <a:pt x="563" y="5606"/>
                      </a:lnTo>
                      <a:lnTo>
                        <a:pt x="554" y="5623"/>
                      </a:lnTo>
                      <a:lnTo>
                        <a:pt x="545" y="5641"/>
                      </a:lnTo>
                      <a:lnTo>
                        <a:pt x="536" y="5661"/>
                      </a:lnTo>
                      <a:lnTo>
                        <a:pt x="530" y="5681"/>
                      </a:lnTo>
                      <a:lnTo>
                        <a:pt x="526" y="5699"/>
                      </a:lnTo>
                      <a:lnTo>
                        <a:pt x="524" y="5717"/>
                      </a:lnTo>
                      <a:lnTo>
                        <a:pt x="520" y="5738"/>
                      </a:lnTo>
                      <a:lnTo>
                        <a:pt x="516" y="5750"/>
                      </a:lnTo>
                      <a:lnTo>
                        <a:pt x="513" y="5761"/>
                      </a:lnTo>
                      <a:lnTo>
                        <a:pt x="510" y="5766"/>
                      </a:lnTo>
                      <a:lnTo>
                        <a:pt x="509" y="5770"/>
                      </a:lnTo>
                      <a:lnTo>
                        <a:pt x="508" y="5776"/>
                      </a:lnTo>
                      <a:lnTo>
                        <a:pt x="507" y="5784"/>
                      </a:lnTo>
                      <a:lnTo>
                        <a:pt x="512" y="5799"/>
                      </a:lnTo>
                      <a:lnTo>
                        <a:pt x="516" y="5815"/>
                      </a:lnTo>
                      <a:lnTo>
                        <a:pt x="516" y="5819"/>
                      </a:lnTo>
                      <a:lnTo>
                        <a:pt x="515" y="5822"/>
                      </a:lnTo>
                      <a:lnTo>
                        <a:pt x="513" y="5826"/>
                      </a:lnTo>
                      <a:lnTo>
                        <a:pt x="510" y="5830"/>
                      </a:lnTo>
                      <a:lnTo>
                        <a:pt x="506" y="5834"/>
                      </a:lnTo>
                      <a:lnTo>
                        <a:pt x="501" y="5840"/>
                      </a:lnTo>
                      <a:lnTo>
                        <a:pt x="493" y="5851"/>
                      </a:lnTo>
                      <a:lnTo>
                        <a:pt x="486" y="5862"/>
                      </a:lnTo>
                      <a:lnTo>
                        <a:pt x="479" y="5873"/>
                      </a:lnTo>
                      <a:lnTo>
                        <a:pt x="472" y="5883"/>
                      </a:lnTo>
                      <a:lnTo>
                        <a:pt x="241" y="6522"/>
                      </a:lnTo>
                      <a:lnTo>
                        <a:pt x="231" y="6524"/>
                      </a:lnTo>
                      <a:lnTo>
                        <a:pt x="221" y="6529"/>
                      </a:lnTo>
                      <a:lnTo>
                        <a:pt x="214" y="6536"/>
                      </a:lnTo>
                      <a:lnTo>
                        <a:pt x="206" y="6544"/>
                      </a:lnTo>
                      <a:lnTo>
                        <a:pt x="200" y="6552"/>
                      </a:lnTo>
                      <a:lnTo>
                        <a:pt x="197" y="6560"/>
                      </a:lnTo>
                      <a:lnTo>
                        <a:pt x="193" y="6571"/>
                      </a:lnTo>
                      <a:lnTo>
                        <a:pt x="190" y="6582"/>
                      </a:lnTo>
                      <a:lnTo>
                        <a:pt x="199" y="6621"/>
                      </a:lnTo>
                      <a:lnTo>
                        <a:pt x="199" y="6686"/>
                      </a:lnTo>
                      <a:lnTo>
                        <a:pt x="200" y="6694"/>
                      </a:lnTo>
                      <a:lnTo>
                        <a:pt x="203" y="6702"/>
                      </a:lnTo>
                      <a:lnTo>
                        <a:pt x="205" y="6709"/>
                      </a:lnTo>
                      <a:lnTo>
                        <a:pt x="210" y="6716"/>
                      </a:lnTo>
                      <a:lnTo>
                        <a:pt x="221" y="6729"/>
                      </a:lnTo>
                      <a:lnTo>
                        <a:pt x="232" y="6743"/>
                      </a:lnTo>
                      <a:lnTo>
                        <a:pt x="0" y="6897"/>
                      </a:lnTo>
                      <a:lnTo>
                        <a:pt x="10" y="6913"/>
                      </a:lnTo>
                      <a:lnTo>
                        <a:pt x="251" y="6762"/>
                      </a:lnTo>
                      <a:lnTo>
                        <a:pt x="427" y="7048"/>
                      </a:lnTo>
                      <a:lnTo>
                        <a:pt x="442" y="7063"/>
                      </a:lnTo>
                      <a:lnTo>
                        <a:pt x="456" y="7080"/>
                      </a:lnTo>
                      <a:lnTo>
                        <a:pt x="462" y="7085"/>
                      </a:lnTo>
                      <a:lnTo>
                        <a:pt x="468" y="7089"/>
                      </a:lnTo>
                      <a:lnTo>
                        <a:pt x="474" y="7091"/>
                      </a:lnTo>
                      <a:lnTo>
                        <a:pt x="480" y="7095"/>
                      </a:lnTo>
                      <a:lnTo>
                        <a:pt x="493" y="7099"/>
                      </a:lnTo>
                      <a:lnTo>
                        <a:pt x="507" y="7106"/>
                      </a:lnTo>
                      <a:lnTo>
                        <a:pt x="518" y="7113"/>
                      </a:lnTo>
                      <a:lnTo>
                        <a:pt x="526" y="7121"/>
                      </a:lnTo>
                      <a:lnTo>
                        <a:pt x="531" y="7125"/>
                      </a:lnTo>
                      <a:lnTo>
                        <a:pt x="534" y="7128"/>
                      </a:lnTo>
                      <a:lnTo>
                        <a:pt x="541" y="7132"/>
                      </a:lnTo>
                      <a:lnTo>
                        <a:pt x="545" y="7134"/>
                      </a:lnTo>
                      <a:lnTo>
                        <a:pt x="555" y="7138"/>
                      </a:lnTo>
                      <a:lnTo>
                        <a:pt x="565" y="7142"/>
                      </a:lnTo>
                      <a:lnTo>
                        <a:pt x="574" y="7144"/>
                      </a:lnTo>
                      <a:lnTo>
                        <a:pt x="584" y="7148"/>
                      </a:lnTo>
                      <a:lnTo>
                        <a:pt x="604" y="7147"/>
                      </a:lnTo>
                      <a:lnTo>
                        <a:pt x="623" y="7145"/>
                      </a:lnTo>
                      <a:lnTo>
                        <a:pt x="641" y="7144"/>
                      </a:lnTo>
                      <a:lnTo>
                        <a:pt x="661" y="7144"/>
                      </a:lnTo>
                      <a:lnTo>
                        <a:pt x="688" y="7145"/>
                      </a:lnTo>
                      <a:lnTo>
                        <a:pt x="713" y="7148"/>
                      </a:lnTo>
                      <a:lnTo>
                        <a:pt x="737" y="7153"/>
                      </a:lnTo>
                      <a:lnTo>
                        <a:pt x="764" y="7157"/>
                      </a:lnTo>
                      <a:lnTo>
                        <a:pt x="777" y="7160"/>
                      </a:lnTo>
                      <a:lnTo>
                        <a:pt x="790" y="7163"/>
                      </a:lnTo>
                      <a:lnTo>
                        <a:pt x="856" y="7163"/>
                      </a:lnTo>
                      <a:lnTo>
                        <a:pt x="871" y="7162"/>
                      </a:lnTo>
                      <a:lnTo>
                        <a:pt x="883" y="7160"/>
                      </a:lnTo>
                      <a:lnTo>
                        <a:pt x="895" y="7156"/>
                      </a:lnTo>
                      <a:lnTo>
                        <a:pt x="908" y="7154"/>
                      </a:lnTo>
                      <a:lnTo>
                        <a:pt x="946" y="7148"/>
                      </a:lnTo>
                      <a:lnTo>
                        <a:pt x="978" y="7144"/>
                      </a:lnTo>
                      <a:lnTo>
                        <a:pt x="1012" y="7142"/>
                      </a:lnTo>
                      <a:lnTo>
                        <a:pt x="1049" y="7140"/>
                      </a:lnTo>
                      <a:lnTo>
                        <a:pt x="1078" y="7142"/>
                      </a:lnTo>
                      <a:lnTo>
                        <a:pt x="1104" y="7142"/>
                      </a:lnTo>
                      <a:lnTo>
                        <a:pt x="1129" y="7144"/>
                      </a:lnTo>
                      <a:lnTo>
                        <a:pt x="1152" y="7145"/>
                      </a:lnTo>
                      <a:lnTo>
                        <a:pt x="1176" y="7148"/>
                      </a:lnTo>
                      <a:lnTo>
                        <a:pt x="1200" y="7149"/>
                      </a:lnTo>
                      <a:lnTo>
                        <a:pt x="1227" y="7150"/>
                      </a:lnTo>
                      <a:lnTo>
                        <a:pt x="1254" y="7150"/>
                      </a:lnTo>
                      <a:lnTo>
                        <a:pt x="1277" y="7150"/>
                      </a:lnTo>
                      <a:lnTo>
                        <a:pt x="1297" y="7149"/>
                      </a:lnTo>
                      <a:lnTo>
                        <a:pt x="1316" y="7148"/>
                      </a:lnTo>
                      <a:lnTo>
                        <a:pt x="1339" y="7148"/>
                      </a:lnTo>
                      <a:lnTo>
                        <a:pt x="1361" y="7147"/>
                      </a:lnTo>
                      <a:lnTo>
                        <a:pt x="1381" y="7145"/>
                      </a:lnTo>
                      <a:lnTo>
                        <a:pt x="1391" y="7143"/>
                      </a:lnTo>
                      <a:lnTo>
                        <a:pt x="1399" y="7140"/>
                      </a:lnTo>
                      <a:lnTo>
                        <a:pt x="1408" y="7134"/>
                      </a:lnTo>
                      <a:lnTo>
                        <a:pt x="1416" y="7128"/>
                      </a:lnTo>
                      <a:lnTo>
                        <a:pt x="1418" y="7124"/>
                      </a:lnTo>
                      <a:lnTo>
                        <a:pt x="1422" y="7119"/>
                      </a:lnTo>
                      <a:lnTo>
                        <a:pt x="1423" y="7114"/>
                      </a:lnTo>
                      <a:lnTo>
                        <a:pt x="1426" y="7109"/>
                      </a:lnTo>
                      <a:lnTo>
                        <a:pt x="1428" y="7097"/>
                      </a:lnTo>
                      <a:lnTo>
                        <a:pt x="1432" y="7086"/>
                      </a:lnTo>
                      <a:lnTo>
                        <a:pt x="902" y="6043"/>
                      </a:lnTo>
                      <a:lnTo>
                        <a:pt x="877" y="5798"/>
                      </a:lnTo>
                      <a:lnTo>
                        <a:pt x="1025" y="5669"/>
                      </a:lnTo>
                      <a:lnTo>
                        <a:pt x="1136" y="5985"/>
                      </a:lnTo>
                      <a:lnTo>
                        <a:pt x="1358" y="5748"/>
                      </a:lnTo>
                      <a:lnTo>
                        <a:pt x="1447" y="5844"/>
                      </a:lnTo>
                      <a:lnTo>
                        <a:pt x="1239" y="6076"/>
                      </a:lnTo>
                      <a:lnTo>
                        <a:pt x="1364" y="6191"/>
                      </a:lnTo>
                      <a:lnTo>
                        <a:pt x="1608" y="5969"/>
                      </a:lnTo>
                      <a:lnTo>
                        <a:pt x="1625" y="5968"/>
                      </a:lnTo>
                      <a:lnTo>
                        <a:pt x="1638" y="5968"/>
                      </a:lnTo>
                      <a:lnTo>
                        <a:pt x="1652" y="5968"/>
                      </a:lnTo>
                      <a:lnTo>
                        <a:pt x="1669" y="5969"/>
                      </a:lnTo>
                      <a:lnTo>
                        <a:pt x="1670" y="5985"/>
                      </a:lnTo>
                      <a:lnTo>
                        <a:pt x="1672" y="6002"/>
                      </a:lnTo>
                      <a:lnTo>
                        <a:pt x="1668" y="6013"/>
                      </a:lnTo>
                      <a:lnTo>
                        <a:pt x="1662" y="6024"/>
                      </a:lnTo>
                      <a:lnTo>
                        <a:pt x="1383" y="6338"/>
                      </a:lnTo>
                      <a:lnTo>
                        <a:pt x="1444" y="6402"/>
                      </a:lnTo>
                      <a:lnTo>
                        <a:pt x="1511" y="6361"/>
                      </a:lnTo>
                      <a:lnTo>
                        <a:pt x="1602" y="6470"/>
                      </a:lnTo>
                      <a:lnTo>
                        <a:pt x="1544" y="6528"/>
                      </a:lnTo>
                      <a:lnTo>
                        <a:pt x="1785" y="6816"/>
                      </a:lnTo>
                      <a:lnTo>
                        <a:pt x="1913" y="6717"/>
                      </a:lnTo>
                      <a:lnTo>
                        <a:pt x="1996" y="6814"/>
                      </a:lnTo>
                      <a:lnTo>
                        <a:pt x="2278" y="6566"/>
                      </a:lnTo>
                      <a:lnTo>
                        <a:pt x="2118" y="6393"/>
                      </a:lnTo>
                      <a:lnTo>
                        <a:pt x="2106" y="6172"/>
                      </a:lnTo>
                      <a:lnTo>
                        <a:pt x="2240" y="6146"/>
                      </a:lnTo>
                      <a:lnTo>
                        <a:pt x="2257" y="6296"/>
                      </a:lnTo>
                      <a:lnTo>
                        <a:pt x="2439" y="6509"/>
                      </a:lnTo>
                      <a:lnTo>
                        <a:pt x="2554" y="6476"/>
                      </a:lnTo>
                      <a:lnTo>
                        <a:pt x="2525" y="6082"/>
                      </a:lnTo>
                      <a:lnTo>
                        <a:pt x="2612" y="6053"/>
                      </a:lnTo>
                      <a:lnTo>
                        <a:pt x="2661" y="6422"/>
                      </a:lnTo>
                      <a:lnTo>
                        <a:pt x="2685" y="6418"/>
                      </a:lnTo>
                      <a:lnTo>
                        <a:pt x="2705" y="6414"/>
                      </a:lnTo>
                      <a:lnTo>
                        <a:pt x="2727" y="6413"/>
                      </a:lnTo>
                      <a:lnTo>
                        <a:pt x="2751" y="6412"/>
                      </a:lnTo>
                      <a:lnTo>
                        <a:pt x="2772" y="6412"/>
                      </a:lnTo>
                      <a:lnTo>
                        <a:pt x="2792" y="6410"/>
                      </a:lnTo>
                      <a:lnTo>
                        <a:pt x="2810" y="6407"/>
                      </a:lnTo>
                      <a:lnTo>
                        <a:pt x="2828" y="6404"/>
                      </a:lnTo>
                      <a:lnTo>
                        <a:pt x="2864" y="6394"/>
                      </a:lnTo>
                      <a:lnTo>
                        <a:pt x="2904" y="6383"/>
                      </a:lnTo>
                      <a:lnTo>
                        <a:pt x="2925" y="6380"/>
                      </a:lnTo>
                      <a:lnTo>
                        <a:pt x="2943" y="6376"/>
                      </a:lnTo>
                      <a:lnTo>
                        <a:pt x="2961" y="6373"/>
                      </a:lnTo>
                      <a:lnTo>
                        <a:pt x="2981" y="6371"/>
                      </a:lnTo>
                      <a:lnTo>
                        <a:pt x="2989" y="6370"/>
                      </a:lnTo>
                      <a:lnTo>
                        <a:pt x="2995" y="6369"/>
                      </a:lnTo>
                      <a:lnTo>
                        <a:pt x="3002" y="6367"/>
                      </a:lnTo>
                      <a:lnTo>
                        <a:pt x="3007" y="6364"/>
                      </a:lnTo>
                      <a:lnTo>
                        <a:pt x="3010" y="6361"/>
                      </a:lnTo>
                      <a:lnTo>
                        <a:pt x="3011" y="6358"/>
                      </a:lnTo>
                      <a:lnTo>
                        <a:pt x="3013" y="6354"/>
                      </a:lnTo>
                      <a:lnTo>
                        <a:pt x="3014" y="6349"/>
                      </a:lnTo>
                      <a:lnTo>
                        <a:pt x="3014" y="6341"/>
                      </a:lnTo>
                      <a:lnTo>
                        <a:pt x="3014" y="6332"/>
                      </a:lnTo>
                      <a:lnTo>
                        <a:pt x="3011" y="6304"/>
                      </a:lnTo>
                      <a:lnTo>
                        <a:pt x="3009" y="6277"/>
                      </a:lnTo>
                      <a:lnTo>
                        <a:pt x="3005" y="6252"/>
                      </a:lnTo>
                      <a:lnTo>
                        <a:pt x="3004" y="6223"/>
                      </a:lnTo>
                      <a:lnTo>
                        <a:pt x="3004" y="6206"/>
                      </a:lnTo>
                      <a:lnTo>
                        <a:pt x="3007" y="6190"/>
                      </a:lnTo>
                      <a:lnTo>
                        <a:pt x="3010" y="6174"/>
                      </a:lnTo>
                      <a:lnTo>
                        <a:pt x="3016" y="6159"/>
                      </a:lnTo>
                      <a:lnTo>
                        <a:pt x="3021" y="6146"/>
                      </a:lnTo>
                      <a:lnTo>
                        <a:pt x="3026" y="6133"/>
                      </a:lnTo>
                      <a:lnTo>
                        <a:pt x="3034" y="6124"/>
                      </a:lnTo>
                      <a:lnTo>
                        <a:pt x="3043" y="6117"/>
                      </a:lnTo>
                      <a:lnTo>
                        <a:pt x="3051" y="6111"/>
                      </a:lnTo>
                      <a:lnTo>
                        <a:pt x="3062" y="6105"/>
                      </a:lnTo>
                      <a:lnTo>
                        <a:pt x="3072" y="6117"/>
                      </a:lnTo>
                      <a:lnTo>
                        <a:pt x="3081" y="6127"/>
                      </a:lnTo>
                      <a:lnTo>
                        <a:pt x="3085" y="6133"/>
                      </a:lnTo>
                      <a:lnTo>
                        <a:pt x="3087" y="6141"/>
                      </a:lnTo>
                      <a:lnTo>
                        <a:pt x="3090" y="6148"/>
                      </a:lnTo>
                      <a:lnTo>
                        <a:pt x="3091" y="6155"/>
                      </a:lnTo>
                      <a:lnTo>
                        <a:pt x="3085" y="6161"/>
                      </a:lnTo>
                      <a:lnTo>
                        <a:pt x="3078" y="6165"/>
                      </a:lnTo>
                      <a:lnTo>
                        <a:pt x="3073" y="6172"/>
                      </a:lnTo>
                      <a:lnTo>
                        <a:pt x="3069" y="6177"/>
                      </a:lnTo>
                      <a:lnTo>
                        <a:pt x="3066" y="6183"/>
                      </a:lnTo>
                      <a:lnTo>
                        <a:pt x="3065" y="6191"/>
                      </a:lnTo>
                      <a:lnTo>
                        <a:pt x="3068" y="6197"/>
                      </a:lnTo>
                      <a:lnTo>
                        <a:pt x="3072" y="6203"/>
                      </a:lnTo>
                      <a:lnTo>
                        <a:pt x="3075" y="6220"/>
                      </a:lnTo>
                      <a:lnTo>
                        <a:pt x="3079" y="6236"/>
                      </a:lnTo>
                      <a:lnTo>
                        <a:pt x="3084" y="6252"/>
                      </a:lnTo>
                      <a:lnTo>
                        <a:pt x="3091" y="6267"/>
                      </a:lnTo>
                      <a:lnTo>
                        <a:pt x="3098" y="6281"/>
                      </a:lnTo>
                      <a:lnTo>
                        <a:pt x="3106" y="6293"/>
                      </a:lnTo>
                      <a:lnTo>
                        <a:pt x="3108" y="6297"/>
                      </a:lnTo>
                      <a:lnTo>
                        <a:pt x="3110" y="6304"/>
                      </a:lnTo>
                      <a:lnTo>
                        <a:pt x="3113" y="6311"/>
                      </a:lnTo>
                      <a:lnTo>
                        <a:pt x="3113" y="6318"/>
                      </a:lnTo>
                      <a:lnTo>
                        <a:pt x="3113" y="6383"/>
                      </a:lnTo>
                      <a:lnTo>
                        <a:pt x="3219" y="6383"/>
                      </a:lnTo>
                      <a:lnTo>
                        <a:pt x="3219" y="6294"/>
                      </a:lnTo>
                      <a:lnTo>
                        <a:pt x="3219" y="6288"/>
                      </a:lnTo>
                      <a:lnTo>
                        <a:pt x="3218" y="6282"/>
                      </a:lnTo>
                      <a:lnTo>
                        <a:pt x="3215" y="6276"/>
                      </a:lnTo>
                      <a:lnTo>
                        <a:pt x="3214" y="6270"/>
                      </a:lnTo>
                      <a:lnTo>
                        <a:pt x="3208" y="6260"/>
                      </a:lnTo>
                      <a:lnTo>
                        <a:pt x="3200" y="6252"/>
                      </a:lnTo>
                      <a:lnTo>
                        <a:pt x="3180" y="6236"/>
                      </a:lnTo>
                      <a:lnTo>
                        <a:pt x="3157" y="6219"/>
                      </a:lnTo>
                      <a:lnTo>
                        <a:pt x="3151" y="6214"/>
                      </a:lnTo>
                      <a:lnTo>
                        <a:pt x="3148" y="6208"/>
                      </a:lnTo>
                      <a:lnTo>
                        <a:pt x="3143" y="6201"/>
                      </a:lnTo>
                      <a:lnTo>
                        <a:pt x="3138" y="6194"/>
                      </a:lnTo>
                      <a:lnTo>
                        <a:pt x="3132" y="6184"/>
                      </a:lnTo>
                      <a:lnTo>
                        <a:pt x="3127" y="6174"/>
                      </a:lnTo>
                      <a:lnTo>
                        <a:pt x="3121" y="6166"/>
                      </a:lnTo>
                      <a:lnTo>
                        <a:pt x="3116" y="6155"/>
                      </a:lnTo>
                      <a:lnTo>
                        <a:pt x="3110" y="6152"/>
                      </a:lnTo>
                      <a:lnTo>
                        <a:pt x="3103" y="6146"/>
                      </a:lnTo>
                      <a:lnTo>
                        <a:pt x="3098" y="6132"/>
                      </a:lnTo>
                      <a:lnTo>
                        <a:pt x="3096" y="6120"/>
                      </a:lnTo>
                      <a:lnTo>
                        <a:pt x="3092" y="6107"/>
                      </a:lnTo>
                      <a:lnTo>
                        <a:pt x="3087" y="6095"/>
                      </a:lnTo>
                      <a:lnTo>
                        <a:pt x="3101" y="6097"/>
                      </a:lnTo>
                      <a:lnTo>
                        <a:pt x="3113" y="6101"/>
                      </a:lnTo>
                      <a:lnTo>
                        <a:pt x="3125" y="6106"/>
                      </a:lnTo>
                      <a:lnTo>
                        <a:pt x="3134" y="6111"/>
                      </a:lnTo>
                      <a:lnTo>
                        <a:pt x="3154" y="6123"/>
                      </a:lnTo>
                      <a:lnTo>
                        <a:pt x="3172" y="6136"/>
                      </a:lnTo>
                      <a:lnTo>
                        <a:pt x="3190" y="6152"/>
                      </a:lnTo>
                      <a:lnTo>
                        <a:pt x="3208" y="6166"/>
                      </a:lnTo>
                      <a:lnTo>
                        <a:pt x="3218" y="6173"/>
                      </a:lnTo>
                      <a:lnTo>
                        <a:pt x="3227" y="6181"/>
                      </a:lnTo>
                      <a:lnTo>
                        <a:pt x="3239" y="6188"/>
                      </a:lnTo>
                      <a:lnTo>
                        <a:pt x="3251" y="6194"/>
                      </a:lnTo>
                      <a:lnTo>
                        <a:pt x="3262" y="6199"/>
                      </a:lnTo>
                      <a:lnTo>
                        <a:pt x="3273" y="6202"/>
                      </a:lnTo>
                      <a:lnTo>
                        <a:pt x="3284" y="6205"/>
                      </a:lnTo>
                      <a:lnTo>
                        <a:pt x="3295" y="6206"/>
                      </a:lnTo>
                      <a:lnTo>
                        <a:pt x="3317" y="6208"/>
                      </a:lnTo>
                      <a:lnTo>
                        <a:pt x="3341" y="6211"/>
                      </a:lnTo>
                      <a:lnTo>
                        <a:pt x="3342" y="6236"/>
                      </a:lnTo>
                      <a:lnTo>
                        <a:pt x="3344" y="6258"/>
                      </a:lnTo>
                      <a:lnTo>
                        <a:pt x="3347" y="6281"/>
                      </a:lnTo>
                      <a:lnTo>
                        <a:pt x="3350" y="6306"/>
                      </a:lnTo>
                      <a:lnTo>
                        <a:pt x="3479" y="6306"/>
                      </a:lnTo>
                      <a:lnTo>
                        <a:pt x="3487" y="6297"/>
                      </a:lnTo>
                      <a:lnTo>
                        <a:pt x="3493" y="6289"/>
                      </a:lnTo>
                      <a:lnTo>
                        <a:pt x="3499" y="6281"/>
                      </a:lnTo>
                      <a:lnTo>
                        <a:pt x="3502" y="6271"/>
                      </a:lnTo>
                      <a:lnTo>
                        <a:pt x="3508" y="6252"/>
                      </a:lnTo>
                      <a:lnTo>
                        <a:pt x="3514" y="6229"/>
                      </a:lnTo>
                      <a:lnTo>
                        <a:pt x="3522" y="6202"/>
                      </a:lnTo>
                      <a:lnTo>
                        <a:pt x="3528" y="6178"/>
                      </a:lnTo>
                      <a:lnTo>
                        <a:pt x="3534" y="6154"/>
                      </a:lnTo>
                      <a:lnTo>
                        <a:pt x="3536" y="6126"/>
                      </a:lnTo>
                      <a:lnTo>
                        <a:pt x="3553" y="6123"/>
                      </a:lnTo>
                      <a:lnTo>
                        <a:pt x="3567" y="6118"/>
                      </a:lnTo>
                      <a:lnTo>
                        <a:pt x="3581" y="6112"/>
                      </a:lnTo>
                      <a:lnTo>
                        <a:pt x="3592" y="6105"/>
                      </a:lnTo>
                      <a:lnTo>
                        <a:pt x="3604" y="6096"/>
                      </a:lnTo>
                      <a:lnTo>
                        <a:pt x="3614" y="6085"/>
                      </a:lnTo>
                      <a:lnTo>
                        <a:pt x="3625" y="6074"/>
                      </a:lnTo>
                      <a:lnTo>
                        <a:pt x="3636" y="6062"/>
                      </a:lnTo>
                      <a:lnTo>
                        <a:pt x="3647" y="6083"/>
                      </a:lnTo>
                      <a:lnTo>
                        <a:pt x="3655" y="6102"/>
                      </a:lnTo>
                      <a:lnTo>
                        <a:pt x="3660" y="6112"/>
                      </a:lnTo>
                      <a:lnTo>
                        <a:pt x="3665" y="6120"/>
                      </a:lnTo>
                      <a:lnTo>
                        <a:pt x="3672" y="6129"/>
                      </a:lnTo>
                      <a:lnTo>
                        <a:pt x="3681" y="6136"/>
                      </a:lnTo>
                      <a:lnTo>
                        <a:pt x="3678" y="6627"/>
                      </a:lnTo>
                      <a:lnTo>
                        <a:pt x="3670" y="6632"/>
                      </a:lnTo>
                      <a:lnTo>
                        <a:pt x="3663" y="6636"/>
                      </a:lnTo>
                      <a:lnTo>
                        <a:pt x="3654" y="6639"/>
                      </a:lnTo>
                      <a:lnTo>
                        <a:pt x="3647" y="6641"/>
                      </a:lnTo>
                      <a:lnTo>
                        <a:pt x="3631" y="6646"/>
                      </a:lnTo>
                      <a:lnTo>
                        <a:pt x="3613" y="6650"/>
                      </a:lnTo>
                      <a:lnTo>
                        <a:pt x="3604" y="6653"/>
                      </a:lnTo>
                      <a:lnTo>
                        <a:pt x="3595" y="6657"/>
                      </a:lnTo>
                      <a:lnTo>
                        <a:pt x="3590" y="6659"/>
                      </a:lnTo>
                      <a:lnTo>
                        <a:pt x="3586" y="6661"/>
                      </a:lnTo>
                      <a:lnTo>
                        <a:pt x="3581" y="6662"/>
                      </a:lnTo>
                      <a:lnTo>
                        <a:pt x="3575" y="6663"/>
                      </a:lnTo>
                      <a:lnTo>
                        <a:pt x="3569" y="6659"/>
                      </a:lnTo>
                      <a:lnTo>
                        <a:pt x="3563" y="6656"/>
                      </a:lnTo>
                      <a:lnTo>
                        <a:pt x="3551" y="6654"/>
                      </a:lnTo>
                      <a:lnTo>
                        <a:pt x="3540" y="6652"/>
                      </a:lnTo>
                      <a:lnTo>
                        <a:pt x="3530" y="6651"/>
                      </a:lnTo>
                      <a:lnTo>
                        <a:pt x="3517" y="6650"/>
                      </a:lnTo>
                      <a:lnTo>
                        <a:pt x="3512" y="6651"/>
                      </a:lnTo>
                      <a:lnTo>
                        <a:pt x="3507" y="6654"/>
                      </a:lnTo>
                      <a:lnTo>
                        <a:pt x="3504" y="6658"/>
                      </a:lnTo>
                      <a:lnTo>
                        <a:pt x="3499" y="6663"/>
                      </a:lnTo>
                      <a:lnTo>
                        <a:pt x="3484" y="6673"/>
                      </a:lnTo>
                      <a:lnTo>
                        <a:pt x="3472" y="6681"/>
                      </a:lnTo>
                      <a:lnTo>
                        <a:pt x="3461" y="6689"/>
                      </a:lnTo>
                      <a:lnTo>
                        <a:pt x="3447" y="6698"/>
                      </a:lnTo>
                      <a:lnTo>
                        <a:pt x="3429" y="6706"/>
                      </a:lnTo>
                      <a:lnTo>
                        <a:pt x="3412" y="6716"/>
                      </a:lnTo>
                      <a:lnTo>
                        <a:pt x="3406" y="6722"/>
                      </a:lnTo>
                      <a:lnTo>
                        <a:pt x="3400" y="6729"/>
                      </a:lnTo>
                      <a:lnTo>
                        <a:pt x="3399" y="6733"/>
                      </a:lnTo>
                      <a:lnTo>
                        <a:pt x="3396" y="6736"/>
                      </a:lnTo>
                      <a:lnTo>
                        <a:pt x="3396" y="6741"/>
                      </a:lnTo>
                      <a:lnTo>
                        <a:pt x="3395" y="6746"/>
                      </a:lnTo>
                      <a:lnTo>
                        <a:pt x="3396" y="6755"/>
                      </a:lnTo>
                      <a:lnTo>
                        <a:pt x="3399" y="6762"/>
                      </a:lnTo>
                      <a:lnTo>
                        <a:pt x="3401" y="6768"/>
                      </a:lnTo>
                      <a:lnTo>
                        <a:pt x="3406" y="6774"/>
                      </a:lnTo>
                      <a:lnTo>
                        <a:pt x="3415" y="6786"/>
                      </a:lnTo>
                      <a:lnTo>
                        <a:pt x="3428" y="6797"/>
                      </a:lnTo>
                      <a:lnTo>
                        <a:pt x="3440" y="6809"/>
                      </a:lnTo>
                      <a:lnTo>
                        <a:pt x="3453" y="6820"/>
                      </a:lnTo>
                      <a:lnTo>
                        <a:pt x="3450" y="6827"/>
                      </a:lnTo>
                      <a:lnTo>
                        <a:pt x="3447" y="6834"/>
                      </a:lnTo>
                      <a:lnTo>
                        <a:pt x="3446" y="6838"/>
                      </a:lnTo>
                      <a:lnTo>
                        <a:pt x="3443" y="6841"/>
                      </a:lnTo>
                      <a:lnTo>
                        <a:pt x="3441" y="6844"/>
                      </a:lnTo>
                      <a:lnTo>
                        <a:pt x="3437" y="6845"/>
                      </a:lnTo>
                      <a:lnTo>
                        <a:pt x="3430" y="6847"/>
                      </a:lnTo>
                      <a:lnTo>
                        <a:pt x="3423" y="6849"/>
                      </a:lnTo>
                      <a:lnTo>
                        <a:pt x="3417" y="6851"/>
                      </a:lnTo>
                      <a:lnTo>
                        <a:pt x="3412" y="6855"/>
                      </a:lnTo>
                      <a:lnTo>
                        <a:pt x="3406" y="6868"/>
                      </a:lnTo>
                      <a:lnTo>
                        <a:pt x="3402" y="6881"/>
                      </a:lnTo>
                      <a:lnTo>
                        <a:pt x="3396" y="6886"/>
                      </a:lnTo>
                      <a:lnTo>
                        <a:pt x="3389" y="6891"/>
                      </a:lnTo>
                      <a:lnTo>
                        <a:pt x="3379" y="6878"/>
                      </a:lnTo>
                      <a:lnTo>
                        <a:pt x="3370" y="6868"/>
                      </a:lnTo>
                      <a:lnTo>
                        <a:pt x="3365" y="6864"/>
                      </a:lnTo>
                      <a:lnTo>
                        <a:pt x="3359" y="6861"/>
                      </a:lnTo>
                      <a:lnTo>
                        <a:pt x="3352" y="6857"/>
                      </a:lnTo>
                      <a:lnTo>
                        <a:pt x="3344" y="6855"/>
                      </a:lnTo>
                      <a:lnTo>
                        <a:pt x="3335" y="6868"/>
                      </a:lnTo>
                      <a:lnTo>
                        <a:pt x="3347" y="6926"/>
                      </a:lnTo>
                      <a:lnTo>
                        <a:pt x="3344" y="6933"/>
                      </a:lnTo>
                      <a:lnTo>
                        <a:pt x="3342" y="6940"/>
                      </a:lnTo>
                      <a:lnTo>
                        <a:pt x="3338" y="6946"/>
                      </a:lnTo>
                      <a:lnTo>
                        <a:pt x="3333" y="6952"/>
                      </a:lnTo>
                      <a:lnTo>
                        <a:pt x="3329" y="6957"/>
                      </a:lnTo>
                      <a:lnTo>
                        <a:pt x="3323" y="6962"/>
                      </a:lnTo>
                      <a:lnTo>
                        <a:pt x="3317" y="6966"/>
                      </a:lnTo>
                      <a:lnTo>
                        <a:pt x="3309" y="6968"/>
                      </a:lnTo>
                      <a:lnTo>
                        <a:pt x="3300" y="6968"/>
                      </a:lnTo>
                      <a:lnTo>
                        <a:pt x="3291" y="6968"/>
                      </a:lnTo>
                      <a:lnTo>
                        <a:pt x="3284" y="6967"/>
                      </a:lnTo>
                      <a:lnTo>
                        <a:pt x="3276" y="6967"/>
                      </a:lnTo>
                      <a:lnTo>
                        <a:pt x="3268" y="6966"/>
                      </a:lnTo>
                      <a:lnTo>
                        <a:pt x="3260" y="6966"/>
                      </a:lnTo>
                      <a:lnTo>
                        <a:pt x="3253" y="6967"/>
                      </a:lnTo>
                      <a:lnTo>
                        <a:pt x="3244" y="6970"/>
                      </a:lnTo>
                      <a:lnTo>
                        <a:pt x="3235" y="6978"/>
                      </a:lnTo>
                      <a:lnTo>
                        <a:pt x="3226" y="6986"/>
                      </a:lnTo>
                      <a:lnTo>
                        <a:pt x="3218" y="6995"/>
                      </a:lnTo>
                      <a:lnTo>
                        <a:pt x="3209" y="7003"/>
                      </a:lnTo>
                      <a:lnTo>
                        <a:pt x="3200" y="7010"/>
                      </a:lnTo>
                      <a:lnTo>
                        <a:pt x="3189" y="7017"/>
                      </a:lnTo>
                      <a:lnTo>
                        <a:pt x="3179" y="7026"/>
                      </a:lnTo>
                      <a:lnTo>
                        <a:pt x="3171" y="7034"/>
                      </a:lnTo>
                      <a:lnTo>
                        <a:pt x="3163" y="7045"/>
                      </a:lnTo>
                      <a:lnTo>
                        <a:pt x="3157" y="7055"/>
                      </a:lnTo>
                      <a:lnTo>
                        <a:pt x="3150" y="7065"/>
                      </a:lnTo>
                      <a:lnTo>
                        <a:pt x="3142" y="7073"/>
                      </a:lnTo>
                      <a:lnTo>
                        <a:pt x="3122" y="7090"/>
                      </a:lnTo>
                      <a:lnTo>
                        <a:pt x="3106" y="7107"/>
                      </a:lnTo>
                      <a:lnTo>
                        <a:pt x="3098" y="7115"/>
                      </a:lnTo>
                      <a:lnTo>
                        <a:pt x="3092" y="7125"/>
                      </a:lnTo>
                      <a:lnTo>
                        <a:pt x="3090" y="7130"/>
                      </a:lnTo>
                      <a:lnTo>
                        <a:pt x="3089" y="7134"/>
                      </a:lnTo>
                      <a:lnTo>
                        <a:pt x="3087" y="7140"/>
                      </a:lnTo>
                      <a:lnTo>
                        <a:pt x="3087" y="7148"/>
                      </a:lnTo>
                      <a:lnTo>
                        <a:pt x="3089" y="7156"/>
                      </a:lnTo>
                      <a:lnTo>
                        <a:pt x="3091" y="7165"/>
                      </a:lnTo>
                      <a:lnTo>
                        <a:pt x="3095" y="7172"/>
                      </a:lnTo>
                      <a:lnTo>
                        <a:pt x="3098" y="7179"/>
                      </a:lnTo>
                      <a:lnTo>
                        <a:pt x="3103" y="7186"/>
                      </a:lnTo>
                      <a:lnTo>
                        <a:pt x="3107" y="7194"/>
                      </a:lnTo>
                      <a:lnTo>
                        <a:pt x="3109" y="7202"/>
                      </a:lnTo>
                      <a:lnTo>
                        <a:pt x="3110" y="7212"/>
                      </a:lnTo>
                      <a:lnTo>
                        <a:pt x="3109" y="7216"/>
                      </a:lnTo>
                      <a:lnTo>
                        <a:pt x="3109" y="7221"/>
                      </a:lnTo>
                      <a:lnTo>
                        <a:pt x="3107" y="7225"/>
                      </a:lnTo>
                      <a:lnTo>
                        <a:pt x="3106" y="7229"/>
                      </a:lnTo>
                      <a:lnTo>
                        <a:pt x="3100" y="7236"/>
                      </a:lnTo>
                      <a:lnTo>
                        <a:pt x="3092" y="7242"/>
                      </a:lnTo>
                      <a:lnTo>
                        <a:pt x="3077" y="7253"/>
                      </a:lnTo>
                      <a:lnTo>
                        <a:pt x="3059" y="7262"/>
                      </a:lnTo>
                      <a:lnTo>
                        <a:pt x="3051" y="7268"/>
                      </a:lnTo>
                      <a:lnTo>
                        <a:pt x="3044" y="7276"/>
                      </a:lnTo>
                      <a:lnTo>
                        <a:pt x="3040" y="7278"/>
                      </a:lnTo>
                      <a:lnTo>
                        <a:pt x="3036" y="7280"/>
                      </a:lnTo>
                      <a:lnTo>
                        <a:pt x="3032" y="7282"/>
                      </a:lnTo>
                      <a:lnTo>
                        <a:pt x="3026" y="7282"/>
                      </a:lnTo>
                      <a:lnTo>
                        <a:pt x="3010" y="7271"/>
                      </a:lnTo>
                      <a:lnTo>
                        <a:pt x="2995" y="7260"/>
                      </a:lnTo>
                      <a:lnTo>
                        <a:pt x="2987" y="7260"/>
                      </a:lnTo>
                      <a:lnTo>
                        <a:pt x="2983" y="7262"/>
                      </a:lnTo>
                      <a:lnTo>
                        <a:pt x="2978" y="7266"/>
                      </a:lnTo>
                      <a:lnTo>
                        <a:pt x="2973" y="7270"/>
                      </a:lnTo>
                      <a:lnTo>
                        <a:pt x="2964" y="7279"/>
                      </a:lnTo>
                      <a:lnTo>
                        <a:pt x="2956" y="7289"/>
                      </a:lnTo>
                      <a:lnTo>
                        <a:pt x="2939" y="7300"/>
                      </a:lnTo>
                      <a:lnTo>
                        <a:pt x="2925" y="7309"/>
                      </a:lnTo>
                      <a:lnTo>
                        <a:pt x="2909" y="7318"/>
                      </a:lnTo>
                      <a:lnTo>
                        <a:pt x="2892" y="7327"/>
                      </a:lnTo>
                      <a:lnTo>
                        <a:pt x="2873" y="7342"/>
                      </a:lnTo>
                      <a:lnTo>
                        <a:pt x="2855" y="7356"/>
                      </a:lnTo>
                      <a:lnTo>
                        <a:pt x="2846" y="7362"/>
                      </a:lnTo>
                      <a:lnTo>
                        <a:pt x="2837" y="7367"/>
                      </a:lnTo>
                      <a:lnTo>
                        <a:pt x="2827" y="7371"/>
                      </a:lnTo>
                      <a:lnTo>
                        <a:pt x="2815" y="7372"/>
                      </a:lnTo>
                      <a:lnTo>
                        <a:pt x="2809" y="7371"/>
                      </a:lnTo>
                      <a:lnTo>
                        <a:pt x="2804" y="7368"/>
                      </a:lnTo>
                      <a:lnTo>
                        <a:pt x="2800" y="7365"/>
                      </a:lnTo>
                      <a:lnTo>
                        <a:pt x="2797" y="7361"/>
                      </a:lnTo>
                      <a:lnTo>
                        <a:pt x="2791" y="7352"/>
                      </a:lnTo>
                      <a:lnTo>
                        <a:pt x="2782" y="7343"/>
                      </a:lnTo>
                      <a:lnTo>
                        <a:pt x="2773" y="7337"/>
                      </a:lnTo>
                      <a:lnTo>
                        <a:pt x="2763" y="7332"/>
                      </a:lnTo>
                      <a:lnTo>
                        <a:pt x="2753" y="7326"/>
                      </a:lnTo>
                      <a:lnTo>
                        <a:pt x="2744" y="7320"/>
                      </a:lnTo>
                      <a:lnTo>
                        <a:pt x="2734" y="7312"/>
                      </a:lnTo>
                      <a:lnTo>
                        <a:pt x="2727" y="7303"/>
                      </a:lnTo>
                      <a:lnTo>
                        <a:pt x="2721" y="7292"/>
                      </a:lnTo>
                      <a:lnTo>
                        <a:pt x="2715" y="7282"/>
                      </a:lnTo>
                      <a:lnTo>
                        <a:pt x="2712" y="7277"/>
                      </a:lnTo>
                      <a:lnTo>
                        <a:pt x="2709" y="7273"/>
                      </a:lnTo>
                      <a:lnTo>
                        <a:pt x="2706" y="7268"/>
                      </a:lnTo>
                      <a:lnTo>
                        <a:pt x="2705" y="7262"/>
                      </a:lnTo>
                      <a:lnTo>
                        <a:pt x="2706" y="7255"/>
                      </a:lnTo>
                      <a:lnTo>
                        <a:pt x="2708" y="7249"/>
                      </a:lnTo>
                      <a:lnTo>
                        <a:pt x="2711" y="7243"/>
                      </a:lnTo>
                      <a:lnTo>
                        <a:pt x="2715" y="7237"/>
                      </a:lnTo>
                      <a:lnTo>
                        <a:pt x="2723" y="7227"/>
                      </a:lnTo>
                      <a:lnTo>
                        <a:pt x="2732" y="7214"/>
                      </a:lnTo>
                      <a:lnTo>
                        <a:pt x="2740" y="7200"/>
                      </a:lnTo>
                      <a:lnTo>
                        <a:pt x="2750" y="7186"/>
                      </a:lnTo>
                      <a:lnTo>
                        <a:pt x="2759" y="7174"/>
                      </a:lnTo>
                      <a:lnTo>
                        <a:pt x="2769" y="7163"/>
                      </a:lnTo>
                      <a:lnTo>
                        <a:pt x="2792" y="7142"/>
                      </a:lnTo>
                      <a:lnTo>
                        <a:pt x="2817" y="7119"/>
                      </a:lnTo>
                      <a:lnTo>
                        <a:pt x="2829" y="7108"/>
                      </a:lnTo>
                      <a:lnTo>
                        <a:pt x="2840" y="7098"/>
                      </a:lnTo>
                      <a:lnTo>
                        <a:pt x="2850" y="7089"/>
                      </a:lnTo>
                      <a:lnTo>
                        <a:pt x="2858" y="7078"/>
                      </a:lnTo>
                      <a:lnTo>
                        <a:pt x="2867" y="7067"/>
                      </a:lnTo>
                      <a:lnTo>
                        <a:pt x="2874" y="7055"/>
                      </a:lnTo>
                      <a:lnTo>
                        <a:pt x="2881" y="7043"/>
                      </a:lnTo>
                      <a:lnTo>
                        <a:pt x="2888" y="7028"/>
                      </a:lnTo>
                      <a:lnTo>
                        <a:pt x="2893" y="7015"/>
                      </a:lnTo>
                      <a:lnTo>
                        <a:pt x="2896" y="7003"/>
                      </a:lnTo>
                      <a:lnTo>
                        <a:pt x="2899" y="6990"/>
                      </a:lnTo>
                      <a:lnTo>
                        <a:pt x="2904" y="6978"/>
                      </a:lnTo>
                      <a:lnTo>
                        <a:pt x="2908" y="6969"/>
                      </a:lnTo>
                      <a:lnTo>
                        <a:pt x="2913" y="6963"/>
                      </a:lnTo>
                      <a:lnTo>
                        <a:pt x="2917" y="6958"/>
                      </a:lnTo>
                      <a:lnTo>
                        <a:pt x="2923" y="6954"/>
                      </a:lnTo>
                      <a:lnTo>
                        <a:pt x="2936" y="6945"/>
                      </a:lnTo>
                      <a:lnTo>
                        <a:pt x="2949" y="6935"/>
                      </a:lnTo>
                      <a:lnTo>
                        <a:pt x="2963" y="6925"/>
                      </a:lnTo>
                      <a:lnTo>
                        <a:pt x="2974" y="6914"/>
                      </a:lnTo>
                      <a:lnTo>
                        <a:pt x="2985" y="6903"/>
                      </a:lnTo>
                      <a:lnTo>
                        <a:pt x="2997" y="6891"/>
                      </a:lnTo>
                      <a:lnTo>
                        <a:pt x="3007" y="6882"/>
                      </a:lnTo>
                      <a:lnTo>
                        <a:pt x="3016" y="6876"/>
                      </a:lnTo>
                      <a:lnTo>
                        <a:pt x="3026" y="6870"/>
                      </a:lnTo>
                      <a:lnTo>
                        <a:pt x="3036" y="6862"/>
                      </a:lnTo>
                      <a:lnTo>
                        <a:pt x="3054" y="6843"/>
                      </a:lnTo>
                      <a:lnTo>
                        <a:pt x="3068" y="6826"/>
                      </a:lnTo>
                      <a:lnTo>
                        <a:pt x="3083" y="6809"/>
                      </a:lnTo>
                      <a:lnTo>
                        <a:pt x="3097" y="6787"/>
                      </a:lnTo>
                      <a:lnTo>
                        <a:pt x="3108" y="6775"/>
                      </a:lnTo>
                      <a:lnTo>
                        <a:pt x="3118" y="6763"/>
                      </a:lnTo>
                      <a:lnTo>
                        <a:pt x="3122" y="6757"/>
                      </a:lnTo>
                      <a:lnTo>
                        <a:pt x="3126" y="6751"/>
                      </a:lnTo>
                      <a:lnTo>
                        <a:pt x="3128" y="6744"/>
                      </a:lnTo>
                      <a:lnTo>
                        <a:pt x="3130" y="6735"/>
                      </a:lnTo>
                      <a:lnTo>
                        <a:pt x="3127" y="6723"/>
                      </a:lnTo>
                      <a:lnTo>
                        <a:pt x="3126" y="6711"/>
                      </a:lnTo>
                      <a:lnTo>
                        <a:pt x="3087" y="6721"/>
                      </a:lnTo>
                      <a:lnTo>
                        <a:pt x="3054" y="6728"/>
                      </a:lnTo>
                      <a:lnTo>
                        <a:pt x="3038" y="6730"/>
                      </a:lnTo>
                      <a:lnTo>
                        <a:pt x="3020" y="6732"/>
                      </a:lnTo>
                      <a:lnTo>
                        <a:pt x="3002" y="6732"/>
                      </a:lnTo>
                      <a:lnTo>
                        <a:pt x="2981" y="6730"/>
                      </a:lnTo>
                      <a:lnTo>
                        <a:pt x="2983" y="6744"/>
                      </a:lnTo>
                      <a:lnTo>
                        <a:pt x="2983" y="6756"/>
                      </a:lnTo>
                      <a:lnTo>
                        <a:pt x="2983" y="6762"/>
                      </a:lnTo>
                      <a:lnTo>
                        <a:pt x="2981" y="6768"/>
                      </a:lnTo>
                      <a:lnTo>
                        <a:pt x="2979" y="6773"/>
                      </a:lnTo>
                      <a:lnTo>
                        <a:pt x="2975" y="6779"/>
                      </a:lnTo>
                      <a:lnTo>
                        <a:pt x="2970" y="6782"/>
                      </a:lnTo>
                      <a:lnTo>
                        <a:pt x="2966" y="6785"/>
                      </a:lnTo>
                      <a:lnTo>
                        <a:pt x="2961" y="6787"/>
                      </a:lnTo>
                      <a:lnTo>
                        <a:pt x="2955" y="6787"/>
                      </a:lnTo>
                      <a:lnTo>
                        <a:pt x="2943" y="6788"/>
                      </a:lnTo>
                      <a:lnTo>
                        <a:pt x="2931" y="6787"/>
                      </a:lnTo>
                      <a:lnTo>
                        <a:pt x="2907" y="6787"/>
                      </a:lnTo>
                      <a:lnTo>
                        <a:pt x="2887" y="6787"/>
                      </a:lnTo>
                      <a:lnTo>
                        <a:pt x="2867" y="6786"/>
                      </a:lnTo>
                      <a:lnTo>
                        <a:pt x="2844" y="6785"/>
                      </a:lnTo>
                      <a:lnTo>
                        <a:pt x="2833" y="6782"/>
                      </a:lnTo>
                      <a:lnTo>
                        <a:pt x="2825" y="6781"/>
                      </a:lnTo>
                      <a:lnTo>
                        <a:pt x="2815" y="6779"/>
                      </a:lnTo>
                      <a:lnTo>
                        <a:pt x="2805" y="6779"/>
                      </a:lnTo>
                      <a:lnTo>
                        <a:pt x="2797" y="6779"/>
                      </a:lnTo>
                      <a:lnTo>
                        <a:pt x="2791" y="6780"/>
                      </a:lnTo>
                      <a:lnTo>
                        <a:pt x="2784" y="6781"/>
                      </a:lnTo>
                      <a:lnTo>
                        <a:pt x="2778" y="6784"/>
                      </a:lnTo>
                      <a:lnTo>
                        <a:pt x="2767" y="6790"/>
                      </a:lnTo>
                      <a:lnTo>
                        <a:pt x="2753" y="6797"/>
                      </a:lnTo>
                      <a:lnTo>
                        <a:pt x="2737" y="6808"/>
                      </a:lnTo>
                      <a:lnTo>
                        <a:pt x="2722" y="6816"/>
                      </a:lnTo>
                      <a:lnTo>
                        <a:pt x="2706" y="6825"/>
                      </a:lnTo>
                      <a:lnTo>
                        <a:pt x="2690" y="6833"/>
                      </a:lnTo>
                      <a:lnTo>
                        <a:pt x="2658" y="6846"/>
                      </a:lnTo>
                      <a:lnTo>
                        <a:pt x="2630" y="6857"/>
                      </a:lnTo>
                      <a:lnTo>
                        <a:pt x="2601" y="6868"/>
                      </a:lnTo>
                      <a:lnTo>
                        <a:pt x="2570" y="6881"/>
                      </a:lnTo>
                      <a:lnTo>
                        <a:pt x="2558" y="6897"/>
                      </a:lnTo>
                      <a:lnTo>
                        <a:pt x="2545" y="6911"/>
                      </a:lnTo>
                      <a:lnTo>
                        <a:pt x="2532" y="6923"/>
                      </a:lnTo>
                      <a:lnTo>
                        <a:pt x="2518" y="6934"/>
                      </a:lnTo>
                      <a:lnTo>
                        <a:pt x="2503" y="6945"/>
                      </a:lnTo>
                      <a:lnTo>
                        <a:pt x="2487" y="6955"/>
                      </a:lnTo>
                      <a:lnTo>
                        <a:pt x="2470" y="6964"/>
                      </a:lnTo>
                      <a:lnTo>
                        <a:pt x="2452" y="6974"/>
                      </a:lnTo>
                      <a:lnTo>
                        <a:pt x="2439" y="6983"/>
                      </a:lnTo>
                      <a:lnTo>
                        <a:pt x="2428" y="6991"/>
                      </a:lnTo>
                      <a:lnTo>
                        <a:pt x="2417" y="7001"/>
                      </a:lnTo>
                      <a:lnTo>
                        <a:pt x="2407" y="7013"/>
                      </a:lnTo>
                      <a:lnTo>
                        <a:pt x="2399" y="7021"/>
                      </a:lnTo>
                      <a:lnTo>
                        <a:pt x="2390" y="7028"/>
                      </a:lnTo>
                      <a:lnTo>
                        <a:pt x="2381" y="7034"/>
                      </a:lnTo>
                      <a:lnTo>
                        <a:pt x="2372" y="7039"/>
                      </a:lnTo>
                      <a:lnTo>
                        <a:pt x="2352" y="7048"/>
                      </a:lnTo>
                      <a:lnTo>
                        <a:pt x="2330" y="7057"/>
                      </a:lnTo>
                      <a:lnTo>
                        <a:pt x="2311" y="7067"/>
                      </a:lnTo>
                      <a:lnTo>
                        <a:pt x="2293" y="7078"/>
                      </a:lnTo>
                      <a:lnTo>
                        <a:pt x="2277" y="7087"/>
                      </a:lnTo>
                      <a:lnTo>
                        <a:pt x="2263" y="7098"/>
                      </a:lnTo>
                      <a:lnTo>
                        <a:pt x="2247" y="7110"/>
                      </a:lnTo>
                      <a:lnTo>
                        <a:pt x="2231" y="7121"/>
                      </a:lnTo>
                      <a:lnTo>
                        <a:pt x="2214" y="7132"/>
                      </a:lnTo>
                      <a:lnTo>
                        <a:pt x="2195" y="7144"/>
                      </a:lnTo>
                      <a:lnTo>
                        <a:pt x="2184" y="7150"/>
                      </a:lnTo>
                      <a:lnTo>
                        <a:pt x="2173" y="7157"/>
                      </a:lnTo>
                      <a:lnTo>
                        <a:pt x="2165" y="7165"/>
                      </a:lnTo>
                      <a:lnTo>
                        <a:pt x="2156" y="7171"/>
                      </a:lnTo>
                      <a:lnTo>
                        <a:pt x="2140" y="7186"/>
                      </a:lnTo>
                      <a:lnTo>
                        <a:pt x="2122" y="7204"/>
                      </a:lnTo>
                      <a:lnTo>
                        <a:pt x="2108" y="7216"/>
                      </a:lnTo>
                      <a:lnTo>
                        <a:pt x="2096" y="7226"/>
                      </a:lnTo>
                      <a:lnTo>
                        <a:pt x="2084" y="7236"/>
                      </a:lnTo>
                      <a:lnTo>
                        <a:pt x="2070" y="7247"/>
                      </a:lnTo>
                      <a:lnTo>
                        <a:pt x="2056" y="7259"/>
                      </a:lnTo>
                      <a:lnTo>
                        <a:pt x="2046" y="7271"/>
                      </a:lnTo>
                      <a:lnTo>
                        <a:pt x="2033" y="7283"/>
                      </a:lnTo>
                      <a:lnTo>
                        <a:pt x="2019" y="7295"/>
                      </a:lnTo>
                      <a:lnTo>
                        <a:pt x="1991" y="7314"/>
                      </a:lnTo>
                      <a:lnTo>
                        <a:pt x="1966" y="7330"/>
                      </a:lnTo>
                      <a:lnTo>
                        <a:pt x="1954" y="7338"/>
                      </a:lnTo>
                      <a:lnTo>
                        <a:pt x="1942" y="7347"/>
                      </a:lnTo>
                      <a:lnTo>
                        <a:pt x="1929" y="7356"/>
                      </a:lnTo>
                      <a:lnTo>
                        <a:pt x="1916" y="7368"/>
                      </a:lnTo>
                      <a:lnTo>
                        <a:pt x="1891" y="7395"/>
                      </a:lnTo>
                      <a:lnTo>
                        <a:pt x="1869" y="7419"/>
                      </a:lnTo>
                      <a:lnTo>
                        <a:pt x="1859" y="7431"/>
                      </a:lnTo>
                      <a:lnTo>
                        <a:pt x="1847" y="7442"/>
                      </a:lnTo>
                      <a:lnTo>
                        <a:pt x="1834" y="7453"/>
                      </a:lnTo>
                      <a:lnTo>
                        <a:pt x="1820" y="7465"/>
                      </a:lnTo>
                      <a:lnTo>
                        <a:pt x="1792" y="7485"/>
                      </a:lnTo>
                      <a:lnTo>
                        <a:pt x="1768" y="7505"/>
                      </a:lnTo>
                      <a:lnTo>
                        <a:pt x="1744" y="7524"/>
                      </a:lnTo>
                      <a:lnTo>
                        <a:pt x="1720" y="7548"/>
                      </a:lnTo>
                      <a:lnTo>
                        <a:pt x="1714" y="7553"/>
                      </a:lnTo>
                      <a:lnTo>
                        <a:pt x="1708" y="7558"/>
                      </a:lnTo>
                      <a:lnTo>
                        <a:pt x="1701" y="7567"/>
                      </a:lnTo>
                      <a:lnTo>
                        <a:pt x="1696" y="7577"/>
                      </a:lnTo>
                      <a:lnTo>
                        <a:pt x="1691" y="7587"/>
                      </a:lnTo>
                      <a:lnTo>
                        <a:pt x="1685" y="7596"/>
                      </a:lnTo>
                      <a:lnTo>
                        <a:pt x="1669" y="7620"/>
                      </a:lnTo>
                      <a:lnTo>
                        <a:pt x="1656" y="7642"/>
                      </a:lnTo>
                      <a:lnTo>
                        <a:pt x="1651" y="7653"/>
                      </a:lnTo>
                      <a:lnTo>
                        <a:pt x="1646" y="7665"/>
                      </a:lnTo>
                      <a:lnTo>
                        <a:pt x="1644" y="7678"/>
                      </a:lnTo>
                      <a:lnTo>
                        <a:pt x="1643" y="7693"/>
                      </a:lnTo>
                      <a:lnTo>
                        <a:pt x="1644" y="7709"/>
                      </a:lnTo>
                      <a:lnTo>
                        <a:pt x="1646" y="7722"/>
                      </a:lnTo>
                      <a:lnTo>
                        <a:pt x="1650" y="7735"/>
                      </a:lnTo>
                      <a:lnTo>
                        <a:pt x="1652" y="7751"/>
                      </a:lnTo>
                      <a:lnTo>
                        <a:pt x="1656" y="7775"/>
                      </a:lnTo>
                      <a:lnTo>
                        <a:pt x="1660" y="7797"/>
                      </a:lnTo>
                      <a:lnTo>
                        <a:pt x="1663" y="7817"/>
                      </a:lnTo>
                      <a:lnTo>
                        <a:pt x="1669" y="7840"/>
                      </a:lnTo>
                      <a:lnTo>
                        <a:pt x="1675" y="7857"/>
                      </a:lnTo>
                      <a:lnTo>
                        <a:pt x="1681" y="7873"/>
                      </a:lnTo>
                      <a:lnTo>
                        <a:pt x="1686" y="7887"/>
                      </a:lnTo>
                      <a:lnTo>
                        <a:pt x="1691" y="7905"/>
                      </a:lnTo>
                      <a:lnTo>
                        <a:pt x="1698" y="7935"/>
                      </a:lnTo>
                      <a:lnTo>
                        <a:pt x="1703" y="7963"/>
                      </a:lnTo>
                      <a:lnTo>
                        <a:pt x="1707" y="7976"/>
                      </a:lnTo>
                      <a:lnTo>
                        <a:pt x="1710" y="7991"/>
                      </a:lnTo>
                      <a:lnTo>
                        <a:pt x="1714" y="8005"/>
                      </a:lnTo>
                      <a:lnTo>
                        <a:pt x="1720" y="8020"/>
                      </a:lnTo>
                      <a:lnTo>
                        <a:pt x="1725" y="8029"/>
                      </a:lnTo>
                      <a:lnTo>
                        <a:pt x="1730" y="8038"/>
                      </a:lnTo>
                      <a:lnTo>
                        <a:pt x="1734" y="8046"/>
                      </a:lnTo>
                      <a:lnTo>
                        <a:pt x="1740" y="8052"/>
                      </a:lnTo>
                      <a:lnTo>
                        <a:pt x="1751" y="8067"/>
                      </a:lnTo>
                      <a:lnTo>
                        <a:pt x="1762" y="8085"/>
                      </a:lnTo>
                      <a:lnTo>
                        <a:pt x="1778" y="8111"/>
                      </a:lnTo>
                      <a:lnTo>
                        <a:pt x="1791" y="8137"/>
                      </a:lnTo>
                      <a:lnTo>
                        <a:pt x="1806" y="8160"/>
                      </a:lnTo>
                      <a:lnTo>
                        <a:pt x="1818" y="8182"/>
                      </a:lnTo>
                      <a:lnTo>
                        <a:pt x="1831" y="8205"/>
                      </a:lnTo>
                      <a:lnTo>
                        <a:pt x="1844" y="8228"/>
                      </a:lnTo>
                      <a:lnTo>
                        <a:pt x="1859" y="8252"/>
                      </a:lnTo>
                      <a:lnTo>
                        <a:pt x="1874" y="8280"/>
                      </a:lnTo>
                      <a:lnTo>
                        <a:pt x="1895" y="8315"/>
                      </a:lnTo>
                      <a:lnTo>
                        <a:pt x="1915" y="8345"/>
                      </a:lnTo>
                      <a:lnTo>
                        <a:pt x="1935" y="8375"/>
                      </a:lnTo>
                      <a:lnTo>
                        <a:pt x="1957" y="8408"/>
                      </a:lnTo>
                      <a:lnTo>
                        <a:pt x="1970" y="8421"/>
                      </a:lnTo>
                      <a:lnTo>
                        <a:pt x="1980" y="8435"/>
                      </a:lnTo>
                      <a:lnTo>
                        <a:pt x="1991" y="8451"/>
                      </a:lnTo>
                      <a:lnTo>
                        <a:pt x="2002" y="8466"/>
                      </a:lnTo>
                      <a:lnTo>
                        <a:pt x="2014" y="8482"/>
                      </a:lnTo>
                      <a:lnTo>
                        <a:pt x="2025" y="8498"/>
                      </a:lnTo>
                      <a:lnTo>
                        <a:pt x="2037" y="8520"/>
                      </a:lnTo>
                      <a:lnTo>
                        <a:pt x="2048" y="8539"/>
                      </a:lnTo>
                      <a:lnTo>
                        <a:pt x="2054" y="8548"/>
                      </a:lnTo>
                      <a:lnTo>
                        <a:pt x="2060" y="8558"/>
                      </a:lnTo>
                      <a:lnTo>
                        <a:pt x="2068" y="8566"/>
                      </a:lnTo>
                      <a:lnTo>
                        <a:pt x="2077" y="8576"/>
                      </a:lnTo>
                      <a:lnTo>
                        <a:pt x="2099" y="8595"/>
                      </a:lnTo>
                      <a:lnTo>
                        <a:pt x="2118" y="8612"/>
                      </a:lnTo>
                      <a:lnTo>
                        <a:pt x="2138" y="8629"/>
                      </a:lnTo>
                      <a:lnTo>
                        <a:pt x="2160" y="8649"/>
                      </a:lnTo>
                      <a:lnTo>
                        <a:pt x="2175" y="8664"/>
                      </a:lnTo>
                      <a:lnTo>
                        <a:pt x="2189" y="8677"/>
                      </a:lnTo>
                      <a:lnTo>
                        <a:pt x="2204" y="8689"/>
                      </a:lnTo>
                      <a:lnTo>
                        <a:pt x="2217" y="8700"/>
                      </a:lnTo>
                      <a:lnTo>
                        <a:pt x="2232" y="8708"/>
                      </a:lnTo>
                      <a:lnTo>
                        <a:pt x="2248" y="8718"/>
                      </a:lnTo>
                      <a:lnTo>
                        <a:pt x="2265" y="8725"/>
                      </a:lnTo>
                      <a:lnTo>
                        <a:pt x="2286" y="8732"/>
                      </a:lnTo>
                      <a:lnTo>
                        <a:pt x="2300" y="8737"/>
                      </a:lnTo>
                      <a:lnTo>
                        <a:pt x="2313" y="8741"/>
                      </a:lnTo>
                      <a:lnTo>
                        <a:pt x="2328" y="8744"/>
                      </a:lnTo>
                      <a:lnTo>
                        <a:pt x="2343" y="8746"/>
                      </a:lnTo>
                      <a:lnTo>
                        <a:pt x="2353" y="8744"/>
                      </a:lnTo>
                      <a:lnTo>
                        <a:pt x="2363" y="8743"/>
                      </a:lnTo>
                      <a:lnTo>
                        <a:pt x="2371" y="8740"/>
                      </a:lnTo>
                      <a:lnTo>
                        <a:pt x="2380" y="8736"/>
                      </a:lnTo>
                      <a:lnTo>
                        <a:pt x="2395" y="8728"/>
                      </a:lnTo>
                      <a:lnTo>
                        <a:pt x="2413" y="8719"/>
                      </a:lnTo>
                      <a:lnTo>
                        <a:pt x="2436" y="8711"/>
                      </a:lnTo>
                      <a:lnTo>
                        <a:pt x="2458" y="8705"/>
                      </a:lnTo>
                      <a:lnTo>
                        <a:pt x="2478" y="8700"/>
                      </a:lnTo>
                      <a:lnTo>
                        <a:pt x="2504" y="8694"/>
                      </a:lnTo>
                      <a:lnTo>
                        <a:pt x="2518" y="8691"/>
                      </a:lnTo>
                      <a:lnTo>
                        <a:pt x="2532" y="8689"/>
                      </a:lnTo>
                      <a:lnTo>
                        <a:pt x="2544" y="8687"/>
                      </a:lnTo>
                      <a:lnTo>
                        <a:pt x="2558" y="8682"/>
                      </a:lnTo>
                      <a:lnTo>
                        <a:pt x="2571" y="8675"/>
                      </a:lnTo>
                      <a:lnTo>
                        <a:pt x="2582" y="8669"/>
                      </a:lnTo>
                      <a:lnTo>
                        <a:pt x="2593" y="8661"/>
                      </a:lnTo>
                      <a:lnTo>
                        <a:pt x="2603" y="8654"/>
                      </a:lnTo>
                      <a:lnTo>
                        <a:pt x="2623" y="8641"/>
                      </a:lnTo>
                      <a:lnTo>
                        <a:pt x="2647" y="8626"/>
                      </a:lnTo>
                      <a:lnTo>
                        <a:pt x="2506" y="8155"/>
                      </a:lnTo>
                      <a:lnTo>
                        <a:pt x="2667" y="8052"/>
                      </a:lnTo>
                      <a:lnTo>
                        <a:pt x="2850" y="8511"/>
                      </a:lnTo>
                      <a:lnTo>
                        <a:pt x="3010" y="8386"/>
                      </a:lnTo>
                      <a:lnTo>
                        <a:pt x="2863" y="7924"/>
                      </a:lnTo>
                      <a:lnTo>
                        <a:pt x="3020" y="7844"/>
                      </a:lnTo>
                      <a:lnTo>
                        <a:pt x="3219" y="8284"/>
                      </a:lnTo>
                      <a:lnTo>
                        <a:pt x="3237" y="8272"/>
                      </a:lnTo>
                      <a:lnTo>
                        <a:pt x="3251" y="8260"/>
                      </a:lnTo>
                      <a:lnTo>
                        <a:pt x="3266" y="8248"/>
                      </a:lnTo>
                      <a:lnTo>
                        <a:pt x="3283" y="8236"/>
                      </a:lnTo>
                      <a:lnTo>
                        <a:pt x="3324" y="8208"/>
                      </a:lnTo>
                      <a:lnTo>
                        <a:pt x="3360" y="8182"/>
                      </a:lnTo>
                      <a:lnTo>
                        <a:pt x="3396" y="8158"/>
                      </a:lnTo>
                      <a:lnTo>
                        <a:pt x="3437" y="8132"/>
                      </a:lnTo>
                      <a:lnTo>
                        <a:pt x="3449" y="8126"/>
                      </a:lnTo>
                      <a:lnTo>
                        <a:pt x="3460" y="8120"/>
                      </a:lnTo>
                      <a:lnTo>
                        <a:pt x="3471" y="8114"/>
                      </a:lnTo>
                      <a:lnTo>
                        <a:pt x="3482" y="8107"/>
                      </a:lnTo>
                      <a:lnTo>
                        <a:pt x="3500" y="8094"/>
                      </a:lnTo>
                      <a:lnTo>
                        <a:pt x="3516" y="8081"/>
                      </a:lnTo>
                      <a:lnTo>
                        <a:pt x="3531" y="8070"/>
                      </a:lnTo>
                      <a:lnTo>
                        <a:pt x="3549" y="8058"/>
                      </a:lnTo>
                      <a:lnTo>
                        <a:pt x="3582" y="8039"/>
                      </a:lnTo>
                      <a:lnTo>
                        <a:pt x="3610" y="8020"/>
                      </a:lnTo>
                      <a:lnTo>
                        <a:pt x="3637" y="8000"/>
                      </a:lnTo>
                      <a:lnTo>
                        <a:pt x="3669" y="7979"/>
                      </a:lnTo>
                      <a:lnTo>
                        <a:pt x="3678" y="7971"/>
                      </a:lnTo>
                      <a:lnTo>
                        <a:pt x="3687" y="7964"/>
                      </a:lnTo>
                      <a:lnTo>
                        <a:pt x="3696" y="7958"/>
                      </a:lnTo>
                      <a:lnTo>
                        <a:pt x="3706" y="7952"/>
                      </a:lnTo>
                      <a:lnTo>
                        <a:pt x="3727" y="7944"/>
                      </a:lnTo>
                      <a:lnTo>
                        <a:pt x="3747" y="7939"/>
                      </a:lnTo>
                      <a:lnTo>
                        <a:pt x="3765" y="7934"/>
                      </a:lnTo>
                      <a:lnTo>
                        <a:pt x="3783" y="7929"/>
                      </a:lnTo>
                      <a:lnTo>
                        <a:pt x="3792" y="7927"/>
                      </a:lnTo>
                      <a:lnTo>
                        <a:pt x="3800" y="7924"/>
                      </a:lnTo>
                      <a:lnTo>
                        <a:pt x="3807" y="7921"/>
                      </a:lnTo>
                      <a:lnTo>
                        <a:pt x="3816" y="7916"/>
                      </a:lnTo>
                      <a:lnTo>
                        <a:pt x="3823" y="7911"/>
                      </a:lnTo>
                      <a:lnTo>
                        <a:pt x="3830" y="7905"/>
                      </a:lnTo>
                      <a:lnTo>
                        <a:pt x="3838" y="7898"/>
                      </a:lnTo>
                      <a:lnTo>
                        <a:pt x="3845" y="7888"/>
                      </a:lnTo>
                      <a:lnTo>
                        <a:pt x="3485" y="7658"/>
                      </a:lnTo>
                      <a:lnTo>
                        <a:pt x="3555" y="7561"/>
                      </a:lnTo>
                      <a:lnTo>
                        <a:pt x="3569" y="7572"/>
                      </a:lnTo>
                      <a:lnTo>
                        <a:pt x="3579" y="7583"/>
                      </a:lnTo>
                      <a:lnTo>
                        <a:pt x="3589" y="7594"/>
                      </a:lnTo>
                      <a:lnTo>
                        <a:pt x="3601" y="7606"/>
                      </a:lnTo>
                      <a:lnTo>
                        <a:pt x="3618" y="7593"/>
                      </a:lnTo>
                      <a:lnTo>
                        <a:pt x="3633" y="7581"/>
                      </a:lnTo>
                      <a:lnTo>
                        <a:pt x="3646" y="7567"/>
                      </a:lnTo>
                      <a:lnTo>
                        <a:pt x="3661" y="7552"/>
                      </a:lnTo>
                      <a:lnTo>
                        <a:pt x="3668" y="7538"/>
                      </a:lnTo>
                      <a:lnTo>
                        <a:pt x="3669" y="7629"/>
                      </a:lnTo>
                      <a:lnTo>
                        <a:pt x="4031" y="7834"/>
                      </a:lnTo>
                      <a:lnTo>
                        <a:pt x="4040" y="7842"/>
                      </a:lnTo>
                      <a:lnTo>
                        <a:pt x="4050" y="7850"/>
                      </a:lnTo>
                      <a:lnTo>
                        <a:pt x="4055" y="7852"/>
                      </a:lnTo>
                      <a:lnTo>
                        <a:pt x="4061" y="7854"/>
                      </a:lnTo>
                      <a:lnTo>
                        <a:pt x="4065" y="7856"/>
                      </a:lnTo>
                      <a:lnTo>
                        <a:pt x="4073" y="7857"/>
                      </a:lnTo>
                      <a:lnTo>
                        <a:pt x="4079" y="7856"/>
                      </a:lnTo>
                      <a:lnTo>
                        <a:pt x="4085" y="7853"/>
                      </a:lnTo>
                      <a:lnTo>
                        <a:pt x="4090" y="7850"/>
                      </a:lnTo>
                      <a:lnTo>
                        <a:pt x="4094" y="7846"/>
                      </a:lnTo>
                      <a:lnTo>
                        <a:pt x="4103" y="7835"/>
                      </a:lnTo>
                      <a:lnTo>
                        <a:pt x="4111" y="7824"/>
                      </a:lnTo>
                      <a:lnTo>
                        <a:pt x="4122" y="7812"/>
                      </a:lnTo>
                      <a:lnTo>
                        <a:pt x="4133" y="7803"/>
                      </a:lnTo>
                      <a:lnTo>
                        <a:pt x="4145" y="7794"/>
                      </a:lnTo>
                      <a:lnTo>
                        <a:pt x="4160" y="7786"/>
                      </a:lnTo>
                      <a:lnTo>
                        <a:pt x="4170" y="7780"/>
                      </a:lnTo>
                      <a:lnTo>
                        <a:pt x="4180" y="7774"/>
                      </a:lnTo>
                      <a:lnTo>
                        <a:pt x="4190" y="7766"/>
                      </a:lnTo>
                      <a:lnTo>
                        <a:pt x="4198" y="7760"/>
                      </a:lnTo>
                      <a:lnTo>
                        <a:pt x="4207" y="7752"/>
                      </a:lnTo>
                      <a:lnTo>
                        <a:pt x="4214" y="7745"/>
                      </a:lnTo>
                      <a:lnTo>
                        <a:pt x="4222" y="7735"/>
                      </a:lnTo>
                      <a:lnTo>
                        <a:pt x="4229" y="7725"/>
                      </a:lnTo>
                      <a:lnTo>
                        <a:pt x="4217" y="7713"/>
                      </a:lnTo>
                      <a:lnTo>
                        <a:pt x="4205" y="7702"/>
                      </a:lnTo>
                      <a:lnTo>
                        <a:pt x="4195" y="7694"/>
                      </a:lnTo>
                      <a:lnTo>
                        <a:pt x="4182" y="7686"/>
                      </a:lnTo>
                      <a:lnTo>
                        <a:pt x="4170" y="7680"/>
                      </a:lnTo>
                      <a:lnTo>
                        <a:pt x="4157" y="7672"/>
                      </a:lnTo>
                      <a:lnTo>
                        <a:pt x="4143" y="7666"/>
                      </a:lnTo>
                      <a:lnTo>
                        <a:pt x="4127" y="7660"/>
                      </a:lnTo>
                      <a:lnTo>
                        <a:pt x="4119" y="7657"/>
                      </a:lnTo>
                      <a:lnTo>
                        <a:pt x="4111" y="7653"/>
                      </a:lnTo>
                      <a:lnTo>
                        <a:pt x="4105" y="7649"/>
                      </a:lnTo>
                      <a:lnTo>
                        <a:pt x="4099" y="7645"/>
                      </a:lnTo>
                      <a:lnTo>
                        <a:pt x="4088" y="7634"/>
                      </a:lnTo>
                      <a:lnTo>
                        <a:pt x="4080" y="7623"/>
                      </a:lnTo>
                      <a:lnTo>
                        <a:pt x="4070" y="7612"/>
                      </a:lnTo>
                      <a:lnTo>
                        <a:pt x="4059" y="7601"/>
                      </a:lnTo>
                      <a:lnTo>
                        <a:pt x="4049" y="7590"/>
                      </a:lnTo>
                      <a:lnTo>
                        <a:pt x="4034" y="7581"/>
                      </a:lnTo>
                      <a:lnTo>
                        <a:pt x="4050" y="7567"/>
                      </a:lnTo>
                      <a:lnTo>
                        <a:pt x="4064" y="7555"/>
                      </a:lnTo>
                      <a:lnTo>
                        <a:pt x="4078" y="7542"/>
                      </a:lnTo>
                      <a:lnTo>
                        <a:pt x="4090" y="7530"/>
                      </a:lnTo>
                      <a:lnTo>
                        <a:pt x="4102" y="7518"/>
                      </a:lnTo>
                      <a:lnTo>
                        <a:pt x="4115" y="7506"/>
                      </a:lnTo>
                      <a:lnTo>
                        <a:pt x="4129" y="7493"/>
                      </a:lnTo>
                      <a:lnTo>
                        <a:pt x="4146" y="7481"/>
                      </a:lnTo>
                      <a:lnTo>
                        <a:pt x="4162" y="7470"/>
                      </a:lnTo>
                      <a:lnTo>
                        <a:pt x="4176" y="7459"/>
                      </a:lnTo>
                      <a:lnTo>
                        <a:pt x="4184" y="7455"/>
                      </a:lnTo>
                      <a:lnTo>
                        <a:pt x="4192" y="7452"/>
                      </a:lnTo>
                      <a:lnTo>
                        <a:pt x="4201" y="7449"/>
                      </a:lnTo>
                      <a:lnTo>
                        <a:pt x="4210" y="7449"/>
                      </a:lnTo>
                      <a:lnTo>
                        <a:pt x="4221" y="7449"/>
                      </a:lnTo>
                      <a:lnTo>
                        <a:pt x="4232" y="7450"/>
                      </a:lnTo>
                      <a:lnTo>
                        <a:pt x="4240" y="7453"/>
                      </a:lnTo>
                      <a:lnTo>
                        <a:pt x="4250" y="7456"/>
                      </a:lnTo>
                      <a:lnTo>
                        <a:pt x="4267" y="7464"/>
                      </a:lnTo>
                      <a:lnTo>
                        <a:pt x="4287" y="7471"/>
                      </a:lnTo>
                      <a:lnTo>
                        <a:pt x="4311" y="7478"/>
                      </a:lnTo>
                      <a:lnTo>
                        <a:pt x="4334" y="7482"/>
                      </a:lnTo>
                      <a:lnTo>
                        <a:pt x="4345" y="7484"/>
                      </a:lnTo>
                      <a:lnTo>
                        <a:pt x="4356" y="7487"/>
                      </a:lnTo>
                      <a:lnTo>
                        <a:pt x="4368" y="7489"/>
                      </a:lnTo>
                      <a:lnTo>
                        <a:pt x="4380" y="7494"/>
                      </a:lnTo>
                      <a:lnTo>
                        <a:pt x="4391" y="7499"/>
                      </a:lnTo>
                      <a:lnTo>
                        <a:pt x="4401" y="7504"/>
                      </a:lnTo>
                      <a:lnTo>
                        <a:pt x="4410" y="7510"/>
                      </a:lnTo>
                      <a:lnTo>
                        <a:pt x="4419" y="7516"/>
                      </a:lnTo>
                      <a:lnTo>
                        <a:pt x="4436" y="7528"/>
                      </a:lnTo>
                      <a:lnTo>
                        <a:pt x="4453" y="7540"/>
                      </a:lnTo>
                      <a:lnTo>
                        <a:pt x="4468" y="7551"/>
                      </a:lnTo>
                      <a:lnTo>
                        <a:pt x="4486" y="7559"/>
                      </a:lnTo>
                      <a:lnTo>
                        <a:pt x="4496" y="7563"/>
                      </a:lnTo>
                      <a:lnTo>
                        <a:pt x="4506" y="7565"/>
                      </a:lnTo>
                      <a:lnTo>
                        <a:pt x="4516" y="7567"/>
                      </a:lnTo>
                      <a:lnTo>
                        <a:pt x="4529" y="7567"/>
                      </a:lnTo>
                      <a:lnTo>
                        <a:pt x="4559" y="7569"/>
                      </a:lnTo>
                      <a:lnTo>
                        <a:pt x="4586" y="7567"/>
                      </a:lnTo>
                      <a:lnTo>
                        <a:pt x="4600" y="7566"/>
                      </a:lnTo>
                      <a:lnTo>
                        <a:pt x="4612" y="7563"/>
                      </a:lnTo>
                      <a:lnTo>
                        <a:pt x="4625" y="7557"/>
                      </a:lnTo>
                      <a:lnTo>
                        <a:pt x="4637" y="7548"/>
                      </a:lnTo>
                      <a:lnTo>
                        <a:pt x="4650" y="7537"/>
                      </a:lnTo>
                      <a:lnTo>
                        <a:pt x="4661" y="7525"/>
                      </a:lnTo>
                      <a:lnTo>
                        <a:pt x="4672" y="7514"/>
                      </a:lnTo>
                      <a:lnTo>
                        <a:pt x="4685" y="7504"/>
                      </a:lnTo>
                      <a:lnTo>
                        <a:pt x="4706" y="7489"/>
                      </a:lnTo>
                      <a:lnTo>
                        <a:pt x="4724" y="7475"/>
                      </a:lnTo>
                      <a:lnTo>
                        <a:pt x="4742" y="7460"/>
                      </a:lnTo>
                      <a:lnTo>
                        <a:pt x="4759" y="7442"/>
                      </a:lnTo>
                      <a:lnTo>
                        <a:pt x="4773" y="7426"/>
                      </a:lnTo>
                      <a:lnTo>
                        <a:pt x="4784" y="7411"/>
                      </a:lnTo>
                      <a:lnTo>
                        <a:pt x="4789" y="7402"/>
                      </a:lnTo>
                      <a:lnTo>
                        <a:pt x="4791" y="7393"/>
                      </a:lnTo>
                      <a:lnTo>
                        <a:pt x="4794" y="7383"/>
                      </a:lnTo>
                      <a:lnTo>
                        <a:pt x="4795" y="7372"/>
                      </a:lnTo>
                      <a:lnTo>
                        <a:pt x="4794" y="7360"/>
                      </a:lnTo>
                      <a:lnTo>
                        <a:pt x="4790" y="7349"/>
                      </a:lnTo>
                      <a:lnTo>
                        <a:pt x="4787" y="7338"/>
                      </a:lnTo>
                      <a:lnTo>
                        <a:pt x="4782" y="7327"/>
                      </a:lnTo>
                      <a:lnTo>
                        <a:pt x="4776" y="7305"/>
                      </a:lnTo>
                      <a:lnTo>
                        <a:pt x="4771" y="7283"/>
                      </a:lnTo>
                      <a:lnTo>
                        <a:pt x="4769" y="7273"/>
                      </a:lnTo>
                      <a:lnTo>
                        <a:pt x="4764" y="7264"/>
                      </a:lnTo>
                      <a:lnTo>
                        <a:pt x="4758" y="7255"/>
                      </a:lnTo>
                      <a:lnTo>
                        <a:pt x="4749" y="7247"/>
                      </a:lnTo>
                      <a:lnTo>
                        <a:pt x="4743" y="7242"/>
                      </a:lnTo>
                      <a:lnTo>
                        <a:pt x="4737" y="7239"/>
                      </a:lnTo>
                      <a:lnTo>
                        <a:pt x="4731" y="7237"/>
                      </a:lnTo>
                      <a:lnTo>
                        <a:pt x="4725" y="7236"/>
                      </a:lnTo>
                      <a:lnTo>
                        <a:pt x="4712" y="7232"/>
                      </a:lnTo>
                      <a:lnTo>
                        <a:pt x="4699" y="7227"/>
                      </a:lnTo>
                      <a:lnTo>
                        <a:pt x="4685" y="7220"/>
                      </a:lnTo>
                      <a:lnTo>
                        <a:pt x="4673" y="7213"/>
                      </a:lnTo>
                      <a:lnTo>
                        <a:pt x="4661" y="7204"/>
                      </a:lnTo>
                      <a:lnTo>
                        <a:pt x="4647" y="7198"/>
                      </a:lnTo>
                      <a:lnTo>
                        <a:pt x="4638" y="7196"/>
                      </a:lnTo>
                      <a:lnTo>
                        <a:pt x="4631" y="7195"/>
                      </a:lnTo>
                      <a:lnTo>
                        <a:pt x="4623" y="7195"/>
                      </a:lnTo>
                      <a:lnTo>
                        <a:pt x="4615" y="7196"/>
                      </a:lnTo>
                      <a:lnTo>
                        <a:pt x="4600" y="7196"/>
                      </a:lnTo>
                      <a:lnTo>
                        <a:pt x="4583" y="7195"/>
                      </a:lnTo>
                      <a:lnTo>
                        <a:pt x="4572" y="7192"/>
                      </a:lnTo>
                      <a:lnTo>
                        <a:pt x="4564" y="7190"/>
                      </a:lnTo>
                      <a:lnTo>
                        <a:pt x="4554" y="7186"/>
                      </a:lnTo>
                      <a:lnTo>
                        <a:pt x="4543" y="7185"/>
                      </a:lnTo>
                      <a:lnTo>
                        <a:pt x="4461" y="7185"/>
                      </a:lnTo>
                      <a:lnTo>
                        <a:pt x="4454" y="7185"/>
                      </a:lnTo>
                      <a:lnTo>
                        <a:pt x="4447" y="7183"/>
                      </a:lnTo>
                      <a:lnTo>
                        <a:pt x="4441" y="7180"/>
                      </a:lnTo>
                      <a:lnTo>
                        <a:pt x="4434" y="7175"/>
                      </a:lnTo>
                      <a:lnTo>
                        <a:pt x="4422" y="7167"/>
                      </a:lnTo>
                      <a:lnTo>
                        <a:pt x="4409" y="7157"/>
                      </a:lnTo>
                      <a:lnTo>
                        <a:pt x="4396" y="7148"/>
                      </a:lnTo>
                      <a:lnTo>
                        <a:pt x="4383" y="7140"/>
                      </a:lnTo>
                      <a:lnTo>
                        <a:pt x="4371" y="7132"/>
                      </a:lnTo>
                      <a:lnTo>
                        <a:pt x="4359" y="7121"/>
                      </a:lnTo>
                      <a:lnTo>
                        <a:pt x="4345" y="7109"/>
                      </a:lnTo>
                      <a:lnTo>
                        <a:pt x="4336" y="7096"/>
                      </a:lnTo>
                      <a:lnTo>
                        <a:pt x="4325" y="7084"/>
                      </a:lnTo>
                      <a:lnTo>
                        <a:pt x="4313" y="7071"/>
                      </a:lnTo>
                      <a:lnTo>
                        <a:pt x="4303" y="7062"/>
                      </a:lnTo>
                      <a:lnTo>
                        <a:pt x="4292" y="7057"/>
                      </a:lnTo>
                      <a:lnTo>
                        <a:pt x="4287" y="7054"/>
                      </a:lnTo>
                      <a:lnTo>
                        <a:pt x="4283" y="7051"/>
                      </a:lnTo>
                      <a:lnTo>
                        <a:pt x="4278" y="7046"/>
                      </a:lnTo>
                      <a:lnTo>
                        <a:pt x="4274" y="7042"/>
                      </a:lnTo>
                      <a:lnTo>
                        <a:pt x="4269" y="7028"/>
                      </a:lnTo>
                      <a:lnTo>
                        <a:pt x="4264" y="7016"/>
                      </a:lnTo>
                      <a:lnTo>
                        <a:pt x="4261" y="7004"/>
                      </a:lnTo>
                      <a:lnTo>
                        <a:pt x="4258" y="6990"/>
                      </a:lnTo>
                      <a:lnTo>
                        <a:pt x="4260" y="6980"/>
                      </a:lnTo>
                      <a:lnTo>
                        <a:pt x="4261" y="6970"/>
                      </a:lnTo>
                      <a:lnTo>
                        <a:pt x="4262" y="6962"/>
                      </a:lnTo>
                      <a:lnTo>
                        <a:pt x="4262" y="6951"/>
                      </a:lnTo>
                      <a:lnTo>
                        <a:pt x="4260" y="6937"/>
                      </a:lnTo>
                      <a:lnTo>
                        <a:pt x="4256" y="6921"/>
                      </a:lnTo>
                      <a:lnTo>
                        <a:pt x="4252" y="6907"/>
                      </a:lnTo>
                      <a:lnTo>
                        <a:pt x="4246" y="6893"/>
                      </a:lnTo>
                      <a:lnTo>
                        <a:pt x="4243" y="6887"/>
                      </a:lnTo>
                      <a:lnTo>
                        <a:pt x="4239" y="6881"/>
                      </a:lnTo>
                      <a:lnTo>
                        <a:pt x="4234" y="6876"/>
                      </a:lnTo>
                      <a:lnTo>
                        <a:pt x="4229" y="6873"/>
                      </a:lnTo>
                      <a:lnTo>
                        <a:pt x="4223" y="6869"/>
                      </a:lnTo>
                      <a:lnTo>
                        <a:pt x="4217" y="6867"/>
                      </a:lnTo>
                      <a:lnTo>
                        <a:pt x="4211" y="6866"/>
                      </a:lnTo>
                      <a:lnTo>
                        <a:pt x="4204" y="6864"/>
                      </a:lnTo>
                      <a:lnTo>
                        <a:pt x="4195" y="6866"/>
                      </a:lnTo>
                      <a:lnTo>
                        <a:pt x="4186" y="6868"/>
                      </a:lnTo>
                      <a:lnTo>
                        <a:pt x="4179" y="6872"/>
                      </a:lnTo>
                      <a:lnTo>
                        <a:pt x="4172" y="6876"/>
                      </a:lnTo>
                      <a:lnTo>
                        <a:pt x="4164" y="6880"/>
                      </a:lnTo>
                      <a:lnTo>
                        <a:pt x="4157" y="6884"/>
                      </a:lnTo>
                      <a:lnTo>
                        <a:pt x="4149" y="6886"/>
                      </a:lnTo>
                      <a:lnTo>
                        <a:pt x="4139" y="6887"/>
                      </a:lnTo>
                      <a:lnTo>
                        <a:pt x="4088" y="6887"/>
                      </a:lnTo>
                      <a:lnTo>
                        <a:pt x="4087" y="6876"/>
                      </a:lnTo>
                      <a:lnTo>
                        <a:pt x="4085" y="6866"/>
                      </a:lnTo>
                      <a:lnTo>
                        <a:pt x="4088" y="6849"/>
                      </a:lnTo>
                      <a:lnTo>
                        <a:pt x="4092" y="6833"/>
                      </a:lnTo>
                      <a:lnTo>
                        <a:pt x="4091" y="6822"/>
                      </a:lnTo>
                      <a:lnTo>
                        <a:pt x="4090" y="6812"/>
                      </a:lnTo>
                      <a:lnTo>
                        <a:pt x="4088" y="6804"/>
                      </a:lnTo>
                      <a:lnTo>
                        <a:pt x="4086" y="6796"/>
                      </a:lnTo>
                      <a:lnTo>
                        <a:pt x="4081" y="6779"/>
                      </a:lnTo>
                      <a:lnTo>
                        <a:pt x="4076" y="6759"/>
                      </a:lnTo>
                      <a:lnTo>
                        <a:pt x="4073" y="6752"/>
                      </a:lnTo>
                      <a:lnTo>
                        <a:pt x="4069" y="6745"/>
                      </a:lnTo>
                      <a:lnTo>
                        <a:pt x="4069" y="6708"/>
                      </a:lnTo>
                      <a:lnTo>
                        <a:pt x="4078" y="6710"/>
                      </a:lnTo>
                      <a:lnTo>
                        <a:pt x="4085" y="6712"/>
                      </a:lnTo>
                      <a:lnTo>
                        <a:pt x="4092" y="6716"/>
                      </a:lnTo>
                      <a:lnTo>
                        <a:pt x="4098" y="6720"/>
                      </a:lnTo>
                      <a:lnTo>
                        <a:pt x="4110" y="6729"/>
                      </a:lnTo>
                      <a:lnTo>
                        <a:pt x="4123" y="6740"/>
                      </a:lnTo>
                      <a:lnTo>
                        <a:pt x="4144" y="6755"/>
                      </a:lnTo>
                      <a:lnTo>
                        <a:pt x="4157" y="6763"/>
                      </a:lnTo>
                      <a:lnTo>
                        <a:pt x="4162" y="6765"/>
                      </a:lnTo>
                      <a:lnTo>
                        <a:pt x="4164" y="6765"/>
                      </a:lnTo>
                      <a:lnTo>
                        <a:pt x="4166" y="6765"/>
                      </a:lnTo>
                      <a:lnTo>
                        <a:pt x="4166" y="6763"/>
                      </a:lnTo>
                      <a:lnTo>
                        <a:pt x="4161" y="6757"/>
                      </a:lnTo>
                      <a:lnTo>
                        <a:pt x="4151" y="6745"/>
                      </a:lnTo>
                      <a:lnTo>
                        <a:pt x="4138" y="6729"/>
                      </a:lnTo>
                      <a:lnTo>
                        <a:pt x="4121" y="6711"/>
                      </a:lnTo>
                      <a:lnTo>
                        <a:pt x="4108" y="6694"/>
                      </a:lnTo>
                      <a:lnTo>
                        <a:pt x="4096" y="6679"/>
                      </a:lnTo>
                      <a:lnTo>
                        <a:pt x="4090" y="6673"/>
                      </a:lnTo>
                      <a:lnTo>
                        <a:pt x="4084" y="6665"/>
                      </a:lnTo>
                      <a:lnTo>
                        <a:pt x="4075" y="6659"/>
                      </a:lnTo>
                      <a:lnTo>
                        <a:pt x="4067" y="6653"/>
                      </a:lnTo>
                      <a:lnTo>
                        <a:pt x="4056" y="6647"/>
                      </a:lnTo>
                      <a:lnTo>
                        <a:pt x="4045" y="6644"/>
                      </a:lnTo>
                      <a:lnTo>
                        <a:pt x="4035" y="6639"/>
                      </a:lnTo>
                      <a:lnTo>
                        <a:pt x="4024" y="6634"/>
                      </a:lnTo>
                      <a:lnTo>
                        <a:pt x="4000" y="6621"/>
                      </a:lnTo>
                      <a:lnTo>
                        <a:pt x="3979" y="6611"/>
                      </a:lnTo>
                      <a:lnTo>
                        <a:pt x="3967" y="6607"/>
                      </a:lnTo>
                      <a:lnTo>
                        <a:pt x="3955" y="6604"/>
                      </a:lnTo>
                      <a:lnTo>
                        <a:pt x="3942" y="6603"/>
                      </a:lnTo>
                      <a:lnTo>
                        <a:pt x="3928" y="6601"/>
                      </a:lnTo>
                      <a:lnTo>
                        <a:pt x="3895" y="6603"/>
                      </a:lnTo>
                      <a:lnTo>
                        <a:pt x="3866" y="6606"/>
                      </a:lnTo>
                      <a:lnTo>
                        <a:pt x="3838" y="6610"/>
                      </a:lnTo>
                      <a:lnTo>
                        <a:pt x="3805" y="6611"/>
                      </a:lnTo>
                      <a:lnTo>
                        <a:pt x="3742" y="6611"/>
                      </a:lnTo>
                      <a:lnTo>
                        <a:pt x="3731" y="6612"/>
                      </a:lnTo>
                      <a:lnTo>
                        <a:pt x="3722" y="6615"/>
                      </a:lnTo>
                      <a:lnTo>
                        <a:pt x="3711" y="6617"/>
                      </a:lnTo>
                      <a:lnTo>
                        <a:pt x="3700" y="6621"/>
                      </a:lnTo>
                      <a:lnTo>
                        <a:pt x="3700" y="6124"/>
                      </a:lnTo>
                      <a:lnTo>
                        <a:pt x="3698" y="6109"/>
                      </a:lnTo>
                      <a:lnTo>
                        <a:pt x="3693" y="6097"/>
                      </a:lnTo>
                      <a:lnTo>
                        <a:pt x="3688" y="6085"/>
                      </a:lnTo>
                      <a:lnTo>
                        <a:pt x="3681" y="6072"/>
                      </a:lnTo>
                      <a:lnTo>
                        <a:pt x="3687" y="6071"/>
                      </a:lnTo>
                      <a:lnTo>
                        <a:pt x="3693" y="6068"/>
                      </a:lnTo>
                      <a:lnTo>
                        <a:pt x="3707" y="6070"/>
                      </a:lnTo>
                      <a:lnTo>
                        <a:pt x="3719" y="6072"/>
                      </a:lnTo>
                      <a:lnTo>
                        <a:pt x="3731" y="6073"/>
                      </a:lnTo>
                      <a:lnTo>
                        <a:pt x="3745" y="6076"/>
                      </a:lnTo>
                      <a:lnTo>
                        <a:pt x="3759" y="6076"/>
                      </a:lnTo>
                      <a:lnTo>
                        <a:pt x="3771" y="6074"/>
                      </a:lnTo>
                      <a:lnTo>
                        <a:pt x="3783" y="6073"/>
                      </a:lnTo>
                      <a:lnTo>
                        <a:pt x="3797" y="6076"/>
                      </a:lnTo>
                      <a:lnTo>
                        <a:pt x="3807" y="6078"/>
                      </a:lnTo>
                      <a:lnTo>
                        <a:pt x="3817" y="6082"/>
                      </a:lnTo>
                      <a:lnTo>
                        <a:pt x="3828" y="6084"/>
                      </a:lnTo>
                      <a:lnTo>
                        <a:pt x="3839" y="6088"/>
                      </a:lnTo>
                      <a:lnTo>
                        <a:pt x="4152" y="6306"/>
                      </a:lnTo>
                      <a:lnTo>
                        <a:pt x="4223" y="5848"/>
                      </a:lnTo>
                      <a:lnTo>
                        <a:pt x="4237" y="5837"/>
                      </a:lnTo>
                      <a:lnTo>
                        <a:pt x="4246" y="5826"/>
                      </a:lnTo>
                      <a:lnTo>
                        <a:pt x="4257" y="5815"/>
                      </a:lnTo>
                      <a:lnTo>
                        <a:pt x="4268" y="5803"/>
                      </a:lnTo>
                      <a:lnTo>
                        <a:pt x="4278" y="5793"/>
                      </a:lnTo>
                      <a:lnTo>
                        <a:pt x="4286" y="5786"/>
                      </a:lnTo>
                      <a:lnTo>
                        <a:pt x="4293" y="5778"/>
                      </a:lnTo>
                      <a:lnTo>
                        <a:pt x="4301" y="5767"/>
                      </a:lnTo>
                      <a:lnTo>
                        <a:pt x="4315" y="5739"/>
                      </a:lnTo>
                      <a:lnTo>
                        <a:pt x="4328" y="5714"/>
                      </a:lnTo>
                      <a:lnTo>
                        <a:pt x="4336" y="5702"/>
                      </a:lnTo>
                      <a:lnTo>
                        <a:pt x="4344" y="5690"/>
                      </a:lnTo>
                      <a:lnTo>
                        <a:pt x="4354" y="5678"/>
                      </a:lnTo>
                      <a:lnTo>
                        <a:pt x="4365" y="5664"/>
                      </a:lnTo>
                      <a:lnTo>
                        <a:pt x="4367" y="5658"/>
                      </a:lnTo>
                      <a:lnTo>
                        <a:pt x="4371" y="5651"/>
                      </a:lnTo>
                      <a:lnTo>
                        <a:pt x="4377" y="5650"/>
                      </a:lnTo>
                      <a:lnTo>
                        <a:pt x="4384" y="5649"/>
                      </a:lnTo>
                      <a:lnTo>
                        <a:pt x="4473" y="5649"/>
                      </a:lnTo>
                      <a:lnTo>
                        <a:pt x="4471" y="5663"/>
                      </a:lnTo>
                      <a:lnTo>
                        <a:pt x="4466" y="5675"/>
                      </a:lnTo>
                      <a:lnTo>
                        <a:pt x="4461" y="5687"/>
                      </a:lnTo>
                      <a:lnTo>
                        <a:pt x="4456" y="5698"/>
                      </a:lnTo>
                      <a:lnTo>
                        <a:pt x="4444" y="5719"/>
                      </a:lnTo>
                      <a:lnTo>
                        <a:pt x="4428" y="5742"/>
                      </a:lnTo>
                      <a:lnTo>
                        <a:pt x="4420" y="5756"/>
                      </a:lnTo>
                      <a:lnTo>
                        <a:pt x="4413" y="5768"/>
                      </a:lnTo>
                      <a:lnTo>
                        <a:pt x="4404" y="5780"/>
                      </a:lnTo>
                      <a:lnTo>
                        <a:pt x="4393" y="5793"/>
                      </a:lnTo>
                      <a:lnTo>
                        <a:pt x="4384" y="5802"/>
                      </a:lnTo>
                      <a:lnTo>
                        <a:pt x="4374" y="5808"/>
                      </a:lnTo>
                      <a:lnTo>
                        <a:pt x="4366" y="5815"/>
                      </a:lnTo>
                      <a:lnTo>
                        <a:pt x="4359" y="5825"/>
                      </a:lnTo>
                      <a:lnTo>
                        <a:pt x="4354" y="5833"/>
                      </a:lnTo>
                      <a:lnTo>
                        <a:pt x="4349" y="5840"/>
                      </a:lnTo>
                      <a:lnTo>
                        <a:pt x="4346" y="5848"/>
                      </a:lnTo>
                      <a:lnTo>
                        <a:pt x="4343" y="5856"/>
                      </a:lnTo>
                      <a:lnTo>
                        <a:pt x="4339" y="5872"/>
                      </a:lnTo>
                      <a:lnTo>
                        <a:pt x="4336" y="5889"/>
                      </a:lnTo>
                      <a:lnTo>
                        <a:pt x="4332" y="5896"/>
                      </a:lnTo>
                      <a:lnTo>
                        <a:pt x="4330" y="5902"/>
                      </a:lnTo>
                      <a:lnTo>
                        <a:pt x="4327" y="5919"/>
                      </a:lnTo>
                      <a:lnTo>
                        <a:pt x="4326" y="5934"/>
                      </a:lnTo>
                      <a:lnTo>
                        <a:pt x="4325" y="5949"/>
                      </a:lnTo>
                      <a:lnTo>
                        <a:pt x="4322" y="5966"/>
                      </a:lnTo>
                      <a:lnTo>
                        <a:pt x="4319" y="5978"/>
                      </a:lnTo>
                      <a:lnTo>
                        <a:pt x="4316" y="5991"/>
                      </a:lnTo>
                      <a:lnTo>
                        <a:pt x="4316" y="6111"/>
                      </a:lnTo>
                      <a:lnTo>
                        <a:pt x="4287" y="6345"/>
                      </a:lnTo>
                      <a:lnTo>
                        <a:pt x="4302" y="6332"/>
                      </a:lnTo>
                      <a:lnTo>
                        <a:pt x="4315" y="6323"/>
                      </a:lnTo>
                      <a:lnTo>
                        <a:pt x="4322" y="6318"/>
                      </a:lnTo>
                      <a:lnTo>
                        <a:pt x="4331" y="6316"/>
                      </a:lnTo>
                      <a:lnTo>
                        <a:pt x="4339" y="6313"/>
                      </a:lnTo>
                      <a:lnTo>
                        <a:pt x="4349" y="6313"/>
                      </a:lnTo>
                      <a:lnTo>
                        <a:pt x="4363" y="6313"/>
                      </a:lnTo>
                      <a:lnTo>
                        <a:pt x="4378" y="6314"/>
                      </a:lnTo>
                      <a:lnTo>
                        <a:pt x="4391" y="6317"/>
                      </a:lnTo>
                      <a:lnTo>
                        <a:pt x="4404" y="6319"/>
                      </a:lnTo>
                      <a:lnTo>
                        <a:pt x="4430" y="6326"/>
                      </a:lnTo>
                      <a:lnTo>
                        <a:pt x="4457" y="6335"/>
                      </a:lnTo>
                      <a:lnTo>
                        <a:pt x="4977" y="6457"/>
                      </a:lnTo>
                      <a:lnTo>
                        <a:pt x="5097" y="6499"/>
                      </a:lnTo>
                      <a:lnTo>
                        <a:pt x="5340" y="6470"/>
                      </a:lnTo>
                      <a:lnTo>
                        <a:pt x="5338" y="6451"/>
                      </a:lnTo>
                      <a:lnTo>
                        <a:pt x="5335" y="6433"/>
                      </a:lnTo>
                      <a:lnTo>
                        <a:pt x="5332" y="6416"/>
                      </a:lnTo>
                      <a:lnTo>
                        <a:pt x="5327" y="6399"/>
                      </a:lnTo>
                      <a:lnTo>
                        <a:pt x="5321" y="6384"/>
                      </a:lnTo>
                      <a:lnTo>
                        <a:pt x="5314" y="6369"/>
                      </a:lnTo>
                      <a:lnTo>
                        <a:pt x="5305" y="6352"/>
                      </a:lnTo>
                      <a:lnTo>
                        <a:pt x="5296" y="6335"/>
                      </a:lnTo>
                      <a:lnTo>
                        <a:pt x="5279" y="6311"/>
                      </a:lnTo>
                      <a:lnTo>
                        <a:pt x="5263" y="6289"/>
                      </a:lnTo>
                      <a:lnTo>
                        <a:pt x="5256" y="6278"/>
                      </a:lnTo>
                      <a:lnTo>
                        <a:pt x="5250" y="6266"/>
                      </a:lnTo>
                      <a:lnTo>
                        <a:pt x="5244" y="6253"/>
                      </a:lnTo>
                      <a:lnTo>
                        <a:pt x="5238" y="6238"/>
                      </a:lnTo>
                      <a:lnTo>
                        <a:pt x="5234" y="6226"/>
                      </a:lnTo>
                      <a:lnTo>
                        <a:pt x="5234" y="6213"/>
                      </a:lnTo>
                      <a:lnTo>
                        <a:pt x="5233" y="6201"/>
                      </a:lnTo>
                      <a:lnTo>
                        <a:pt x="5230" y="6188"/>
                      </a:lnTo>
                      <a:lnTo>
                        <a:pt x="5228" y="6178"/>
                      </a:lnTo>
                      <a:lnTo>
                        <a:pt x="5226" y="6168"/>
                      </a:lnTo>
                      <a:lnTo>
                        <a:pt x="5222" y="6160"/>
                      </a:lnTo>
                      <a:lnTo>
                        <a:pt x="5218" y="6153"/>
                      </a:lnTo>
                      <a:lnTo>
                        <a:pt x="5208" y="6138"/>
                      </a:lnTo>
                      <a:lnTo>
                        <a:pt x="5195" y="6124"/>
                      </a:lnTo>
                      <a:lnTo>
                        <a:pt x="5189" y="6120"/>
                      </a:lnTo>
                      <a:lnTo>
                        <a:pt x="5183" y="6117"/>
                      </a:lnTo>
                      <a:lnTo>
                        <a:pt x="5174" y="6107"/>
                      </a:lnTo>
                      <a:lnTo>
                        <a:pt x="5168" y="6096"/>
                      </a:lnTo>
                      <a:lnTo>
                        <a:pt x="5162" y="6085"/>
                      </a:lnTo>
                      <a:lnTo>
                        <a:pt x="5157" y="6074"/>
                      </a:lnTo>
                      <a:lnTo>
                        <a:pt x="5148" y="6053"/>
                      </a:lnTo>
                      <a:lnTo>
                        <a:pt x="5138" y="6027"/>
                      </a:lnTo>
                      <a:lnTo>
                        <a:pt x="5169" y="6045"/>
                      </a:lnTo>
                      <a:lnTo>
                        <a:pt x="5195" y="6062"/>
                      </a:lnTo>
                      <a:lnTo>
                        <a:pt x="5223" y="6078"/>
                      </a:lnTo>
                      <a:lnTo>
                        <a:pt x="5253" y="6097"/>
                      </a:lnTo>
                      <a:lnTo>
                        <a:pt x="5267" y="6109"/>
                      </a:lnTo>
                      <a:lnTo>
                        <a:pt x="5279" y="6124"/>
                      </a:lnTo>
                      <a:lnTo>
                        <a:pt x="5297" y="6141"/>
                      </a:lnTo>
                      <a:lnTo>
                        <a:pt x="5312" y="6158"/>
                      </a:lnTo>
                      <a:lnTo>
                        <a:pt x="5320" y="6166"/>
                      </a:lnTo>
                      <a:lnTo>
                        <a:pt x="5327" y="6176"/>
                      </a:lnTo>
                      <a:lnTo>
                        <a:pt x="5333" y="6185"/>
                      </a:lnTo>
                      <a:lnTo>
                        <a:pt x="5340" y="6197"/>
                      </a:lnTo>
                      <a:lnTo>
                        <a:pt x="5346" y="6211"/>
                      </a:lnTo>
                      <a:lnTo>
                        <a:pt x="5350" y="6223"/>
                      </a:lnTo>
                      <a:lnTo>
                        <a:pt x="5353" y="6235"/>
                      </a:lnTo>
                      <a:lnTo>
                        <a:pt x="5359" y="6248"/>
                      </a:lnTo>
                      <a:lnTo>
                        <a:pt x="5367" y="6263"/>
                      </a:lnTo>
                      <a:lnTo>
                        <a:pt x="5374" y="6275"/>
                      </a:lnTo>
                      <a:lnTo>
                        <a:pt x="5381" y="6287"/>
                      </a:lnTo>
                      <a:lnTo>
                        <a:pt x="5388" y="6300"/>
                      </a:lnTo>
                      <a:lnTo>
                        <a:pt x="5396" y="6322"/>
                      </a:lnTo>
                      <a:lnTo>
                        <a:pt x="5400" y="6341"/>
                      </a:lnTo>
                      <a:lnTo>
                        <a:pt x="5404" y="6349"/>
                      </a:lnTo>
                      <a:lnTo>
                        <a:pt x="5408" y="6359"/>
                      </a:lnTo>
                      <a:lnTo>
                        <a:pt x="5414" y="6367"/>
                      </a:lnTo>
                      <a:lnTo>
                        <a:pt x="5420" y="6377"/>
                      </a:lnTo>
                      <a:lnTo>
                        <a:pt x="5426" y="6382"/>
                      </a:lnTo>
                      <a:lnTo>
                        <a:pt x="5432" y="6387"/>
                      </a:lnTo>
                      <a:lnTo>
                        <a:pt x="5438" y="6390"/>
                      </a:lnTo>
                      <a:lnTo>
                        <a:pt x="5445" y="6393"/>
                      </a:lnTo>
                      <a:lnTo>
                        <a:pt x="5458" y="6399"/>
                      </a:lnTo>
                      <a:lnTo>
                        <a:pt x="5472" y="6406"/>
                      </a:lnTo>
                      <a:lnTo>
                        <a:pt x="5484" y="6414"/>
                      </a:lnTo>
                      <a:lnTo>
                        <a:pt x="5492" y="6424"/>
                      </a:lnTo>
                      <a:lnTo>
                        <a:pt x="5501" y="6434"/>
                      </a:lnTo>
                      <a:lnTo>
                        <a:pt x="5510" y="6445"/>
                      </a:lnTo>
                      <a:lnTo>
                        <a:pt x="5521" y="6455"/>
                      </a:lnTo>
                      <a:lnTo>
                        <a:pt x="5529" y="6465"/>
                      </a:lnTo>
                      <a:lnTo>
                        <a:pt x="5538" y="6476"/>
                      </a:lnTo>
                      <a:lnTo>
                        <a:pt x="5546" y="6487"/>
                      </a:lnTo>
                      <a:lnTo>
                        <a:pt x="5560" y="6509"/>
                      </a:lnTo>
                      <a:lnTo>
                        <a:pt x="5574" y="6534"/>
                      </a:lnTo>
                      <a:lnTo>
                        <a:pt x="5585" y="6551"/>
                      </a:lnTo>
                      <a:lnTo>
                        <a:pt x="5597" y="6565"/>
                      </a:lnTo>
                      <a:lnTo>
                        <a:pt x="5602" y="6572"/>
                      </a:lnTo>
                      <a:lnTo>
                        <a:pt x="5605" y="6580"/>
                      </a:lnTo>
                      <a:lnTo>
                        <a:pt x="5609" y="6588"/>
                      </a:lnTo>
                      <a:lnTo>
                        <a:pt x="5609" y="6598"/>
                      </a:lnTo>
                      <a:lnTo>
                        <a:pt x="5609" y="6605"/>
                      </a:lnTo>
                      <a:lnTo>
                        <a:pt x="5607" y="6611"/>
                      </a:lnTo>
                      <a:lnTo>
                        <a:pt x="5603" y="6617"/>
                      </a:lnTo>
                      <a:lnTo>
                        <a:pt x="5599" y="6624"/>
                      </a:lnTo>
                      <a:lnTo>
                        <a:pt x="5586" y="6654"/>
                      </a:lnTo>
                      <a:lnTo>
                        <a:pt x="5572" y="6681"/>
                      </a:lnTo>
                      <a:lnTo>
                        <a:pt x="5566" y="6694"/>
                      </a:lnTo>
                      <a:lnTo>
                        <a:pt x="5560" y="6708"/>
                      </a:lnTo>
                      <a:lnTo>
                        <a:pt x="5554" y="6723"/>
                      </a:lnTo>
                      <a:lnTo>
                        <a:pt x="5549" y="6740"/>
                      </a:lnTo>
                      <a:lnTo>
                        <a:pt x="5921" y="6986"/>
                      </a:lnTo>
                      <a:lnTo>
                        <a:pt x="5919" y="6999"/>
                      </a:lnTo>
                      <a:lnTo>
                        <a:pt x="5915" y="7011"/>
                      </a:lnTo>
                      <a:lnTo>
                        <a:pt x="5912" y="7022"/>
                      </a:lnTo>
                      <a:lnTo>
                        <a:pt x="5908" y="7032"/>
                      </a:lnTo>
                      <a:lnTo>
                        <a:pt x="5899" y="7054"/>
                      </a:lnTo>
                      <a:lnTo>
                        <a:pt x="5889" y="7077"/>
                      </a:lnTo>
                      <a:lnTo>
                        <a:pt x="5884" y="7090"/>
                      </a:lnTo>
                      <a:lnTo>
                        <a:pt x="5879" y="7102"/>
                      </a:lnTo>
                      <a:lnTo>
                        <a:pt x="5878" y="7109"/>
                      </a:lnTo>
                      <a:lnTo>
                        <a:pt x="5876" y="7115"/>
                      </a:lnTo>
                      <a:lnTo>
                        <a:pt x="5871" y="7118"/>
                      </a:lnTo>
                      <a:lnTo>
                        <a:pt x="5864" y="7119"/>
                      </a:lnTo>
                      <a:lnTo>
                        <a:pt x="5858" y="7119"/>
                      </a:lnTo>
                      <a:lnTo>
                        <a:pt x="5850" y="7119"/>
                      </a:lnTo>
                      <a:lnTo>
                        <a:pt x="5842" y="7118"/>
                      </a:lnTo>
                      <a:lnTo>
                        <a:pt x="5833" y="7115"/>
                      </a:lnTo>
                      <a:lnTo>
                        <a:pt x="5825" y="7113"/>
                      </a:lnTo>
                      <a:lnTo>
                        <a:pt x="5818" y="7109"/>
                      </a:lnTo>
                      <a:lnTo>
                        <a:pt x="5810" y="7106"/>
                      </a:lnTo>
                      <a:lnTo>
                        <a:pt x="5803" y="7102"/>
                      </a:lnTo>
                      <a:lnTo>
                        <a:pt x="5795" y="7099"/>
                      </a:lnTo>
                      <a:lnTo>
                        <a:pt x="5786" y="7099"/>
                      </a:lnTo>
                      <a:lnTo>
                        <a:pt x="5780" y="7099"/>
                      </a:lnTo>
                      <a:lnTo>
                        <a:pt x="5775" y="7102"/>
                      </a:lnTo>
                      <a:lnTo>
                        <a:pt x="5771" y="7106"/>
                      </a:lnTo>
                      <a:lnTo>
                        <a:pt x="5767" y="7109"/>
                      </a:lnTo>
                      <a:lnTo>
                        <a:pt x="5762" y="7113"/>
                      </a:lnTo>
                      <a:lnTo>
                        <a:pt x="5759" y="7115"/>
                      </a:lnTo>
                      <a:lnTo>
                        <a:pt x="5754" y="7118"/>
                      </a:lnTo>
                      <a:lnTo>
                        <a:pt x="5748" y="7119"/>
                      </a:lnTo>
                      <a:lnTo>
                        <a:pt x="5742" y="7118"/>
                      </a:lnTo>
                      <a:lnTo>
                        <a:pt x="5736" y="7115"/>
                      </a:lnTo>
                      <a:lnTo>
                        <a:pt x="5731" y="7112"/>
                      </a:lnTo>
                      <a:lnTo>
                        <a:pt x="5727" y="7107"/>
                      </a:lnTo>
                      <a:lnTo>
                        <a:pt x="5719" y="7097"/>
                      </a:lnTo>
                      <a:lnTo>
                        <a:pt x="5709" y="7090"/>
                      </a:lnTo>
                      <a:lnTo>
                        <a:pt x="5700" y="7084"/>
                      </a:lnTo>
                      <a:lnTo>
                        <a:pt x="5690" y="7079"/>
                      </a:lnTo>
                      <a:lnTo>
                        <a:pt x="5686" y="7077"/>
                      </a:lnTo>
                      <a:lnTo>
                        <a:pt x="5683" y="7073"/>
                      </a:lnTo>
                      <a:lnTo>
                        <a:pt x="5680" y="7068"/>
                      </a:lnTo>
                      <a:lnTo>
                        <a:pt x="5677" y="7063"/>
                      </a:lnTo>
                      <a:lnTo>
                        <a:pt x="5674" y="7054"/>
                      </a:lnTo>
                      <a:lnTo>
                        <a:pt x="5674" y="7044"/>
                      </a:lnTo>
                      <a:lnTo>
                        <a:pt x="5674" y="7039"/>
                      </a:lnTo>
                      <a:lnTo>
                        <a:pt x="5674" y="7034"/>
                      </a:lnTo>
                      <a:lnTo>
                        <a:pt x="5673" y="7030"/>
                      </a:lnTo>
                      <a:lnTo>
                        <a:pt x="5671" y="7025"/>
                      </a:lnTo>
                      <a:lnTo>
                        <a:pt x="5667" y="7020"/>
                      </a:lnTo>
                      <a:lnTo>
                        <a:pt x="5662" y="7016"/>
                      </a:lnTo>
                      <a:lnTo>
                        <a:pt x="5657" y="7014"/>
                      </a:lnTo>
                      <a:lnTo>
                        <a:pt x="5651" y="7011"/>
                      </a:lnTo>
                      <a:lnTo>
                        <a:pt x="5639" y="7010"/>
                      </a:lnTo>
                      <a:lnTo>
                        <a:pt x="5626" y="7009"/>
                      </a:lnTo>
                      <a:lnTo>
                        <a:pt x="5619" y="7010"/>
                      </a:lnTo>
                      <a:lnTo>
                        <a:pt x="5614" y="7011"/>
                      </a:lnTo>
                      <a:lnTo>
                        <a:pt x="5608" y="7014"/>
                      </a:lnTo>
                      <a:lnTo>
                        <a:pt x="5603" y="7016"/>
                      </a:lnTo>
                      <a:lnTo>
                        <a:pt x="5593" y="7024"/>
                      </a:lnTo>
                      <a:lnTo>
                        <a:pt x="5584" y="7032"/>
                      </a:lnTo>
                      <a:lnTo>
                        <a:pt x="5570" y="7040"/>
                      </a:lnTo>
                      <a:lnTo>
                        <a:pt x="5557" y="7046"/>
                      </a:lnTo>
                      <a:lnTo>
                        <a:pt x="5550" y="7048"/>
                      </a:lnTo>
                      <a:lnTo>
                        <a:pt x="5543" y="7050"/>
                      </a:lnTo>
                      <a:lnTo>
                        <a:pt x="5534" y="7050"/>
                      </a:lnTo>
                      <a:lnTo>
                        <a:pt x="5526" y="7051"/>
                      </a:lnTo>
                      <a:lnTo>
                        <a:pt x="5520" y="7050"/>
                      </a:lnTo>
                      <a:lnTo>
                        <a:pt x="5515" y="7048"/>
                      </a:lnTo>
                      <a:lnTo>
                        <a:pt x="5510" y="7044"/>
                      </a:lnTo>
                      <a:lnTo>
                        <a:pt x="5505" y="7040"/>
                      </a:lnTo>
                      <a:lnTo>
                        <a:pt x="5498" y="7031"/>
                      </a:lnTo>
                      <a:lnTo>
                        <a:pt x="5487" y="7022"/>
                      </a:lnTo>
                      <a:lnTo>
                        <a:pt x="5478" y="7016"/>
                      </a:lnTo>
                      <a:lnTo>
                        <a:pt x="5467" y="7011"/>
                      </a:lnTo>
                      <a:lnTo>
                        <a:pt x="5463" y="7009"/>
                      </a:lnTo>
                      <a:lnTo>
                        <a:pt x="5458" y="7005"/>
                      </a:lnTo>
                      <a:lnTo>
                        <a:pt x="5455" y="7002"/>
                      </a:lnTo>
                      <a:lnTo>
                        <a:pt x="5452" y="6996"/>
                      </a:lnTo>
                      <a:lnTo>
                        <a:pt x="5451" y="6984"/>
                      </a:lnTo>
                      <a:lnTo>
                        <a:pt x="5452" y="6970"/>
                      </a:lnTo>
                      <a:lnTo>
                        <a:pt x="5451" y="6967"/>
                      </a:lnTo>
                      <a:lnTo>
                        <a:pt x="5450" y="6962"/>
                      </a:lnTo>
                      <a:lnTo>
                        <a:pt x="5447" y="6960"/>
                      </a:lnTo>
                      <a:lnTo>
                        <a:pt x="5445" y="6956"/>
                      </a:lnTo>
                      <a:lnTo>
                        <a:pt x="5439" y="6951"/>
                      </a:lnTo>
                      <a:lnTo>
                        <a:pt x="5433" y="6945"/>
                      </a:lnTo>
                      <a:lnTo>
                        <a:pt x="5419" y="6929"/>
                      </a:lnTo>
                      <a:lnTo>
                        <a:pt x="5406" y="6916"/>
                      </a:lnTo>
                      <a:lnTo>
                        <a:pt x="5392" y="6903"/>
                      </a:lnTo>
                      <a:lnTo>
                        <a:pt x="5375" y="6891"/>
                      </a:lnTo>
                      <a:lnTo>
                        <a:pt x="5351" y="6874"/>
                      </a:lnTo>
                      <a:lnTo>
                        <a:pt x="5329" y="6861"/>
                      </a:lnTo>
                      <a:lnTo>
                        <a:pt x="5306" y="6849"/>
                      </a:lnTo>
                      <a:lnTo>
                        <a:pt x="5285" y="6838"/>
                      </a:lnTo>
                      <a:lnTo>
                        <a:pt x="5273" y="6834"/>
                      </a:lnTo>
                      <a:lnTo>
                        <a:pt x="5262" y="6831"/>
                      </a:lnTo>
                      <a:lnTo>
                        <a:pt x="5250" y="6827"/>
                      </a:lnTo>
                      <a:lnTo>
                        <a:pt x="5238" y="6825"/>
                      </a:lnTo>
                      <a:lnTo>
                        <a:pt x="5224" y="6822"/>
                      </a:lnTo>
                      <a:lnTo>
                        <a:pt x="5211" y="6821"/>
                      </a:lnTo>
                      <a:lnTo>
                        <a:pt x="5198" y="6820"/>
                      </a:lnTo>
                      <a:lnTo>
                        <a:pt x="5183" y="6820"/>
                      </a:lnTo>
                      <a:lnTo>
                        <a:pt x="5168" y="6821"/>
                      </a:lnTo>
                      <a:lnTo>
                        <a:pt x="5154" y="6825"/>
                      </a:lnTo>
                      <a:lnTo>
                        <a:pt x="5141" y="6829"/>
                      </a:lnTo>
                      <a:lnTo>
                        <a:pt x="5128" y="6835"/>
                      </a:lnTo>
                      <a:lnTo>
                        <a:pt x="4965" y="7102"/>
                      </a:lnTo>
                      <a:lnTo>
                        <a:pt x="5902" y="7699"/>
                      </a:lnTo>
                      <a:lnTo>
                        <a:pt x="6216" y="7173"/>
                      </a:lnTo>
                      <a:lnTo>
                        <a:pt x="6652" y="7401"/>
                      </a:lnTo>
                      <a:lnTo>
                        <a:pt x="6667" y="7414"/>
                      </a:lnTo>
                      <a:lnTo>
                        <a:pt x="6678" y="7429"/>
                      </a:lnTo>
                      <a:lnTo>
                        <a:pt x="6686" y="7443"/>
                      </a:lnTo>
                      <a:lnTo>
                        <a:pt x="6694" y="7461"/>
                      </a:lnTo>
                      <a:lnTo>
                        <a:pt x="6698" y="7472"/>
                      </a:lnTo>
                      <a:lnTo>
                        <a:pt x="6702" y="7482"/>
                      </a:lnTo>
                      <a:lnTo>
                        <a:pt x="6705" y="7490"/>
                      </a:lnTo>
                      <a:lnTo>
                        <a:pt x="6710" y="7500"/>
                      </a:lnTo>
                      <a:lnTo>
                        <a:pt x="6713" y="7505"/>
                      </a:lnTo>
                      <a:lnTo>
                        <a:pt x="6715" y="7508"/>
                      </a:lnTo>
                      <a:lnTo>
                        <a:pt x="6719" y="7512"/>
                      </a:lnTo>
                      <a:lnTo>
                        <a:pt x="6723" y="7513"/>
                      </a:lnTo>
                      <a:lnTo>
                        <a:pt x="6729" y="7512"/>
                      </a:lnTo>
                      <a:lnTo>
                        <a:pt x="6734" y="7510"/>
                      </a:lnTo>
                      <a:lnTo>
                        <a:pt x="6739" y="7506"/>
                      </a:lnTo>
                      <a:lnTo>
                        <a:pt x="6743" y="7501"/>
                      </a:lnTo>
                      <a:lnTo>
                        <a:pt x="6750" y="7490"/>
                      </a:lnTo>
                      <a:lnTo>
                        <a:pt x="6758" y="7481"/>
                      </a:lnTo>
                      <a:lnTo>
                        <a:pt x="6768" y="7475"/>
                      </a:lnTo>
                      <a:lnTo>
                        <a:pt x="6776" y="7469"/>
                      </a:lnTo>
                      <a:lnTo>
                        <a:pt x="6785" y="7465"/>
                      </a:lnTo>
                      <a:lnTo>
                        <a:pt x="6795" y="7461"/>
                      </a:lnTo>
                      <a:lnTo>
                        <a:pt x="6804" y="7459"/>
                      </a:lnTo>
                      <a:lnTo>
                        <a:pt x="6814" y="7456"/>
                      </a:lnTo>
                      <a:lnTo>
                        <a:pt x="6825" y="7455"/>
                      </a:lnTo>
                      <a:lnTo>
                        <a:pt x="6836" y="7455"/>
                      </a:lnTo>
                      <a:lnTo>
                        <a:pt x="6843" y="7455"/>
                      </a:lnTo>
                      <a:lnTo>
                        <a:pt x="6850" y="7456"/>
                      </a:lnTo>
                      <a:lnTo>
                        <a:pt x="6856" y="7459"/>
                      </a:lnTo>
                      <a:lnTo>
                        <a:pt x="6862" y="7461"/>
                      </a:lnTo>
                      <a:lnTo>
                        <a:pt x="6874" y="7467"/>
                      </a:lnTo>
                      <a:lnTo>
                        <a:pt x="6887" y="7475"/>
                      </a:lnTo>
                      <a:lnTo>
                        <a:pt x="6901" y="7482"/>
                      </a:lnTo>
                      <a:lnTo>
                        <a:pt x="6911" y="7489"/>
                      </a:lnTo>
                      <a:lnTo>
                        <a:pt x="6922" y="7496"/>
                      </a:lnTo>
                      <a:lnTo>
                        <a:pt x="6932" y="7505"/>
                      </a:lnTo>
                      <a:lnTo>
                        <a:pt x="6952" y="7522"/>
                      </a:lnTo>
                      <a:lnTo>
                        <a:pt x="6973" y="7542"/>
                      </a:lnTo>
                      <a:lnTo>
                        <a:pt x="6987" y="7555"/>
                      </a:lnTo>
                      <a:lnTo>
                        <a:pt x="7000" y="7569"/>
                      </a:lnTo>
                      <a:lnTo>
                        <a:pt x="7012" y="7582"/>
                      </a:lnTo>
                      <a:lnTo>
                        <a:pt x="7025" y="7596"/>
                      </a:lnTo>
                      <a:lnTo>
                        <a:pt x="7045" y="7623"/>
                      </a:lnTo>
                      <a:lnTo>
                        <a:pt x="7062" y="7647"/>
                      </a:lnTo>
                      <a:lnTo>
                        <a:pt x="7071" y="7659"/>
                      </a:lnTo>
                      <a:lnTo>
                        <a:pt x="7079" y="7671"/>
                      </a:lnTo>
                      <a:lnTo>
                        <a:pt x="7090" y="7683"/>
                      </a:lnTo>
                      <a:lnTo>
                        <a:pt x="7102" y="7696"/>
                      </a:lnTo>
                      <a:lnTo>
                        <a:pt x="7113" y="7709"/>
                      </a:lnTo>
                      <a:lnTo>
                        <a:pt x="7121" y="7721"/>
                      </a:lnTo>
                      <a:lnTo>
                        <a:pt x="7130" y="7734"/>
                      </a:lnTo>
                      <a:lnTo>
                        <a:pt x="7141" y="7747"/>
                      </a:lnTo>
                      <a:lnTo>
                        <a:pt x="7149" y="7758"/>
                      </a:lnTo>
                      <a:lnTo>
                        <a:pt x="7159" y="7769"/>
                      </a:lnTo>
                      <a:lnTo>
                        <a:pt x="7164" y="7774"/>
                      </a:lnTo>
                      <a:lnTo>
                        <a:pt x="7168" y="7776"/>
                      </a:lnTo>
                      <a:lnTo>
                        <a:pt x="7176" y="7778"/>
                      </a:lnTo>
                      <a:lnTo>
                        <a:pt x="7182" y="7780"/>
                      </a:lnTo>
                      <a:lnTo>
                        <a:pt x="7189" y="7778"/>
                      </a:lnTo>
                      <a:lnTo>
                        <a:pt x="7195" y="7777"/>
                      </a:lnTo>
                      <a:lnTo>
                        <a:pt x="7200" y="7776"/>
                      </a:lnTo>
                      <a:lnTo>
                        <a:pt x="7206" y="7774"/>
                      </a:lnTo>
                      <a:lnTo>
                        <a:pt x="7215" y="7769"/>
                      </a:lnTo>
                      <a:lnTo>
                        <a:pt x="7227" y="7763"/>
                      </a:lnTo>
                      <a:lnTo>
                        <a:pt x="7241" y="7757"/>
                      </a:lnTo>
                      <a:lnTo>
                        <a:pt x="7254" y="7750"/>
                      </a:lnTo>
                      <a:lnTo>
                        <a:pt x="7265" y="7741"/>
                      </a:lnTo>
                      <a:lnTo>
                        <a:pt x="7276" y="7731"/>
                      </a:lnTo>
                      <a:lnTo>
                        <a:pt x="7296" y="7712"/>
                      </a:lnTo>
                      <a:lnTo>
                        <a:pt x="7315" y="7694"/>
                      </a:lnTo>
                      <a:lnTo>
                        <a:pt x="7325" y="7684"/>
                      </a:lnTo>
                      <a:lnTo>
                        <a:pt x="7335" y="7676"/>
                      </a:lnTo>
                      <a:lnTo>
                        <a:pt x="7346" y="7669"/>
                      </a:lnTo>
                      <a:lnTo>
                        <a:pt x="7356" y="7661"/>
                      </a:lnTo>
                      <a:lnTo>
                        <a:pt x="7369" y="7655"/>
                      </a:lnTo>
                      <a:lnTo>
                        <a:pt x="7381" y="7652"/>
                      </a:lnTo>
                      <a:lnTo>
                        <a:pt x="7395" y="7648"/>
                      </a:lnTo>
                      <a:lnTo>
                        <a:pt x="7410" y="7648"/>
                      </a:lnTo>
                      <a:lnTo>
                        <a:pt x="7426" y="7653"/>
                      </a:lnTo>
                      <a:lnTo>
                        <a:pt x="7442" y="7658"/>
                      </a:lnTo>
                      <a:lnTo>
                        <a:pt x="7449" y="7657"/>
                      </a:lnTo>
                      <a:lnTo>
                        <a:pt x="7457" y="7654"/>
                      </a:lnTo>
                      <a:lnTo>
                        <a:pt x="7464" y="7652"/>
                      </a:lnTo>
                      <a:lnTo>
                        <a:pt x="7470" y="7648"/>
                      </a:lnTo>
                      <a:lnTo>
                        <a:pt x="7481" y="7639"/>
                      </a:lnTo>
                      <a:lnTo>
                        <a:pt x="7493" y="7629"/>
                      </a:lnTo>
                      <a:lnTo>
                        <a:pt x="7500" y="7645"/>
                      </a:lnTo>
                      <a:lnTo>
                        <a:pt x="7505" y="7660"/>
                      </a:lnTo>
                      <a:lnTo>
                        <a:pt x="7510" y="7676"/>
                      </a:lnTo>
                      <a:lnTo>
                        <a:pt x="7516" y="7693"/>
                      </a:lnTo>
                      <a:lnTo>
                        <a:pt x="7520" y="7701"/>
                      </a:lnTo>
                      <a:lnTo>
                        <a:pt x="7525" y="7710"/>
                      </a:lnTo>
                      <a:lnTo>
                        <a:pt x="7530" y="7717"/>
                      </a:lnTo>
                      <a:lnTo>
                        <a:pt x="7536" y="7724"/>
                      </a:lnTo>
                      <a:lnTo>
                        <a:pt x="7542" y="7729"/>
                      </a:lnTo>
                      <a:lnTo>
                        <a:pt x="7549" y="7734"/>
                      </a:lnTo>
                      <a:lnTo>
                        <a:pt x="7558" y="7736"/>
                      </a:lnTo>
                      <a:lnTo>
                        <a:pt x="7568" y="7737"/>
                      </a:lnTo>
                      <a:lnTo>
                        <a:pt x="7576" y="7737"/>
                      </a:lnTo>
                      <a:lnTo>
                        <a:pt x="7583" y="7735"/>
                      </a:lnTo>
                      <a:lnTo>
                        <a:pt x="7590" y="7731"/>
                      </a:lnTo>
                      <a:lnTo>
                        <a:pt x="7596" y="7728"/>
                      </a:lnTo>
                      <a:lnTo>
                        <a:pt x="7610" y="7719"/>
                      </a:lnTo>
                      <a:lnTo>
                        <a:pt x="7625" y="7712"/>
                      </a:lnTo>
                      <a:lnTo>
                        <a:pt x="7629" y="7718"/>
                      </a:lnTo>
                      <a:lnTo>
                        <a:pt x="7633" y="7724"/>
                      </a:lnTo>
                      <a:lnTo>
                        <a:pt x="7637" y="7728"/>
                      </a:lnTo>
                      <a:lnTo>
                        <a:pt x="7642" y="7733"/>
                      </a:lnTo>
                      <a:lnTo>
                        <a:pt x="7647" y="7735"/>
                      </a:lnTo>
                      <a:lnTo>
                        <a:pt x="7653" y="7737"/>
                      </a:lnTo>
                      <a:lnTo>
                        <a:pt x="7659" y="7740"/>
                      </a:lnTo>
                      <a:lnTo>
                        <a:pt x="7666" y="7741"/>
                      </a:lnTo>
                      <a:lnTo>
                        <a:pt x="7684" y="7741"/>
                      </a:lnTo>
                      <a:lnTo>
                        <a:pt x="7701" y="7739"/>
                      </a:lnTo>
                      <a:lnTo>
                        <a:pt x="7710" y="7739"/>
                      </a:lnTo>
                      <a:lnTo>
                        <a:pt x="7717" y="7739"/>
                      </a:lnTo>
                      <a:lnTo>
                        <a:pt x="7725" y="7741"/>
                      </a:lnTo>
                      <a:lnTo>
                        <a:pt x="7734" y="7744"/>
                      </a:lnTo>
                      <a:lnTo>
                        <a:pt x="7739" y="7751"/>
                      </a:lnTo>
                      <a:lnTo>
                        <a:pt x="7744" y="7757"/>
                      </a:lnTo>
                      <a:lnTo>
                        <a:pt x="7750" y="7760"/>
                      </a:lnTo>
                      <a:lnTo>
                        <a:pt x="7757" y="7762"/>
                      </a:lnTo>
                      <a:lnTo>
                        <a:pt x="7763" y="7763"/>
                      </a:lnTo>
                      <a:lnTo>
                        <a:pt x="7769" y="7764"/>
                      </a:lnTo>
                      <a:lnTo>
                        <a:pt x="7781" y="7763"/>
                      </a:lnTo>
                      <a:lnTo>
                        <a:pt x="7795" y="7763"/>
                      </a:lnTo>
                      <a:lnTo>
                        <a:pt x="7809" y="7764"/>
                      </a:lnTo>
                      <a:lnTo>
                        <a:pt x="7821" y="7765"/>
                      </a:lnTo>
                      <a:lnTo>
                        <a:pt x="7833" y="7766"/>
                      </a:lnTo>
                      <a:lnTo>
                        <a:pt x="7846" y="7766"/>
                      </a:lnTo>
                      <a:lnTo>
                        <a:pt x="7863" y="7766"/>
                      </a:lnTo>
                      <a:lnTo>
                        <a:pt x="7879" y="7765"/>
                      </a:lnTo>
                      <a:lnTo>
                        <a:pt x="7894" y="7763"/>
                      </a:lnTo>
                      <a:lnTo>
                        <a:pt x="7909" y="7760"/>
                      </a:lnTo>
                      <a:lnTo>
                        <a:pt x="7938" y="7753"/>
                      </a:lnTo>
                      <a:lnTo>
                        <a:pt x="7968" y="7744"/>
                      </a:lnTo>
                      <a:lnTo>
                        <a:pt x="7981" y="7759"/>
                      </a:lnTo>
                      <a:lnTo>
                        <a:pt x="7993" y="7772"/>
                      </a:lnTo>
                      <a:lnTo>
                        <a:pt x="8006" y="7785"/>
                      </a:lnTo>
                      <a:lnTo>
                        <a:pt x="8020" y="7795"/>
                      </a:lnTo>
                      <a:lnTo>
                        <a:pt x="8032" y="7807"/>
                      </a:lnTo>
                      <a:lnTo>
                        <a:pt x="8044" y="7819"/>
                      </a:lnTo>
                      <a:lnTo>
                        <a:pt x="8050" y="7826"/>
                      </a:lnTo>
                      <a:lnTo>
                        <a:pt x="8055" y="7833"/>
                      </a:lnTo>
                      <a:lnTo>
                        <a:pt x="8060" y="7841"/>
                      </a:lnTo>
                      <a:lnTo>
                        <a:pt x="8064" y="7850"/>
                      </a:lnTo>
                      <a:lnTo>
                        <a:pt x="8076" y="7871"/>
                      </a:lnTo>
                      <a:lnTo>
                        <a:pt x="8088" y="7889"/>
                      </a:lnTo>
                      <a:lnTo>
                        <a:pt x="8102" y="7908"/>
                      </a:lnTo>
                      <a:lnTo>
                        <a:pt x="8116" y="7927"/>
                      </a:lnTo>
                      <a:lnTo>
                        <a:pt x="8122" y="7938"/>
                      </a:lnTo>
                      <a:lnTo>
                        <a:pt x="8128" y="7947"/>
                      </a:lnTo>
                      <a:lnTo>
                        <a:pt x="8134" y="7957"/>
                      </a:lnTo>
                      <a:lnTo>
                        <a:pt x="8142" y="7965"/>
                      </a:lnTo>
                      <a:lnTo>
                        <a:pt x="8156" y="7980"/>
                      </a:lnTo>
                      <a:lnTo>
                        <a:pt x="8169" y="7992"/>
                      </a:lnTo>
                      <a:lnTo>
                        <a:pt x="8183" y="8003"/>
                      </a:lnTo>
                      <a:lnTo>
                        <a:pt x="8196" y="8012"/>
                      </a:lnTo>
                      <a:lnTo>
                        <a:pt x="8225" y="8031"/>
                      </a:lnTo>
                      <a:lnTo>
                        <a:pt x="8257" y="8049"/>
                      </a:lnTo>
                      <a:lnTo>
                        <a:pt x="8267" y="8053"/>
                      </a:lnTo>
                      <a:lnTo>
                        <a:pt x="8277" y="8058"/>
                      </a:lnTo>
                      <a:lnTo>
                        <a:pt x="8286" y="8062"/>
                      </a:lnTo>
                      <a:lnTo>
                        <a:pt x="8296" y="8068"/>
                      </a:lnTo>
                      <a:lnTo>
                        <a:pt x="8309" y="8079"/>
                      </a:lnTo>
                      <a:lnTo>
                        <a:pt x="8321" y="8090"/>
                      </a:lnTo>
                      <a:lnTo>
                        <a:pt x="8327" y="8093"/>
                      </a:lnTo>
                      <a:lnTo>
                        <a:pt x="8334" y="8097"/>
                      </a:lnTo>
                      <a:lnTo>
                        <a:pt x="8342" y="8099"/>
                      </a:lnTo>
                      <a:lnTo>
                        <a:pt x="8350" y="8100"/>
                      </a:lnTo>
                      <a:lnTo>
                        <a:pt x="8359" y="8099"/>
                      </a:lnTo>
                      <a:lnTo>
                        <a:pt x="8366" y="8097"/>
                      </a:lnTo>
                      <a:lnTo>
                        <a:pt x="8373" y="8094"/>
                      </a:lnTo>
                      <a:lnTo>
                        <a:pt x="8379" y="8091"/>
                      </a:lnTo>
                      <a:lnTo>
                        <a:pt x="8392" y="8082"/>
                      </a:lnTo>
                      <a:lnTo>
                        <a:pt x="8408" y="8075"/>
                      </a:lnTo>
                      <a:lnTo>
                        <a:pt x="8429" y="8067"/>
                      </a:lnTo>
                      <a:lnTo>
                        <a:pt x="8447" y="8061"/>
                      </a:lnTo>
                      <a:lnTo>
                        <a:pt x="8465" y="8052"/>
                      </a:lnTo>
                      <a:lnTo>
                        <a:pt x="8485" y="8043"/>
                      </a:lnTo>
                      <a:lnTo>
                        <a:pt x="8518" y="8027"/>
                      </a:lnTo>
                      <a:lnTo>
                        <a:pt x="8546" y="8012"/>
                      </a:lnTo>
                      <a:lnTo>
                        <a:pt x="8560" y="8006"/>
                      </a:lnTo>
                      <a:lnTo>
                        <a:pt x="8574" y="7998"/>
                      </a:lnTo>
                      <a:lnTo>
                        <a:pt x="8589" y="7990"/>
                      </a:lnTo>
                      <a:lnTo>
                        <a:pt x="8603" y="7979"/>
                      </a:lnTo>
                      <a:lnTo>
                        <a:pt x="8585" y="7955"/>
                      </a:lnTo>
                      <a:lnTo>
                        <a:pt x="8567" y="7934"/>
                      </a:lnTo>
                      <a:lnTo>
                        <a:pt x="8549" y="7915"/>
                      </a:lnTo>
                      <a:lnTo>
                        <a:pt x="8530" y="7892"/>
                      </a:lnTo>
                      <a:lnTo>
                        <a:pt x="8511" y="7868"/>
                      </a:lnTo>
                      <a:lnTo>
                        <a:pt x="8495" y="7845"/>
                      </a:lnTo>
                      <a:lnTo>
                        <a:pt x="8486" y="7834"/>
                      </a:lnTo>
                      <a:lnTo>
                        <a:pt x="8477" y="7823"/>
                      </a:lnTo>
                      <a:lnTo>
                        <a:pt x="8466" y="7815"/>
                      </a:lnTo>
                      <a:lnTo>
                        <a:pt x="8453" y="7805"/>
                      </a:lnTo>
                      <a:lnTo>
                        <a:pt x="8441" y="7797"/>
                      </a:lnTo>
                      <a:lnTo>
                        <a:pt x="8430" y="7787"/>
                      </a:lnTo>
                      <a:lnTo>
                        <a:pt x="8420" y="7777"/>
                      </a:lnTo>
                      <a:lnTo>
                        <a:pt x="8412" y="7768"/>
                      </a:lnTo>
                      <a:lnTo>
                        <a:pt x="8403" y="7757"/>
                      </a:lnTo>
                      <a:lnTo>
                        <a:pt x="8394" y="7746"/>
                      </a:lnTo>
                      <a:lnTo>
                        <a:pt x="8384" y="7736"/>
                      </a:lnTo>
                      <a:lnTo>
                        <a:pt x="8373" y="7725"/>
                      </a:lnTo>
                      <a:lnTo>
                        <a:pt x="8365" y="7718"/>
                      </a:lnTo>
                      <a:lnTo>
                        <a:pt x="8359" y="7711"/>
                      </a:lnTo>
                      <a:lnTo>
                        <a:pt x="8353" y="7704"/>
                      </a:lnTo>
                      <a:lnTo>
                        <a:pt x="8348" y="7695"/>
                      </a:lnTo>
                      <a:lnTo>
                        <a:pt x="8338" y="7680"/>
                      </a:lnTo>
                      <a:lnTo>
                        <a:pt x="8331" y="7660"/>
                      </a:lnTo>
                      <a:lnTo>
                        <a:pt x="8328" y="7654"/>
                      </a:lnTo>
                      <a:lnTo>
                        <a:pt x="8325" y="7648"/>
                      </a:lnTo>
                      <a:lnTo>
                        <a:pt x="8322" y="7642"/>
                      </a:lnTo>
                      <a:lnTo>
                        <a:pt x="8321" y="7635"/>
                      </a:lnTo>
                      <a:lnTo>
                        <a:pt x="8322" y="7627"/>
                      </a:lnTo>
                      <a:lnTo>
                        <a:pt x="8325" y="7618"/>
                      </a:lnTo>
                      <a:lnTo>
                        <a:pt x="8328" y="7611"/>
                      </a:lnTo>
                      <a:lnTo>
                        <a:pt x="8332" y="7602"/>
                      </a:lnTo>
                      <a:close/>
                    </a:path>
                  </a:pathLst>
                </a:custGeom>
                <a:solidFill>
                  <a:srgbClr val="D40D8D"/>
                </a:solidFill>
                <a:ln w="3175">
                  <a:solidFill>
                    <a:schemeClr val="bg1">
                      <a:lumMod val="85000"/>
                      <a:alpha val="55000"/>
                    </a:schemeClr>
                  </a:solidFill>
                  <a:prstDash val="solid"/>
                  <a:round/>
                  <a:headEnd/>
                  <a:tailEnd/>
                </a:ln>
              </p:spPr>
              <p:txBody>
                <a:bodyPr vert="horz" wrap="square" lIns="121920" tIns="60960" rIns="121920" bIns="60960" numCol="1" anchor="t" anchorCtr="0" compatLnSpc="1">
                  <a:prstTxWarp prst="textNoShape">
                    <a:avLst/>
                  </a:prstTxWarp>
                </a:bodyPr>
                <a:lstStyle/>
                <a:p>
                  <a:pPr defTabSz="685750" rtl="0">
                    <a:defRPr/>
                  </a:pPr>
                  <a:endParaRPr lang="en-IN" sz="2400">
                    <a:solidFill>
                      <a:srgbClr val="706259"/>
                    </a:solidFill>
                    <a:latin typeface="Arial" panose="020B0604020202020204" pitchFamily="34" charset="0"/>
                    <a:ea typeface="Verdana" panose="020B0604030504040204" pitchFamily="34" charset="0"/>
                    <a:cs typeface="Arial" panose="020B0604020202020204" pitchFamily="34" charset="0"/>
                  </a:endParaRPr>
                </a:p>
              </p:txBody>
            </p:sp>
            <p:grpSp>
              <p:nvGrpSpPr>
                <p:cNvPr id="347" name="Group 346">
                  <a:extLst>
                    <a:ext uri="{FF2B5EF4-FFF2-40B4-BE49-F238E27FC236}">
                      <a16:creationId xmlns:a16="http://schemas.microsoft.com/office/drawing/2014/main" id="{43891C18-6CA6-49A2-82E6-537CFAA65AD0}"/>
                    </a:ext>
                  </a:extLst>
                </p:cNvPr>
                <p:cNvGrpSpPr/>
                <p:nvPr/>
              </p:nvGrpSpPr>
              <p:grpSpPr>
                <a:xfrm>
                  <a:off x="1577954" y="2356297"/>
                  <a:ext cx="208312" cy="134623"/>
                  <a:chOff x="331385" y="4351826"/>
                  <a:chExt cx="700088" cy="452438"/>
                </a:xfrm>
                <a:solidFill>
                  <a:srgbClr val="D40D8D"/>
                </a:solidFill>
              </p:grpSpPr>
              <p:sp>
                <p:nvSpPr>
                  <p:cNvPr id="348" name="Freeform 120">
                    <a:extLst>
                      <a:ext uri="{FF2B5EF4-FFF2-40B4-BE49-F238E27FC236}">
                        <a16:creationId xmlns:a16="http://schemas.microsoft.com/office/drawing/2014/main" id="{69A18827-10DD-4169-A23E-CFF264E10B55}"/>
                      </a:ext>
                    </a:extLst>
                  </p:cNvPr>
                  <p:cNvSpPr>
                    <a:spLocks noEditPoints="1"/>
                  </p:cNvSpPr>
                  <p:nvPr/>
                </p:nvSpPr>
                <p:spPr bwMode="auto">
                  <a:xfrm>
                    <a:off x="331385" y="4351826"/>
                    <a:ext cx="700088" cy="452438"/>
                  </a:xfrm>
                  <a:custGeom>
                    <a:avLst/>
                    <a:gdLst>
                      <a:gd name="T0" fmla="*/ 1065 w 1323"/>
                      <a:gd name="T1" fmla="*/ 535 h 854"/>
                      <a:gd name="T2" fmla="*/ 1056 w 1323"/>
                      <a:gd name="T3" fmla="*/ 580 h 854"/>
                      <a:gd name="T4" fmla="*/ 1023 w 1323"/>
                      <a:gd name="T5" fmla="*/ 631 h 854"/>
                      <a:gd name="T6" fmla="*/ 1038 w 1323"/>
                      <a:gd name="T7" fmla="*/ 685 h 854"/>
                      <a:gd name="T8" fmla="*/ 1053 w 1323"/>
                      <a:gd name="T9" fmla="*/ 788 h 854"/>
                      <a:gd name="T10" fmla="*/ 1075 w 1323"/>
                      <a:gd name="T11" fmla="*/ 832 h 854"/>
                      <a:gd name="T12" fmla="*/ 1121 w 1323"/>
                      <a:gd name="T13" fmla="*/ 839 h 854"/>
                      <a:gd name="T14" fmla="*/ 1158 w 1323"/>
                      <a:gd name="T15" fmla="*/ 797 h 854"/>
                      <a:gd name="T16" fmla="*/ 1205 w 1323"/>
                      <a:gd name="T17" fmla="*/ 762 h 854"/>
                      <a:gd name="T18" fmla="*/ 1273 w 1323"/>
                      <a:gd name="T19" fmla="*/ 747 h 854"/>
                      <a:gd name="T20" fmla="*/ 1321 w 1323"/>
                      <a:gd name="T21" fmla="*/ 702 h 854"/>
                      <a:gd name="T22" fmla="*/ 1290 w 1323"/>
                      <a:gd name="T23" fmla="*/ 670 h 854"/>
                      <a:gd name="T24" fmla="*/ 1258 w 1323"/>
                      <a:gd name="T25" fmla="*/ 635 h 854"/>
                      <a:gd name="T26" fmla="*/ 1254 w 1323"/>
                      <a:gd name="T27" fmla="*/ 595 h 854"/>
                      <a:gd name="T28" fmla="*/ 1191 w 1323"/>
                      <a:gd name="T29" fmla="*/ 559 h 854"/>
                      <a:gd name="T30" fmla="*/ 1103 w 1323"/>
                      <a:gd name="T31" fmla="*/ 524 h 854"/>
                      <a:gd name="T32" fmla="*/ 874 w 1323"/>
                      <a:gd name="T33" fmla="*/ 424 h 854"/>
                      <a:gd name="T34" fmla="*/ 885 w 1323"/>
                      <a:gd name="T35" fmla="*/ 441 h 854"/>
                      <a:gd name="T36" fmla="*/ 890 w 1323"/>
                      <a:gd name="T37" fmla="*/ 414 h 854"/>
                      <a:gd name="T38" fmla="*/ 870 w 1323"/>
                      <a:gd name="T39" fmla="*/ 320 h 854"/>
                      <a:gd name="T40" fmla="*/ 857 w 1323"/>
                      <a:gd name="T41" fmla="*/ 346 h 854"/>
                      <a:gd name="T42" fmla="*/ 896 w 1323"/>
                      <a:gd name="T43" fmla="*/ 367 h 854"/>
                      <a:gd name="T44" fmla="*/ 920 w 1323"/>
                      <a:gd name="T45" fmla="*/ 382 h 854"/>
                      <a:gd name="T46" fmla="*/ 928 w 1323"/>
                      <a:gd name="T47" fmla="*/ 421 h 854"/>
                      <a:gd name="T48" fmla="*/ 962 w 1323"/>
                      <a:gd name="T49" fmla="*/ 420 h 854"/>
                      <a:gd name="T50" fmla="*/ 1026 w 1323"/>
                      <a:gd name="T51" fmla="*/ 391 h 854"/>
                      <a:gd name="T52" fmla="*/ 1025 w 1323"/>
                      <a:gd name="T53" fmla="*/ 370 h 854"/>
                      <a:gd name="T54" fmla="*/ 978 w 1323"/>
                      <a:gd name="T55" fmla="*/ 340 h 854"/>
                      <a:gd name="T56" fmla="*/ 941 w 1323"/>
                      <a:gd name="T57" fmla="*/ 340 h 854"/>
                      <a:gd name="T58" fmla="*/ 908 w 1323"/>
                      <a:gd name="T59" fmla="*/ 336 h 854"/>
                      <a:gd name="T60" fmla="*/ 784 w 1323"/>
                      <a:gd name="T61" fmla="*/ 351 h 854"/>
                      <a:gd name="T62" fmla="*/ 812 w 1323"/>
                      <a:gd name="T63" fmla="*/ 381 h 854"/>
                      <a:gd name="T64" fmla="*/ 832 w 1323"/>
                      <a:gd name="T65" fmla="*/ 362 h 854"/>
                      <a:gd name="T66" fmla="*/ 809 w 1323"/>
                      <a:gd name="T67" fmla="*/ 329 h 854"/>
                      <a:gd name="T68" fmla="*/ 737 w 1323"/>
                      <a:gd name="T69" fmla="*/ 270 h 854"/>
                      <a:gd name="T70" fmla="*/ 819 w 1323"/>
                      <a:gd name="T71" fmla="*/ 300 h 854"/>
                      <a:gd name="T72" fmla="*/ 854 w 1323"/>
                      <a:gd name="T73" fmla="*/ 282 h 854"/>
                      <a:gd name="T74" fmla="*/ 803 w 1323"/>
                      <a:gd name="T75" fmla="*/ 267 h 854"/>
                      <a:gd name="T76" fmla="*/ 491 w 1323"/>
                      <a:gd name="T77" fmla="*/ 177 h 854"/>
                      <a:gd name="T78" fmla="*/ 517 w 1323"/>
                      <a:gd name="T79" fmla="*/ 231 h 854"/>
                      <a:gd name="T80" fmla="*/ 533 w 1323"/>
                      <a:gd name="T81" fmla="*/ 236 h 854"/>
                      <a:gd name="T82" fmla="*/ 552 w 1323"/>
                      <a:gd name="T83" fmla="*/ 226 h 854"/>
                      <a:gd name="T84" fmla="*/ 574 w 1323"/>
                      <a:gd name="T85" fmla="*/ 247 h 854"/>
                      <a:gd name="T86" fmla="*/ 617 w 1323"/>
                      <a:gd name="T87" fmla="*/ 213 h 854"/>
                      <a:gd name="T88" fmla="*/ 587 w 1323"/>
                      <a:gd name="T89" fmla="*/ 199 h 854"/>
                      <a:gd name="T90" fmla="*/ 569 w 1323"/>
                      <a:gd name="T91" fmla="*/ 159 h 854"/>
                      <a:gd name="T92" fmla="*/ 551 w 1323"/>
                      <a:gd name="T93" fmla="*/ 134 h 854"/>
                      <a:gd name="T94" fmla="*/ 512 w 1323"/>
                      <a:gd name="T95" fmla="*/ 166 h 854"/>
                      <a:gd name="T96" fmla="*/ 108 w 1323"/>
                      <a:gd name="T97" fmla="*/ 51 h 854"/>
                      <a:gd name="T98" fmla="*/ 151 w 1323"/>
                      <a:gd name="T99" fmla="*/ 74 h 854"/>
                      <a:gd name="T100" fmla="*/ 185 w 1323"/>
                      <a:gd name="T101" fmla="*/ 91 h 854"/>
                      <a:gd name="T102" fmla="*/ 211 w 1323"/>
                      <a:gd name="T103" fmla="*/ 60 h 854"/>
                      <a:gd name="T104" fmla="*/ 225 w 1323"/>
                      <a:gd name="T105" fmla="*/ 9 h 854"/>
                      <a:gd name="T106" fmla="*/ 195 w 1323"/>
                      <a:gd name="T107" fmla="*/ 1 h 854"/>
                      <a:gd name="T108" fmla="*/ 142 w 1323"/>
                      <a:gd name="T109" fmla="*/ 10 h 854"/>
                      <a:gd name="T110" fmla="*/ 0 w 1323"/>
                      <a:gd name="T111" fmla="*/ 91 h 854"/>
                      <a:gd name="T112" fmla="*/ 40 w 1323"/>
                      <a:gd name="T113" fmla="*/ 84 h 854"/>
                      <a:gd name="T114" fmla="*/ 36 w 1323"/>
                      <a:gd name="T115" fmla="*/ 57 h 854"/>
                      <a:gd name="T116" fmla="*/ 3 w 1323"/>
                      <a:gd name="T117" fmla="*/ 85 h 8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323" h="854">
                        <a:moveTo>
                          <a:pt x="1081" y="505"/>
                        </a:moveTo>
                        <a:lnTo>
                          <a:pt x="1070" y="500"/>
                        </a:lnTo>
                        <a:lnTo>
                          <a:pt x="1062" y="502"/>
                        </a:lnTo>
                        <a:lnTo>
                          <a:pt x="1061" y="508"/>
                        </a:lnTo>
                        <a:lnTo>
                          <a:pt x="1061" y="513"/>
                        </a:lnTo>
                        <a:lnTo>
                          <a:pt x="1062" y="525"/>
                        </a:lnTo>
                        <a:lnTo>
                          <a:pt x="1065" y="535"/>
                        </a:lnTo>
                        <a:lnTo>
                          <a:pt x="1067" y="546"/>
                        </a:lnTo>
                        <a:lnTo>
                          <a:pt x="1068" y="559"/>
                        </a:lnTo>
                        <a:lnTo>
                          <a:pt x="1068" y="563"/>
                        </a:lnTo>
                        <a:lnTo>
                          <a:pt x="1068" y="568"/>
                        </a:lnTo>
                        <a:lnTo>
                          <a:pt x="1065" y="570"/>
                        </a:lnTo>
                        <a:lnTo>
                          <a:pt x="1062" y="571"/>
                        </a:lnTo>
                        <a:lnTo>
                          <a:pt x="1056" y="580"/>
                        </a:lnTo>
                        <a:lnTo>
                          <a:pt x="1051" y="589"/>
                        </a:lnTo>
                        <a:lnTo>
                          <a:pt x="1047" y="596"/>
                        </a:lnTo>
                        <a:lnTo>
                          <a:pt x="1040" y="605"/>
                        </a:lnTo>
                        <a:lnTo>
                          <a:pt x="1033" y="614"/>
                        </a:lnTo>
                        <a:lnTo>
                          <a:pt x="1027" y="622"/>
                        </a:lnTo>
                        <a:lnTo>
                          <a:pt x="1025" y="626"/>
                        </a:lnTo>
                        <a:lnTo>
                          <a:pt x="1023" y="631"/>
                        </a:lnTo>
                        <a:lnTo>
                          <a:pt x="1021" y="635"/>
                        </a:lnTo>
                        <a:lnTo>
                          <a:pt x="1021" y="641"/>
                        </a:lnTo>
                        <a:lnTo>
                          <a:pt x="1023" y="647"/>
                        </a:lnTo>
                        <a:lnTo>
                          <a:pt x="1027" y="654"/>
                        </a:lnTo>
                        <a:lnTo>
                          <a:pt x="1029" y="663"/>
                        </a:lnTo>
                        <a:lnTo>
                          <a:pt x="1031" y="671"/>
                        </a:lnTo>
                        <a:lnTo>
                          <a:pt x="1038" y="685"/>
                        </a:lnTo>
                        <a:lnTo>
                          <a:pt x="1046" y="700"/>
                        </a:lnTo>
                        <a:lnTo>
                          <a:pt x="1050" y="712"/>
                        </a:lnTo>
                        <a:lnTo>
                          <a:pt x="1053" y="723"/>
                        </a:lnTo>
                        <a:lnTo>
                          <a:pt x="1056" y="735"/>
                        </a:lnTo>
                        <a:lnTo>
                          <a:pt x="1057" y="748"/>
                        </a:lnTo>
                        <a:lnTo>
                          <a:pt x="1057" y="776"/>
                        </a:lnTo>
                        <a:lnTo>
                          <a:pt x="1053" y="788"/>
                        </a:lnTo>
                        <a:lnTo>
                          <a:pt x="1050" y="801"/>
                        </a:lnTo>
                        <a:lnTo>
                          <a:pt x="1050" y="806"/>
                        </a:lnTo>
                        <a:lnTo>
                          <a:pt x="1052" y="811"/>
                        </a:lnTo>
                        <a:lnTo>
                          <a:pt x="1055" y="814"/>
                        </a:lnTo>
                        <a:lnTo>
                          <a:pt x="1058" y="818"/>
                        </a:lnTo>
                        <a:lnTo>
                          <a:pt x="1066" y="825"/>
                        </a:lnTo>
                        <a:lnTo>
                          <a:pt x="1075" y="832"/>
                        </a:lnTo>
                        <a:lnTo>
                          <a:pt x="1082" y="839"/>
                        </a:lnTo>
                        <a:lnTo>
                          <a:pt x="1089" y="847"/>
                        </a:lnTo>
                        <a:lnTo>
                          <a:pt x="1094" y="852"/>
                        </a:lnTo>
                        <a:lnTo>
                          <a:pt x="1100" y="854"/>
                        </a:lnTo>
                        <a:lnTo>
                          <a:pt x="1107" y="852"/>
                        </a:lnTo>
                        <a:lnTo>
                          <a:pt x="1111" y="848"/>
                        </a:lnTo>
                        <a:lnTo>
                          <a:pt x="1121" y="839"/>
                        </a:lnTo>
                        <a:lnTo>
                          <a:pt x="1130" y="829"/>
                        </a:lnTo>
                        <a:lnTo>
                          <a:pt x="1140" y="817"/>
                        </a:lnTo>
                        <a:lnTo>
                          <a:pt x="1150" y="806"/>
                        </a:lnTo>
                        <a:lnTo>
                          <a:pt x="1151" y="803"/>
                        </a:lnTo>
                        <a:lnTo>
                          <a:pt x="1152" y="801"/>
                        </a:lnTo>
                        <a:lnTo>
                          <a:pt x="1154" y="800"/>
                        </a:lnTo>
                        <a:lnTo>
                          <a:pt x="1158" y="797"/>
                        </a:lnTo>
                        <a:lnTo>
                          <a:pt x="1167" y="786"/>
                        </a:lnTo>
                        <a:lnTo>
                          <a:pt x="1175" y="776"/>
                        </a:lnTo>
                        <a:lnTo>
                          <a:pt x="1181" y="772"/>
                        </a:lnTo>
                        <a:lnTo>
                          <a:pt x="1185" y="767"/>
                        </a:lnTo>
                        <a:lnTo>
                          <a:pt x="1191" y="764"/>
                        </a:lnTo>
                        <a:lnTo>
                          <a:pt x="1198" y="762"/>
                        </a:lnTo>
                        <a:lnTo>
                          <a:pt x="1205" y="762"/>
                        </a:lnTo>
                        <a:lnTo>
                          <a:pt x="1213" y="764"/>
                        </a:lnTo>
                        <a:lnTo>
                          <a:pt x="1222" y="764"/>
                        </a:lnTo>
                        <a:lnTo>
                          <a:pt x="1230" y="764"/>
                        </a:lnTo>
                        <a:lnTo>
                          <a:pt x="1238" y="763"/>
                        </a:lnTo>
                        <a:lnTo>
                          <a:pt x="1247" y="761"/>
                        </a:lnTo>
                        <a:lnTo>
                          <a:pt x="1260" y="754"/>
                        </a:lnTo>
                        <a:lnTo>
                          <a:pt x="1273" y="747"/>
                        </a:lnTo>
                        <a:lnTo>
                          <a:pt x="1284" y="740"/>
                        </a:lnTo>
                        <a:lnTo>
                          <a:pt x="1294" y="730"/>
                        </a:lnTo>
                        <a:lnTo>
                          <a:pt x="1303" y="722"/>
                        </a:lnTo>
                        <a:lnTo>
                          <a:pt x="1311" y="715"/>
                        </a:lnTo>
                        <a:lnTo>
                          <a:pt x="1314" y="712"/>
                        </a:lnTo>
                        <a:lnTo>
                          <a:pt x="1318" y="707"/>
                        </a:lnTo>
                        <a:lnTo>
                          <a:pt x="1321" y="702"/>
                        </a:lnTo>
                        <a:lnTo>
                          <a:pt x="1323" y="696"/>
                        </a:lnTo>
                        <a:lnTo>
                          <a:pt x="1315" y="693"/>
                        </a:lnTo>
                        <a:lnTo>
                          <a:pt x="1310" y="690"/>
                        </a:lnTo>
                        <a:lnTo>
                          <a:pt x="1303" y="686"/>
                        </a:lnTo>
                        <a:lnTo>
                          <a:pt x="1299" y="681"/>
                        </a:lnTo>
                        <a:lnTo>
                          <a:pt x="1293" y="675"/>
                        </a:lnTo>
                        <a:lnTo>
                          <a:pt x="1290" y="670"/>
                        </a:lnTo>
                        <a:lnTo>
                          <a:pt x="1290" y="665"/>
                        </a:lnTo>
                        <a:lnTo>
                          <a:pt x="1290" y="661"/>
                        </a:lnTo>
                        <a:lnTo>
                          <a:pt x="1290" y="656"/>
                        </a:lnTo>
                        <a:lnTo>
                          <a:pt x="1288" y="653"/>
                        </a:lnTo>
                        <a:lnTo>
                          <a:pt x="1273" y="647"/>
                        </a:lnTo>
                        <a:lnTo>
                          <a:pt x="1260" y="641"/>
                        </a:lnTo>
                        <a:lnTo>
                          <a:pt x="1258" y="635"/>
                        </a:lnTo>
                        <a:lnTo>
                          <a:pt x="1258" y="630"/>
                        </a:lnTo>
                        <a:lnTo>
                          <a:pt x="1258" y="624"/>
                        </a:lnTo>
                        <a:lnTo>
                          <a:pt x="1258" y="619"/>
                        </a:lnTo>
                        <a:lnTo>
                          <a:pt x="1258" y="612"/>
                        </a:lnTo>
                        <a:lnTo>
                          <a:pt x="1258" y="606"/>
                        </a:lnTo>
                        <a:lnTo>
                          <a:pt x="1258" y="601"/>
                        </a:lnTo>
                        <a:lnTo>
                          <a:pt x="1254" y="595"/>
                        </a:lnTo>
                        <a:lnTo>
                          <a:pt x="1244" y="589"/>
                        </a:lnTo>
                        <a:lnTo>
                          <a:pt x="1233" y="582"/>
                        </a:lnTo>
                        <a:lnTo>
                          <a:pt x="1228" y="578"/>
                        </a:lnTo>
                        <a:lnTo>
                          <a:pt x="1223" y="572"/>
                        </a:lnTo>
                        <a:lnTo>
                          <a:pt x="1212" y="566"/>
                        </a:lnTo>
                        <a:lnTo>
                          <a:pt x="1202" y="562"/>
                        </a:lnTo>
                        <a:lnTo>
                          <a:pt x="1191" y="559"/>
                        </a:lnTo>
                        <a:lnTo>
                          <a:pt x="1180" y="553"/>
                        </a:lnTo>
                        <a:lnTo>
                          <a:pt x="1167" y="548"/>
                        </a:lnTo>
                        <a:lnTo>
                          <a:pt x="1156" y="543"/>
                        </a:lnTo>
                        <a:lnTo>
                          <a:pt x="1143" y="539"/>
                        </a:lnTo>
                        <a:lnTo>
                          <a:pt x="1130" y="534"/>
                        </a:lnTo>
                        <a:lnTo>
                          <a:pt x="1117" y="530"/>
                        </a:lnTo>
                        <a:lnTo>
                          <a:pt x="1103" y="524"/>
                        </a:lnTo>
                        <a:lnTo>
                          <a:pt x="1099" y="520"/>
                        </a:lnTo>
                        <a:lnTo>
                          <a:pt x="1094" y="515"/>
                        </a:lnTo>
                        <a:lnTo>
                          <a:pt x="1089" y="510"/>
                        </a:lnTo>
                        <a:lnTo>
                          <a:pt x="1081" y="505"/>
                        </a:lnTo>
                        <a:close/>
                        <a:moveTo>
                          <a:pt x="890" y="414"/>
                        </a:moveTo>
                        <a:lnTo>
                          <a:pt x="881" y="420"/>
                        </a:lnTo>
                        <a:lnTo>
                          <a:pt x="874" y="424"/>
                        </a:lnTo>
                        <a:lnTo>
                          <a:pt x="866" y="430"/>
                        </a:lnTo>
                        <a:lnTo>
                          <a:pt x="859" y="438"/>
                        </a:lnTo>
                        <a:lnTo>
                          <a:pt x="864" y="440"/>
                        </a:lnTo>
                        <a:lnTo>
                          <a:pt x="867" y="441"/>
                        </a:lnTo>
                        <a:lnTo>
                          <a:pt x="871" y="441"/>
                        </a:lnTo>
                        <a:lnTo>
                          <a:pt x="877" y="441"/>
                        </a:lnTo>
                        <a:lnTo>
                          <a:pt x="885" y="441"/>
                        </a:lnTo>
                        <a:lnTo>
                          <a:pt x="893" y="440"/>
                        </a:lnTo>
                        <a:lnTo>
                          <a:pt x="896" y="439"/>
                        </a:lnTo>
                        <a:lnTo>
                          <a:pt x="899" y="437"/>
                        </a:lnTo>
                        <a:lnTo>
                          <a:pt x="900" y="434"/>
                        </a:lnTo>
                        <a:lnTo>
                          <a:pt x="901" y="431"/>
                        </a:lnTo>
                        <a:lnTo>
                          <a:pt x="897" y="422"/>
                        </a:lnTo>
                        <a:lnTo>
                          <a:pt x="890" y="414"/>
                        </a:lnTo>
                        <a:close/>
                        <a:moveTo>
                          <a:pt x="900" y="313"/>
                        </a:moveTo>
                        <a:lnTo>
                          <a:pt x="891" y="310"/>
                        </a:lnTo>
                        <a:lnTo>
                          <a:pt x="884" y="308"/>
                        </a:lnTo>
                        <a:lnTo>
                          <a:pt x="879" y="309"/>
                        </a:lnTo>
                        <a:lnTo>
                          <a:pt x="876" y="312"/>
                        </a:lnTo>
                        <a:lnTo>
                          <a:pt x="873" y="316"/>
                        </a:lnTo>
                        <a:lnTo>
                          <a:pt x="870" y="320"/>
                        </a:lnTo>
                        <a:lnTo>
                          <a:pt x="865" y="326"/>
                        </a:lnTo>
                        <a:lnTo>
                          <a:pt x="860" y="330"/>
                        </a:lnTo>
                        <a:lnTo>
                          <a:pt x="859" y="332"/>
                        </a:lnTo>
                        <a:lnTo>
                          <a:pt x="857" y="336"/>
                        </a:lnTo>
                        <a:lnTo>
                          <a:pt x="856" y="339"/>
                        </a:lnTo>
                        <a:lnTo>
                          <a:pt x="856" y="342"/>
                        </a:lnTo>
                        <a:lnTo>
                          <a:pt x="857" y="346"/>
                        </a:lnTo>
                        <a:lnTo>
                          <a:pt x="858" y="348"/>
                        </a:lnTo>
                        <a:lnTo>
                          <a:pt x="859" y="350"/>
                        </a:lnTo>
                        <a:lnTo>
                          <a:pt x="863" y="352"/>
                        </a:lnTo>
                        <a:lnTo>
                          <a:pt x="868" y="356"/>
                        </a:lnTo>
                        <a:lnTo>
                          <a:pt x="874" y="358"/>
                        </a:lnTo>
                        <a:lnTo>
                          <a:pt x="885" y="363"/>
                        </a:lnTo>
                        <a:lnTo>
                          <a:pt x="896" y="367"/>
                        </a:lnTo>
                        <a:lnTo>
                          <a:pt x="903" y="368"/>
                        </a:lnTo>
                        <a:lnTo>
                          <a:pt x="909" y="369"/>
                        </a:lnTo>
                        <a:lnTo>
                          <a:pt x="913" y="370"/>
                        </a:lnTo>
                        <a:lnTo>
                          <a:pt x="915" y="372"/>
                        </a:lnTo>
                        <a:lnTo>
                          <a:pt x="917" y="374"/>
                        </a:lnTo>
                        <a:lnTo>
                          <a:pt x="919" y="378"/>
                        </a:lnTo>
                        <a:lnTo>
                          <a:pt x="920" y="382"/>
                        </a:lnTo>
                        <a:lnTo>
                          <a:pt x="921" y="388"/>
                        </a:lnTo>
                        <a:lnTo>
                          <a:pt x="921" y="392"/>
                        </a:lnTo>
                        <a:lnTo>
                          <a:pt x="921" y="397"/>
                        </a:lnTo>
                        <a:lnTo>
                          <a:pt x="922" y="405"/>
                        </a:lnTo>
                        <a:lnTo>
                          <a:pt x="925" y="415"/>
                        </a:lnTo>
                        <a:lnTo>
                          <a:pt x="926" y="419"/>
                        </a:lnTo>
                        <a:lnTo>
                          <a:pt x="928" y="421"/>
                        </a:lnTo>
                        <a:lnTo>
                          <a:pt x="930" y="423"/>
                        </a:lnTo>
                        <a:lnTo>
                          <a:pt x="932" y="425"/>
                        </a:lnTo>
                        <a:lnTo>
                          <a:pt x="939" y="428"/>
                        </a:lnTo>
                        <a:lnTo>
                          <a:pt x="946" y="428"/>
                        </a:lnTo>
                        <a:lnTo>
                          <a:pt x="950" y="427"/>
                        </a:lnTo>
                        <a:lnTo>
                          <a:pt x="955" y="423"/>
                        </a:lnTo>
                        <a:lnTo>
                          <a:pt x="962" y="420"/>
                        </a:lnTo>
                        <a:lnTo>
                          <a:pt x="971" y="417"/>
                        </a:lnTo>
                        <a:lnTo>
                          <a:pt x="981" y="415"/>
                        </a:lnTo>
                        <a:lnTo>
                          <a:pt x="992" y="413"/>
                        </a:lnTo>
                        <a:lnTo>
                          <a:pt x="1004" y="405"/>
                        </a:lnTo>
                        <a:lnTo>
                          <a:pt x="1015" y="398"/>
                        </a:lnTo>
                        <a:lnTo>
                          <a:pt x="1020" y="394"/>
                        </a:lnTo>
                        <a:lnTo>
                          <a:pt x="1026" y="391"/>
                        </a:lnTo>
                        <a:lnTo>
                          <a:pt x="1029" y="390"/>
                        </a:lnTo>
                        <a:lnTo>
                          <a:pt x="1030" y="388"/>
                        </a:lnTo>
                        <a:lnTo>
                          <a:pt x="1031" y="384"/>
                        </a:lnTo>
                        <a:lnTo>
                          <a:pt x="1032" y="381"/>
                        </a:lnTo>
                        <a:lnTo>
                          <a:pt x="1031" y="377"/>
                        </a:lnTo>
                        <a:lnTo>
                          <a:pt x="1028" y="373"/>
                        </a:lnTo>
                        <a:lnTo>
                          <a:pt x="1025" y="370"/>
                        </a:lnTo>
                        <a:lnTo>
                          <a:pt x="1020" y="368"/>
                        </a:lnTo>
                        <a:lnTo>
                          <a:pt x="1012" y="364"/>
                        </a:lnTo>
                        <a:lnTo>
                          <a:pt x="1005" y="362"/>
                        </a:lnTo>
                        <a:lnTo>
                          <a:pt x="999" y="358"/>
                        </a:lnTo>
                        <a:lnTo>
                          <a:pt x="992" y="353"/>
                        </a:lnTo>
                        <a:lnTo>
                          <a:pt x="986" y="346"/>
                        </a:lnTo>
                        <a:lnTo>
                          <a:pt x="978" y="340"/>
                        </a:lnTo>
                        <a:lnTo>
                          <a:pt x="974" y="339"/>
                        </a:lnTo>
                        <a:lnTo>
                          <a:pt x="970" y="338"/>
                        </a:lnTo>
                        <a:lnTo>
                          <a:pt x="965" y="337"/>
                        </a:lnTo>
                        <a:lnTo>
                          <a:pt x="960" y="337"/>
                        </a:lnTo>
                        <a:lnTo>
                          <a:pt x="954" y="337"/>
                        </a:lnTo>
                        <a:lnTo>
                          <a:pt x="947" y="338"/>
                        </a:lnTo>
                        <a:lnTo>
                          <a:pt x="941" y="340"/>
                        </a:lnTo>
                        <a:lnTo>
                          <a:pt x="936" y="342"/>
                        </a:lnTo>
                        <a:lnTo>
                          <a:pt x="930" y="346"/>
                        </a:lnTo>
                        <a:lnTo>
                          <a:pt x="925" y="348"/>
                        </a:lnTo>
                        <a:lnTo>
                          <a:pt x="919" y="347"/>
                        </a:lnTo>
                        <a:lnTo>
                          <a:pt x="915" y="344"/>
                        </a:lnTo>
                        <a:lnTo>
                          <a:pt x="911" y="340"/>
                        </a:lnTo>
                        <a:lnTo>
                          <a:pt x="908" y="336"/>
                        </a:lnTo>
                        <a:lnTo>
                          <a:pt x="904" y="324"/>
                        </a:lnTo>
                        <a:lnTo>
                          <a:pt x="900" y="313"/>
                        </a:lnTo>
                        <a:close/>
                        <a:moveTo>
                          <a:pt x="778" y="333"/>
                        </a:moveTo>
                        <a:lnTo>
                          <a:pt x="778" y="338"/>
                        </a:lnTo>
                        <a:lnTo>
                          <a:pt x="778" y="341"/>
                        </a:lnTo>
                        <a:lnTo>
                          <a:pt x="780" y="347"/>
                        </a:lnTo>
                        <a:lnTo>
                          <a:pt x="784" y="351"/>
                        </a:lnTo>
                        <a:lnTo>
                          <a:pt x="785" y="357"/>
                        </a:lnTo>
                        <a:lnTo>
                          <a:pt x="785" y="362"/>
                        </a:lnTo>
                        <a:lnTo>
                          <a:pt x="788" y="370"/>
                        </a:lnTo>
                        <a:lnTo>
                          <a:pt x="793" y="377"/>
                        </a:lnTo>
                        <a:lnTo>
                          <a:pt x="798" y="382"/>
                        </a:lnTo>
                        <a:lnTo>
                          <a:pt x="804" y="389"/>
                        </a:lnTo>
                        <a:lnTo>
                          <a:pt x="812" y="381"/>
                        </a:lnTo>
                        <a:lnTo>
                          <a:pt x="818" y="374"/>
                        </a:lnTo>
                        <a:lnTo>
                          <a:pt x="823" y="372"/>
                        </a:lnTo>
                        <a:lnTo>
                          <a:pt x="827" y="370"/>
                        </a:lnTo>
                        <a:lnTo>
                          <a:pt x="828" y="369"/>
                        </a:lnTo>
                        <a:lnTo>
                          <a:pt x="830" y="367"/>
                        </a:lnTo>
                        <a:lnTo>
                          <a:pt x="832" y="364"/>
                        </a:lnTo>
                        <a:lnTo>
                          <a:pt x="832" y="362"/>
                        </a:lnTo>
                        <a:lnTo>
                          <a:pt x="829" y="357"/>
                        </a:lnTo>
                        <a:lnTo>
                          <a:pt x="825" y="351"/>
                        </a:lnTo>
                        <a:lnTo>
                          <a:pt x="820" y="343"/>
                        </a:lnTo>
                        <a:lnTo>
                          <a:pt x="815" y="336"/>
                        </a:lnTo>
                        <a:lnTo>
                          <a:pt x="814" y="332"/>
                        </a:lnTo>
                        <a:lnTo>
                          <a:pt x="813" y="330"/>
                        </a:lnTo>
                        <a:lnTo>
                          <a:pt x="809" y="329"/>
                        </a:lnTo>
                        <a:lnTo>
                          <a:pt x="806" y="329"/>
                        </a:lnTo>
                        <a:lnTo>
                          <a:pt x="804" y="330"/>
                        </a:lnTo>
                        <a:lnTo>
                          <a:pt x="800" y="331"/>
                        </a:lnTo>
                        <a:lnTo>
                          <a:pt x="789" y="333"/>
                        </a:lnTo>
                        <a:lnTo>
                          <a:pt x="778" y="333"/>
                        </a:lnTo>
                        <a:close/>
                        <a:moveTo>
                          <a:pt x="746" y="253"/>
                        </a:moveTo>
                        <a:lnTo>
                          <a:pt x="737" y="270"/>
                        </a:lnTo>
                        <a:lnTo>
                          <a:pt x="726" y="286"/>
                        </a:lnTo>
                        <a:lnTo>
                          <a:pt x="741" y="289"/>
                        </a:lnTo>
                        <a:lnTo>
                          <a:pt x="756" y="291"/>
                        </a:lnTo>
                        <a:lnTo>
                          <a:pt x="783" y="291"/>
                        </a:lnTo>
                        <a:lnTo>
                          <a:pt x="797" y="297"/>
                        </a:lnTo>
                        <a:lnTo>
                          <a:pt x="813" y="301"/>
                        </a:lnTo>
                        <a:lnTo>
                          <a:pt x="819" y="300"/>
                        </a:lnTo>
                        <a:lnTo>
                          <a:pt x="825" y="299"/>
                        </a:lnTo>
                        <a:lnTo>
                          <a:pt x="832" y="296"/>
                        </a:lnTo>
                        <a:lnTo>
                          <a:pt x="837" y="292"/>
                        </a:lnTo>
                        <a:lnTo>
                          <a:pt x="841" y="290"/>
                        </a:lnTo>
                        <a:lnTo>
                          <a:pt x="846" y="288"/>
                        </a:lnTo>
                        <a:lnTo>
                          <a:pt x="850" y="286"/>
                        </a:lnTo>
                        <a:lnTo>
                          <a:pt x="854" y="282"/>
                        </a:lnTo>
                        <a:lnTo>
                          <a:pt x="854" y="279"/>
                        </a:lnTo>
                        <a:lnTo>
                          <a:pt x="855" y="277"/>
                        </a:lnTo>
                        <a:lnTo>
                          <a:pt x="841" y="273"/>
                        </a:lnTo>
                        <a:lnTo>
                          <a:pt x="827" y="272"/>
                        </a:lnTo>
                        <a:lnTo>
                          <a:pt x="819" y="269"/>
                        </a:lnTo>
                        <a:lnTo>
                          <a:pt x="812" y="266"/>
                        </a:lnTo>
                        <a:lnTo>
                          <a:pt x="803" y="267"/>
                        </a:lnTo>
                        <a:lnTo>
                          <a:pt x="795" y="267"/>
                        </a:lnTo>
                        <a:lnTo>
                          <a:pt x="782" y="264"/>
                        </a:lnTo>
                        <a:lnTo>
                          <a:pt x="769" y="261"/>
                        </a:lnTo>
                        <a:lnTo>
                          <a:pt x="758" y="258"/>
                        </a:lnTo>
                        <a:lnTo>
                          <a:pt x="746" y="253"/>
                        </a:lnTo>
                        <a:close/>
                        <a:moveTo>
                          <a:pt x="489" y="171"/>
                        </a:moveTo>
                        <a:lnTo>
                          <a:pt x="491" y="177"/>
                        </a:lnTo>
                        <a:lnTo>
                          <a:pt x="493" y="182"/>
                        </a:lnTo>
                        <a:lnTo>
                          <a:pt x="499" y="196"/>
                        </a:lnTo>
                        <a:lnTo>
                          <a:pt x="504" y="209"/>
                        </a:lnTo>
                        <a:lnTo>
                          <a:pt x="507" y="215"/>
                        </a:lnTo>
                        <a:lnTo>
                          <a:pt x="512" y="219"/>
                        </a:lnTo>
                        <a:lnTo>
                          <a:pt x="515" y="226"/>
                        </a:lnTo>
                        <a:lnTo>
                          <a:pt x="517" y="231"/>
                        </a:lnTo>
                        <a:lnTo>
                          <a:pt x="520" y="233"/>
                        </a:lnTo>
                        <a:lnTo>
                          <a:pt x="521" y="237"/>
                        </a:lnTo>
                        <a:lnTo>
                          <a:pt x="523" y="239"/>
                        </a:lnTo>
                        <a:lnTo>
                          <a:pt x="526" y="241"/>
                        </a:lnTo>
                        <a:lnTo>
                          <a:pt x="529" y="241"/>
                        </a:lnTo>
                        <a:lnTo>
                          <a:pt x="532" y="241"/>
                        </a:lnTo>
                        <a:lnTo>
                          <a:pt x="533" y="236"/>
                        </a:lnTo>
                        <a:lnTo>
                          <a:pt x="535" y="230"/>
                        </a:lnTo>
                        <a:lnTo>
                          <a:pt x="537" y="228"/>
                        </a:lnTo>
                        <a:lnTo>
                          <a:pt x="539" y="226"/>
                        </a:lnTo>
                        <a:lnTo>
                          <a:pt x="541" y="225"/>
                        </a:lnTo>
                        <a:lnTo>
                          <a:pt x="544" y="225"/>
                        </a:lnTo>
                        <a:lnTo>
                          <a:pt x="547" y="225"/>
                        </a:lnTo>
                        <a:lnTo>
                          <a:pt x="552" y="226"/>
                        </a:lnTo>
                        <a:lnTo>
                          <a:pt x="555" y="227"/>
                        </a:lnTo>
                        <a:lnTo>
                          <a:pt x="557" y="230"/>
                        </a:lnTo>
                        <a:lnTo>
                          <a:pt x="559" y="232"/>
                        </a:lnTo>
                        <a:lnTo>
                          <a:pt x="559" y="236"/>
                        </a:lnTo>
                        <a:lnTo>
                          <a:pt x="563" y="241"/>
                        </a:lnTo>
                        <a:lnTo>
                          <a:pt x="569" y="245"/>
                        </a:lnTo>
                        <a:lnTo>
                          <a:pt x="574" y="247"/>
                        </a:lnTo>
                        <a:lnTo>
                          <a:pt x="581" y="248"/>
                        </a:lnTo>
                        <a:lnTo>
                          <a:pt x="589" y="246"/>
                        </a:lnTo>
                        <a:lnTo>
                          <a:pt x="597" y="242"/>
                        </a:lnTo>
                        <a:lnTo>
                          <a:pt x="611" y="237"/>
                        </a:lnTo>
                        <a:lnTo>
                          <a:pt x="624" y="231"/>
                        </a:lnTo>
                        <a:lnTo>
                          <a:pt x="621" y="222"/>
                        </a:lnTo>
                        <a:lnTo>
                          <a:pt x="617" y="213"/>
                        </a:lnTo>
                        <a:lnTo>
                          <a:pt x="615" y="210"/>
                        </a:lnTo>
                        <a:lnTo>
                          <a:pt x="613" y="208"/>
                        </a:lnTo>
                        <a:lnTo>
                          <a:pt x="610" y="206"/>
                        </a:lnTo>
                        <a:lnTo>
                          <a:pt x="606" y="205"/>
                        </a:lnTo>
                        <a:lnTo>
                          <a:pt x="598" y="202"/>
                        </a:lnTo>
                        <a:lnTo>
                          <a:pt x="590" y="200"/>
                        </a:lnTo>
                        <a:lnTo>
                          <a:pt x="587" y="199"/>
                        </a:lnTo>
                        <a:lnTo>
                          <a:pt x="585" y="197"/>
                        </a:lnTo>
                        <a:lnTo>
                          <a:pt x="583" y="195"/>
                        </a:lnTo>
                        <a:lnTo>
                          <a:pt x="581" y="192"/>
                        </a:lnTo>
                        <a:lnTo>
                          <a:pt x="579" y="187"/>
                        </a:lnTo>
                        <a:lnTo>
                          <a:pt x="576" y="181"/>
                        </a:lnTo>
                        <a:lnTo>
                          <a:pt x="572" y="170"/>
                        </a:lnTo>
                        <a:lnTo>
                          <a:pt x="569" y="159"/>
                        </a:lnTo>
                        <a:lnTo>
                          <a:pt x="565" y="148"/>
                        </a:lnTo>
                        <a:lnTo>
                          <a:pt x="562" y="137"/>
                        </a:lnTo>
                        <a:lnTo>
                          <a:pt x="560" y="135"/>
                        </a:lnTo>
                        <a:lnTo>
                          <a:pt x="559" y="134"/>
                        </a:lnTo>
                        <a:lnTo>
                          <a:pt x="556" y="132"/>
                        </a:lnTo>
                        <a:lnTo>
                          <a:pt x="553" y="131"/>
                        </a:lnTo>
                        <a:lnTo>
                          <a:pt x="551" y="134"/>
                        </a:lnTo>
                        <a:lnTo>
                          <a:pt x="550" y="137"/>
                        </a:lnTo>
                        <a:lnTo>
                          <a:pt x="544" y="142"/>
                        </a:lnTo>
                        <a:lnTo>
                          <a:pt x="540" y="148"/>
                        </a:lnTo>
                        <a:lnTo>
                          <a:pt x="534" y="155"/>
                        </a:lnTo>
                        <a:lnTo>
                          <a:pt x="527" y="160"/>
                        </a:lnTo>
                        <a:lnTo>
                          <a:pt x="521" y="163"/>
                        </a:lnTo>
                        <a:lnTo>
                          <a:pt x="512" y="166"/>
                        </a:lnTo>
                        <a:lnTo>
                          <a:pt x="505" y="166"/>
                        </a:lnTo>
                        <a:lnTo>
                          <a:pt x="498" y="166"/>
                        </a:lnTo>
                        <a:lnTo>
                          <a:pt x="494" y="166"/>
                        </a:lnTo>
                        <a:lnTo>
                          <a:pt x="492" y="167"/>
                        </a:lnTo>
                        <a:lnTo>
                          <a:pt x="490" y="168"/>
                        </a:lnTo>
                        <a:lnTo>
                          <a:pt x="489" y="171"/>
                        </a:lnTo>
                        <a:close/>
                        <a:moveTo>
                          <a:pt x="108" y="51"/>
                        </a:moveTo>
                        <a:lnTo>
                          <a:pt x="120" y="55"/>
                        </a:lnTo>
                        <a:lnTo>
                          <a:pt x="130" y="59"/>
                        </a:lnTo>
                        <a:lnTo>
                          <a:pt x="135" y="61"/>
                        </a:lnTo>
                        <a:lnTo>
                          <a:pt x="139" y="64"/>
                        </a:lnTo>
                        <a:lnTo>
                          <a:pt x="144" y="66"/>
                        </a:lnTo>
                        <a:lnTo>
                          <a:pt x="147" y="69"/>
                        </a:lnTo>
                        <a:lnTo>
                          <a:pt x="151" y="74"/>
                        </a:lnTo>
                        <a:lnTo>
                          <a:pt x="156" y="78"/>
                        </a:lnTo>
                        <a:lnTo>
                          <a:pt x="160" y="81"/>
                        </a:lnTo>
                        <a:lnTo>
                          <a:pt x="166" y="84"/>
                        </a:lnTo>
                        <a:lnTo>
                          <a:pt x="170" y="86"/>
                        </a:lnTo>
                        <a:lnTo>
                          <a:pt x="175" y="88"/>
                        </a:lnTo>
                        <a:lnTo>
                          <a:pt x="180" y="90"/>
                        </a:lnTo>
                        <a:lnTo>
                          <a:pt x="185" y="91"/>
                        </a:lnTo>
                        <a:lnTo>
                          <a:pt x="189" y="90"/>
                        </a:lnTo>
                        <a:lnTo>
                          <a:pt x="191" y="89"/>
                        </a:lnTo>
                        <a:lnTo>
                          <a:pt x="193" y="87"/>
                        </a:lnTo>
                        <a:lnTo>
                          <a:pt x="196" y="84"/>
                        </a:lnTo>
                        <a:lnTo>
                          <a:pt x="199" y="77"/>
                        </a:lnTo>
                        <a:lnTo>
                          <a:pt x="202" y="70"/>
                        </a:lnTo>
                        <a:lnTo>
                          <a:pt x="211" y="60"/>
                        </a:lnTo>
                        <a:lnTo>
                          <a:pt x="218" y="48"/>
                        </a:lnTo>
                        <a:lnTo>
                          <a:pt x="221" y="39"/>
                        </a:lnTo>
                        <a:lnTo>
                          <a:pt x="223" y="31"/>
                        </a:lnTo>
                        <a:lnTo>
                          <a:pt x="226" y="23"/>
                        </a:lnTo>
                        <a:lnTo>
                          <a:pt x="226" y="13"/>
                        </a:lnTo>
                        <a:lnTo>
                          <a:pt x="226" y="10"/>
                        </a:lnTo>
                        <a:lnTo>
                          <a:pt x="225" y="9"/>
                        </a:lnTo>
                        <a:lnTo>
                          <a:pt x="222" y="8"/>
                        </a:lnTo>
                        <a:lnTo>
                          <a:pt x="220" y="6"/>
                        </a:lnTo>
                        <a:lnTo>
                          <a:pt x="217" y="4"/>
                        </a:lnTo>
                        <a:lnTo>
                          <a:pt x="212" y="1"/>
                        </a:lnTo>
                        <a:lnTo>
                          <a:pt x="209" y="1"/>
                        </a:lnTo>
                        <a:lnTo>
                          <a:pt x="203" y="0"/>
                        </a:lnTo>
                        <a:lnTo>
                          <a:pt x="195" y="1"/>
                        </a:lnTo>
                        <a:lnTo>
                          <a:pt x="187" y="1"/>
                        </a:lnTo>
                        <a:lnTo>
                          <a:pt x="179" y="3"/>
                        </a:lnTo>
                        <a:lnTo>
                          <a:pt x="170" y="4"/>
                        </a:lnTo>
                        <a:lnTo>
                          <a:pt x="161" y="4"/>
                        </a:lnTo>
                        <a:lnTo>
                          <a:pt x="154" y="5"/>
                        </a:lnTo>
                        <a:lnTo>
                          <a:pt x="148" y="7"/>
                        </a:lnTo>
                        <a:lnTo>
                          <a:pt x="142" y="10"/>
                        </a:lnTo>
                        <a:lnTo>
                          <a:pt x="138" y="13"/>
                        </a:lnTo>
                        <a:lnTo>
                          <a:pt x="135" y="17"/>
                        </a:lnTo>
                        <a:lnTo>
                          <a:pt x="128" y="25"/>
                        </a:lnTo>
                        <a:lnTo>
                          <a:pt x="120" y="35"/>
                        </a:lnTo>
                        <a:lnTo>
                          <a:pt x="115" y="43"/>
                        </a:lnTo>
                        <a:lnTo>
                          <a:pt x="108" y="51"/>
                        </a:lnTo>
                        <a:close/>
                        <a:moveTo>
                          <a:pt x="0" y="91"/>
                        </a:moveTo>
                        <a:lnTo>
                          <a:pt x="0" y="108"/>
                        </a:lnTo>
                        <a:lnTo>
                          <a:pt x="9" y="104"/>
                        </a:lnTo>
                        <a:lnTo>
                          <a:pt x="17" y="98"/>
                        </a:lnTo>
                        <a:lnTo>
                          <a:pt x="26" y="94"/>
                        </a:lnTo>
                        <a:lnTo>
                          <a:pt x="34" y="89"/>
                        </a:lnTo>
                        <a:lnTo>
                          <a:pt x="37" y="87"/>
                        </a:lnTo>
                        <a:lnTo>
                          <a:pt x="40" y="84"/>
                        </a:lnTo>
                        <a:lnTo>
                          <a:pt x="43" y="79"/>
                        </a:lnTo>
                        <a:lnTo>
                          <a:pt x="45" y="76"/>
                        </a:lnTo>
                        <a:lnTo>
                          <a:pt x="47" y="67"/>
                        </a:lnTo>
                        <a:lnTo>
                          <a:pt x="48" y="58"/>
                        </a:lnTo>
                        <a:lnTo>
                          <a:pt x="46" y="57"/>
                        </a:lnTo>
                        <a:lnTo>
                          <a:pt x="43" y="56"/>
                        </a:lnTo>
                        <a:lnTo>
                          <a:pt x="36" y="57"/>
                        </a:lnTo>
                        <a:lnTo>
                          <a:pt x="30" y="60"/>
                        </a:lnTo>
                        <a:lnTo>
                          <a:pt x="26" y="65"/>
                        </a:lnTo>
                        <a:lnTo>
                          <a:pt x="20" y="69"/>
                        </a:lnTo>
                        <a:lnTo>
                          <a:pt x="13" y="74"/>
                        </a:lnTo>
                        <a:lnTo>
                          <a:pt x="7" y="78"/>
                        </a:lnTo>
                        <a:lnTo>
                          <a:pt x="4" y="81"/>
                        </a:lnTo>
                        <a:lnTo>
                          <a:pt x="3" y="85"/>
                        </a:lnTo>
                        <a:lnTo>
                          <a:pt x="2" y="88"/>
                        </a:lnTo>
                        <a:lnTo>
                          <a:pt x="0" y="91"/>
                        </a:lnTo>
                        <a:close/>
                      </a:path>
                    </a:pathLst>
                  </a:custGeom>
                  <a:grpFill/>
                  <a:ln w="3175">
                    <a:solidFill>
                      <a:schemeClr val="bg1">
                        <a:lumMod val="85000"/>
                        <a:alpha val="55000"/>
                      </a:schemeClr>
                    </a:solidFill>
                    <a:round/>
                    <a:headEnd/>
                    <a:tailEnd/>
                  </a:ln>
                </p:spPr>
                <p:txBody>
                  <a:bodyPr vert="horz" wrap="square" lIns="121920" tIns="60960" rIns="121920" bIns="60960" numCol="1" anchor="t" anchorCtr="0" compatLnSpc="1">
                    <a:prstTxWarp prst="textNoShape">
                      <a:avLst/>
                    </a:prstTxWarp>
                  </a:bodyPr>
                  <a:lstStyle/>
                  <a:p>
                    <a:pPr defTabSz="685750" rtl="0">
                      <a:defRPr/>
                    </a:pPr>
                    <a:endParaRPr lang="en-IN" sz="2400">
                      <a:solidFill>
                        <a:srgbClr val="706259"/>
                      </a:solidFill>
                      <a:latin typeface="Arial" panose="020B0604020202020204" pitchFamily="34" charset="0"/>
                      <a:ea typeface="+mn-ea"/>
                      <a:cs typeface="Arial" panose="020B0604020202020204" pitchFamily="34" charset="0"/>
                    </a:endParaRPr>
                  </a:p>
                </p:txBody>
              </p:sp>
              <p:sp>
                <p:nvSpPr>
                  <p:cNvPr id="349" name="Freeform 121">
                    <a:extLst>
                      <a:ext uri="{FF2B5EF4-FFF2-40B4-BE49-F238E27FC236}">
                        <a16:creationId xmlns:a16="http://schemas.microsoft.com/office/drawing/2014/main" id="{CAAD5BCE-7591-4DE7-85B2-39D7617890A5}"/>
                      </a:ext>
                    </a:extLst>
                  </p:cNvPr>
                  <p:cNvSpPr>
                    <a:spLocks/>
                  </p:cNvSpPr>
                  <p:nvPr/>
                </p:nvSpPr>
                <p:spPr bwMode="auto">
                  <a:xfrm>
                    <a:off x="872723" y="4616938"/>
                    <a:ext cx="158750" cy="187325"/>
                  </a:xfrm>
                  <a:custGeom>
                    <a:avLst/>
                    <a:gdLst>
                      <a:gd name="T0" fmla="*/ 49 w 302"/>
                      <a:gd name="T1" fmla="*/ 0 h 354"/>
                      <a:gd name="T2" fmla="*/ 40 w 302"/>
                      <a:gd name="T3" fmla="*/ 8 h 354"/>
                      <a:gd name="T4" fmla="*/ 41 w 302"/>
                      <a:gd name="T5" fmla="*/ 25 h 354"/>
                      <a:gd name="T6" fmla="*/ 46 w 302"/>
                      <a:gd name="T7" fmla="*/ 46 h 354"/>
                      <a:gd name="T8" fmla="*/ 47 w 302"/>
                      <a:gd name="T9" fmla="*/ 63 h 354"/>
                      <a:gd name="T10" fmla="*/ 44 w 302"/>
                      <a:gd name="T11" fmla="*/ 70 h 354"/>
                      <a:gd name="T12" fmla="*/ 35 w 302"/>
                      <a:gd name="T13" fmla="*/ 80 h 354"/>
                      <a:gd name="T14" fmla="*/ 26 w 302"/>
                      <a:gd name="T15" fmla="*/ 96 h 354"/>
                      <a:gd name="T16" fmla="*/ 12 w 302"/>
                      <a:gd name="T17" fmla="*/ 114 h 354"/>
                      <a:gd name="T18" fmla="*/ 4 w 302"/>
                      <a:gd name="T19" fmla="*/ 126 h 354"/>
                      <a:gd name="T20" fmla="*/ 0 w 302"/>
                      <a:gd name="T21" fmla="*/ 135 h 354"/>
                      <a:gd name="T22" fmla="*/ 2 w 302"/>
                      <a:gd name="T23" fmla="*/ 147 h 354"/>
                      <a:gd name="T24" fmla="*/ 8 w 302"/>
                      <a:gd name="T25" fmla="*/ 163 h 354"/>
                      <a:gd name="T26" fmla="*/ 17 w 302"/>
                      <a:gd name="T27" fmla="*/ 185 h 354"/>
                      <a:gd name="T28" fmla="*/ 29 w 302"/>
                      <a:gd name="T29" fmla="*/ 212 h 354"/>
                      <a:gd name="T30" fmla="*/ 35 w 302"/>
                      <a:gd name="T31" fmla="*/ 235 h 354"/>
                      <a:gd name="T32" fmla="*/ 36 w 302"/>
                      <a:gd name="T33" fmla="*/ 276 h 354"/>
                      <a:gd name="T34" fmla="*/ 29 w 302"/>
                      <a:gd name="T35" fmla="*/ 301 h 354"/>
                      <a:gd name="T36" fmla="*/ 31 w 302"/>
                      <a:gd name="T37" fmla="*/ 311 h 354"/>
                      <a:gd name="T38" fmla="*/ 37 w 302"/>
                      <a:gd name="T39" fmla="*/ 318 h 354"/>
                      <a:gd name="T40" fmla="*/ 54 w 302"/>
                      <a:gd name="T41" fmla="*/ 332 h 354"/>
                      <a:gd name="T42" fmla="*/ 68 w 302"/>
                      <a:gd name="T43" fmla="*/ 347 h 354"/>
                      <a:gd name="T44" fmla="*/ 79 w 302"/>
                      <a:gd name="T45" fmla="*/ 354 h 354"/>
                      <a:gd name="T46" fmla="*/ 90 w 302"/>
                      <a:gd name="T47" fmla="*/ 348 h 354"/>
                      <a:gd name="T48" fmla="*/ 109 w 302"/>
                      <a:gd name="T49" fmla="*/ 329 h 354"/>
                      <a:gd name="T50" fmla="*/ 129 w 302"/>
                      <a:gd name="T51" fmla="*/ 306 h 354"/>
                      <a:gd name="T52" fmla="*/ 131 w 302"/>
                      <a:gd name="T53" fmla="*/ 301 h 354"/>
                      <a:gd name="T54" fmla="*/ 137 w 302"/>
                      <a:gd name="T55" fmla="*/ 297 h 354"/>
                      <a:gd name="T56" fmla="*/ 154 w 302"/>
                      <a:gd name="T57" fmla="*/ 276 h 354"/>
                      <a:gd name="T58" fmla="*/ 164 w 302"/>
                      <a:gd name="T59" fmla="*/ 267 h 354"/>
                      <a:gd name="T60" fmla="*/ 177 w 302"/>
                      <a:gd name="T61" fmla="*/ 262 h 354"/>
                      <a:gd name="T62" fmla="*/ 192 w 302"/>
                      <a:gd name="T63" fmla="*/ 264 h 354"/>
                      <a:gd name="T64" fmla="*/ 209 w 302"/>
                      <a:gd name="T65" fmla="*/ 264 h 354"/>
                      <a:gd name="T66" fmla="*/ 226 w 302"/>
                      <a:gd name="T67" fmla="*/ 261 h 354"/>
                      <a:gd name="T68" fmla="*/ 252 w 302"/>
                      <a:gd name="T69" fmla="*/ 247 h 354"/>
                      <a:gd name="T70" fmla="*/ 273 w 302"/>
                      <a:gd name="T71" fmla="*/ 230 h 354"/>
                      <a:gd name="T72" fmla="*/ 290 w 302"/>
                      <a:gd name="T73" fmla="*/ 215 h 354"/>
                      <a:gd name="T74" fmla="*/ 297 w 302"/>
                      <a:gd name="T75" fmla="*/ 207 h 354"/>
                      <a:gd name="T76" fmla="*/ 302 w 302"/>
                      <a:gd name="T77" fmla="*/ 196 h 354"/>
                      <a:gd name="T78" fmla="*/ 289 w 302"/>
                      <a:gd name="T79" fmla="*/ 190 h 354"/>
                      <a:gd name="T80" fmla="*/ 278 w 302"/>
                      <a:gd name="T81" fmla="*/ 181 h 354"/>
                      <a:gd name="T82" fmla="*/ 269 w 302"/>
                      <a:gd name="T83" fmla="*/ 170 h 354"/>
                      <a:gd name="T84" fmla="*/ 269 w 302"/>
                      <a:gd name="T85" fmla="*/ 161 h 354"/>
                      <a:gd name="T86" fmla="*/ 267 w 302"/>
                      <a:gd name="T87" fmla="*/ 153 h 354"/>
                      <a:gd name="T88" fmla="*/ 239 w 302"/>
                      <a:gd name="T89" fmla="*/ 141 h 354"/>
                      <a:gd name="T90" fmla="*/ 237 w 302"/>
                      <a:gd name="T91" fmla="*/ 130 h 354"/>
                      <a:gd name="T92" fmla="*/ 237 w 302"/>
                      <a:gd name="T93" fmla="*/ 119 h 354"/>
                      <a:gd name="T94" fmla="*/ 237 w 302"/>
                      <a:gd name="T95" fmla="*/ 106 h 354"/>
                      <a:gd name="T96" fmla="*/ 233 w 302"/>
                      <a:gd name="T97" fmla="*/ 95 h 354"/>
                      <a:gd name="T98" fmla="*/ 212 w 302"/>
                      <a:gd name="T99" fmla="*/ 82 h 354"/>
                      <a:gd name="T100" fmla="*/ 202 w 302"/>
                      <a:gd name="T101" fmla="*/ 72 h 354"/>
                      <a:gd name="T102" fmla="*/ 181 w 302"/>
                      <a:gd name="T103" fmla="*/ 62 h 354"/>
                      <a:gd name="T104" fmla="*/ 159 w 302"/>
                      <a:gd name="T105" fmla="*/ 53 h 354"/>
                      <a:gd name="T106" fmla="*/ 135 w 302"/>
                      <a:gd name="T107" fmla="*/ 43 h 354"/>
                      <a:gd name="T108" fmla="*/ 109 w 302"/>
                      <a:gd name="T109" fmla="*/ 34 h 354"/>
                      <a:gd name="T110" fmla="*/ 82 w 302"/>
                      <a:gd name="T111" fmla="*/ 24 h 354"/>
                      <a:gd name="T112" fmla="*/ 73 w 302"/>
                      <a:gd name="T113" fmla="*/ 15 h 354"/>
                      <a:gd name="T114" fmla="*/ 60 w 302"/>
                      <a:gd name="T115" fmla="*/ 5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02" h="354">
                        <a:moveTo>
                          <a:pt x="60" y="5"/>
                        </a:moveTo>
                        <a:lnTo>
                          <a:pt x="49" y="0"/>
                        </a:lnTo>
                        <a:lnTo>
                          <a:pt x="41" y="2"/>
                        </a:lnTo>
                        <a:lnTo>
                          <a:pt x="40" y="8"/>
                        </a:lnTo>
                        <a:lnTo>
                          <a:pt x="40" y="13"/>
                        </a:lnTo>
                        <a:lnTo>
                          <a:pt x="41" y="25"/>
                        </a:lnTo>
                        <a:lnTo>
                          <a:pt x="44" y="35"/>
                        </a:lnTo>
                        <a:lnTo>
                          <a:pt x="46" y="46"/>
                        </a:lnTo>
                        <a:lnTo>
                          <a:pt x="47" y="59"/>
                        </a:lnTo>
                        <a:lnTo>
                          <a:pt x="47" y="63"/>
                        </a:lnTo>
                        <a:lnTo>
                          <a:pt x="47" y="68"/>
                        </a:lnTo>
                        <a:lnTo>
                          <a:pt x="44" y="70"/>
                        </a:lnTo>
                        <a:lnTo>
                          <a:pt x="41" y="71"/>
                        </a:lnTo>
                        <a:lnTo>
                          <a:pt x="35" y="80"/>
                        </a:lnTo>
                        <a:lnTo>
                          <a:pt x="30" y="89"/>
                        </a:lnTo>
                        <a:lnTo>
                          <a:pt x="26" y="96"/>
                        </a:lnTo>
                        <a:lnTo>
                          <a:pt x="19" y="105"/>
                        </a:lnTo>
                        <a:lnTo>
                          <a:pt x="12" y="114"/>
                        </a:lnTo>
                        <a:lnTo>
                          <a:pt x="6" y="122"/>
                        </a:lnTo>
                        <a:lnTo>
                          <a:pt x="4" y="126"/>
                        </a:lnTo>
                        <a:lnTo>
                          <a:pt x="2" y="131"/>
                        </a:lnTo>
                        <a:lnTo>
                          <a:pt x="0" y="135"/>
                        </a:lnTo>
                        <a:lnTo>
                          <a:pt x="0" y="141"/>
                        </a:lnTo>
                        <a:lnTo>
                          <a:pt x="2" y="147"/>
                        </a:lnTo>
                        <a:lnTo>
                          <a:pt x="6" y="154"/>
                        </a:lnTo>
                        <a:lnTo>
                          <a:pt x="8" y="163"/>
                        </a:lnTo>
                        <a:lnTo>
                          <a:pt x="10" y="171"/>
                        </a:lnTo>
                        <a:lnTo>
                          <a:pt x="17" y="185"/>
                        </a:lnTo>
                        <a:lnTo>
                          <a:pt x="25" y="200"/>
                        </a:lnTo>
                        <a:lnTo>
                          <a:pt x="29" y="212"/>
                        </a:lnTo>
                        <a:lnTo>
                          <a:pt x="32" y="223"/>
                        </a:lnTo>
                        <a:lnTo>
                          <a:pt x="35" y="235"/>
                        </a:lnTo>
                        <a:lnTo>
                          <a:pt x="36" y="248"/>
                        </a:lnTo>
                        <a:lnTo>
                          <a:pt x="36" y="276"/>
                        </a:lnTo>
                        <a:lnTo>
                          <a:pt x="32" y="288"/>
                        </a:lnTo>
                        <a:lnTo>
                          <a:pt x="29" y="301"/>
                        </a:lnTo>
                        <a:lnTo>
                          <a:pt x="29" y="306"/>
                        </a:lnTo>
                        <a:lnTo>
                          <a:pt x="31" y="311"/>
                        </a:lnTo>
                        <a:lnTo>
                          <a:pt x="34" y="314"/>
                        </a:lnTo>
                        <a:lnTo>
                          <a:pt x="37" y="318"/>
                        </a:lnTo>
                        <a:lnTo>
                          <a:pt x="45" y="325"/>
                        </a:lnTo>
                        <a:lnTo>
                          <a:pt x="54" y="332"/>
                        </a:lnTo>
                        <a:lnTo>
                          <a:pt x="61" y="339"/>
                        </a:lnTo>
                        <a:lnTo>
                          <a:pt x="68" y="347"/>
                        </a:lnTo>
                        <a:lnTo>
                          <a:pt x="73" y="352"/>
                        </a:lnTo>
                        <a:lnTo>
                          <a:pt x="79" y="354"/>
                        </a:lnTo>
                        <a:lnTo>
                          <a:pt x="86" y="352"/>
                        </a:lnTo>
                        <a:lnTo>
                          <a:pt x="90" y="348"/>
                        </a:lnTo>
                        <a:lnTo>
                          <a:pt x="100" y="339"/>
                        </a:lnTo>
                        <a:lnTo>
                          <a:pt x="109" y="329"/>
                        </a:lnTo>
                        <a:lnTo>
                          <a:pt x="119" y="317"/>
                        </a:lnTo>
                        <a:lnTo>
                          <a:pt x="129" y="306"/>
                        </a:lnTo>
                        <a:lnTo>
                          <a:pt x="130" y="303"/>
                        </a:lnTo>
                        <a:lnTo>
                          <a:pt x="131" y="301"/>
                        </a:lnTo>
                        <a:lnTo>
                          <a:pt x="133" y="300"/>
                        </a:lnTo>
                        <a:lnTo>
                          <a:pt x="137" y="297"/>
                        </a:lnTo>
                        <a:lnTo>
                          <a:pt x="146" y="286"/>
                        </a:lnTo>
                        <a:lnTo>
                          <a:pt x="154" y="276"/>
                        </a:lnTo>
                        <a:lnTo>
                          <a:pt x="160" y="272"/>
                        </a:lnTo>
                        <a:lnTo>
                          <a:pt x="164" y="267"/>
                        </a:lnTo>
                        <a:lnTo>
                          <a:pt x="170" y="264"/>
                        </a:lnTo>
                        <a:lnTo>
                          <a:pt x="177" y="262"/>
                        </a:lnTo>
                        <a:lnTo>
                          <a:pt x="184" y="262"/>
                        </a:lnTo>
                        <a:lnTo>
                          <a:pt x="192" y="264"/>
                        </a:lnTo>
                        <a:lnTo>
                          <a:pt x="201" y="264"/>
                        </a:lnTo>
                        <a:lnTo>
                          <a:pt x="209" y="264"/>
                        </a:lnTo>
                        <a:lnTo>
                          <a:pt x="217" y="263"/>
                        </a:lnTo>
                        <a:lnTo>
                          <a:pt x="226" y="261"/>
                        </a:lnTo>
                        <a:lnTo>
                          <a:pt x="239" y="254"/>
                        </a:lnTo>
                        <a:lnTo>
                          <a:pt x="252" y="247"/>
                        </a:lnTo>
                        <a:lnTo>
                          <a:pt x="263" y="240"/>
                        </a:lnTo>
                        <a:lnTo>
                          <a:pt x="273" y="230"/>
                        </a:lnTo>
                        <a:lnTo>
                          <a:pt x="282" y="222"/>
                        </a:lnTo>
                        <a:lnTo>
                          <a:pt x="290" y="215"/>
                        </a:lnTo>
                        <a:lnTo>
                          <a:pt x="293" y="212"/>
                        </a:lnTo>
                        <a:lnTo>
                          <a:pt x="297" y="207"/>
                        </a:lnTo>
                        <a:lnTo>
                          <a:pt x="300" y="202"/>
                        </a:lnTo>
                        <a:lnTo>
                          <a:pt x="302" y="196"/>
                        </a:lnTo>
                        <a:lnTo>
                          <a:pt x="294" y="193"/>
                        </a:lnTo>
                        <a:lnTo>
                          <a:pt x="289" y="190"/>
                        </a:lnTo>
                        <a:lnTo>
                          <a:pt x="282" y="186"/>
                        </a:lnTo>
                        <a:lnTo>
                          <a:pt x="278" y="181"/>
                        </a:lnTo>
                        <a:lnTo>
                          <a:pt x="272" y="175"/>
                        </a:lnTo>
                        <a:lnTo>
                          <a:pt x="269" y="170"/>
                        </a:lnTo>
                        <a:lnTo>
                          <a:pt x="269" y="165"/>
                        </a:lnTo>
                        <a:lnTo>
                          <a:pt x="269" y="161"/>
                        </a:lnTo>
                        <a:lnTo>
                          <a:pt x="269" y="156"/>
                        </a:lnTo>
                        <a:lnTo>
                          <a:pt x="267" y="153"/>
                        </a:lnTo>
                        <a:lnTo>
                          <a:pt x="252" y="147"/>
                        </a:lnTo>
                        <a:lnTo>
                          <a:pt x="239" y="141"/>
                        </a:lnTo>
                        <a:lnTo>
                          <a:pt x="237" y="135"/>
                        </a:lnTo>
                        <a:lnTo>
                          <a:pt x="237" y="130"/>
                        </a:lnTo>
                        <a:lnTo>
                          <a:pt x="237" y="124"/>
                        </a:lnTo>
                        <a:lnTo>
                          <a:pt x="237" y="119"/>
                        </a:lnTo>
                        <a:lnTo>
                          <a:pt x="237" y="112"/>
                        </a:lnTo>
                        <a:lnTo>
                          <a:pt x="237" y="106"/>
                        </a:lnTo>
                        <a:lnTo>
                          <a:pt x="237" y="101"/>
                        </a:lnTo>
                        <a:lnTo>
                          <a:pt x="233" y="95"/>
                        </a:lnTo>
                        <a:lnTo>
                          <a:pt x="223" y="89"/>
                        </a:lnTo>
                        <a:lnTo>
                          <a:pt x="212" y="82"/>
                        </a:lnTo>
                        <a:lnTo>
                          <a:pt x="207" y="78"/>
                        </a:lnTo>
                        <a:lnTo>
                          <a:pt x="202" y="72"/>
                        </a:lnTo>
                        <a:lnTo>
                          <a:pt x="191" y="66"/>
                        </a:lnTo>
                        <a:lnTo>
                          <a:pt x="181" y="62"/>
                        </a:lnTo>
                        <a:lnTo>
                          <a:pt x="170" y="59"/>
                        </a:lnTo>
                        <a:lnTo>
                          <a:pt x="159" y="53"/>
                        </a:lnTo>
                        <a:lnTo>
                          <a:pt x="146" y="48"/>
                        </a:lnTo>
                        <a:lnTo>
                          <a:pt x="135" y="43"/>
                        </a:lnTo>
                        <a:lnTo>
                          <a:pt x="122" y="39"/>
                        </a:lnTo>
                        <a:lnTo>
                          <a:pt x="109" y="34"/>
                        </a:lnTo>
                        <a:lnTo>
                          <a:pt x="96" y="30"/>
                        </a:lnTo>
                        <a:lnTo>
                          <a:pt x="82" y="24"/>
                        </a:lnTo>
                        <a:lnTo>
                          <a:pt x="78" y="20"/>
                        </a:lnTo>
                        <a:lnTo>
                          <a:pt x="73" y="15"/>
                        </a:lnTo>
                        <a:lnTo>
                          <a:pt x="68" y="10"/>
                        </a:lnTo>
                        <a:lnTo>
                          <a:pt x="60" y="5"/>
                        </a:lnTo>
                        <a:close/>
                      </a:path>
                    </a:pathLst>
                  </a:custGeom>
                  <a:grpFill/>
                  <a:ln w="3175">
                    <a:solidFill>
                      <a:schemeClr val="bg1">
                        <a:lumMod val="85000"/>
                        <a:alpha val="55000"/>
                      </a:schemeClr>
                    </a:solidFill>
                    <a:prstDash val="solid"/>
                    <a:round/>
                    <a:headEnd/>
                    <a:tailEnd/>
                  </a:ln>
                </p:spPr>
                <p:txBody>
                  <a:bodyPr vert="horz" wrap="square" lIns="121920" tIns="60960" rIns="121920" bIns="60960" numCol="1" anchor="t" anchorCtr="0" compatLnSpc="1">
                    <a:prstTxWarp prst="textNoShape">
                      <a:avLst/>
                    </a:prstTxWarp>
                  </a:bodyPr>
                  <a:lstStyle/>
                  <a:p>
                    <a:pPr defTabSz="685750" rtl="0">
                      <a:defRPr/>
                    </a:pPr>
                    <a:endParaRPr lang="en-IN" sz="2400">
                      <a:solidFill>
                        <a:srgbClr val="706259"/>
                      </a:solidFill>
                      <a:latin typeface="Arial" panose="020B0604020202020204" pitchFamily="34" charset="0"/>
                      <a:ea typeface="+mn-ea"/>
                      <a:cs typeface="Arial" panose="020B0604020202020204" pitchFamily="34" charset="0"/>
                    </a:endParaRPr>
                  </a:p>
                </p:txBody>
              </p:sp>
              <p:sp>
                <p:nvSpPr>
                  <p:cNvPr id="350" name="Freeform 122">
                    <a:extLst>
                      <a:ext uri="{FF2B5EF4-FFF2-40B4-BE49-F238E27FC236}">
                        <a16:creationId xmlns:a16="http://schemas.microsoft.com/office/drawing/2014/main" id="{86254F72-6971-4493-BBD7-F253D1D8E9F9}"/>
                      </a:ext>
                    </a:extLst>
                  </p:cNvPr>
                  <p:cNvSpPr>
                    <a:spLocks/>
                  </p:cNvSpPr>
                  <p:nvPr/>
                </p:nvSpPr>
                <p:spPr bwMode="auto">
                  <a:xfrm>
                    <a:off x="786998" y="4570901"/>
                    <a:ext cx="22225" cy="14288"/>
                  </a:xfrm>
                  <a:custGeom>
                    <a:avLst/>
                    <a:gdLst>
                      <a:gd name="T0" fmla="*/ 31 w 42"/>
                      <a:gd name="T1" fmla="*/ 0 h 27"/>
                      <a:gd name="T2" fmla="*/ 22 w 42"/>
                      <a:gd name="T3" fmla="*/ 6 h 27"/>
                      <a:gd name="T4" fmla="*/ 15 w 42"/>
                      <a:gd name="T5" fmla="*/ 10 h 27"/>
                      <a:gd name="T6" fmla="*/ 7 w 42"/>
                      <a:gd name="T7" fmla="*/ 16 h 27"/>
                      <a:gd name="T8" fmla="*/ 0 w 42"/>
                      <a:gd name="T9" fmla="*/ 24 h 27"/>
                      <a:gd name="T10" fmla="*/ 5 w 42"/>
                      <a:gd name="T11" fmla="*/ 26 h 27"/>
                      <a:gd name="T12" fmla="*/ 8 w 42"/>
                      <a:gd name="T13" fmla="*/ 27 h 27"/>
                      <a:gd name="T14" fmla="*/ 12 w 42"/>
                      <a:gd name="T15" fmla="*/ 27 h 27"/>
                      <a:gd name="T16" fmla="*/ 18 w 42"/>
                      <a:gd name="T17" fmla="*/ 27 h 27"/>
                      <a:gd name="T18" fmla="*/ 26 w 42"/>
                      <a:gd name="T19" fmla="*/ 27 h 27"/>
                      <a:gd name="T20" fmla="*/ 34 w 42"/>
                      <a:gd name="T21" fmla="*/ 26 h 27"/>
                      <a:gd name="T22" fmla="*/ 37 w 42"/>
                      <a:gd name="T23" fmla="*/ 25 h 27"/>
                      <a:gd name="T24" fmla="*/ 40 w 42"/>
                      <a:gd name="T25" fmla="*/ 23 h 27"/>
                      <a:gd name="T26" fmla="*/ 41 w 42"/>
                      <a:gd name="T27" fmla="*/ 20 h 27"/>
                      <a:gd name="T28" fmla="*/ 42 w 42"/>
                      <a:gd name="T29" fmla="*/ 17 h 27"/>
                      <a:gd name="T30" fmla="*/ 38 w 42"/>
                      <a:gd name="T31" fmla="*/ 8 h 27"/>
                      <a:gd name="T32" fmla="*/ 31 w 42"/>
                      <a:gd name="T33"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 h="27">
                        <a:moveTo>
                          <a:pt x="31" y="0"/>
                        </a:moveTo>
                        <a:lnTo>
                          <a:pt x="22" y="6"/>
                        </a:lnTo>
                        <a:lnTo>
                          <a:pt x="15" y="10"/>
                        </a:lnTo>
                        <a:lnTo>
                          <a:pt x="7" y="16"/>
                        </a:lnTo>
                        <a:lnTo>
                          <a:pt x="0" y="24"/>
                        </a:lnTo>
                        <a:lnTo>
                          <a:pt x="5" y="26"/>
                        </a:lnTo>
                        <a:lnTo>
                          <a:pt x="8" y="27"/>
                        </a:lnTo>
                        <a:lnTo>
                          <a:pt x="12" y="27"/>
                        </a:lnTo>
                        <a:lnTo>
                          <a:pt x="18" y="27"/>
                        </a:lnTo>
                        <a:lnTo>
                          <a:pt x="26" y="27"/>
                        </a:lnTo>
                        <a:lnTo>
                          <a:pt x="34" y="26"/>
                        </a:lnTo>
                        <a:lnTo>
                          <a:pt x="37" y="25"/>
                        </a:lnTo>
                        <a:lnTo>
                          <a:pt x="40" y="23"/>
                        </a:lnTo>
                        <a:lnTo>
                          <a:pt x="41" y="20"/>
                        </a:lnTo>
                        <a:lnTo>
                          <a:pt x="42" y="17"/>
                        </a:lnTo>
                        <a:lnTo>
                          <a:pt x="38" y="8"/>
                        </a:lnTo>
                        <a:lnTo>
                          <a:pt x="31" y="0"/>
                        </a:lnTo>
                        <a:close/>
                      </a:path>
                    </a:pathLst>
                  </a:custGeom>
                  <a:grpFill/>
                  <a:ln w="3175">
                    <a:solidFill>
                      <a:schemeClr val="bg1">
                        <a:lumMod val="85000"/>
                        <a:alpha val="55000"/>
                      </a:schemeClr>
                    </a:solidFill>
                    <a:prstDash val="solid"/>
                    <a:round/>
                    <a:headEnd/>
                    <a:tailEnd/>
                  </a:ln>
                </p:spPr>
                <p:txBody>
                  <a:bodyPr vert="horz" wrap="square" lIns="121920" tIns="60960" rIns="121920" bIns="60960" numCol="1" anchor="t" anchorCtr="0" compatLnSpc="1">
                    <a:prstTxWarp prst="textNoShape">
                      <a:avLst/>
                    </a:prstTxWarp>
                  </a:bodyPr>
                  <a:lstStyle/>
                  <a:p>
                    <a:pPr defTabSz="685750" rtl="0">
                      <a:defRPr/>
                    </a:pPr>
                    <a:endParaRPr lang="en-IN" sz="2400">
                      <a:solidFill>
                        <a:srgbClr val="706259"/>
                      </a:solidFill>
                      <a:latin typeface="Arial" panose="020B0604020202020204" pitchFamily="34" charset="0"/>
                      <a:ea typeface="+mn-ea"/>
                      <a:cs typeface="Arial" panose="020B0604020202020204" pitchFamily="34" charset="0"/>
                    </a:endParaRPr>
                  </a:p>
                </p:txBody>
              </p:sp>
              <p:sp>
                <p:nvSpPr>
                  <p:cNvPr id="351" name="Freeform 123">
                    <a:extLst>
                      <a:ext uri="{FF2B5EF4-FFF2-40B4-BE49-F238E27FC236}">
                        <a16:creationId xmlns:a16="http://schemas.microsoft.com/office/drawing/2014/main" id="{6F6F4812-5AED-409C-8327-E2E997AD5C26}"/>
                      </a:ext>
                    </a:extLst>
                  </p:cNvPr>
                  <p:cNvSpPr>
                    <a:spLocks/>
                  </p:cNvSpPr>
                  <p:nvPr/>
                </p:nvSpPr>
                <p:spPr bwMode="auto">
                  <a:xfrm>
                    <a:off x="785410" y="4515338"/>
                    <a:ext cx="92075" cy="63500"/>
                  </a:xfrm>
                  <a:custGeom>
                    <a:avLst/>
                    <a:gdLst>
                      <a:gd name="T0" fmla="*/ 35 w 176"/>
                      <a:gd name="T1" fmla="*/ 2 h 120"/>
                      <a:gd name="T2" fmla="*/ 23 w 176"/>
                      <a:gd name="T3" fmla="*/ 1 h 120"/>
                      <a:gd name="T4" fmla="*/ 17 w 176"/>
                      <a:gd name="T5" fmla="*/ 8 h 120"/>
                      <a:gd name="T6" fmla="*/ 9 w 176"/>
                      <a:gd name="T7" fmla="*/ 18 h 120"/>
                      <a:gd name="T8" fmla="*/ 3 w 176"/>
                      <a:gd name="T9" fmla="*/ 24 h 120"/>
                      <a:gd name="T10" fmla="*/ 0 w 176"/>
                      <a:gd name="T11" fmla="*/ 31 h 120"/>
                      <a:gd name="T12" fmla="*/ 1 w 176"/>
                      <a:gd name="T13" fmla="*/ 38 h 120"/>
                      <a:gd name="T14" fmla="*/ 3 w 176"/>
                      <a:gd name="T15" fmla="*/ 42 h 120"/>
                      <a:gd name="T16" fmla="*/ 12 w 176"/>
                      <a:gd name="T17" fmla="*/ 48 h 120"/>
                      <a:gd name="T18" fmla="*/ 29 w 176"/>
                      <a:gd name="T19" fmla="*/ 55 h 120"/>
                      <a:gd name="T20" fmla="*/ 47 w 176"/>
                      <a:gd name="T21" fmla="*/ 60 h 120"/>
                      <a:gd name="T22" fmla="*/ 57 w 176"/>
                      <a:gd name="T23" fmla="*/ 62 h 120"/>
                      <a:gd name="T24" fmla="*/ 61 w 176"/>
                      <a:gd name="T25" fmla="*/ 66 h 120"/>
                      <a:gd name="T26" fmla="*/ 64 w 176"/>
                      <a:gd name="T27" fmla="*/ 74 h 120"/>
                      <a:gd name="T28" fmla="*/ 65 w 176"/>
                      <a:gd name="T29" fmla="*/ 84 h 120"/>
                      <a:gd name="T30" fmla="*/ 66 w 176"/>
                      <a:gd name="T31" fmla="*/ 97 h 120"/>
                      <a:gd name="T32" fmla="*/ 70 w 176"/>
                      <a:gd name="T33" fmla="*/ 111 h 120"/>
                      <a:gd name="T34" fmla="*/ 74 w 176"/>
                      <a:gd name="T35" fmla="*/ 115 h 120"/>
                      <a:gd name="T36" fmla="*/ 83 w 176"/>
                      <a:gd name="T37" fmla="*/ 120 h 120"/>
                      <a:gd name="T38" fmla="*/ 94 w 176"/>
                      <a:gd name="T39" fmla="*/ 119 h 120"/>
                      <a:gd name="T40" fmla="*/ 106 w 176"/>
                      <a:gd name="T41" fmla="*/ 112 h 120"/>
                      <a:gd name="T42" fmla="*/ 125 w 176"/>
                      <a:gd name="T43" fmla="*/ 107 h 120"/>
                      <a:gd name="T44" fmla="*/ 148 w 176"/>
                      <a:gd name="T45" fmla="*/ 97 h 120"/>
                      <a:gd name="T46" fmla="*/ 164 w 176"/>
                      <a:gd name="T47" fmla="*/ 86 h 120"/>
                      <a:gd name="T48" fmla="*/ 173 w 176"/>
                      <a:gd name="T49" fmla="*/ 82 h 120"/>
                      <a:gd name="T50" fmla="*/ 175 w 176"/>
                      <a:gd name="T51" fmla="*/ 76 h 120"/>
                      <a:gd name="T52" fmla="*/ 175 w 176"/>
                      <a:gd name="T53" fmla="*/ 69 h 120"/>
                      <a:gd name="T54" fmla="*/ 169 w 176"/>
                      <a:gd name="T55" fmla="*/ 62 h 120"/>
                      <a:gd name="T56" fmla="*/ 156 w 176"/>
                      <a:gd name="T57" fmla="*/ 56 h 120"/>
                      <a:gd name="T58" fmla="*/ 143 w 176"/>
                      <a:gd name="T59" fmla="*/ 50 h 120"/>
                      <a:gd name="T60" fmla="*/ 130 w 176"/>
                      <a:gd name="T61" fmla="*/ 38 h 120"/>
                      <a:gd name="T62" fmla="*/ 118 w 176"/>
                      <a:gd name="T63" fmla="*/ 31 h 120"/>
                      <a:gd name="T64" fmla="*/ 109 w 176"/>
                      <a:gd name="T65" fmla="*/ 29 h 120"/>
                      <a:gd name="T66" fmla="*/ 98 w 176"/>
                      <a:gd name="T67" fmla="*/ 29 h 120"/>
                      <a:gd name="T68" fmla="*/ 85 w 176"/>
                      <a:gd name="T69" fmla="*/ 32 h 120"/>
                      <a:gd name="T70" fmla="*/ 74 w 176"/>
                      <a:gd name="T71" fmla="*/ 38 h 120"/>
                      <a:gd name="T72" fmla="*/ 63 w 176"/>
                      <a:gd name="T73" fmla="*/ 39 h 120"/>
                      <a:gd name="T74" fmla="*/ 55 w 176"/>
                      <a:gd name="T75" fmla="*/ 32 h 120"/>
                      <a:gd name="T76" fmla="*/ 48 w 176"/>
                      <a:gd name="T77" fmla="*/ 1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76" h="120">
                        <a:moveTo>
                          <a:pt x="44" y="5"/>
                        </a:moveTo>
                        <a:lnTo>
                          <a:pt x="35" y="2"/>
                        </a:lnTo>
                        <a:lnTo>
                          <a:pt x="28" y="0"/>
                        </a:lnTo>
                        <a:lnTo>
                          <a:pt x="23" y="1"/>
                        </a:lnTo>
                        <a:lnTo>
                          <a:pt x="20" y="4"/>
                        </a:lnTo>
                        <a:lnTo>
                          <a:pt x="17" y="8"/>
                        </a:lnTo>
                        <a:lnTo>
                          <a:pt x="14" y="12"/>
                        </a:lnTo>
                        <a:lnTo>
                          <a:pt x="9" y="18"/>
                        </a:lnTo>
                        <a:lnTo>
                          <a:pt x="4" y="22"/>
                        </a:lnTo>
                        <a:lnTo>
                          <a:pt x="3" y="24"/>
                        </a:lnTo>
                        <a:lnTo>
                          <a:pt x="1" y="28"/>
                        </a:lnTo>
                        <a:lnTo>
                          <a:pt x="0" y="31"/>
                        </a:lnTo>
                        <a:lnTo>
                          <a:pt x="0" y="34"/>
                        </a:lnTo>
                        <a:lnTo>
                          <a:pt x="1" y="38"/>
                        </a:lnTo>
                        <a:lnTo>
                          <a:pt x="2" y="40"/>
                        </a:lnTo>
                        <a:lnTo>
                          <a:pt x="3" y="42"/>
                        </a:lnTo>
                        <a:lnTo>
                          <a:pt x="7" y="44"/>
                        </a:lnTo>
                        <a:lnTo>
                          <a:pt x="12" y="48"/>
                        </a:lnTo>
                        <a:lnTo>
                          <a:pt x="18" y="50"/>
                        </a:lnTo>
                        <a:lnTo>
                          <a:pt x="29" y="55"/>
                        </a:lnTo>
                        <a:lnTo>
                          <a:pt x="40" y="59"/>
                        </a:lnTo>
                        <a:lnTo>
                          <a:pt x="47" y="60"/>
                        </a:lnTo>
                        <a:lnTo>
                          <a:pt x="53" y="61"/>
                        </a:lnTo>
                        <a:lnTo>
                          <a:pt x="57" y="62"/>
                        </a:lnTo>
                        <a:lnTo>
                          <a:pt x="59" y="64"/>
                        </a:lnTo>
                        <a:lnTo>
                          <a:pt x="61" y="66"/>
                        </a:lnTo>
                        <a:lnTo>
                          <a:pt x="63" y="70"/>
                        </a:lnTo>
                        <a:lnTo>
                          <a:pt x="64" y="74"/>
                        </a:lnTo>
                        <a:lnTo>
                          <a:pt x="65" y="80"/>
                        </a:lnTo>
                        <a:lnTo>
                          <a:pt x="65" y="84"/>
                        </a:lnTo>
                        <a:lnTo>
                          <a:pt x="65" y="89"/>
                        </a:lnTo>
                        <a:lnTo>
                          <a:pt x="66" y="97"/>
                        </a:lnTo>
                        <a:lnTo>
                          <a:pt x="69" y="107"/>
                        </a:lnTo>
                        <a:lnTo>
                          <a:pt x="70" y="111"/>
                        </a:lnTo>
                        <a:lnTo>
                          <a:pt x="72" y="113"/>
                        </a:lnTo>
                        <a:lnTo>
                          <a:pt x="74" y="115"/>
                        </a:lnTo>
                        <a:lnTo>
                          <a:pt x="76" y="117"/>
                        </a:lnTo>
                        <a:lnTo>
                          <a:pt x="83" y="120"/>
                        </a:lnTo>
                        <a:lnTo>
                          <a:pt x="90" y="120"/>
                        </a:lnTo>
                        <a:lnTo>
                          <a:pt x="94" y="119"/>
                        </a:lnTo>
                        <a:lnTo>
                          <a:pt x="99" y="115"/>
                        </a:lnTo>
                        <a:lnTo>
                          <a:pt x="106" y="112"/>
                        </a:lnTo>
                        <a:lnTo>
                          <a:pt x="115" y="109"/>
                        </a:lnTo>
                        <a:lnTo>
                          <a:pt x="125" y="107"/>
                        </a:lnTo>
                        <a:lnTo>
                          <a:pt x="136" y="105"/>
                        </a:lnTo>
                        <a:lnTo>
                          <a:pt x="148" y="97"/>
                        </a:lnTo>
                        <a:lnTo>
                          <a:pt x="159" y="90"/>
                        </a:lnTo>
                        <a:lnTo>
                          <a:pt x="164" y="86"/>
                        </a:lnTo>
                        <a:lnTo>
                          <a:pt x="170" y="83"/>
                        </a:lnTo>
                        <a:lnTo>
                          <a:pt x="173" y="82"/>
                        </a:lnTo>
                        <a:lnTo>
                          <a:pt x="174" y="80"/>
                        </a:lnTo>
                        <a:lnTo>
                          <a:pt x="175" y="76"/>
                        </a:lnTo>
                        <a:lnTo>
                          <a:pt x="176" y="73"/>
                        </a:lnTo>
                        <a:lnTo>
                          <a:pt x="175" y="69"/>
                        </a:lnTo>
                        <a:lnTo>
                          <a:pt x="172" y="65"/>
                        </a:lnTo>
                        <a:lnTo>
                          <a:pt x="169" y="62"/>
                        </a:lnTo>
                        <a:lnTo>
                          <a:pt x="164" y="60"/>
                        </a:lnTo>
                        <a:lnTo>
                          <a:pt x="156" y="56"/>
                        </a:lnTo>
                        <a:lnTo>
                          <a:pt x="149" y="54"/>
                        </a:lnTo>
                        <a:lnTo>
                          <a:pt x="143" y="50"/>
                        </a:lnTo>
                        <a:lnTo>
                          <a:pt x="136" y="45"/>
                        </a:lnTo>
                        <a:lnTo>
                          <a:pt x="130" y="38"/>
                        </a:lnTo>
                        <a:lnTo>
                          <a:pt x="122" y="32"/>
                        </a:lnTo>
                        <a:lnTo>
                          <a:pt x="118" y="31"/>
                        </a:lnTo>
                        <a:lnTo>
                          <a:pt x="114" y="30"/>
                        </a:lnTo>
                        <a:lnTo>
                          <a:pt x="109" y="29"/>
                        </a:lnTo>
                        <a:lnTo>
                          <a:pt x="104" y="29"/>
                        </a:lnTo>
                        <a:lnTo>
                          <a:pt x="98" y="29"/>
                        </a:lnTo>
                        <a:lnTo>
                          <a:pt x="91" y="30"/>
                        </a:lnTo>
                        <a:lnTo>
                          <a:pt x="85" y="32"/>
                        </a:lnTo>
                        <a:lnTo>
                          <a:pt x="80" y="34"/>
                        </a:lnTo>
                        <a:lnTo>
                          <a:pt x="74" y="38"/>
                        </a:lnTo>
                        <a:lnTo>
                          <a:pt x="69" y="40"/>
                        </a:lnTo>
                        <a:lnTo>
                          <a:pt x="63" y="39"/>
                        </a:lnTo>
                        <a:lnTo>
                          <a:pt x="59" y="36"/>
                        </a:lnTo>
                        <a:lnTo>
                          <a:pt x="55" y="32"/>
                        </a:lnTo>
                        <a:lnTo>
                          <a:pt x="52" y="28"/>
                        </a:lnTo>
                        <a:lnTo>
                          <a:pt x="48" y="16"/>
                        </a:lnTo>
                        <a:lnTo>
                          <a:pt x="44" y="5"/>
                        </a:lnTo>
                        <a:close/>
                      </a:path>
                    </a:pathLst>
                  </a:custGeom>
                  <a:grpFill/>
                  <a:ln w="3175">
                    <a:solidFill>
                      <a:schemeClr val="bg1">
                        <a:lumMod val="85000"/>
                        <a:alpha val="55000"/>
                      </a:schemeClr>
                    </a:solidFill>
                    <a:prstDash val="solid"/>
                    <a:round/>
                    <a:headEnd/>
                    <a:tailEnd/>
                  </a:ln>
                </p:spPr>
                <p:txBody>
                  <a:bodyPr vert="horz" wrap="square" lIns="121920" tIns="60960" rIns="121920" bIns="60960" numCol="1" anchor="t" anchorCtr="0" compatLnSpc="1">
                    <a:prstTxWarp prst="textNoShape">
                      <a:avLst/>
                    </a:prstTxWarp>
                  </a:bodyPr>
                  <a:lstStyle/>
                  <a:p>
                    <a:pPr defTabSz="685750" rtl="0">
                      <a:defRPr/>
                    </a:pPr>
                    <a:endParaRPr lang="en-IN" sz="2400">
                      <a:solidFill>
                        <a:srgbClr val="706259"/>
                      </a:solidFill>
                      <a:latin typeface="Arial" panose="020B0604020202020204" pitchFamily="34" charset="0"/>
                      <a:ea typeface="+mn-ea"/>
                      <a:cs typeface="Arial" panose="020B0604020202020204" pitchFamily="34" charset="0"/>
                    </a:endParaRPr>
                  </a:p>
                </p:txBody>
              </p:sp>
              <p:sp>
                <p:nvSpPr>
                  <p:cNvPr id="352" name="Freeform 124">
                    <a:extLst>
                      <a:ext uri="{FF2B5EF4-FFF2-40B4-BE49-F238E27FC236}">
                        <a16:creationId xmlns:a16="http://schemas.microsoft.com/office/drawing/2014/main" id="{DC1FFD23-2FA5-4CDD-B892-9000CAC77A47}"/>
                      </a:ext>
                    </a:extLst>
                  </p:cNvPr>
                  <p:cNvSpPr>
                    <a:spLocks/>
                  </p:cNvSpPr>
                  <p:nvPr/>
                </p:nvSpPr>
                <p:spPr bwMode="auto">
                  <a:xfrm>
                    <a:off x="744135" y="4526451"/>
                    <a:ext cx="28575" cy="31750"/>
                  </a:xfrm>
                  <a:custGeom>
                    <a:avLst/>
                    <a:gdLst>
                      <a:gd name="T0" fmla="*/ 0 w 54"/>
                      <a:gd name="T1" fmla="*/ 4 h 60"/>
                      <a:gd name="T2" fmla="*/ 0 w 54"/>
                      <a:gd name="T3" fmla="*/ 9 h 60"/>
                      <a:gd name="T4" fmla="*/ 0 w 54"/>
                      <a:gd name="T5" fmla="*/ 12 h 60"/>
                      <a:gd name="T6" fmla="*/ 2 w 54"/>
                      <a:gd name="T7" fmla="*/ 18 h 60"/>
                      <a:gd name="T8" fmla="*/ 6 w 54"/>
                      <a:gd name="T9" fmla="*/ 22 h 60"/>
                      <a:gd name="T10" fmla="*/ 7 w 54"/>
                      <a:gd name="T11" fmla="*/ 28 h 60"/>
                      <a:gd name="T12" fmla="*/ 7 w 54"/>
                      <a:gd name="T13" fmla="*/ 33 h 60"/>
                      <a:gd name="T14" fmla="*/ 10 w 54"/>
                      <a:gd name="T15" fmla="*/ 41 h 60"/>
                      <a:gd name="T16" fmla="*/ 15 w 54"/>
                      <a:gd name="T17" fmla="*/ 48 h 60"/>
                      <a:gd name="T18" fmla="*/ 20 w 54"/>
                      <a:gd name="T19" fmla="*/ 53 h 60"/>
                      <a:gd name="T20" fmla="*/ 26 w 54"/>
                      <a:gd name="T21" fmla="*/ 60 h 60"/>
                      <a:gd name="T22" fmla="*/ 34 w 54"/>
                      <a:gd name="T23" fmla="*/ 52 h 60"/>
                      <a:gd name="T24" fmla="*/ 40 w 54"/>
                      <a:gd name="T25" fmla="*/ 45 h 60"/>
                      <a:gd name="T26" fmla="*/ 45 w 54"/>
                      <a:gd name="T27" fmla="*/ 43 h 60"/>
                      <a:gd name="T28" fmla="*/ 49 w 54"/>
                      <a:gd name="T29" fmla="*/ 41 h 60"/>
                      <a:gd name="T30" fmla="*/ 50 w 54"/>
                      <a:gd name="T31" fmla="*/ 40 h 60"/>
                      <a:gd name="T32" fmla="*/ 52 w 54"/>
                      <a:gd name="T33" fmla="*/ 38 h 60"/>
                      <a:gd name="T34" fmla="*/ 54 w 54"/>
                      <a:gd name="T35" fmla="*/ 35 h 60"/>
                      <a:gd name="T36" fmla="*/ 54 w 54"/>
                      <a:gd name="T37" fmla="*/ 33 h 60"/>
                      <a:gd name="T38" fmla="*/ 51 w 54"/>
                      <a:gd name="T39" fmla="*/ 28 h 60"/>
                      <a:gd name="T40" fmla="*/ 47 w 54"/>
                      <a:gd name="T41" fmla="*/ 22 h 60"/>
                      <a:gd name="T42" fmla="*/ 42 w 54"/>
                      <a:gd name="T43" fmla="*/ 14 h 60"/>
                      <a:gd name="T44" fmla="*/ 37 w 54"/>
                      <a:gd name="T45" fmla="*/ 7 h 60"/>
                      <a:gd name="T46" fmla="*/ 36 w 54"/>
                      <a:gd name="T47" fmla="*/ 3 h 60"/>
                      <a:gd name="T48" fmla="*/ 35 w 54"/>
                      <a:gd name="T49" fmla="*/ 1 h 60"/>
                      <a:gd name="T50" fmla="*/ 31 w 54"/>
                      <a:gd name="T51" fmla="*/ 0 h 60"/>
                      <a:gd name="T52" fmla="*/ 28 w 54"/>
                      <a:gd name="T53" fmla="*/ 0 h 60"/>
                      <a:gd name="T54" fmla="*/ 26 w 54"/>
                      <a:gd name="T55" fmla="*/ 1 h 60"/>
                      <a:gd name="T56" fmla="*/ 22 w 54"/>
                      <a:gd name="T57" fmla="*/ 2 h 60"/>
                      <a:gd name="T58" fmla="*/ 11 w 54"/>
                      <a:gd name="T59" fmla="*/ 4 h 60"/>
                      <a:gd name="T60" fmla="*/ 0 w 54"/>
                      <a:gd name="T61" fmla="*/ 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4" h="60">
                        <a:moveTo>
                          <a:pt x="0" y="4"/>
                        </a:moveTo>
                        <a:lnTo>
                          <a:pt x="0" y="9"/>
                        </a:lnTo>
                        <a:lnTo>
                          <a:pt x="0" y="12"/>
                        </a:lnTo>
                        <a:lnTo>
                          <a:pt x="2" y="18"/>
                        </a:lnTo>
                        <a:lnTo>
                          <a:pt x="6" y="22"/>
                        </a:lnTo>
                        <a:lnTo>
                          <a:pt x="7" y="28"/>
                        </a:lnTo>
                        <a:lnTo>
                          <a:pt x="7" y="33"/>
                        </a:lnTo>
                        <a:lnTo>
                          <a:pt x="10" y="41"/>
                        </a:lnTo>
                        <a:lnTo>
                          <a:pt x="15" y="48"/>
                        </a:lnTo>
                        <a:lnTo>
                          <a:pt x="20" y="53"/>
                        </a:lnTo>
                        <a:lnTo>
                          <a:pt x="26" y="60"/>
                        </a:lnTo>
                        <a:lnTo>
                          <a:pt x="34" y="52"/>
                        </a:lnTo>
                        <a:lnTo>
                          <a:pt x="40" y="45"/>
                        </a:lnTo>
                        <a:lnTo>
                          <a:pt x="45" y="43"/>
                        </a:lnTo>
                        <a:lnTo>
                          <a:pt x="49" y="41"/>
                        </a:lnTo>
                        <a:lnTo>
                          <a:pt x="50" y="40"/>
                        </a:lnTo>
                        <a:lnTo>
                          <a:pt x="52" y="38"/>
                        </a:lnTo>
                        <a:lnTo>
                          <a:pt x="54" y="35"/>
                        </a:lnTo>
                        <a:lnTo>
                          <a:pt x="54" y="33"/>
                        </a:lnTo>
                        <a:lnTo>
                          <a:pt x="51" y="28"/>
                        </a:lnTo>
                        <a:lnTo>
                          <a:pt x="47" y="22"/>
                        </a:lnTo>
                        <a:lnTo>
                          <a:pt x="42" y="14"/>
                        </a:lnTo>
                        <a:lnTo>
                          <a:pt x="37" y="7"/>
                        </a:lnTo>
                        <a:lnTo>
                          <a:pt x="36" y="3"/>
                        </a:lnTo>
                        <a:lnTo>
                          <a:pt x="35" y="1"/>
                        </a:lnTo>
                        <a:lnTo>
                          <a:pt x="31" y="0"/>
                        </a:lnTo>
                        <a:lnTo>
                          <a:pt x="28" y="0"/>
                        </a:lnTo>
                        <a:lnTo>
                          <a:pt x="26" y="1"/>
                        </a:lnTo>
                        <a:lnTo>
                          <a:pt x="22" y="2"/>
                        </a:lnTo>
                        <a:lnTo>
                          <a:pt x="11" y="4"/>
                        </a:lnTo>
                        <a:lnTo>
                          <a:pt x="0" y="4"/>
                        </a:lnTo>
                        <a:close/>
                      </a:path>
                    </a:pathLst>
                  </a:custGeom>
                  <a:grpFill/>
                  <a:ln w="3175">
                    <a:solidFill>
                      <a:schemeClr val="bg1">
                        <a:lumMod val="85000"/>
                        <a:alpha val="55000"/>
                      </a:schemeClr>
                    </a:solidFill>
                    <a:prstDash val="solid"/>
                    <a:round/>
                    <a:headEnd/>
                    <a:tailEnd/>
                  </a:ln>
                </p:spPr>
                <p:txBody>
                  <a:bodyPr vert="horz" wrap="square" lIns="121920" tIns="60960" rIns="121920" bIns="60960" numCol="1" anchor="t" anchorCtr="0" compatLnSpc="1">
                    <a:prstTxWarp prst="textNoShape">
                      <a:avLst/>
                    </a:prstTxWarp>
                  </a:bodyPr>
                  <a:lstStyle/>
                  <a:p>
                    <a:pPr defTabSz="685750" rtl="0">
                      <a:defRPr/>
                    </a:pPr>
                    <a:endParaRPr lang="en-IN" sz="2400">
                      <a:solidFill>
                        <a:srgbClr val="706259"/>
                      </a:solidFill>
                      <a:latin typeface="Arial" panose="020B0604020202020204" pitchFamily="34" charset="0"/>
                      <a:ea typeface="+mn-ea"/>
                      <a:cs typeface="Arial" panose="020B0604020202020204" pitchFamily="34" charset="0"/>
                    </a:endParaRPr>
                  </a:p>
                </p:txBody>
              </p:sp>
              <p:sp>
                <p:nvSpPr>
                  <p:cNvPr id="353" name="Freeform 125">
                    <a:extLst>
                      <a:ext uri="{FF2B5EF4-FFF2-40B4-BE49-F238E27FC236}">
                        <a16:creationId xmlns:a16="http://schemas.microsoft.com/office/drawing/2014/main" id="{04676323-7EBA-422B-9918-37614B89CB2B}"/>
                      </a:ext>
                    </a:extLst>
                  </p:cNvPr>
                  <p:cNvSpPr>
                    <a:spLocks/>
                  </p:cNvSpPr>
                  <p:nvPr/>
                </p:nvSpPr>
                <p:spPr bwMode="auto">
                  <a:xfrm>
                    <a:off x="715560" y="4485176"/>
                    <a:ext cx="68263" cy="25400"/>
                  </a:xfrm>
                  <a:custGeom>
                    <a:avLst/>
                    <a:gdLst>
                      <a:gd name="T0" fmla="*/ 20 w 129"/>
                      <a:gd name="T1" fmla="*/ 0 h 48"/>
                      <a:gd name="T2" fmla="*/ 11 w 129"/>
                      <a:gd name="T3" fmla="*/ 17 h 48"/>
                      <a:gd name="T4" fmla="*/ 0 w 129"/>
                      <a:gd name="T5" fmla="*/ 33 h 48"/>
                      <a:gd name="T6" fmla="*/ 15 w 129"/>
                      <a:gd name="T7" fmla="*/ 36 h 48"/>
                      <a:gd name="T8" fmla="*/ 30 w 129"/>
                      <a:gd name="T9" fmla="*/ 38 h 48"/>
                      <a:gd name="T10" fmla="*/ 57 w 129"/>
                      <a:gd name="T11" fmla="*/ 38 h 48"/>
                      <a:gd name="T12" fmla="*/ 71 w 129"/>
                      <a:gd name="T13" fmla="*/ 44 h 48"/>
                      <a:gd name="T14" fmla="*/ 87 w 129"/>
                      <a:gd name="T15" fmla="*/ 48 h 48"/>
                      <a:gd name="T16" fmla="*/ 93 w 129"/>
                      <a:gd name="T17" fmla="*/ 47 h 48"/>
                      <a:gd name="T18" fmla="*/ 99 w 129"/>
                      <a:gd name="T19" fmla="*/ 46 h 48"/>
                      <a:gd name="T20" fmla="*/ 106 w 129"/>
                      <a:gd name="T21" fmla="*/ 43 h 48"/>
                      <a:gd name="T22" fmla="*/ 111 w 129"/>
                      <a:gd name="T23" fmla="*/ 39 h 48"/>
                      <a:gd name="T24" fmla="*/ 115 w 129"/>
                      <a:gd name="T25" fmla="*/ 37 h 48"/>
                      <a:gd name="T26" fmla="*/ 120 w 129"/>
                      <a:gd name="T27" fmla="*/ 35 h 48"/>
                      <a:gd name="T28" fmla="*/ 124 w 129"/>
                      <a:gd name="T29" fmla="*/ 33 h 48"/>
                      <a:gd name="T30" fmla="*/ 128 w 129"/>
                      <a:gd name="T31" fmla="*/ 29 h 48"/>
                      <a:gd name="T32" fmla="*/ 128 w 129"/>
                      <a:gd name="T33" fmla="*/ 26 h 48"/>
                      <a:gd name="T34" fmla="*/ 129 w 129"/>
                      <a:gd name="T35" fmla="*/ 24 h 48"/>
                      <a:gd name="T36" fmla="*/ 115 w 129"/>
                      <a:gd name="T37" fmla="*/ 20 h 48"/>
                      <a:gd name="T38" fmla="*/ 101 w 129"/>
                      <a:gd name="T39" fmla="*/ 19 h 48"/>
                      <a:gd name="T40" fmla="*/ 93 w 129"/>
                      <a:gd name="T41" fmla="*/ 16 h 48"/>
                      <a:gd name="T42" fmla="*/ 86 w 129"/>
                      <a:gd name="T43" fmla="*/ 13 h 48"/>
                      <a:gd name="T44" fmla="*/ 77 w 129"/>
                      <a:gd name="T45" fmla="*/ 14 h 48"/>
                      <a:gd name="T46" fmla="*/ 69 w 129"/>
                      <a:gd name="T47" fmla="*/ 14 h 48"/>
                      <a:gd name="T48" fmla="*/ 56 w 129"/>
                      <a:gd name="T49" fmla="*/ 11 h 48"/>
                      <a:gd name="T50" fmla="*/ 43 w 129"/>
                      <a:gd name="T51" fmla="*/ 8 h 48"/>
                      <a:gd name="T52" fmla="*/ 32 w 129"/>
                      <a:gd name="T53" fmla="*/ 5 h 48"/>
                      <a:gd name="T54" fmla="*/ 20 w 129"/>
                      <a:gd name="T55"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29" h="48">
                        <a:moveTo>
                          <a:pt x="20" y="0"/>
                        </a:moveTo>
                        <a:lnTo>
                          <a:pt x="11" y="17"/>
                        </a:lnTo>
                        <a:lnTo>
                          <a:pt x="0" y="33"/>
                        </a:lnTo>
                        <a:lnTo>
                          <a:pt x="15" y="36"/>
                        </a:lnTo>
                        <a:lnTo>
                          <a:pt x="30" y="38"/>
                        </a:lnTo>
                        <a:lnTo>
                          <a:pt x="57" y="38"/>
                        </a:lnTo>
                        <a:lnTo>
                          <a:pt x="71" y="44"/>
                        </a:lnTo>
                        <a:lnTo>
                          <a:pt x="87" y="48"/>
                        </a:lnTo>
                        <a:lnTo>
                          <a:pt x="93" y="47"/>
                        </a:lnTo>
                        <a:lnTo>
                          <a:pt x="99" y="46"/>
                        </a:lnTo>
                        <a:lnTo>
                          <a:pt x="106" y="43"/>
                        </a:lnTo>
                        <a:lnTo>
                          <a:pt x="111" y="39"/>
                        </a:lnTo>
                        <a:lnTo>
                          <a:pt x="115" y="37"/>
                        </a:lnTo>
                        <a:lnTo>
                          <a:pt x="120" y="35"/>
                        </a:lnTo>
                        <a:lnTo>
                          <a:pt x="124" y="33"/>
                        </a:lnTo>
                        <a:lnTo>
                          <a:pt x="128" y="29"/>
                        </a:lnTo>
                        <a:lnTo>
                          <a:pt x="128" y="26"/>
                        </a:lnTo>
                        <a:lnTo>
                          <a:pt x="129" y="24"/>
                        </a:lnTo>
                        <a:lnTo>
                          <a:pt x="115" y="20"/>
                        </a:lnTo>
                        <a:lnTo>
                          <a:pt x="101" y="19"/>
                        </a:lnTo>
                        <a:lnTo>
                          <a:pt x="93" y="16"/>
                        </a:lnTo>
                        <a:lnTo>
                          <a:pt x="86" y="13"/>
                        </a:lnTo>
                        <a:lnTo>
                          <a:pt x="77" y="14"/>
                        </a:lnTo>
                        <a:lnTo>
                          <a:pt x="69" y="14"/>
                        </a:lnTo>
                        <a:lnTo>
                          <a:pt x="56" y="11"/>
                        </a:lnTo>
                        <a:lnTo>
                          <a:pt x="43" y="8"/>
                        </a:lnTo>
                        <a:lnTo>
                          <a:pt x="32" y="5"/>
                        </a:lnTo>
                        <a:lnTo>
                          <a:pt x="20" y="0"/>
                        </a:lnTo>
                        <a:close/>
                      </a:path>
                    </a:pathLst>
                  </a:custGeom>
                  <a:grpFill/>
                  <a:ln w="3175">
                    <a:solidFill>
                      <a:schemeClr val="bg1">
                        <a:lumMod val="85000"/>
                        <a:alpha val="55000"/>
                      </a:schemeClr>
                    </a:solidFill>
                    <a:prstDash val="solid"/>
                    <a:round/>
                    <a:headEnd/>
                    <a:tailEnd/>
                  </a:ln>
                </p:spPr>
                <p:txBody>
                  <a:bodyPr vert="horz" wrap="square" lIns="121920" tIns="60960" rIns="121920" bIns="60960" numCol="1" anchor="t" anchorCtr="0" compatLnSpc="1">
                    <a:prstTxWarp prst="textNoShape">
                      <a:avLst/>
                    </a:prstTxWarp>
                  </a:bodyPr>
                  <a:lstStyle/>
                  <a:p>
                    <a:pPr defTabSz="685750" rtl="0">
                      <a:defRPr/>
                    </a:pPr>
                    <a:endParaRPr lang="en-IN" sz="2400">
                      <a:solidFill>
                        <a:srgbClr val="706259"/>
                      </a:solidFill>
                      <a:latin typeface="Arial" panose="020B0604020202020204" pitchFamily="34" charset="0"/>
                      <a:ea typeface="+mn-ea"/>
                      <a:cs typeface="Arial" panose="020B0604020202020204" pitchFamily="34" charset="0"/>
                    </a:endParaRPr>
                  </a:p>
                </p:txBody>
              </p:sp>
              <p:sp>
                <p:nvSpPr>
                  <p:cNvPr id="354" name="Freeform 126">
                    <a:extLst>
                      <a:ext uri="{FF2B5EF4-FFF2-40B4-BE49-F238E27FC236}">
                        <a16:creationId xmlns:a16="http://schemas.microsoft.com/office/drawing/2014/main" id="{994D0BEE-0B83-4C2D-B524-DF0800F16CF5}"/>
                      </a:ext>
                    </a:extLst>
                  </p:cNvPr>
                  <p:cNvSpPr>
                    <a:spLocks/>
                  </p:cNvSpPr>
                  <p:nvPr/>
                </p:nvSpPr>
                <p:spPr bwMode="auto">
                  <a:xfrm>
                    <a:off x="590148" y="4421676"/>
                    <a:ext cx="71438" cy="61913"/>
                  </a:xfrm>
                  <a:custGeom>
                    <a:avLst/>
                    <a:gdLst>
                      <a:gd name="T0" fmla="*/ 2 w 135"/>
                      <a:gd name="T1" fmla="*/ 46 h 117"/>
                      <a:gd name="T2" fmla="*/ 10 w 135"/>
                      <a:gd name="T3" fmla="*/ 65 h 117"/>
                      <a:gd name="T4" fmla="*/ 18 w 135"/>
                      <a:gd name="T5" fmla="*/ 84 h 117"/>
                      <a:gd name="T6" fmla="*/ 26 w 135"/>
                      <a:gd name="T7" fmla="*/ 95 h 117"/>
                      <a:gd name="T8" fmla="*/ 31 w 135"/>
                      <a:gd name="T9" fmla="*/ 102 h 117"/>
                      <a:gd name="T10" fmla="*/ 34 w 135"/>
                      <a:gd name="T11" fmla="*/ 108 h 117"/>
                      <a:gd name="T12" fmla="*/ 40 w 135"/>
                      <a:gd name="T13" fmla="*/ 110 h 117"/>
                      <a:gd name="T14" fmla="*/ 44 w 135"/>
                      <a:gd name="T15" fmla="*/ 105 h 117"/>
                      <a:gd name="T16" fmla="*/ 48 w 135"/>
                      <a:gd name="T17" fmla="*/ 97 h 117"/>
                      <a:gd name="T18" fmla="*/ 52 w 135"/>
                      <a:gd name="T19" fmla="*/ 94 h 117"/>
                      <a:gd name="T20" fmla="*/ 58 w 135"/>
                      <a:gd name="T21" fmla="*/ 94 h 117"/>
                      <a:gd name="T22" fmla="*/ 66 w 135"/>
                      <a:gd name="T23" fmla="*/ 96 h 117"/>
                      <a:gd name="T24" fmla="*/ 70 w 135"/>
                      <a:gd name="T25" fmla="*/ 101 h 117"/>
                      <a:gd name="T26" fmla="*/ 74 w 135"/>
                      <a:gd name="T27" fmla="*/ 110 h 117"/>
                      <a:gd name="T28" fmla="*/ 85 w 135"/>
                      <a:gd name="T29" fmla="*/ 116 h 117"/>
                      <a:gd name="T30" fmla="*/ 100 w 135"/>
                      <a:gd name="T31" fmla="*/ 115 h 117"/>
                      <a:gd name="T32" fmla="*/ 122 w 135"/>
                      <a:gd name="T33" fmla="*/ 106 h 117"/>
                      <a:gd name="T34" fmla="*/ 132 w 135"/>
                      <a:gd name="T35" fmla="*/ 91 h 117"/>
                      <a:gd name="T36" fmla="*/ 126 w 135"/>
                      <a:gd name="T37" fmla="*/ 79 h 117"/>
                      <a:gd name="T38" fmla="*/ 121 w 135"/>
                      <a:gd name="T39" fmla="*/ 75 h 117"/>
                      <a:gd name="T40" fmla="*/ 109 w 135"/>
                      <a:gd name="T41" fmla="*/ 71 h 117"/>
                      <a:gd name="T42" fmla="*/ 98 w 135"/>
                      <a:gd name="T43" fmla="*/ 68 h 117"/>
                      <a:gd name="T44" fmla="*/ 94 w 135"/>
                      <a:gd name="T45" fmla="*/ 64 h 117"/>
                      <a:gd name="T46" fmla="*/ 90 w 135"/>
                      <a:gd name="T47" fmla="*/ 56 h 117"/>
                      <a:gd name="T48" fmla="*/ 83 w 135"/>
                      <a:gd name="T49" fmla="*/ 39 h 117"/>
                      <a:gd name="T50" fmla="*/ 76 w 135"/>
                      <a:gd name="T51" fmla="*/ 17 h 117"/>
                      <a:gd name="T52" fmla="*/ 71 w 135"/>
                      <a:gd name="T53" fmla="*/ 4 h 117"/>
                      <a:gd name="T54" fmla="*/ 67 w 135"/>
                      <a:gd name="T55" fmla="*/ 1 h 117"/>
                      <a:gd name="T56" fmla="*/ 62 w 135"/>
                      <a:gd name="T57" fmla="*/ 3 h 117"/>
                      <a:gd name="T58" fmla="*/ 55 w 135"/>
                      <a:gd name="T59" fmla="*/ 11 h 117"/>
                      <a:gd name="T60" fmla="*/ 45 w 135"/>
                      <a:gd name="T61" fmla="*/ 24 h 117"/>
                      <a:gd name="T62" fmla="*/ 32 w 135"/>
                      <a:gd name="T63" fmla="*/ 32 h 117"/>
                      <a:gd name="T64" fmla="*/ 16 w 135"/>
                      <a:gd name="T65" fmla="*/ 35 h 117"/>
                      <a:gd name="T66" fmla="*/ 5 w 135"/>
                      <a:gd name="T67" fmla="*/ 35 h 117"/>
                      <a:gd name="T68" fmla="*/ 1 w 135"/>
                      <a:gd name="T69" fmla="*/ 37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35" h="117">
                        <a:moveTo>
                          <a:pt x="0" y="40"/>
                        </a:moveTo>
                        <a:lnTo>
                          <a:pt x="2" y="46"/>
                        </a:lnTo>
                        <a:lnTo>
                          <a:pt x="4" y="51"/>
                        </a:lnTo>
                        <a:lnTo>
                          <a:pt x="10" y="65"/>
                        </a:lnTo>
                        <a:lnTo>
                          <a:pt x="15" y="78"/>
                        </a:lnTo>
                        <a:lnTo>
                          <a:pt x="18" y="84"/>
                        </a:lnTo>
                        <a:lnTo>
                          <a:pt x="23" y="88"/>
                        </a:lnTo>
                        <a:lnTo>
                          <a:pt x="26" y="95"/>
                        </a:lnTo>
                        <a:lnTo>
                          <a:pt x="28" y="100"/>
                        </a:lnTo>
                        <a:lnTo>
                          <a:pt x="31" y="102"/>
                        </a:lnTo>
                        <a:lnTo>
                          <a:pt x="32" y="106"/>
                        </a:lnTo>
                        <a:lnTo>
                          <a:pt x="34" y="108"/>
                        </a:lnTo>
                        <a:lnTo>
                          <a:pt x="37" y="110"/>
                        </a:lnTo>
                        <a:lnTo>
                          <a:pt x="40" y="110"/>
                        </a:lnTo>
                        <a:lnTo>
                          <a:pt x="43" y="110"/>
                        </a:lnTo>
                        <a:lnTo>
                          <a:pt x="44" y="105"/>
                        </a:lnTo>
                        <a:lnTo>
                          <a:pt x="46" y="99"/>
                        </a:lnTo>
                        <a:lnTo>
                          <a:pt x="48" y="97"/>
                        </a:lnTo>
                        <a:lnTo>
                          <a:pt x="50" y="95"/>
                        </a:lnTo>
                        <a:lnTo>
                          <a:pt x="52" y="94"/>
                        </a:lnTo>
                        <a:lnTo>
                          <a:pt x="55" y="94"/>
                        </a:lnTo>
                        <a:lnTo>
                          <a:pt x="58" y="94"/>
                        </a:lnTo>
                        <a:lnTo>
                          <a:pt x="63" y="95"/>
                        </a:lnTo>
                        <a:lnTo>
                          <a:pt x="66" y="96"/>
                        </a:lnTo>
                        <a:lnTo>
                          <a:pt x="68" y="99"/>
                        </a:lnTo>
                        <a:lnTo>
                          <a:pt x="70" y="101"/>
                        </a:lnTo>
                        <a:lnTo>
                          <a:pt x="70" y="105"/>
                        </a:lnTo>
                        <a:lnTo>
                          <a:pt x="74" y="110"/>
                        </a:lnTo>
                        <a:lnTo>
                          <a:pt x="80" y="114"/>
                        </a:lnTo>
                        <a:lnTo>
                          <a:pt x="85" y="116"/>
                        </a:lnTo>
                        <a:lnTo>
                          <a:pt x="92" y="117"/>
                        </a:lnTo>
                        <a:lnTo>
                          <a:pt x="100" y="115"/>
                        </a:lnTo>
                        <a:lnTo>
                          <a:pt x="108" y="111"/>
                        </a:lnTo>
                        <a:lnTo>
                          <a:pt x="122" y="106"/>
                        </a:lnTo>
                        <a:lnTo>
                          <a:pt x="135" y="100"/>
                        </a:lnTo>
                        <a:lnTo>
                          <a:pt x="132" y="91"/>
                        </a:lnTo>
                        <a:lnTo>
                          <a:pt x="128" y="82"/>
                        </a:lnTo>
                        <a:lnTo>
                          <a:pt x="126" y="79"/>
                        </a:lnTo>
                        <a:lnTo>
                          <a:pt x="124" y="77"/>
                        </a:lnTo>
                        <a:lnTo>
                          <a:pt x="121" y="75"/>
                        </a:lnTo>
                        <a:lnTo>
                          <a:pt x="117" y="74"/>
                        </a:lnTo>
                        <a:lnTo>
                          <a:pt x="109" y="71"/>
                        </a:lnTo>
                        <a:lnTo>
                          <a:pt x="101" y="69"/>
                        </a:lnTo>
                        <a:lnTo>
                          <a:pt x="98" y="68"/>
                        </a:lnTo>
                        <a:lnTo>
                          <a:pt x="96" y="66"/>
                        </a:lnTo>
                        <a:lnTo>
                          <a:pt x="94" y="64"/>
                        </a:lnTo>
                        <a:lnTo>
                          <a:pt x="92" y="61"/>
                        </a:lnTo>
                        <a:lnTo>
                          <a:pt x="90" y="56"/>
                        </a:lnTo>
                        <a:lnTo>
                          <a:pt x="87" y="50"/>
                        </a:lnTo>
                        <a:lnTo>
                          <a:pt x="83" y="39"/>
                        </a:lnTo>
                        <a:lnTo>
                          <a:pt x="80" y="28"/>
                        </a:lnTo>
                        <a:lnTo>
                          <a:pt x="76" y="17"/>
                        </a:lnTo>
                        <a:lnTo>
                          <a:pt x="73" y="6"/>
                        </a:lnTo>
                        <a:lnTo>
                          <a:pt x="71" y="4"/>
                        </a:lnTo>
                        <a:lnTo>
                          <a:pt x="70" y="3"/>
                        </a:lnTo>
                        <a:lnTo>
                          <a:pt x="67" y="1"/>
                        </a:lnTo>
                        <a:lnTo>
                          <a:pt x="64" y="0"/>
                        </a:lnTo>
                        <a:lnTo>
                          <a:pt x="62" y="3"/>
                        </a:lnTo>
                        <a:lnTo>
                          <a:pt x="61" y="6"/>
                        </a:lnTo>
                        <a:lnTo>
                          <a:pt x="55" y="11"/>
                        </a:lnTo>
                        <a:lnTo>
                          <a:pt x="51" y="17"/>
                        </a:lnTo>
                        <a:lnTo>
                          <a:pt x="45" y="24"/>
                        </a:lnTo>
                        <a:lnTo>
                          <a:pt x="38" y="29"/>
                        </a:lnTo>
                        <a:lnTo>
                          <a:pt x="32" y="32"/>
                        </a:lnTo>
                        <a:lnTo>
                          <a:pt x="23" y="35"/>
                        </a:lnTo>
                        <a:lnTo>
                          <a:pt x="16" y="35"/>
                        </a:lnTo>
                        <a:lnTo>
                          <a:pt x="9" y="35"/>
                        </a:lnTo>
                        <a:lnTo>
                          <a:pt x="5" y="35"/>
                        </a:lnTo>
                        <a:lnTo>
                          <a:pt x="3" y="36"/>
                        </a:lnTo>
                        <a:lnTo>
                          <a:pt x="1" y="37"/>
                        </a:lnTo>
                        <a:lnTo>
                          <a:pt x="0" y="40"/>
                        </a:lnTo>
                        <a:close/>
                      </a:path>
                    </a:pathLst>
                  </a:custGeom>
                  <a:grpFill/>
                  <a:ln w="3175">
                    <a:solidFill>
                      <a:schemeClr val="bg1">
                        <a:lumMod val="85000"/>
                        <a:alpha val="55000"/>
                      </a:schemeClr>
                    </a:solidFill>
                    <a:prstDash val="solid"/>
                    <a:round/>
                    <a:headEnd/>
                    <a:tailEnd/>
                  </a:ln>
                </p:spPr>
                <p:txBody>
                  <a:bodyPr vert="horz" wrap="square" lIns="121920" tIns="60960" rIns="121920" bIns="60960" numCol="1" anchor="t" anchorCtr="0" compatLnSpc="1">
                    <a:prstTxWarp prst="textNoShape">
                      <a:avLst/>
                    </a:prstTxWarp>
                  </a:bodyPr>
                  <a:lstStyle/>
                  <a:p>
                    <a:pPr defTabSz="685750" rtl="0">
                      <a:defRPr/>
                    </a:pPr>
                    <a:endParaRPr lang="en-IN" sz="2400">
                      <a:solidFill>
                        <a:srgbClr val="706259"/>
                      </a:solidFill>
                      <a:latin typeface="Arial" panose="020B0604020202020204" pitchFamily="34" charset="0"/>
                      <a:ea typeface="+mn-ea"/>
                      <a:cs typeface="Arial" panose="020B0604020202020204" pitchFamily="34" charset="0"/>
                    </a:endParaRPr>
                  </a:p>
                </p:txBody>
              </p:sp>
              <p:sp>
                <p:nvSpPr>
                  <p:cNvPr id="355" name="Freeform 127">
                    <a:extLst>
                      <a:ext uri="{FF2B5EF4-FFF2-40B4-BE49-F238E27FC236}">
                        <a16:creationId xmlns:a16="http://schemas.microsoft.com/office/drawing/2014/main" id="{2D0D7993-6BCF-4607-A41E-A8692363F972}"/>
                      </a:ext>
                    </a:extLst>
                  </p:cNvPr>
                  <p:cNvSpPr>
                    <a:spLocks/>
                  </p:cNvSpPr>
                  <p:nvPr/>
                </p:nvSpPr>
                <p:spPr bwMode="auto">
                  <a:xfrm>
                    <a:off x="388535" y="4351826"/>
                    <a:ext cx="63500" cy="47625"/>
                  </a:xfrm>
                  <a:custGeom>
                    <a:avLst/>
                    <a:gdLst>
                      <a:gd name="T0" fmla="*/ 0 w 118"/>
                      <a:gd name="T1" fmla="*/ 51 h 91"/>
                      <a:gd name="T2" fmla="*/ 12 w 118"/>
                      <a:gd name="T3" fmla="*/ 55 h 91"/>
                      <a:gd name="T4" fmla="*/ 22 w 118"/>
                      <a:gd name="T5" fmla="*/ 59 h 91"/>
                      <a:gd name="T6" fmla="*/ 27 w 118"/>
                      <a:gd name="T7" fmla="*/ 61 h 91"/>
                      <a:gd name="T8" fmla="*/ 31 w 118"/>
                      <a:gd name="T9" fmla="*/ 64 h 91"/>
                      <a:gd name="T10" fmla="*/ 36 w 118"/>
                      <a:gd name="T11" fmla="*/ 66 h 91"/>
                      <a:gd name="T12" fmla="*/ 39 w 118"/>
                      <a:gd name="T13" fmla="*/ 69 h 91"/>
                      <a:gd name="T14" fmla="*/ 43 w 118"/>
                      <a:gd name="T15" fmla="*/ 74 h 91"/>
                      <a:gd name="T16" fmla="*/ 48 w 118"/>
                      <a:gd name="T17" fmla="*/ 78 h 91"/>
                      <a:gd name="T18" fmla="*/ 52 w 118"/>
                      <a:gd name="T19" fmla="*/ 81 h 91"/>
                      <a:gd name="T20" fmla="*/ 58 w 118"/>
                      <a:gd name="T21" fmla="*/ 84 h 91"/>
                      <a:gd name="T22" fmla="*/ 62 w 118"/>
                      <a:gd name="T23" fmla="*/ 86 h 91"/>
                      <a:gd name="T24" fmla="*/ 67 w 118"/>
                      <a:gd name="T25" fmla="*/ 88 h 91"/>
                      <a:gd name="T26" fmla="*/ 72 w 118"/>
                      <a:gd name="T27" fmla="*/ 90 h 91"/>
                      <a:gd name="T28" fmla="*/ 77 w 118"/>
                      <a:gd name="T29" fmla="*/ 91 h 91"/>
                      <a:gd name="T30" fmla="*/ 81 w 118"/>
                      <a:gd name="T31" fmla="*/ 90 h 91"/>
                      <a:gd name="T32" fmla="*/ 83 w 118"/>
                      <a:gd name="T33" fmla="*/ 89 h 91"/>
                      <a:gd name="T34" fmla="*/ 85 w 118"/>
                      <a:gd name="T35" fmla="*/ 87 h 91"/>
                      <a:gd name="T36" fmla="*/ 88 w 118"/>
                      <a:gd name="T37" fmla="*/ 84 h 91"/>
                      <a:gd name="T38" fmla="*/ 91 w 118"/>
                      <a:gd name="T39" fmla="*/ 77 h 91"/>
                      <a:gd name="T40" fmla="*/ 94 w 118"/>
                      <a:gd name="T41" fmla="*/ 70 h 91"/>
                      <a:gd name="T42" fmla="*/ 103 w 118"/>
                      <a:gd name="T43" fmla="*/ 60 h 91"/>
                      <a:gd name="T44" fmla="*/ 110 w 118"/>
                      <a:gd name="T45" fmla="*/ 48 h 91"/>
                      <a:gd name="T46" fmla="*/ 113 w 118"/>
                      <a:gd name="T47" fmla="*/ 39 h 91"/>
                      <a:gd name="T48" fmla="*/ 115 w 118"/>
                      <a:gd name="T49" fmla="*/ 31 h 91"/>
                      <a:gd name="T50" fmla="*/ 118 w 118"/>
                      <a:gd name="T51" fmla="*/ 23 h 91"/>
                      <a:gd name="T52" fmla="*/ 118 w 118"/>
                      <a:gd name="T53" fmla="*/ 13 h 91"/>
                      <a:gd name="T54" fmla="*/ 118 w 118"/>
                      <a:gd name="T55" fmla="*/ 10 h 91"/>
                      <a:gd name="T56" fmla="*/ 117 w 118"/>
                      <a:gd name="T57" fmla="*/ 9 h 91"/>
                      <a:gd name="T58" fmla="*/ 114 w 118"/>
                      <a:gd name="T59" fmla="*/ 8 h 91"/>
                      <a:gd name="T60" fmla="*/ 112 w 118"/>
                      <a:gd name="T61" fmla="*/ 6 h 91"/>
                      <a:gd name="T62" fmla="*/ 109 w 118"/>
                      <a:gd name="T63" fmla="*/ 4 h 91"/>
                      <a:gd name="T64" fmla="*/ 104 w 118"/>
                      <a:gd name="T65" fmla="*/ 1 h 91"/>
                      <a:gd name="T66" fmla="*/ 101 w 118"/>
                      <a:gd name="T67" fmla="*/ 1 h 91"/>
                      <a:gd name="T68" fmla="*/ 95 w 118"/>
                      <a:gd name="T69" fmla="*/ 0 h 91"/>
                      <a:gd name="T70" fmla="*/ 87 w 118"/>
                      <a:gd name="T71" fmla="*/ 1 h 91"/>
                      <a:gd name="T72" fmla="*/ 79 w 118"/>
                      <a:gd name="T73" fmla="*/ 1 h 91"/>
                      <a:gd name="T74" fmla="*/ 71 w 118"/>
                      <a:gd name="T75" fmla="*/ 3 h 91"/>
                      <a:gd name="T76" fmla="*/ 62 w 118"/>
                      <a:gd name="T77" fmla="*/ 4 h 91"/>
                      <a:gd name="T78" fmla="*/ 53 w 118"/>
                      <a:gd name="T79" fmla="*/ 4 h 91"/>
                      <a:gd name="T80" fmla="*/ 46 w 118"/>
                      <a:gd name="T81" fmla="*/ 5 h 91"/>
                      <a:gd name="T82" fmla="*/ 40 w 118"/>
                      <a:gd name="T83" fmla="*/ 7 h 91"/>
                      <a:gd name="T84" fmla="*/ 34 w 118"/>
                      <a:gd name="T85" fmla="*/ 10 h 91"/>
                      <a:gd name="T86" fmla="*/ 30 w 118"/>
                      <a:gd name="T87" fmla="*/ 13 h 91"/>
                      <a:gd name="T88" fmla="*/ 27 w 118"/>
                      <a:gd name="T89" fmla="*/ 17 h 91"/>
                      <a:gd name="T90" fmla="*/ 20 w 118"/>
                      <a:gd name="T91" fmla="*/ 25 h 91"/>
                      <a:gd name="T92" fmla="*/ 12 w 118"/>
                      <a:gd name="T93" fmla="*/ 35 h 91"/>
                      <a:gd name="T94" fmla="*/ 7 w 118"/>
                      <a:gd name="T95" fmla="*/ 43 h 91"/>
                      <a:gd name="T96" fmla="*/ 0 w 118"/>
                      <a:gd name="T97" fmla="*/ 51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18" h="91">
                        <a:moveTo>
                          <a:pt x="0" y="51"/>
                        </a:moveTo>
                        <a:lnTo>
                          <a:pt x="12" y="55"/>
                        </a:lnTo>
                        <a:lnTo>
                          <a:pt x="22" y="59"/>
                        </a:lnTo>
                        <a:lnTo>
                          <a:pt x="27" y="61"/>
                        </a:lnTo>
                        <a:lnTo>
                          <a:pt x="31" y="64"/>
                        </a:lnTo>
                        <a:lnTo>
                          <a:pt x="36" y="66"/>
                        </a:lnTo>
                        <a:lnTo>
                          <a:pt x="39" y="69"/>
                        </a:lnTo>
                        <a:lnTo>
                          <a:pt x="43" y="74"/>
                        </a:lnTo>
                        <a:lnTo>
                          <a:pt x="48" y="78"/>
                        </a:lnTo>
                        <a:lnTo>
                          <a:pt x="52" y="81"/>
                        </a:lnTo>
                        <a:lnTo>
                          <a:pt x="58" y="84"/>
                        </a:lnTo>
                        <a:lnTo>
                          <a:pt x="62" y="86"/>
                        </a:lnTo>
                        <a:lnTo>
                          <a:pt x="67" y="88"/>
                        </a:lnTo>
                        <a:lnTo>
                          <a:pt x="72" y="90"/>
                        </a:lnTo>
                        <a:lnTo>
                          <a:pt x="77" y="91"/>
                        </a:lnTo>
                        <a:lnTo>
                          <a:pt x="81" y="90"/>
                        </a:lnTo>
                        <a:lnTo>
                          <a:pt x="83" y="89"/>
                        </a:lnTo>
                        <a:lnTo>
                          <a:pt x="85" y="87"/>
                        </a:lnTo>
                        <a:lnTo>
                          <a:pt x="88" y="84"/>
                        </a:lnTo>
                        <a:lnTo>
                          <a:pt x="91" y="77"/>
                        </a:lnTo>
                        <a:lnTo>
                          <a:pt x="94" y="70"/>
                        </a:lnTo>
                        <a:lnTo>
                          <a:pt x="103" y="60"/>
                        </a:lnTo>
                        <a:lnTo>
                          <a:pt x="110" y="48"/>
                        </a:lnTo>
                        <a:lnTo>
                          <a:pt x="113" y="39"/>
                        </a:lnTo>
                        <a:lnTo>
                          <a:pt x="115" y="31"/>
                        </a:lnTo>
                        <a:lnTo>
                          <a:pt x="118" y="23"/>
                        </a:lnTo>
                        <a:lnTo>
                          <a:pt x="118" y="13"/>
                        </a:lnTo>
                        <a:lnTo>
                          <a:pt x="118" y="10"/>
                        </a:lnTo>
                        <a:lnTo>
                          <a:pt x="117" y="9"/>
                        </a:lnTo>
                        <a:lnTo>
                          <a:pt x="114" y="8"/>
                        </a:lnTo>
                        <a:lnTo>
                          <a:pt x="112" y="6"/>
                        </a:lnTo>
                        <a:lnTo>
                          <a:pt x="109" y="4"/>
                        </a:lnTo>
                        <a:lnTo>
                          <a:pt x="104" y="1"/>
                        </a:lnTo>
                        <a:lnTo>
                          <a:pt x="101" y="1"/>
                        </a:lnTo>
                        <a:lnTo>
                          <a:pt x="95" y="0"/>
                        </a:lnTo>
                        <a:lnTo>
                          <a:pt x="87" y="1"/>
                        </a:lnTo>
                        <a:lnTo>
                          <a:pt x="79" y="1"/>
                        </a:lnTo>
                        <a:lnTo>
                          <a:pt x="71" y="3"/>
                        </a:lnTo>
                        <a:lnTo>
                          <a:pt x="62" y="4"/>
                        </a:lnTo>
                        <a:lnTo>
                          <a:pt x="53" y="4"/>
                        </a:lnTo>
                        <a:lnTo>
                          <a:pt x="46" y="5"/>
                        </a:lnTo>
                        <a:lnTo>
                          <a:pt x="40" y="7"/>
                        </a:lnTo>
                        <a:lnTo>
                          <a:pt x="34" y="10"/>
                        </a:lnTo>
                        <a:lnTo>
                          <a:pt x="30" y="13"/>
                        </a:lnTo>
                        <a:lnTo>
                          <a:pt x="27" y="17"/>
                        </a:lnTo>
                        <a:lnTo>
                          <a:pt x="20" y="25"/>
                        </a:lnTo>
                        <a:lnTo>
                          <a:pt x="12" y="35"/>
                        </a:lnTo>
                        <a:lnTo>
                          <a:pt x="7" y="43"/>
                        </a:lnTo>
                        <a:lnTo>
                          <a:pt x="0" y="51"/>
                        </a:lnTo>
                        <a:close/>
                      </a:path>
                    </a:pathLst>
                  </a:custGeom>
                  <a:grpFill/>
                  <a:ln w="3175">
                    <a:solidFill>
                      <a:schemeClr val="bg1">
                        <a:lumMod val="85000"/>
                        <a:alpha val="55000"/>
                      </a:schemeClr>
                    </a:solidFill>
                    <a:prstDash val="solid"/>
                    <a:round/>
                    <a:headEnd/>
                    <a:tailEnd/>
                  </a:ln>
                </p:spPr>
                <p:txBody>
                  <a:bodyPr vert="horz" wrap="square" lIns="121920" tIns="60960" rIns="121920" bIns="60960" numCol="1" anchor="t" anchorCtr="0" compatLnSpc="1">
                    <a:prstTxWarp prst="textNoShape">
                      <a:avLst/>
                    </a:prstTxWarp>
                  </a:bodyPr>
                  <a:lstStyle/>
                  <a:p>
                    <a:pPr defTabSz="685750" rtl="0">
                      <a:defRPr/>
                    </a:pPr>
                    <a:endParaRPr lang="en-IN" sz="2400">
                      <a:solidFill>
                        <a:srgbClr val="706259"/>
                      </a:solidFill>
                      <a:latin typeface="Arial" panose="020B0604020202020204" pitchFamily="34" charset="0"/>
                      <a:ea typeface="+mn-ea"/>
                      <a:cs typeface="Arial" panose="020B0604020202020204" pitchFamily="34" charset="0"/>
                    </a:endParaRPr>
                  </a:p>
                </p:txBody>
              </p:sp>
              <p:sp>
                <p:nvSpPr>
                  <p:cNvPr id="356" name="Freeform 128">
                    <a:extLst>
                      <a:ext uri="{FF2B5EF4-FFF2-40B4-BE49-F238E27FC236}">
                        <a16:creationId xmlns:a16="http://schemas.microsoft.com/office/drawing/2014/main" id="{45C9E50B-2C38-4442-85DE-88CEFB5833A9}"/>
                      </a:ext>
                    </a:extLst>
                  </p:cNvPr>
                  <p:cNvSpPr>
                    <a:spLocks/>
                  </p:cNvSpPr>
                  <p:nvPr/>
                </p:nvSpPr>
                <p:spPr bwMode="auto">
                  <a:xfrm>
                    <a:off x="331385" y="4381988"/>
                    <a:ext cx="25400" cy="26988"/>
                  </a:xfrm>
                  <a:custGeom>
                    <a:avLst/>
                    <a:gdLst>
                      <a:gd name="T0" fmla="*/ 0 w 48"/>
                      <a:gd name="T1" fmla="*/ 35 h 52"/>
                      <a:gd name="T2" fmla="*/ 0 w 48"/>
                      <a:gd name="T3" fmla="*/ 52 h 52"/>
                      <a:gd name="T4" fmla="*/ 9 w 48"/>
                      <a:gd name="T5" fmla="*/ 48 h 52"/>
                      <a:gd name="T6" fmla="*/ 17 w 48"/>
                      <a:gd name="T7" fmla="*/ 42 h 52"/>
                      <a:gd name="T8" fmla="*/ 26 w 48"/>
                      <a:gd name="T9" fmla="*/ 38 h 52"/>
                      <a:gd name="T10" fmla="*/ 34 w 48"/>
                      <a:gd name="T11" fmla="*/ 33 h 52"/>
                      <a:gd name="T12" fmla="*/ 37 w 48"/>
                      <a:gd name="T13" fmla="*/ 31 h 52"/>
                      <a:gd name="T14" fmla="*/ 40 w 48"/>
                      <a:gd name="T15" fmla="*/ 28 h 52"/>
                      <a:gd name="T16" fmla="*/ 43 w 48"/>
                      <a:gd name="T17" fmla="*/ 23 h 52"/>
                      <a:gd name="T18" fmla="*/ 45 w 48"/>
                      <a:gd name="T19" fmla="*/ 20 h 52"/>
                      <a:gd name="T20" fmla="*/ 47 w 48"/>
                      <a:gd name="T21" fmla="*/ 11 h 52"/>
                      <a:gd name="T22" fmla="*/ 48 w 48"/>
                      <a:gd name="T23" fmla="*/ 2 h 52"/>
                      <a:gd name="T24" fmla="*/ 46 w 48"/>
                      <a:gd name="T25" fmla="*/ 1 h 52"/>
                      <a:gd name="T26" fmla="*/ 43 w 48"/>
                      <a:gd name="T27" fmla="*/ 0 h 52"/>
                      <a:gd name="T28" fmla="*/ 36 w 48"/>
                      <a:gd name="T29" fmla="*/ 1 h 52"/>
                      <a:gd name="T30" fmla="*/ 30 w 48"/>
                      <a:gd name="T31" fmla="*/ 4 h 52"/>
                      <a:gd name="T32" fmla="*/ 26 w 48"/>
                      <a:gd name="T33" fmla="*/ 9 h 52"/>
                      <a:gd name="T34" fmla="*/ 20 w 48"/>
                      <a:gd name="T35" fmla="*/ 13 h 52"/>
                      <a:gd name="T36" fmla="*/ 13 w 48"/>
                      <a:gd name="T37" fmla="*/ 18 h 52"/>
                      <a:gd name="T38" fmla="*/ 7 w 48"/>
                      <a:gd name="T39" fmla="*/ 22 h 52"/>
                      <a:gd name="T40" fmla="*/ 4 w 48"/>
                      <a:gd name="T41" fmla="*/ 25 h 52"/>
                      <a:gd name="T42" fmla="*/ 3 w 48"/>
                      <a:gd name="T43" fmla="*/ 29 h 52"/>
                      <a:gd name="T44" fmla="*/ 2 w 48"/>
                      <a:gd name="T45" fmla="*/ 32 h 52"/>
                      <a:gd name="T46" fmla="*/ 0 w 48"/>
                      <a:gd name="T47" fmla="*/ 35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8" h="52">
                        <a:moveTo>
                          <a:pt x="0" y="35"/>
                        </a:moveTo>
                        <a:lnTo>
                          <a:pt x="0" y="52"/>
                        </a:lnTo>
                        <a:lnTo>
                          <a:pt x="9" y="48"/>
                        </a:lnTo>
                        <a:lnTo>
                          <a:pt x="17" y="42"/>
                        </a:lnTo>
                        <a:lnTo>
                          <a:pt x="26" y="38"/>
                        </a:lnTo>
                        <a:lnTo>
                          <a:pt x="34" y="33"/>
                        </a:lnTo>
                        <a:lnTo>
                          <a:pt x="37" y="31"/>
                        </a:lnTo>
                        <a:lnTo>
                          <a:pt x="40" y="28"/>
                        </a:lnTo>
                        <a:lnTo>
                          <a:pt x="43" y="23"/>
                        </a:lnTo>
                        <a:lnTo>
                          <a:pt x="45" y="20"/>
                        </a:lnTo>
                        <a:lnTo>
                          <a:pt x="47" y="11"/>
                        </a:lnTo>
                        <a:lnTo>
                          <a:pt x="48" y="2"/>
                        </a:lnTo>
                        <a:lnTo>
                          <a:pt x="46" y="1"/>
                        </a:lnTo>
                        <a:lnTo>
                          <a:pt x="43" y="0"/>
                        </a:lnTo>
                        <a:lnTo>
                          <a:pt x="36" y="1"/>
                        </a:lnTo>
                        <a:lnTo>
                          <a:pt x="30" y="4"/>
                        </a:lnTo>
                        <a:lnTo>
                          <a:pt x="26" y="9"/>
                        </a:lnTo>
                        <a:lnTo>
                          <a:pt x="20" y="13"/>
                        </a:lnTo>
                        <a:lnTo>
                          <a:pt x="13" y="18"/>
                        </a:lnTo>
                        <a:lnTo>
                          <a:pt x="7" y="22"/>
                        </a:lnTo>
                        <a:lnTo>
                          <a:pt x="4" y="25"/>
                        </a:lnTo>
                        <a:lnTo>
                          <a:pt x="3" y="29"/>
                        </a:lnTo>
                        <a:lnTo>
                          <a:pt x="2" y="32"/>
                        </a:lnTo>
                        <a:lnTo>
                          <a:pt x="0" y="35"/>
                        </a:lnTo>
                        <a:close/>
                      </a:path>
                    </a:pathLst>
                  </a:custGeom>
                  <a:grpFill/>
                  <a:ln w="3175">
                    <a:solidFill>
                      <a:schemeClr val="bg1">
                        <a:lumMod val="85000"/>
                        <a:alpha val="55000"/>
                      </a:schemeClr>
                    </a:solidFill>
                    <a:prstDash val="solid"/>
                    <a:round/>
                    <a:headEnd/>
                    <a:tailEnd/>
                  </a:ln>
                </p:spPr>
                <p:txBody>
                  <a:bodyPr vert="horz" wrap="square" lIns="121920" tIns="60960" rIns="121920" bIns="60960" numCol="1" anchor="t" anchorCtr="0" compatLnSpc="1">
                    <a:prstTxWarp prst="textNoShape">
                      <a:avLst/>
                    </a:prstTxWarp>
                  </a:bodyPr>
                  <a:lstStyle/>
                  <a:p>
                    <a:pPr defTabSz="685750" rtl="0">
                      <a:defRPr/>
                    </a:pPr>
                    <a:endParaRPr lang="en-IN" sz="2400">
                      <a:solidFill>
                        <a:srgbClr val="706259"/>
                      </a:solidFill>
                      <a:latin typeface="Arial" panose="020B0604020202020204" pitchFamily="34" charset="0"/>
                      <a:ea typeface="+mn-ea"/>
                      <a:cs typeface="Arial" panose="020B0604020202020204" pitchFamily="34" charset="0"/>
                    </a:endParaRPr>
                  </a:p>
                </p:txBody>
              </p:sp>
              <p:sp>
                <p:nvSpPr>
                  <p:cNvPr id="357" name="Freeform 148">
                    <a:extLst>
                      <a:ext uri="{FF2B5EF4-FFF2-40B4-BE49-F238E27FC236}">
                        <a16:creationId xmlns:a16="http://schemas.microsoft.com/office/drawing/2014/main" id="{DBF5DECF-15D3-412B-B531-67DE0EB02F22}"/>
                      </a:ext>
                    </a:extLst>
                  </p:cNvPr>
                  <p:cNvSpPr>
                    <a:spLocks/>
                  </p:cNvSpPr>
                  <p:nvPr/>
                </p:nvSpPr>
                <p:spPr bwMode="auto">
                  <a:xfrm>
                    <a:off x="872723" y="4616938"/>
                    <a:ext cx="158750" cy="187325"/>
                  </a:xfrm>
                  <a:custGeom>
                    <a:avLst/>
                    <a:gdLst>
                      <a:gd name="T0" fmla="*/ 49 w 302"/>
                      <a:gd name="T1" fmla="*/ 0 h 354"/>
                      <a:gd name="T2" fmla="*/ 40 w 302"/>
                      <a:gd name="T3" fmla="*/ 8 h 354"/>
                      <a:gd name="T4" fmla="*/ 41 w 302"/>
                      <a:gd name="T5" fmla="*/ 25 h 354"/>
                      <a:gd name="T6" fmla="*/ 46 w 302"/>
                      <a:gd name="T7" fmla="*/ 46 h 354"/>
                      <a:gd name="T8" fmla="*/ 47 w 302"/>
                      <a:gd name="T9" fmla="*/ 63 h 354"/>
                      <a:gd name="T10" fmla="*/ 44 w 302"/>
                      <a:gd name="T11" fmla="*/ 70 h 354"/>
                      <a:gd name="T12" fmla="*/ 35 w 302"/>
                      <a:gd name="T13" fmla="*/ 80 h 354"/>
                      <a:gd name="T14" fmla="*/ 26 w 302"/>
                      <a:gd name="T15" fmla="*/ 96 h 354"/>
                      <a:gd name="T16" fmla="*/ 12 w 302"/>
                      <a:gd name="T17" fmla="*/ 114 h 354"/>
                      <a:gd name="T18" fmla="*/ 4 w 302"/>
                      <a:gd name="T19" fmla="*/ 126 h 354"/>
                      <a:gd name="T20" fmla="*/ 0 w 302"/>
                      <a:gd name="T21" fmla="*/ 135 h 354"/>
                      <a:gd name="T22" fmla="*/ 2 w 302"/>
                      <a:gd name="T23" fmla="*/ 147 h 354"/>
                      <a:gd name="T24" fmla="*/ 8 w 302"/>
                      <a:gd name="T25" fmla="*/ 163 h 354"/>
                      <a:gd name="T26" fmla="*/ 17 w 302"/>
                      <a:gd name="T27" fmla="*/ 185 h 354"/>
                      <a:gd name="T28" fmla="*/ 29 w 302"/>
                      <a:gd name="T29" fmla="*/ 212 h 354"/>
                      <a:gd name="T30" fmla="*/ 35 w 302"/>
                      <a:gd name="T31" fmla="*/ 235 h 354"/>
                      <a:gd name="T32" fmla="*/ 36 w 302"/>
                      <a:gd name="T33" fmla="*/ 276 h 354"/>
                      <a:gd name="T34" fmla="*/ 29 w 302"/>
                      <a:gd name="T35" fmla="*/ 301 h 354"/>
                      <a:gd name="T36" fmla="*/ 31 w 302"/>
                      <a:gd name="T37" fmla="*/ 311 h 354"/>
                      <a:gd name="T38" fmla="*/ 37 w 302"/>
                      <a:gd name="T39" fmla="*/ 318 h 354"/>
                      <a:gd name="T40" fmla="*/ 54 w 302"/>
                      <a:gd name="T41" fmla="*/ 332 h 354"/>
                      <a:gd name="T42" fmla="*/ 68 w 302"/>
                      <a:gd name="T43" fmla="*/ 347 h 354"/>
                      <a:gd name="T44" fmla="*/ 79 w 302"/>
                      <a:gd name="T45" fmla="*/ 354 h 354"/>
                      <a:gd name="T46" fmla="*/ 90 w 302"/>
                      <a:gd name="T47" fmla="*/ 348 h 354"/>
                      <a:gd name="T48" fmla="*/ 109 w 302"/>
                      <a:gd name="T49" fmla="*/ 329 h 354"/>
                      <a:gd name="T50" fmla="*/ 129 w 302"/>
                      <a:gd name="T51" fmla="*/ 306 h 354"/>
                      <a:gd name="T52" fmla="*/ 131 w 302"/>
                      <a:gd name="T53" fmla="*/ 301 h 354"/>
                      <a:gd name="T54" fmla="*/ 137 w 302"/>
                      <a:gd name="T55" fmla="*/ 297 h 354"/>
                      <a:gd name="T56" fmla="*/ 154 w 302"/>
                      <a:gd name="T57" fmla="*/ 276 h 354"/>
                      <a:gd name="T58" fmla="*/ 164 w 302"/>
                      <a:gd name="T59" fmla="*/ 267 h 354"/>
                      <a:gd name="T60" fmla="*/ 177 w 302"/>
                      <a:gd name="T61" fmla="*/ 262 h 354"/>
                      <a:gd name="T62" fmla="*/ 192 w 302"/>
                      <a:gd name="T63" fmla="*/ 264 h 354"/>
                      <a:gd name="T64" fmla="*/ 209 w 302"/>
                      <a:gd name="T65" fmla="*/ 264 h 354"/>
                      <a:gd name="T66" fmla="*/ 226 w 302"/>
                      <a:gd name="T67" fmla="*/ 261 h 354"/>
                      <a:gd name="T68" fmla="*/ 252 w 302"/>
                      <a:gd name="T69" fmla="*/ 247 h 354"/>
                      <a:gd name="T70" fmla="*/ 273 w 302"/>
                      <a:gd name="T71" fmla="*/ 230 h 354"/>
                      <a:gd name="T72" fmla="*/ 290 w 302"/>
                      <a:gd name="T73" fmla="*/ 215 h 354"/>
                      <a:gd name="T74" fmla="*/ 297 w 302"/>
                      <a:gd name="T75" fmla="*/ 207 h 354"/>
                      <a:gd name="T76" fmla="*/ 302 w 302"/>
                      <a:gd name="T77" fmla="*/ 196 h 354"/>
                      <a:gd name="T78" fmla="*/ 289 w 302"/>
                      <a:gd name="T79" fmla="*/ 190 h 354"/>
                      <a:gd name="T80" fmla="*/ 278 w 302"/>
                      <a:gd name="T81" fmla="*/ 181 h 354"/>
                      <a:gd name="T82" fmla="*/ 269 w 302"/>
                      <a:gd name="T83" fmla="*/ 170 h 354"/>
                      <a:gd name="T84" fmla="*/ 269 w 302"/>
                      <a:gd name="T85" fmla="*/ 161 h 354"/>
                      <a:gd name="T86" fmla="*/ 267 w 302"/>
                      <a:gd name="T87" fmla="*/ 153 h 354"/>
                      <a:gd name="T88" fmla="*/ 239 w 302"/>
                      <a:gd name="T89" fmla="*/ 141 h 354"/>
                      <a:gd name="T90" fmla="*/ 237 w 302"/>
                      <a:gd name="T91" fmla="*/ 130 h 354"/>
                      <a:gd name="T92" fmla="*/ 237 w 302"/>
                      <a:gd name="T93" fmla="*/ 119 h 354"/>
                      <a:gd name="T94" fmla="*/ 237 w 302"/>
                      <a:gd name="T95" fmla="*/ 106 h 354"/>
                      <a:gd name="T96" fmla="*/ 233 w 302"/>
                      <a:gd name="T97" fmla="*/ 95 h 354"/>
                      <a:gd name="T98" fmla="*/ 212 w 302"/>
                      <a:gd name="T99" fmla="*/ 82 h 354"/>
                      <a:gd name="T100" fmla="*/ 202 w 302"/>
                      <a:gd name="T101" fmla="*/ 72 h 354"/>
                      <a:gd name="T102" fmla="*/ 181 w 302"/>
                      <a:gd name="T103" fmla="*/ 62 h 354"/>
                      <a:gd name="T104" fmla="*/ 159 w 302"/>
                      <a:gd name="T105" fmla="*/ 53 h 354"/>
                      <a:gd name="T106" fmla="*/ 135 w 302"/>
                      <a:gd name="T107" fmla="*/ 43 h 354"/>
                      <a:gd name="T108" fmla="*/ 109 w 302"/>
                      <a:gd name="T109" fmla="*/ 34 h 354"/>
                      <a:gd name="T110" fmla="*/ 82 w 302"/>
                      <a:gd name="T111" fmla="*/ 24 h 354"/>
                      <a:gd name="T112" fmla="*/ 73 w 302"/>
                      <a:gd name="T113" fmla="*/ 15 h 354"/>
                      <a:gd name="T114" fmla="*/ 60 w 302"/>
                      <a:gd name="T115" fmla="*/ 5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02" h="354">
                        <a:moveTo>
                          <a:pt x="60" y="5"/>
                        </a:moveTo>
                        <a:lnTo>
                          <a:pt x="49" y="0"/>
                        </a:lnTo>
                        <a:lnTo>
                          <a:pt x="41" y="2"/>
                        </a:lnTo>
                        <a:lnTo>
                          <a:pt x="40" y="8"/>
                        </a:lnTo>
                        <a:lnTo>
                          <a:pt x="40" y="13"/>
                        </a:lnTo>
                        <a:lnTo>
                          <a:pt x="41" y="25"/>
                        </a:lnTo>
                        <a:lnTo>
                          <a:pt x="44" y="35"/>
                        </a:lnTo>
                        <a:lnTo>
                          <a:pt x="46" y="46"/>
                        </a:lnTo>
                        <a:lnTo>
                          <a:pt x="47" y="59"/>
                        </a:lnTo>
                        <a:lnTo>
                          <a:pt x="47" y="63"/>
                        </a:lnTo>
                        <a:lnTo>
                          <a:pt x="47" y="68"/>
                        </a:lnTo>
                        <a:lnTo>
                          <a:pt x="44" y="70"/>
                        </a:lnTo>
                        <a:lnTo>
                          <a:pt x="41" y="71"/>
                        </a:lnTo>
                        <a:lnTo>
                          <a:pt x="35" y="80"/>
                        </a:lnTo>
                        <a:lnTo>
                          <a:pt x="30" y="89"/>
                        </a:lnTo>
                        <a:lnTo>
                          <a:pt x="26" y="96"/>
                        </a:lnTo>
                        <a:lnTo>
                          <a:pt x="19" y="105"/>
                        </a:lnTo>
                        <a:lnTo>
                          <a:pt x="12" y="114"/>
                        </a:lnTo>
                        <a:lnTo>
                          <a:pt x="6" y="122"/>
                        </a:lnTo>
                        <a:lnTo>
                          <a:pt x="4" y="126"/>
                        </a:lnTo>
                        <a:lnTo>
                          <a:pt x="2" y="131"/>
                        </a:lnTo>
                        <a:lnTo>
                          <a:pt x="0" y="135"/>
                        </a:lnTo>
                        <a:lnTo>
                          <a:pt x="0" y="141"/>
                        </a:lnTo>
                        <a:lnTo>
                          <a:pt x="2" y="147"/>
                        </a:lnTo>
                        <a:lnTo>
                          <a:pt x="6" y="154"/>
                        </a:lnTo>
                        <a:lnTo>
                          <a:pt x="8" y="163"/>
                        </a:lnTo>
                        <a:lnTo>
                          <a:pt x="10" y="171"/>
                        </a:lnTo>
                        <a:lnTo>
                          <a:pt x="17" y="185"/>
                        </a:lnTo>
                        <a:lnTo>
                          <a:pt x="25" y="200"/>
                        </a:lnTo>
                        <a:lnTo>
                          <a:pt x="29" y="212"/>
                        </a:lnTo>
                        <a:lnTo>
                          <a:pt x="32" y="223"/>
                        </a:lnTo>
                        <a:lnTo>
                          <a:pt x="35" y="235"/>
                        </a:lnTo>
                        <a:lnTo>
                          <a:pt x="36" y="248"/>
                        </a:lnTo>
                        <a:lnTo>
                          <a:pt x="36" y="276"/>
                        </a:lnTo>
                        <a:lnTo>
                          <a:pt x="32" y="288"/>
                        </a:lnTo>
                        <a:lnTo>
                          <a:pt x="29" y="301"/>
                        </a:lnTo>
                        <a:lnTo>
                          <a:pt x="29" y="306"/>
                        </a:lnTo>
                        <a:lnTo>
                          <a:pt x="31" y="311"/>
                        </a:lnTo>
                        <a:lnTo>
                          <a:pt x="34" y="314"/>
                        </a:lnTo>
                        <a:lnTo>
                          <a:pt x="37" y="318"/>
                        </a:lnTo>
                        <a:lnTo>
                          <a:pt x="45" y="325"/>
                        </a:lnTo>
                        <a:lnTo>
                          <a:pt x="54" y="332"/>
                        </a:lnTo>
                        <a:lnTo>
                          <a:pt x="61" y="339"/>
                        </a:lnTo>
                        <a:lnTo>
                          <a:pt x="68" y="347"/>
                        </a:lnTo>
                        <a:lnTo>
                          <a:pt x="73" y="352"/>
                        </a:lnTo>
                        <a:lnTo>
                          <a:pt x="79" y="354"/>
                        </a:lnTo>
                        <a:lnTo>
                          <a:pt x="86" y="352"/>
                        </a:lnTo>
                        <a:lnTo>
                          <a:pt x="90" y="348"/>
                        </a:lnTo>
                        <a:lnTo>
                          <a:pt x="100" y="339"/>
                        </a:lnTo>
                        <a:lnTo>
                          <a:pt x="109" y="329"/>
                        </a:lnTo>
                        <a:lnTo>
                          <a:pt x="119" y="317"/>
                        </a:lnTo>
                        <a:lnTo>
                          <a:pt x="129" y="306"/>
                        </a:lnTo>
                        <a:lnTo>
                          <a:pt x="130" y="303"/>
                        </a:lnTo>
                        <a:lnTo>
                          <a:pt x="131" y="301"/>
                        </a:lnTo>
                        <a:lnTo>
                          <a:pt x="133" y="300"/>
                        </a:lnTo>
                        <a:lnTo>
                          <a:pt x="137" y="297"/>
                        </a:lnTo>
                        <a:lnTo>
                          <a:pt x="146" y="286"/>
                        </a:lnTo>
                        <a:lnTo>
                          <a:pt x="154" y="276"/>
                        </a:lnTo>
                        <a:lnTo>
                          <a:pt x="160" y="272"/>
                        </a:lnTo>
                        <a:lnTo>
                          <a:pt x="164" y="267"/>
                        </a:lnTo>
                        <a:lnTo>
                          <a:pt x="170" y="264"/>
                        </a:lnTo>
                        <a:lnTo>
                          <a:pt x="177" y="262"/>
                        </a:lnTo>
                        <a:lnTo>
                          <a:pt x="184" y="262"/>
                        </a:lnTo>
                        <a:lnTo>
                          <a:pt x="192" y="264"/>
                        </a:lnTo>
                        <a:lnTo>
                          <a:pt x="201" y="264"/>
                        </a:lnTo>
                        <a:lnTo>
                          <a:pt x="209" y="264"/>
                        </a:lnTo>
                        <a:lnTo>
                          <a:pt x="217" y="263"/>
                        </a:lnTo>
                        <a:lnTo>
                          <a:pt x="226" y="261"/>
                        </a:lnTo>
                        <a:lnTo>
                          <a:pt x="239" y="254"/>
                        </a:lnTo>
                        <a:lnTo>
                          <a:pt x="252" y="247"/>
                        </a:lnTo>
                        <a:lnTo>
                          <a:pt x="263" y="240"/>
                        </a:lnTo>
                        <a:lnTo>
                          <a:pt x="273" y="230"/>
                        </a:lnTo>
                        <a:lnTo>
                          <a:pt x="282" y="222"/>
                        </a:lnTo>
                        <a:lnTo>
                          <a:pt x="290" y="215"/>
                        </a:lnTo>
                        <a:lnTo>
                          <a:pt x="293" y="212"/>
                        </a:lnTo>
                        <a:lnTo>
                          <a:pt x="297" y="207"/>
                        </a:lnTo>
                        <a:lnTo>
                          <a:pt x="300" y="202"/>
                        </a:lnTo>
                        <a:lnTo>
                          <a:pt x="302" y="196"/>
                        </a:lnTo>
                        <a:lnTo>
                          <a:pt x="294" y="193"/>
                        </a:lnTo>
                        <a:lnTo>
                          <a:pt x="289" y="190"/>
                        </a:lnTo>
                        <a:lnTo>
                          <a:pt x="282" y="186"/>
                        </a:lnTo>
                        <a:lnTo>
                          <a:pt x="278" y="181"/>
                        </a:lnTo>
                        <a:lnTo>
                          <a:pt x="272" y="175"/>
                        </a:lnTo>
                        <a:lnTo>
                          <a:pt x="269" y="170"/>
                        </a:lnTo>
                        <a:lnTo>
                          <a:pt x="269" y="165"/>
                        </a:lnTo>
                        <a:lnTo>
                          <a:pt x="269" y="161"/>
                        </a:lnTo>
                        <a:lnTo>
                          <a:pt x="269" y="156"/>
                        </a:lnTo>
                        <a:lnTo>
                          <a:pt x="267" y="153"/>
                        </a:lnTo>
                        <a:lnTo>
                          <a:pt x="252" y="147"/>
                        </a:lnTo>
                        <a:lnTo>
                          <a:pt x="239" y="141"/>
                        </a:lnTo>
                        <a:lnTo>
                          <a:pt x="237" y="135"/>
                        </a:lnTo>
                        <a:lnTo>
                          <a:pt x="237" y="130"/>
                        </a:lnTo>
                        <a:lnTo>
                          <a:pt x="237" y="124"/>
                        </a:lnTo>
                        <a:lnTo>
                          <a:pt x="237" y="119"/>
                        </a:lnTo>
                        <a:lnTo>
                          <a:pt x="237" y="112"/>
                        </a:lnTo>
                        <a:lnTo>
                          <a:pt x="237" y="106"/>
                        </a:lnTo>
                        <a:lnTo>
                          <a:pt x="237" y="101"/>
                        </a:lnTo>
                        <a:lnTo>
                          <a:pt x="233" y="95"/>
                        </a:lnTo>
                        <a:lnTo>
                          <a:pt x="223" y="89"/>
                        </a:lnTo>
                        <a:lnTo>
                          <a:pt x="212" y="82"/>
                        </a:lnTo>
                        <a:lnTo>
                          <a:pt x="207" y="78"/>
                        </a:lnTo>
                        <a:lnTo>
                          <a:pt x="202" y="72"/>
                        </a:lnTo>
                        <a:lnTo>
                          <a:pt x="191" y="66"/>
                        </a:lnTo>
                        <a:lnTo>
                          <a:pt x="181" y="62"/>
                        </a:lnTo>
                        <a:lnTo>
                          <a:pt x="170" y="59"/>
                        </a:lnTo>
                        <a:lnTo>
                          <a:pt x="159" y="53"/>
                        </a:lnTo>
                        <a:lnTo>
                          <a:pt x="146" y="48"/>
                        </a:lnTo>
                        <a:lnTo>
                          <a:pt x="135" y="43"/>
                        </a:lnTo>
                        <a:lnTo>
                          <a:pt x="122" y="39"/>
                        </a:lnTo>
                        <a:lnTo>
                          <a:pt x="109" y="34"/>
                        </a:lnTo>
                        <a:lnTo>
                          <a:pt x="96" y="30"/>
                        </a:lnTo>
                        <a:lnTo>
                          <a:pt x="82" y="24"/>
                        </a:lnTo>
                        <a:lnTo>
                          <a:pt x="78" y="20"/>
                        </a:lnTo>
                        <a:lnTo>
                          <a:pt x="73" y="15"/>
                        </a:lnTo>
                        <a:lnTo>
                          <a:pt x="68" y="10"/>
                        </a:lnTo>
                        <a:lnTo>
                          <a:pt x="60" y="5"/>
                        </a:lnTo>
                        <a:close/>
                      </a:path>
                    </a:pathLst>
                  </a:custGeom>
                  <a:grpFill/>
                  <a:ln w="3175">
                    <a:solidFill>
                      <a:schemeClr val="bg1">
                        <a:lumMod val="85000"/>
                        <a:alpha val="55000"/>
                      </a:schemeClr>
                    </a:solidFill>
                    <a:prstDash val="solid"/>
                    <a:round/>
                    <a:headEnd/>
                    <a:tailEnd/>
                  </a:ln>
                </p:spPr>
                <p:txBody>
                  <a:bodyPr vert="horz" wrap="square" lIns="121920" tIns="60960" rIns="121920" bIns="60960" numCol="1" anchor="t" anchorCtr="0" compatLnSpc="1">
                    <a:prstTxWarp prst="textNoShape">
                      <a:avLst/>
                    </a:prstTxWarp>
                  </a:bodyPr>
                  <a:lstStyle/>
                  <a:p>
                    <a:pPr defTabSz="685750" rtl="0">
                      <a:defRPr/>
                    </a:pPr>
                    <a:endParaRPr lang="en-IN" sz="2400">
                      <a:solidFill>
                        <a:srgbClr val="706259"/>
                      </a:solidFill>
                      <a:latin typeface="Arial" panose="020B0604020202020204" pitchFamily="34" charset="0"/>
                      <a:ea typeface="+mn-ea"/>
                      <a:cs typeface="Arial" panose="020B0604020202020204" pitchFamily="34" charset="0"/>
                    </a:endParaRPr>
                  </a:p>
                </p:txBody>
              </p:sp>
              <p:sp>
                <p:nvSpPr>
                  <p:cNvPr id="358" name="Freeform 149">
                    <a:extLst>
                      <a:ext uri="{FF2B5EF4-FFF2-40B4-BE49-F238E27FC236}">
                        <a16:creationId xmlns:a16="http://schemas.microsoft.com/office/drawing/2014/main" id="{25253B03-38EA-4F9E-9CC6-7124C8F498EF}"/>
                      </a:ext>
                    </a:extLst>
                  </p:cNvPr>
                  <p:cNvSpPr>
                    <a:spLocks/>
                  </p:cNvSpPr>
                  <p:nvPr/>
                </p:nvSpPr>
                <p:spPr bwMode="auto">
                  <a:xfrm>
                    <a:off x="786998" y="4570901"/>
                    <a:ext cx="22225" cy="14288"/>
                  </a:xfrm>
                  <a:custGeom>
                    <a:avLst/>
                    <a:gdLst>
                      <a:gd name="T0" fmla="*/ 31 w 42"/>
                      <a:gd name="T1" fmla="*/ 0 h 27"/>
                      <a:gd name="T2" fmla="*/ 22 w 42"/>
                      <a:gd name="T3" fmla="*/ 6 h 27"/>
                      <a:gd name="T4" fmla="*/ 15 w 42"/>
                      <a:gd name="T5" fmla="*/ 10 h 27"/>
                      <a:gd name="T6" fmla="*/ 7 w 42"/>
                      <a:gd name="T7" fmla="*/ 16 h 27"/>
                      <a:gd name="T8" fmla="*/ 0 w 42"/>
                      <a:gd name="T9" fmla="*/ 24 h 27"/>
                      <a:gd name="T10" fmla="*/ 5 w 42"/>
                      <a:gd name="T11" fmla="*/ 26 h 27"/>
                      <a:gd name="T12" fmla="*/ 8 w 42"/>
                      <a:gd name="T13" fmla="*/ 27 h 27"/>
                      <a:gd name="T14" fmla="*/ 12 w 42"/>
                      <a:gd name="T15" fmla="*/ 27 h 27"/>
                      <a:gd name="T16" fmla="*/ 18 w 42"/>
                      <a:gd name="T17" fmla="*/ 27 h 27"/>
                      <a:gd name="T18" fmla="*/ 26 w 42"/>
                      <a:gd name="T19" fmla="*/ 27 h 27"/>
                      <a:gd name="T20" fmla="*/ 34 w 42"/>
                      <a:gd name="T21" fmla="*/ 26 h 27"/>
                      <a:gd name="T22" fmla="*/ 37 w 42"/>
                      <a:gd name="T23" fmla="*/ 25 h 27"/>
                      <a:gd name="T24" fmla="*/ 40 w 42"/>
                      <a:gd name="T25" fmla="*/ 23 h 27"/>
                      <a:gd name="T26" fmla="*/ 41 w 42"/>
                      <a:gd name="T27" fmla="*/ 20 h 27"/>
                      <a:gd name="T28" fmla="*/ 42 w 42"/>
                      <a:gd name="T29" fmla="*/ 17 h 27"/>
                      <a:gd name="T30" fmla="*/ 38 w 42"/>
                      <a:gd name="T31" fmla="*/ 8 h 27"/>
                      <a:gd name="T32" fmla="*/ 31 w 42"/>
                      <a:gd name="T33"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 h="27">
                        <a:moveTo>
                          <a:pt x="31" y="0"/>
                        </a:moveTo>
                        <a:lnTo>
                          <a:pt x="22" y="6"/>
                        </a:lnTo>
                        <a:lnTo>
                          <a:pt x="15" y="10"/>
                        </a:lnTo>
                        <a:lnTo>
                          <a:pt x="7" y="16"/>
                        </a:lnTo>
                        <a:lnTo>
                          <a:pt x="0" y="24"/>
                        </a:lnTo>
                        <a:lnTo>
                          <a:pt x="5" y="26"/>
                        </a:lnTo>
                        <a:lnTo>
                          <a:pt x="8" y="27"/>
                        </a:lnTo>
                        <a:lnTo>
                          <a:pt x="12" y="27"/>
                        </a:lnTo>
                        <a:lnTo>
                          <a:pt x="18" y="27"/>
                        </a:lnTo>
                        <a:lnTo>
                          <a:pt x="26" y="27"/>
                        </a:lnTo>
                        <a:lnTo>
                          <a:pt x="34" y="26"/>
                        </a:lnTo>
                        <a:lnTo>
                          <a:pt x="37" y="25"/>
                        </a:lnTo>
                        <a:lnTo>
                          <a:pt x="40" y="23"/>
                        </a:lnTo>
                        <a:lnTo>
                          <a:pt x="41" y="20"/>
                        </a:lnTo>
                        <a:lnTo>
                          <a:pt x="42" y="17"/>
                        </a:lnTo>
                        <a:lnTo>
                          <a:pt x="38" y="8"/>
                        </a:lnTo>
                        <a:lnTo>
                          <a:pt x="31" y="0"/>
                        </a:lnTo>
                        <a:close/>
                      </a:path>
                    </a:pathLst>
                  </a:custGeom>
                  <a:grpFill/>
                  <a:ln w="3175">
                    <a:solidFill>
                      <a:schemeClr val="bg1">
                        <a:lumMod val="85000"/>
                        <a:alpha val="55000"/>
                      </a:schemeClr>
                    </a:solidFill>
                    <a:prstDash val="solid"/>
                    <a:round/>
                    <a:headEnd/>
                    <a:tailEnd/>
                  </a:ln>
                </p:spPr>
                <p:txBody>
                  <a:bodyPr vert="horz" wrap="square" lIns="121920" tIns="60960" rIns="121920" bIns="60960" numCol="1" anchor="t" anchorCtr="0" compatLnSpc="1">
                    <a:prstTxWarp prst="textNoShape">
                      <a:avLst/>
                    </a:prstTxWarp>
                  </a:bodyPr>
                  <a:lstStyle/>
                  <a:p>
                    <a:pPr defTabSz="685750" rtl="0">
                      <a:defRPr/>
                    </a:pPr>
                    <a:endParaRPr lang="en-IN" sz="2400">
                      <a:solidFill>
                        <a:srgbClr val="706259"/>
                      </a:solidFill>
                      <a:latin typeface="Arial" panose="020B0604020202020204" pitchFamily="34" charset="0"/>
                      <a:ea typeface="+mn-ea"/>
                      <a:cs typeface="Arial" panose="020B0604020202020204" pitchFamily="34" charset="0"/>
                    </a:endParaRPr>
                  </a:p>
                </p:txBody>
              </p:sp>
              <p:sp>
                <p:nvSpPr>
                  <p:cNvPr id="359" name="Freeform 150">
                    <a:extLst>
                      <a:ext uri="{FF2B5EF4-FFF2-40B4-BE49-F238E27FC236}">
                        <a16:creationId xmlns:a16="http://schemas.microsoft.com/office/drawing/2014/main" id="{3C67E936-E850-402E-97EF-112F3D999361}"/>
                      </a:ext>
                    </a:extLst>
                  </p:cNvPr>
                  <p:cNvSpPr>
                    <a:spLocks/>
                  </p:cNvSpPr>
                  <p:nvPr/>
                </p:nvSpPr>
                <p:spPr bwMode="auto">
                  <a:xfrm>
                    <a:off x="785410" y="4515338"/>
                    <a:ext cx="92075" cy="63500"/>
                  </a:xfrm>
                  <a:custGeom>
                    <a:avLst/>
                    <a:gdLst>
                      <a:gd name="T0" fmla="*/ 35 w 176"/>
                      <a:gd name="T1" fmla="*/ 2 h 120"/>
                      <a:gd name="T2" fmla="*/ 23 w 176"/>
                      <a:gd name="T3" fmla="*/ 1 h 120"/>
                      <a:gd name="T4" fmla="*/ 17 w 176"/>
                      <a:gd name="T5" fmla="*/ 8 h 120"/>
                      <a:gd name="T6" fmla="*/ 9 w 176"/>
                      <a:gd name="T7" fmla="*/ 18 h 120"/>
                      <a:gd name="T8" fmla="*/ 3 w 176"/>
                      <a:gd name="T9" fmla="*/ 24 h 120"/>
                      <a:gd name="T10" fmla="*/ 0 w 176"/>
                      <a:gd name="T11" fmla="*/ 31 h 120"/>
                      <a:gd name="T12" fmla="*/ 1 w 176"/>
                      <a:gd name="T13" fmla="*/ 38 h 120"/>
                      <a:gd name="T14" fmla="*/ 3 w 176"/>
                      <a:gd name="T15" fmla="*/ 42 h 120"/>
                      <a:gd name="T16" fmla="*/ 12 w 176"/>
                      <a:gd name="T17" fmla="*/ 48 h 120"/>
                      <a:gd name="T18" fmla="*/ 29 w 176"/>
                      <a:gd name="T19" fmla="*/ 55 h 120"/>
                      <a:gd name="T20" fmla="*/ 47 w 176"/>
                      <a:gd name="T21" fmla="*/ 60 h 120"/>
                      <a:gd name="T22" fmla="*/ 57 w 176"/>
                      <a:gd name="T23" fmla="*/ 62 h 120"/>
                      <a:gd name="T24" fmla="*/ 61 w 176"/>
                      <a:gd name="T25" fmla="*/ 66 h 120"/>
                      <a:gd name="T26" fmla="*/ 64 w 176"/>
                      <a:gd name="T27" fmla="*/ 74 h 120"/>
                      <a:gd name="T28" fmla="*/ 65 w 176"/>
                      <a:gd name="T29" fmla="*/ 84 h 120"/>
                      <a:gd name="T30" fmla="*/ 66 w 176"/>
                      <a:gd name="T31" fmla="*/ 97 h 120"/>
                      <a:gd name="T32" fmla="*/ 70 w 176"/>
                      <a:gd name="T33" fmla="*/ 111 h 120"/>
                      <a:gd name="T34" fmla="*/ 74 w 176"/>
                      <a:gd name="T35" fmla="*/ 115 h 120"/>
                      <a:gd name="T36" fmla="*/ 83 w 176"/>
                      <a:gd name="T37" fmla="*/ 120 h 120"/>
                      <a:gd name="T38" fmla="*/ 94 w 176"/>
                      <a:gd name="T39" fmla="*/ 119 h 120"/>
                      <a:gd name="T40" fmla="*/ 106 w 176"/>
                      <a:gd name="T41" fmla="*/ 112 h 120"/>
                      <a:gd name="T42" fmla="*/ 125 w 176"/>
                      <a:gd name="T43" fmla="*/ 107 h 120"/>
                      <a:gd name="T44" fmla="*/ 148 w 176"/>
                      <a:gd name="T45" fmla="*/ 97 h 120"/>
                      <a:gd name="T46" fmla="*/ 164 w 176"/>
                      <a:gd name="T47" fmla="*/ 86 h 120"/>
                      <a:gd name="T48" fmla="*/ 173 w 176"/>
                      <a:gd name="T49" fmla="*/ 82 h 120"/>
                      <a:gd name="T50" fmla="*/ 175 w 176"/>
                      <a:gd name="T51" fmla="*/ 76 h 120"/>
                      <a:gd name="T52" fmla="*/ 175 w 176"/>
                      <a:gd name="T53" fmla="*/ 69 h 120"/>
                      <a:gd name="T54" fmla="*/ 169 w 176"/>
                      <a:gd name="T55" fmla="*/ 62 h 120"/>
                      <a:gd name="T56" fmla="*/ 156 w 176"/>
                      <a:gd name="T57" fmla="*/ 56 h 120"/>
                      <a:gd name="T58" fmla="*/ 143 w 176"/>
                      <a:gd name="T59" fmla="*/ 50 h 120"/>
                      <a:gd name="T60" fmla="*/ 130 w 176"/>
                      <a:gd name="T61" fmla="*/ 38 h 120"/>
                      <a:gd name="T62" fmla="*/ 118 w 176"/>
                      <a:gd name="T63" fmla="*/ 31 h 120"/>
                      <a:gd name="T64" fmla="*/ 109 w 176"/>
                      <a:gd name="T65" fmla="*/ 29 h 120"/>
                      <a:gd name="T66" fmla="*/ 98 w 176"/>
                      <a:gd name="T67" fmla="*/ 29 h 120"/>
                      <a:gd name="T68" fmla="*/ 85 w 176"/>
                      <a:gd name="T69" fmla="*/ 32 h 120"/>
                      <a:gd name="T70" fmla="*/ 74 w 176"/>
                      <a:gd name="T71" fmla="*/ 38 h 120"/>
                      <a:gd name="T72" fmla="*/ 63 w 176"/>
                      <a:gd name="T73" fmla="*/ 39 h 120"/>
                      <a:gd name="T74" fmla="*/ 55 w 176"/>
                      <a:gd name="T75" fmla="*/ 32 h 120"/>
                      <a:gd name="T76" fmla="*/ 48 w 176"/>
                      <a:gd name="T77" fmla="*/ 1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76" h="120">
                        <a:moveTo>
                          <a:pt x="44" y="5"/>
                        </a:moveTo>
                        <a:lnTo>
                          <a:pt x="35" y="2"/>
                        </a:lnTo>
                        <a:lnTo>
                          <a:pt x="28" y="0"/>
                        </a:lnTo>
                        <a:lnTo>
                          <a:pt x="23" y="1"/>
                        </a:lnTo>
                        <a:lnTo>
                          <a:pt x="20" y="4"/>
                        </a:lnTo>
                        <a:lnTo>
                          <a:pt x="17" y="8"/>
                        </a:lnTo>
                        <a:lnTo>
                          <a:pt x="14" y="12"/>
                        </a:lnTo>
                        <a:lnTo>
                          <a:pt x="9" y="18"/>
                        </a:lnTo>
                        <a:lnTo>
                          <a:pt x="4" y="22"/>
                        </a:lnTo>
                        <a:lnTo>
                          <a:pt x="3" y="24"/>
                        </a:lnTo>
                        <a:lnTo>
                          <a:pt x="1" y="28"/>
                        </a:lnTo>
                        <a:lnTo>
                          <a:pt x="0" y="31"/>
                        </a:lnTo>
                        <a:lnTo>
                          <a:pt x="0" y="34"/>
                        </a:lnTo>
                        <a:lnTo>
                          <a:pt x="1" y="38"/>
                        </a:lnTo>
                        <a:lnTo>
                          <a:pt x="2" y="40"/>
                        </a:lnTo>
                        <a:lnTo>
                          <a:pt x="3" y="42"/>
                        </a:lnTo>
                        <a:lnTo>
                          <a:pt x="7" y="44"/>
                        </a:lnTo>
                        <a:lnTo>
                          <a:pt x="12" y="48"/>
                        </a:lnTo>
                        <a:lnTo>
                          <a:pt x="18" y="50"/>
                        </a:lnTo>
                        <a:lnTo>
                          <a:pt x="29" y="55"/>
                        </a:lnTo>
                        <a:lnTo>
                          <a:pt x="40" y="59"/>
                        </a:lnTo>
                        <a:lnTo>
                          <a:pt x="47" y="60"/>
                        </a:lnTo>
                        <a:lnTo>
                          <a:pt x="53" y="61"/>
                        </a:lnTo>
                        <a:lnTo>
                          <a:pt x="57" y="62"/>
                        </a:lnTo>
                        <a:lnTo>
                          <a:pt x="59" y="64"/>
                        </a:lnTo>
                        <a:lnTo>
                          <a:pt x="61" y="66"/>
                        </a:lnTo>
                        <a:lnTo>
                          <a:pt x="63" y="70"/>
                        </a:lnTo>
                        <a:lnTo>
                          <a:pt x="64" y="74"/>
                        </a:lnTo>
                        <a:lnTo>
                          <a:pt x="65" y="80"/>
                        </a:lnTo>
                        <a:lnTo>
                          <a:pt x="65" y="84"/>
                        </a:lnTo>
                        <a:lnTo>
                          <a:pt x="65" y="89"/>
                        </a:lnTo>
                        <a:lnTo>
                          <a:pt x="66" y="97"/>
                        </a:lnTo>
                        <a:lnTo>
                          <a:pt x="69" y="107"/>
                        </a:lnTo>
                        <a:lnTo>
                          <a:pt x="70" y="111"/>
                        </a:lnTo>
                        <a:lnTo>
                          <a:pt x="72" y="113"/>
                        </a:lnTo>
                        <a:lnTo>
                          <a:pt x="74" y="115"/>
                        </a:lnTo>
                        <a:lnTo>
                          <a:pt x="76" y="117"/>
                        </a:lnTo>
                        <a:lnTo>
                          <a:pt x="83" y="120"/>
                        </a:lnTo>
                        <a:lnTo>
                          <a:pt x="90" y="120"/>
                        </a:lnTo>
                        <a:lnTo>
                          <a:pt x="94" y="119"/>
                        </a:lnTo>
                        <a:lnTo>
                          <a:pt x="99" y="115"/>
                        </a:lnTo>
                        <a:lnTo>
                          <a:pt x="106" y="112"/>
                        </a:lnTo>
                        <a:lnTo>
                          <a:pt x="115" y="109"/>
                        </a:lnTo>
                        <a:lnTo>
                          <a:pt x="125" y="107"/>
                        </a:lnTo>
                        <a:lnTo>
                          <a:pt x="136" y="105"/>
                        </a:lnTo>
                        <a:lnTo>
                          <a:pt x="148" y="97"/>
                        </a:lnTo>
                        <a:lnTo>
                          <a:pt x="159" y="90"/>
                        </a:lnTo>
                        <a:lnTo>
                          <a:pt x="164" y="86"/>
                        </a:lnTo>
                        <a:lnTo>
                          <a:pt x="170" y="83"/>
                        </a:lnTo>
                        <a:lnTo>
                          <a:pt x="173" y="82"/>
                        </a:lnTo>
                        <a:lnTo>
                          <a:pt x="174" y="80"/>
                        </a:lnTo>
                        <a:lnTo>
                          <a:pt x="175" y="76"/>
                        </a:lnTo>
                        <a:lnTo>
                          <a:pt x="176" y="73"/>
                        </a:lnTo>
                        <a:lnTo>
                          <a:pt x="175" y="69"/>
                        </a:lnTo>
                        <a:lnTo>
                          <a:pt x="172" y="65"/>
                        </a:lnTo>
                        <a:lnTo>
                          <a:pt x="169" y="62"/>
                        </a:lnTo>
                        <a:lnTo>
                          <a:pt x="164" y="60"/>
                        </a:lnTo>
                        <a:lnTo>
                          <a:pt x="156" y="56"/>
                        </a:lnTo>
                        <a:lnTo>
                          <a:pt x="149" y="54"/>
                        </a:lnTo>
                        <a:lnTo>
                          <a:pt x="143" y="50"/>
                        </a:lnTo>
                        <a:lnTo>
                          <a:pt x="136" y="45"/>
                        </a:lnTo>
                        <a:lnTo>
                          <a:pt x="130" y="38"/>
                        </a:lnTo>
                        <a:lnTo>
                          <a:pt x="122" y="32"/>
                        </a:lnTo>
                        <a:lnTo>
                          <a:pt x="118" y="31"/>
                        </a:lnTo>
                        <a:lnTo>
                          <a:pt x="114" y="30"/>
                        </a:lnTo>
                        <a:lnTo>
                          <a:pt x="109" y="29"/>
                        </a:lnTo>
                        <a:lnTo>
                          <a:pt x="104" y="29"/>
                        </a:lnTo>
                        <a:lnTo>
                          <a:pt x="98" y="29"/>
                        </a:lnTo>
                        <a:lnTo>
                          <a:pt x="91" y="30"/>
                        </a:lnTo>
                        <a:lnTo>
                          <a:pt x="85" y="32"/>
                        </a:lnTo>
                        <a:lnTo>
                          <a:pt x="80" y="34"/>
                        </a:lnTo>
                        <a:lnTo>
                          <a:pt x="74" y="38"/>
                        </a:lnTo>
                        <a:lnTo>
                          <a:pt x="69" y="40"/>
                        </a:lnTo>
                        <a:lnTo>
                          <a:pt x="63" y="39"/>
                        </a:lnTo>
                        <a:lnTo>
                          <a:pt x="59" y="36"/>
                        </a:lnTo>
                        <a:lnTo>
                          <a:pt x="55" y="32"/>
                        </a:lnTo>
                        <a:lnTo>
                          <a:pt x="52" y="28"/>
                        </a:lnTo>
                        <a:lnTo>
                          <a:pt x="48" y="16"/>
                        </a:lnTo>
                        <a:lnTo>
                          <a:pt x="44" y="5"/>
                        </a:lnTo>
                        <a:close/>
                      </a:path>
                    </a:pathLst>
                  </a:custGeom>
                  <a:grpFill/>
                  <a:ln w="3175">
                    <a:solidFill>
                      <a:schemeClr val="bg1">
                        <a:lumMod val="85000"/>
                        <a:alpha val="55000"/>
                      </a:schemeClr>
                    </a:solidFill>
                    <a:prstDash val="solid"/>
                    <a:round/>
                    <a:headEnd/>
                    <a:tailEnd/>
                  </a:ln>
                </p:spPr>
                <p:txBody>
                  <a:bodyPr vert="horz" wrap="square" lIns="121920" tIns="60960" rIns="121920" bIns="60960" numCol="1" anchor="t" anchorCtr="0" compatLnSpc="1">
                    <a:prstTxWarp prst="textNoShape">
                      <a:avLst/>
                    </a:prstTxWarp>
                  </a:bodyPr>
                  <a:lstStyle/>
                  <a:p>
                    <a:pPr defTabSz="685750" rtl="0">
                      <a:defRPr/>
                    </a:pPr>
                    <a:endParaRPr lang="en-IN" sz="2400">
                      <a:solidFill>
                        <a:srgbClr val="706259"/>
                      </a:solidFill>
                      <a:latin typeface="Arial" panose="020B0604020202020204" pitchFamily="34" charset="0"/>
                      <a:ea typeface="+mn-ea"/>
                      <a:cs typeface="Arial" panose="020B0604020202020204" pitchFamily="34" charset="0"/>
                    </a:endParaRPr>
                  </a:p>
                </p:txBody>
              </p:sp>
              <p:sp>
                <p:nvSpPr>
                  <p:cNvPr id="360" name="Freeform 151">
                    <a:extLst>
                      <a:ext uri="{FF2B5EF4-FFF2-40B4-BE49-F238E27FC236}">
                        <a16:creationId xmlns:a16="http://schemas.microsoft.com/office/drawing/2014/main" id="{3FC13AFD-CF96-4FFC-AA9F-85272BCAE2CC}"/>
                      </a:ext>
                    </a:extLst>
                  </p:cNvPr>
                  <p:cNvSpPr>
                    <a:spLocks/>
                  </p:cNvSpPr>
                  <p:nvPr/>
                </p:nvSpPr>
                <p:spPr bwMode="auto">
                  <a:xfrm>
                    <a:off x="744135" y="4526451"/>
                    <a:ext cx="28575" cy="31750"/>
                  </a:xfrm>
                  <a:custGeom>
                    <a:avLst/>
                    <a:gdLst>
                      <a:gd name="T0" fmla="*/ 0 w 54"/>
                      <a:gd name="T1" fmla="*/ 4 h 60"/>
                      <a:gd name="T2" fmla="*/ 0 w 54"/>
                      <a:gd name="T3" fmla="*/ 9 h 60"/>
                      <a:gd name="T4" fmla="*/ 0 w 54"/>
                      <a:gd name="T5" fmla="*/ 12 h 60"/>
                      <a:gd name="T6" fmla="*/ 2 w 54"/>
                      <a:gd name="T7" fmla="*/ 18 h 60"/>
                      <a:gd name="T8" fmla="*/ 6 w 54"/>
                      <a:gd name="T9" fmla="*/ 22 h 60"/>
                      <a:gd name="T10" fmla="*/ 7 w 54"/>
                      <a:gd name="T11" fmla="*/ 28 h 60"/>
                      <a:gd name="T12" fmla="*/ 7 w 54"/>
                      <a:gd name="T13" fmla="*/ 33 h 60"/>
                      <a:gd name="T14" fmla="*/ 10 w 54"/>
                      <a:gd name="T15" fmla="*/ 41 h 60"/>
                      <a:gd name="T16" fmla="*/ 15 w 54"/>
                      <a:gd name="T17" fmla="*/ 48 h 60"/>
                      <a:gd name="T18" fmla="*/ 20 w 54"/>
                      <a:gd name="T19" fmla="*/ 53 h 60"/>
                      <a:gd name="T20" fmla="*/ 26 w 54"/>
                      <a:gd name="T21" fmla="*/ 60 h 60"/>
                      <a:gd name="T22" fmla="*/ 34 w 54"/>
                      <a:gd name="T23" fmla="*/ 52 h 60"/>
                      <a:gd name="T24" fmla="*/ 40 w 54"/>
                      <a:gd name="T25" fmla="*/ 45 h 60"/>
                      <a:gd name="T26" fmla="*/ 45 w 54"/>
                      <a:gd name="T27" fmla="*/ 43 h 60"/>
                      <a:gd name="T28" fmla="*/ 49 w 54"/>
                      <a:gd name="T29" fmla="*/ 41 h 60"/>
                      <a:gd name="T30" fmla="*/ 50 w 54"/>
                      <a:gd name="T31" fmla="*/ 40 h 60"/>
                      <a:gd name="T32" fmla="*/ 52 w 54"/>
                      <a:gd name="T33" fmla="*/ 38 h 60"/>
                      <a:gd name="T34" fmla="*/ 54 w 54"/>
                      <a:gd name="T35" fmla="*/ 35 h 60"/>
                      <a:gd name="T36" fmla="*/ 54 w 54"/>
                      <a:gd name="T37" fmla="*/ 33 h 60"/>
                      <a:gd name="T38" fmla="*/ 51 w 54"/>
                      <a:gd name="T39" fmla="*/ 28 h 60"/>
                      <a:gd name="T40" fmla="*/ 47 w 54"/>
                      <a:gd name="T41" fmla="*/ 22 h 60"/>
                      <a:gd name="T42" fmla="*/ 42 w 54"/>
                      <a:gd name="T43" fmla="*/ 14 h 60"/>
                      <a:gd name="T44" fmla="*/ 37 w 54"/>
                      <a:gd name="T45" fmla="*/ 7 h 60"/>
                      <a:gd name="T46" fmla="*/ 36 w 54"/>
                      <a:gd name="T47" fmla="*/ 3 h 60"/>
                      <a:gd name="T48" fmla="*/ 35 w 54"/>
                      <a:gd name="T49" fmla="*/ 1 h 60"/>
                      <a:gd name="T50" fmla="*/ 31 w 54"/>
                      <a:gd name="T51" fmla="*/ 0 h 60"/>
                      <a:gd name="T52" fmla="*/ 28 w 54"/>
                      <a:gd name="T53" fmla="*/ 0 h 60"/>
                      <a:gd name="T54" fmla="*/ 26 w 54"/>
                      <a:gd name="T55" fmla="*/ 1 h 60"/>
                      <a:gd name="T56" fmla="*/ 22 w 54"/>
                      <a:gd name="T57" fmla="*/ 2 h 60"/>
                      <a:gd name="T58" fmla="*/ 11 w 54"/>
                      <a:gd name="T59" fmla="*/ 4 h 60"/>
                      <a:gd name="T60" fmla="*/ 0 w 54"/>
                      <a:gd name="T61" fmla="*/ 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4" h="60">
                        <a:moveTo>
                          <a:pt x="0" y="4"/>
                        </a:moveTo>
                        <a:lnTo>
                          <a:pt x="0" y="9"/>
                        </a:lnTo>
                        <a:lnTo>
                          <a:pt x="0" y="12"/>
                        </a:lnTo>
                        <a:lnTo>
                          <a:pt x="2" y="18"/>
                        </a:lnTo>
                        <a:lnTo>
                          <a:pt x="6" y="22"/>
                        </a:lnTo>
                        <a:lnTo>
                          <a:pt x="7" y="28"/>
                        </a:lnTo>
                        <a:lnTo>
                          <a:pt x="7" y="33"/>
                        </a:lnTo>
                        <a:lnTo>
                          <a:pt x="10" y="41"/>
                        </a:lnTo>
                        <a:lnTo>
                          <a:pt x="15" y="48"/>
                        </a:lnTo>
                        <a:lnTo>
                          <a:pt x="20" y="53"/>
                        </a:lnTo>
                        <a:lnTo>
                          <a:pt x="26" y="60"/>
                        </a:lnTo>
                        <a:lnTo>
                          <a:pt x="34" y="52"/>
                        </a:lnTo>
                        <a:lnTo>
                          <a:pt x="40" y="45"/>
                        </a:lnTo>
                        <a:lnTo>
                          <a:pt x="45" y="43"/>
                        </a:lnTo>
                        <a:lnTo>
                          <a:pt x="49" y="41"/>
                        </a:lnTo>
                        <a:lnTo>
                          <a:pt x="50" y="40"/>
                        </a:lnTo>
                        <a:lnTo>
                          <a:pt x="52" y="38"/>
                        </a:lnTo>
                        <a:lnTo>
                          <a:pt x="54" y="35"/>
                        </a:lnTo>
                        <a:lnTo>
                          <a:pt x="54" y="33"/>
                        </a:lnTo>
                        <a:lnTo>
                          <a:pt x="51" y="28"/>
                        </a:lnTo>
                        <a:lnTo>
                          <a:pt x="47" y="22"/>
                        </a:lnTo>
                        <a:lnTo>
                          <a:pt x="42" y="14"/>
                        </a:lnTo>
                        <a:lnTo>
                          <a:pt x="37" y="7"/>
                        </a:lnTo>
                        <a:lnTo>
                          <a:pt x="36" y="3"/>
                        </a:lnTo>
                        <a:lnTo>
                          <a:pt x="35" y="1"/>
                        </a:lnTo>
                        <a:lnTo>
                          <a:pt x="31" y="0"/>
                        </a:lnTo>
                        <a:lnTo>
                          <a:pt x="28" y="0"/>
                        </a:lnTo>
                        <a:lnTo>
                          <a:pt x="26" y="1"/>
                        </a:lnTo>
                        <a:lnTo>
                          <a:pt x="22" y="2"/>
                        </a:lnTo>
                        <a:lnTo>
                          <a:pt x="11" y="4"/>
                        </a:lnTo>
                        <a:lnTo>
                          <a:pt x="0" y="4"/>
                        </a:lnTo>
                        <a:close/>
                      </a:path>
                    </a:pathLst>
                  </a:custGeom>
                  <a:grpFill/>
                  <a:ln w="3175">
                    <a:solidFill>
                      <a:schemeClr val="bg1">
                        <a:lumMod val="85000"/>
                        <a:alpha val="55000"/>
                      </a:schemeClr>
                    </a:solidFill>
                    <a:prstDash val="solid"/>
                    <a:round/>
                    <a:headEnd/>
                    <a:tailEnd/>
                  </a:ln>
                </p:spPr>
                <p:txBody>
                  <a:bodyPr vert="horz" wrap="square" lIns="121920" tIns="60960" rIns="121920" bIns="60960" numCol="1" anchor="t" anchorCtr="0" compatLnSpc="1">
                    <a:prstTxWarp prst="textNoShape">
                      <a:avLst/>
                    </a:prstTxWarp>
                  </a:bodyPr>
                  <a:lstStyle/>
                  <a:p>
                    <a:pPr defTabSz="685750" rtl="0">
                      <a:defRPr/>
                    </a:pPr>
                    <a:endParaRPr lang="en-IN" sz="2400">
                      <a:solidFill>
                        <a:srgbClr val="706259"/>
                      </a:solidFill>
                      <a:latin typeface="Arial" panose="020B0604020202020204" pitchFamily="34" charset="0"/>
                      <a:ea typeface="+mn-ea"/>
                      <a:cs typeface="Arial" panose="020B0604020202020204" pitchFamily="34" charset="0"/>
                    </a:endParaRPr>
                  </a:p>
                </p:txBody>
              </p:sp>
              <p:sp>
                <p:nvSpPr>
                  <p:cNvPr id="361" name="Freeform 152">
                    <a:extLst>
                      <a:ext uri="{FF2B5EF4-FFF2-40B4-BE49-F238E27FC236}">
                        <a16:creationId xmlns:a16="http://schemas.microsoft.com/office/drawing/2014/main" id="{25A95687-BADA-452A-926A-F5CC3E714162}"/>
                      </a:ext>
                    </a:extLst>
                  </p:cNvPr>
                  <p:cNvSpPr>
                    <a:spLocks/>
                  </p:cNvSpPr>
                  <p:nvPr/>
                </p:nvSpPr>
                <p:spPr bwMode="auto">
                  <a:xfrm>
                    <a:off x="715560" y="4485176"/>
                    <a:ext cx="68263" cy="25400"/>
                  </a:xfrm>
                  <a:custGeom>
                    <a:avLst/>
                    <a:gdLst>
                      <a:gd name="T0" fmla="*/ 20 w 129"/>
                      <a:gd name="T1" fmla="*/ 0 h 48"/>
                      <a:gd name="T2" fmla="*/ 11 w 129"/>
                      <a:gd name="T3" fmla="*/ 17 h 48"/>
                      <a:gd name="T4" fmla="*/ 0 w 129"/>
                      <a:gd name="T5" fmla="*/ 33 h 48"/>
                      <a:gd name="T6" fmla="*/ 15 w 129"/>
                      <a:gd name="T7" fmla="*/ 36 h 48"/>
                      <a:gd name="T8" fmla="*/ 30 w 129"/>
                      <a:gd name="T9" fmla="*/ 38 h 48"/>
                      <a:gd name="T10" fmla="*/ 57 w 129"/>
                      <a:gd name="T11" fmla="*/ 38 h 48"/>
                      <a:gd name="T12" fmla="*/ 71 w 129"/>
                      <a:gd name="T13" fmla="*/ 44 h 48"/>
                      <a:gd name="T14" fmla="*/ 87 w 129"/>
                      <a:gd name="T15" fmla="*/ 48 h 48"/>
                      <a:gd name="T16" fmla="*/ 93 w 129"/>
                      <a:gd name="T17" fmla="*/ 47 h 48"/>
                      <a:gd name="T18" fmla="*/ 99 w 129"/>
                      <a:gd name="T19" fmla="*/ 46 h 48"/>
                      <a:gd name="T20" fmla="*/ 106 w 129"/>
                      <a:gd name="T21" fmla="*/ 43 h 48"/>
                      <a:gd name="T22" fmla="*/ 111 w 129"/>
                      <a:gd name="T23" fmla="*/ 39 h 48"/>
                      <a:gd name="T24" fmla="*/ 115 w 129"/>
                      <a:gd name="T25" fmla="*/ 37 h 48"/>
                      <a:gd name="T26" fmla="*/ 120 w 129"/>
                      <a:gd name="T27" fmla="*/ 35 h 48"/>
                      <a:gd name="T28" fmla="*/ 124 w 129"/>
                      <a:gd name="T29" fmla="*/ 33 h 48"/>
                      <a:gd name="T30" fmla="*/ 128 w 129"/>
                      <a:gd name="T31" fmla="*/ 29 h 48"/>
                      <a:gd name="T32" fmla="*/ 128 w 129"/>
                      <a:gd name="T33" fmla="*/ 26 h 48"/>
                      <a:gd name="T34" fmla="*/ 129 w 129"/>
                      <a:gd name="T35" fmla="*/ 24 h 48"/>
                      <a:gd name="T36" fmla="*/ 115 w 129"/>
                      <a:gd name="T37" fmla="*/ 20 h 48"/>
                      <a:gd name="T38" fmla="*/ 101 w 129"/>
                      <a:gd name="T39" fmla="*/ 19 h 48"/>
                      <a:gd name="T40" fmla="*/ 93 w 129"/>
                      <a:gd name="T41" fmla="*/ 16 h 48"/>
                      <a:gd name="T42" fmla="*/ 86 w 129"/>
                      <a:gd name="T43" fmla="*/ 13 h 48"/>
                      <a:gd name="T44" fmla="*/ 77 w 129"/>
                      <a:gd name="T45" fmla="*/ 14 h 48"/>
                      <a:gd name="T46" fmla="*/ 69 w 129"/>
                      <a:gd name="T47" fmla="*/ 14 h 48"/>
                      <a:gd name="T48" fmla="*/ 56 w 129"/>
                      <a:gd name="T49" fmla="*/ 11 h 48"/>
                      <a:gd name="T50" fmla="*/ 43 w 129"/>
                      <a:gd name="T51" fmla="*/ 8 h 48"/>
                      <a:gd name="T52" fmla="*/ 32 w 129"/>
                      <a:gd name="T53" fmla="*/ 5 h 48"/>
                      <a:gd name="T54" fmla="*/ 20 w 129"/>
                      <a:gd name="T55"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29" h="48">
                        <a:moveTo>
                          <a:pt x="20" y="0"/>
                        </a:moveTo>
                        <a:lnTo>
                          <a:pt x="11" y="17"/>
                        </a:lnTo>
                        <a:lnTo>
                          <a:pt x="0" y="33"/>
                        </a:lnTo>
                        <a:lnTo>
                          <a:pt x="15" y="36"/>
                        </a:lnTo>
                        <a:lnTo>
                          <a:pt x="30" y="38"/>
                        </a:lnTo>
                        <a:lnTo>
                          <a:pt x="57" y="38"/>
                        </a:lnTo>
                        <a:lnTo>
                          <a:pt x="71" y="44"/>
                        </a:lnTo>
                        <a:lnTo>
                          <a:pt x="87" y="48"/>
                        </a:lnTo>
                        <a:lnTo>
                          <a:pt x="93" y="47"/>
                        </a:lnTo>
                        <a:lnTo>
                          <a:pt x="99" y="46"/>
                        </a:lnTo>
                        <a:lnTo>
                          <a:pt x="106" y="43"/>
                        </a:lnTo>
                        <a:lnTo>
                          <a:pt x="111" y="39"/>
                        </a:lnTo>
                        <a:lnTo>
                          <a:pt x="115" y="37"/>
                        </a:lnTo>
                        <a:lnTo>
                          <a:pt x="120" y="35"/>
                        </a:lnTo>
                        <a:lnTo>
                          <a:pt x="124" y="33"/>
                        </a:lnTo>
                        <a:lnTo>
                          <a:pt x="128" y="29"/>
                        </a:lnTo>
                        <a:lnTo>
                          <a:pt x="128" y="26"/>
                        </a:lnTo>
                        <a:lnTo>
                          <a:pt x="129" y="24"/>
                        </a:lnTo>
                        <a:lnTo>
                          <a:pt x="115" y="20"/>
                        </a:lnTo>
                        <a:lnTo>
                          <a:pt x="101" y="19"/>
                        </a:lnTo>
                        <a:lnTo>
                          <a:pt x="93" y="16"/>
                        </a:lnTo>
                        <a:lnTo>
                          <a:pt x="86" y="13"/>
                        </a:lnTo>
                        <a:lnTo>
                          <a:pt x="77" y="14"/>
                        </a:lnTo>
                        <a:lnTo>
                          <a:pt x="69" y="14"/>
                        </a:lnTo>
                        <a:lnTo>
                          <a:pt x="56" y="11"/>
                        </a:lnTo>
                        <a:lnTo>
                          <a:pt x="43" y="8"/>
                        </a:lnTo>
                        <a:lnTo>
                          <a:pt x="32" y="5"/>
                        </a:lnTo>
                        <a:lnTo>
                          <a:pt x="20" y="0"/>
                        </a:lnTo>
                        <a:close/>
                      </a:path>
                    </a:pathLst>
                  </a:custGeom>
                  <a:grpFill/>
                  <a:ln w="3175">
                    <a:solidFill>
                      <a:schemeClr val="bg1">
                        <a:lumMod val="85000"/>
                        <a:alpha val="55000"/>
                      </a:schemeClr>
                    </a:solidFill>
                    <a:prstDash val="solid"/>
                    <a:round/>
                    <a:headEnd/>
                    <a:tailEnd/>
                  </a:ln>
                </p:spPr>
                <p:txBody>
                  <a:bodyPr vert="horz" wrap="square" lIns="121920" tIns="60960" rIns="121920" bIns="60960" numCol="1" anchor="t" anchorCtr="0" compatLnSpc="1">
                    <a:prstTxWarp prst="textNoShape">
                      <a:avLst/>
                    </a:prstTxWarp>
                  </a:bodyPr>
                  <a:lstStyle/>
                  <a:p>
                    <a:pPr defTabSz="685750" rtl="0">
                      <a:defRPr/>
                    </a:pPr>
                    <a:endParaRPr lang="en-IN" sz="2400">
                      <a:solidFill>
                        <a:srgbClr val="706259"/>
                      </a:solidFill>
                      <a:latin typeface="Arial" panose="020B0604020202020204" pitchFamily="34" charset="0"/>
                      <a:ea typeface="+mn-ea"/>
                      <a:cs typeface="Arial" panose="020B0604020202020204" pitchFamily="34" charset="0"/>
                    </a:endParaRPr>
                  </a:p>
                </p:txBody>
              </p:sp>
              <p:sp>
                <p:nvSpPr>
                  <p:cNvPr id="362" name="Freeform 153">
                    <a:extLst>
                      <a:ext uri="{FF2B5EF4-FFF2-40B4-BE49-F238E27FC236}">
                        <a16:creationId xmlns:a16="http://schemas.microsoft.com/office/drawing/2014/main" id="{0C0E987C-7AB6-45D4-BE9B-4C9B9607111F}"/>
                      </a:ext>
                    </a:extLst>
                  </p:cNvPr>
                  <p:cNvSpPr>
                    <a:spLocks/>
                  </p:cNvSpPr>
                  <p:nvPr/>
                </p:nvSpPr>
                <p:spPr bwMode="auto">
                  <a:xfrm>
                    <a:off x="590148" y="4421676"/>
                    <a:ext cx="71438" cy="61913"/>
                  </a:xfrm>
                  <a:custGeom>
                    <a:avLst/>
                    <a:gdLst>
                      <a:gd name="T0" fmla="*/ 2 w 135"/>
                      <a:gd name="T1" fmla="*/ 46 h 117"/>
                      <a:gd name="T2" fmla="*/ 10 w 135"/>
                      <a:gd name="T3" fmla="*/ 65 h 117"/>
                      <a:gd name="T4" fmla="*/ 18 w 135"/>
                      <a:gd name="T5" fmla="*/ 84 h 117"/>
                      <a:gd name="T6" fmla="*/ 26 w 135"/>
                      <a:gd name="T7" fmla="*/ 95 h 117"/>
                      <a:gd name="T8" fmla="*/ 31 w 135"/>
                      <a:gd name="T9" fmla="*/ 102 h 117"/>
                      <a:gd name="T10" fmla="*/ 34 w 135"/>
                      <a:gd name="T11" fmla="*/ 108 h 117"/>
                      <a:gd name="T12" fmla="*/ 40 w 135"/>
                      <a:gd name="T13" fmla="*/ 110 h 117"/>
                      <a:gd name="T14" fmla="*/ 44 w 135"/>
                      <a:gd name="T15" fmla="*/ 105 h 117"/>
                      <a:gd name="T16" fmla="*/ 48 w 135"/>
                      <a:gd name="T17" fmla="*/ 97 h 117"/>
                      <a:gd name="T18" fmla="*/ 52 w 135"/>
                      <a:gd name="T19" fmla="*/ 94 h 117"/>
                      <a:gd name="T20" fmla="*/ 58 w 135"/>
                      <a:gd name="T21" fmla="*/ 94 h 117"/>
                      <a:gd name="T22" fmla="*/ 66 w 135"/>
                      <a:gd name="T23" fmla="*/ 96 h 117"/>
                      <a:gd name="T24" fmla="*/ 70 w 135"/>
                      <a:gd name="T25" fmla="*/ 101 h 117"/>
                      <a:gd name="T26" fmla="*/ 74 w 135"/>
                      <a:gd name="T27" fmla="*/ 110 h 117"/>
                      <a:gd name="T28" fmla="*/ 85 w 135"/>
                      <a:gd name="T29" fmla="*/ 116 h 117"/>
                      <a:gd name="T30" fmla="*/ 100 w 135"/>
                      <a:gd name="T31" fmla="*/ 115 h 117"/>
                      <a:gd name="T32" fmla="*/ 122 w 135"/>
                      <a:gd name="T33" fmla="*/ 106 h 117"/>
                      <a:gd name="T34" fmla="*/ 132 w 135"/>
                      <a:gd name="T35" fmla="*/ 91 h 117"/>
                      <a:gd name="T36" fmla="*/ 126 w 135"/>
                      <a:gd name="T37" fmla="*/ 79 h 117"/>
                      <a:gd name="T38" fmla="*/ 121 w 135"/>
                      <a:gd name="T39" fmla="*/ 75 h 117"/>
                      <a:gd name="T40" fmla="*/ 109 w 135"/>
                      <a:gd name="T41" fmla="*/ 71 h 117"/>
                      <a:gd name="T42" fmla="*/ 98 w 135"/>
                      <a:gd name="T43" fmla="*/ 68 h 117"/>
                      <a:gd name="T44" fmla="*/ 94 w 135"/>
                      <a:gd name="T45" fmla="*/ 64 h 117"/>
                      <a:gd name="T46" fmla="*/ 90 w 135"/>
                      <a:gd name="T47" fmla="*/ 56 h 117"/>
                      <a:gd name="T48" fmla="*/ 83 w 135"/>
                      <a:gd name="T49" fmla="*/ 39 h 117"/>
                      <a:gd name="T50" fmla="*/ 76 w 135"/>
                      <a:gd name="T51" fmla="*/ 17 h 117"/>
                      <a:gd name="T52" fmla="*/ 71 w 135"/>
                      <a:gd name="T53" fmla="*/ 4 h 117"/>
                      <a:gd name="T54" fmla="*/ 67 w 135"/>
                      <a:gd name="T55" fmla="*/ 1 h 117"/>
                      <a:gd name="T56" fmla="*/ 62 w 135"/>
                      <a:gd name="T57" fmla="*/ 3 h 117"/>
                      <a:gd name="T58" fmla="*/ 55 w 135"/>
                      <a:gd name="T59" fmla="*/ 11 h 117"/>
                      <a:gd name="T60" fmla="*/ 45 w 135"/>
                      <a:gd name="T61" fmla="*/ 24 h 117"/>
                      <a:gd name="T62" fmla="*/ 32 w 135"/>
                      <a:gd name="T63" fmla="*/ 32 h 117"/>
                      <a:gd name="T64" fmla="*/ 16 w 135"/>
                      <a:gd name="T65" fmla="*/ 35 h 117"/>
                      <a:gd name="T66" fmla="*/ 5 w 135"/>
                      <a:gd name="T67" fmla="*/ 35 h 117"/>
                      <a:gd name="T68" fmla="*/ 1 w 135"/>
                      <a:gd name="T69" fmla="*/ 37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35" h="117">
                        <a:moveTo>
                          <a:pt x="0" y="40"/>
                        </a:moveTo>
                        <a:lnTo>
                          <a:pt x="2" y="46"/>
                        </a:lnTo>
                        <a:lnTo>
                          <a:pt x="4" y="51"/>
                        </a:lnTo>
                        <a:lnTo>
                          <a:pt x="10" y="65"/>
                        </a:lnTo>
                        <a:lnTo>
                          <a:pt x="15" y="78"/>
                        </a:lnTo>
                        <a:lnTo>
                          <a:pt x="18" y="84"/>
                        </a:lnTo>
                        <a:lnTo>
                          <a:pt x="23" y="88"/>
                        </a:lnTo>
                        <a:lnTo>
                          <a:pt x="26" y="95"/>
                        </a:lnTo>
                        <a:lnTo>
                          <a:pt x="28" y="100"/>
                        </a:lnTo>
                        <a:lnTo>
                          <a:pt x="31" y="102"/>
                        </a:lnTo>
                        <a:lnTo>
                          <a:pt x="32" y="106"/>
                        </a:lnTo>
                        <a:lnTo>
                          <a:pt x="34" y="108"/>
                        </a:lnTo>
                        <a:lnTo>
                          <a:pt x="37" y="110"/>
                        </a:lnTo>
                        <a:lnTo>
                          <a:pt x="40" y="110"/>
                        </a:lnTo>
                        <a:lnTo>
                          <a:pt x="43" y="110"/>
                        </a:lnTo>
                        <a:lnTo>
                          <a:pt x="44" y="105"/>
                        </a:lnTo>
                        <a:lnTo>
                          <a:pt x="46" y="99"/>
                        </a:lnTo>
                        <a:lnTo>
                          <a:pt x="48" y="97"/>
                        </a:lnTo>
                        <a:lnTo>
                          <a:pt x="50" y="95"/>
                        </a:lnTo>
                        <a:lnTo>
                          <a:pt x="52" y="94"/>
                        </a:lnTo>
                        <a:lnTo>
                          <a:pt x="55" y="94"/>
                        </a:lnTo>
                        <a:lnTo>
                          <a:pt x="58" y="94"/>
                        </a:lnTo>
                        <a:lnTo>
                          <a:pt x="63" y="95"/>
                        </a:lnTo>
                        <a:lnTo>
                          <a:pt x="66" y="96"/>
                        </a:lnTo>
                        <a:lnTo>
                          <a:pt x="68" y="99"/>
                        </a:lnTo>
                        <a:lnTo>
                          <a:pt x="70" y="101"/>
                        </a:lnTo>
                        <a:lnTo>
                          <a:pt x="70" y="105"/>
                        </a:lnTo>
                        <a:lnTo>
                          <a:pt x="74" y="110"/>
                        </a:lnTo>
                        <a:lnTo>
                          <a:pt x="80" y="114"/>
                        </a:lnTo>
                        <a:lnTo>
                          <a:pt x="85" y="116"/>
                        </a:lnTo>
                        <a:lnTo>
                          <a:pt x="92" y="117"/>
                        </a:lnTo>
                        <a:lnTo>
                          <a:pt x="100" y="115"/>
                        </a:lnTo>
                        <a:lnTo>
                          <a:pt x="108" y="111"/>
                        </a:lnTo>
                        <a:lnTo>
                          <a:pt x="122" y="106"/>
                        </a:lnTo>
                        <a:lnTo>
                          <a:pt x="135" y="100"/>
                        </a:lnTo>
                        <a:lnTo>
                          <a:pt x="132" y="91"/>
                        </a:lnTo>
                        <a:lnTo>
                          <a:pt x="128" y="82"/>
                        </a:lnTo>
                        <a:lnTo>
                          <a:pt x="126" y="79"/>
                        </a:lnTo>
                        <a:lnTo>
                          <a:pt x="124" y="77"/>
                        </a:lnTo>
                        <a:lnTo>
                          <a:pt x="121" y="75"/>
                        </a:lnTo>
                        <a:lnTo>
                          <a:pt x="117" y="74"/>
                        </a:lnTo>
                        <a:lnTo>
                          <a:pt x="109" y="71"/>
                        </a:lnTo>
                        <a:lnTo>
                          <a:pt x="101" y="69"/>
                        </a:lnTo>
                        <a:lnTo>
                          <a:pt x="98" y="68"/>
                        </a:lnTo>
                        <a:lnTo>
                          <a:pt x="96" y="66"/>
                        </a:lnTo>
                        <a:lnTo>
                          <a:pt x="94" y="64"/>
                        </a:lnTo>
                        <a:lnTo>
                          <a:pt x="92" y="61"/>
                        </a:lnTo>
                        <a:lnTo>
                          <a:pt x="90" y="56"/>
                        </a:lnTo>
                        <a:lnTo>
                          <a:pt x="87" y="50"/>
                        </a:lnTo>
                        <a:lnTo>
                          <a:pt x="83" y="39"/>
                        </a:lnTo>
                        <a:lnTo>
                          <a:pt x="80" y="28"/>
                        </a:lnTo>
                        <a:lnTo>
                          <a:pt x="76" y="17"/>
                        </a:lnTo>
                        <a:lnTo>
                          <a:pt x="73" y="6"/>
                        </a:lnTo>
                        <a:lnTo>
                          <a:pt x="71" y="4"/>
                        </a:lnTo>
                        <a:lnTo>
                          <a:pt x="70" y="3"/>
                        </a:lnTo>
                        <a:lnTo>
                          <a:pt x="67" y="1"/>
                        </a:lnTo>
                        <a:lnTo>
                          <a:pt x="64" y="0"/>
                        </a:lnTo>
                        <a:lnTo>
                          <a:pt x="62" y="3"/>
                        </a:lnTo>
                        <a:lnTo>
                          <a:pt x="61" y="6"/>
                        </a:lnTo>
                        <a:lnTo>
                          <a:pt x="55" y="11"/>
                        </a:lnTo>
                        <a:lnTo>
                          <a:pt x="51" y="17"/>
                        </a:lnTo>
                        <a:lnTo>
                          <a:pt x="45" y="24"/>
                        </a:lnTo>
                        <a:lnTo>
                          <a:pt x="38" y="29"/>
                        </a:lnTo>
                        <a:lnTo>
                          <a:pt x="32" y="32"/>
                        </a:lnTo>
                        <a:lnTo>
                          <a:pt x="23" y="35"/>
                        </a:lnTo>
                        <a:lnTo>
                          <a:pt x="16" y="35"/>
                        </a:lnTo>
                        <a:lnTo>
                          <a:pt x="9" y="35"/>
                        </a:lnTo>
                        <a:lnTo>
                          <a:pt x="5" y="35"/>
                        </a:lnTo>
                        <a:lnTo>
                          <a:pt x="3" y="36"/>
                        </a:lnTo>
                        <a:lnTo>
                          <a:pt x="1" y="37"/>
                        </a:lnTo>
                        <a:lnTo>
                          <a:pt x="0" y="40"/>
                        </a:lnTo>
                        <a:close/>
                      </a:path>
                    </a:pathLst>
                  </a:custGeom>
                  <a:grpFill/>
                  <a:ln w="3175">
                    <a:solidFill>
                      <a:schemeClr val="bg1">
                        <a:lumMod val="85000"/>
                        <a:alpha val="55000"/>
                      </a:schemeClr>
                    </a:solidFill>
                    <a:prstDash val="solid"/>
                    <a:round/>
                    <a:headEnd/>
                    <a:tailEnd/>
                  </a:ln>
                </p:spPr>
                <p:txBody>
                  <a:bodyPr vert="horz" wrap="square" lIns="121920" tIns="60960" rIns="121920" bIns="60960" numCol="1" anchor="t" anchorCtr="0" compatLnSpc="1">
                    <a:prstTxWarp prst="textNoShape">
                      <a:avLst/>
                    </a:prstTxWarp>
                  </a:bodyPr>
                  <a:lstStyle/>
                  <a:p>
                    <a:pPr defTabSz="685750" rtl="0">
                      <a:defRPr/>
                    </a:pPr>
                    <a:endParaRPr lang="en-IN" sz="2400">
                      <a:solidFill>
                        <a:srgbClr val="706259"/>
                      </a:solidFill>
                      <a:latin typeface="Arial" panose="020B0604020202020204" pitchFamily="34" charset="0"/>
                      <a:ea typeface="+mn-ea"/>
                      <a:cs typeface="Arial" panose="020B0604020202020204" pitchFamily="34" charset="0"/>
                    </a:endParaRPr>
                  </a:p>
                </p:txBody>
              </p:sp>
              <p:sp>
                <p:nvSpPr>
                  <p:cNvPr id="363" name="Freeform 154">
                    <a:extLst>
                      <a:ext uri="{FF2B5EF4-FFF2-40B4-BE49-F238E27FC236}">
                        <a16:creationId xmlns:a16="http://schemas.microsoft.com/office/drawing/2014/main" id="{C39169DB-4B76-4D71-9962-04F1F1B4048D}"/>
                      </a:ext>
                    </a:extLst>
                  </p:cNvPr>
                  <p:cNvSpPr>
                    <a:spLocks/>
                  </p:cNvSpPr>
                  <p:nvPr/>
                </p:nvSpPr>
                <p:spPr bwMode="auto">
                  <a:xfrm>
                    <a:off x="388535" y="4351826"/>
                    <a:ext cx="63500" cy="47625"/>
                  </a:xfrm>
                  <a:custGeom>
                    <a:avLst/>
                    <a:gdLst>
                      <a:gd name="T0" fmla="*/ 0 w 118"/>
                      <a:gd name="T1" fmla="*/ 51 h 91"/>
                      <a:gd name="T2" fmla="*/ 12 w 118"/>
                      <a:gd name="T3" fmla="*/ 55 h 91"/>
                      <a:gd name="T4" fmla="*/ 22 w 118"/>
                      <a:gd name="T5" fmla="*/ 59 h 91"/>
                      <a:gd name="T6" fmla="*/ 27 w 118"/>
                      <a:gd name="T7" fmla="*/ 61 h 91"/>
                      <a:gd name="T8" fmla="*/ 31 w 118"/>
                      <a:gd name="T9" fmla="*/ 64 h 91"/>
                      <a:gd name="T10" fmla="*/ 36 w 118"/>
                      <a:gd name="T11" fmla="*/ 66 h 91"/>
                      <a:gd name="T12" fmla="*/ 39 w 118"/>
                      <a:gd name="T13" fmla="*/ 69 h 91"/>
                      <a:gd name="T14" fmla="*/ 43 w 118"/>
                      <a:gd name="T15" fmla="*/ 74 h 91"/>
                      <a:gd name="T16" fmla="*/ 48 w 118"/>
                      <a:gd name="T17" fmla="*/ 78 h 91"/>
                      <a:gd name="T18" fmla="*/ 52 w 118"/>
                      <a:gd name="T19" fmla="*/ 81 h 91"/>
                      <a:gd name="T20" fmla="*/ 58 w 118"/>
                      <a:gd name="T21" fmla="*/ 84 h 91"/>
                      <a:gd name="T22" fmla="*/ 62 w 118"/>
                      <a:gd name="T23" fmla="*/ 86 h 91"/>
                      <a:gd name="T24" fmla="*/ 67 w 118"/>
                      <a:gd name="T25" fmla="*/ 88 h 91"/>
                      <a:gd name="T26" fmla="*/ 72 w 118"/>
                      <a:gd name="T27" fmla="*/ 90 h 91"/>
                      <a:gd name="T28" fmla="*/ 77 w 118"/>
                      <a:gd name="T29" fmla="*/ 91 h 91"/>
                      <a:gd name="T30" fmla="*/ 81 w 118"/>
                      <a:gd name="T31" fmla="*/ 90 h 91"/>
                      <a:gd name="T32" fmla="*/ 83 w 118"/>
                      <a:gd name="T33" fmla="*/ 89 h 91"/>
                      <a:gd name="T34" fmla="*/ 85 w 118"/>
                      <a:gd name="T35" fmla="*/ 87 h 91"/>
                      <a:gd name="T36" fmla="*/ 88 w 118"/>
                      <a:gd name="T37" fmla="*/ 84 h 91"/>
                      <a:gd name="T38" fmla="*/ 91 w 118"/>
                      <a:gd name="T39" fmla="*/ 77 h 91"/>
                      <a:gd name="T40" fmla="*/ 94 w 118"/>
                      <a:gd name="T41" fmla="*/ 70 h 91"/>
                      <a:gd name="T42" fmla="*/ 103 w 118"/>
                      <a:gd name="T43" fmla="*/ 60 h 91"/>
                      <a:gd name="T44" fmla="*/ 110 w 118"/>
                      <a:gd name="T45" fmla="*/ 48 h 91"/>
                      <a:gd name="T46" fmla="*/ 113 w 118"/>
                      <a:gd name="T47" fmla="*/ 39 h 91"/>
                      <a:gd name="T48" fmla="*/ 115 w 118"/>
                      <a:gd name="T49" fmla="*/ 31 h 91"/>
                      <a:gd name="T50" fmla="*/ 118 w 118"/>
                      <a:gd name="T51" fmla="*/ 23 h 91"/>
                      <a:gd name="T52" fmla="*/ 118 w 118"/>
                      <a:gd name="T53" fmla="*/ 13 h 91"/>
                      <a:gd name="T54" fmla="*/ 118 w 118"/>
                      <a:gd name="T55" fmla="*/ 10 h 91"/>
                      <a:gd name="T56" fmla="*/ 117 w 118"/>
                      <a:gd name="T57" fmla="*/ 9 h 91"/>
                      <a:gd name="T58" fmla="*/ 114 w 118"/>
                      <a:gd name="T59" fmla="*/ 8 h 91"/>
                      <a:gd name="T60" fmla="*/ 112 w 118"/>
                      <a:gd name="T61" fmla="*/ 6 h 91"/>
                      <a:gd name="T62" fmla="*/ 109 w 118"/>
                      <a:gd name="T63" fmla="*/ 4 h 91"/>
                      <a:gd name="T64" fmla="*/ 104 w 118"/>
                      <a:gd name="T65" fmla="*/ 1 h 91"/>
                      <a:gd name="T66" fmla="*/ 101 w 118"/>
                      <a:gd name="T67" fmla="*/ 1 h 91"/>
                      <a:gd name="T68" fmla="*/ 95 w 118"/>
                      <a:gd name="T69" fmla="*/ 0 h 91"/>
                      <a:gd name="T70" fmla="*/ 87 w 118"/>
                      <a:gd name="T71" fmla="*/ 1 h 91"/>
                      <a:gd name="T72" fmla="*/ 79 w 118"/>
                      <a:gd name="T73" fmla="*/ 1 h 91"/>
                      <a:gd name="T74" fmla="*/ 71 w 118"/>
                      <a:gd name="T75" fmla="*/ 3 h 91"/>
                      <a:gd name="T76" fmla="*/ 62 w 118"/>
                      <a:gd name="T77" fmla="*/ 4 h 91"/>
                      <a:gd name="T78" fmla="*/ 53 w 118"/>
                      <a:gd name="T79" fmla="*/ 4 h 91"/>
                      <a:gd name="T80" fmla="*/ 46 w 118"/>
                      <a:gd name="T81" fmla="*/ 5 h 91"/>
                      <a:gd name="T82" fmla="*/ 40 w 118"/>
                      <a:gd name="T83" fmla="*/ 7 h 91"/>
                      <a:gd name="T84" fmla="*/ 34 w 118"/>
                      <a:gd name="T85" fmla="*/ 10 h 91"/>
                      <a:gd name="T86" fmla="*/ 30 w 118"/>
                      <a:gd name="T87" fmla="*/ 13 h 91"/>
                      <a:gd name="T88" fmla="*/ 27 w 118"/>
                      <a:gd name="T89" fmla="*/ 17 h 91"/>
                      <a:gd name="T90" fmla="*/ 20 w 118"/>
                      <a:gd name="T91" fmla="*/ 25 h 91"/>
                      <a:gd name="T92" fmla="*/ 12 w 118"/>
                      <a:gd name="T93" fmla="*/ 35 h 91"/>
                      <a:gd name="T94" fmla="*/ 7 w 118"/>
                      <a:gd name="T95" fmla="*/ 43 h 91"/>
                      <a:gd name="T96" fmla="*/ 0 w 118"/>
                      <a:gd name="T97" fmla="*/ 51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18" h="91">
                        <a:moveTo>
                          <a:pt x="0" y="51"/>
                        </a:moveTo>
                        <a:lnTo>
                          <a:pt x="12" y="55"/>
                        </a:lnTo>
                        <a:lnTo>
                          <a:pt x="22" y="59"/>
                        </a:lnTo>
                        <a:lnTo>
                          <a:pt x="27" y="61"/>
                        </a:lnTo>
                        <a:lnTo>
                          <a:pt x="31" y="64"/>
                        </a:lnTo>
                        <a:lnTo>
                          <a:pt x="36" y="66"/>
                        </a:lnTo>
                        <a:lnTo>
                          <a:pt x="39" y="69"/>
                        </a:lnTo>
                        <a:lnTo>
                          <a:pt x="43" y="74"/>
                        </a:lnTo>
                        <a:lnTo>
                          <a:pt x="48" y="78"/>
                        </a:lnTo>
                        <a:lnTo>
                          <a:pt x="52" y="81"/>
                        </a:lnTo>
                        <a:lnTo>
                          <a:pt x="58" y="84"/>
                        </a:lnTo>
                        <a:lnTo>
                          <a:pt x="62" y="86"/>
                        </a:lnTo>
                        <a:lnTo>
                          <a:pt x="67" y="88"/>
                        </a:lnTo>
                        <a:lnTo>
                          <a:pt x="72" y="90"/>
                        </a:lnTo>
                        <a:lnTo>
                          <a:pt x="77" y="91"/>
                        </a:lnTo>
                        <a:lnTo>
                          <a:pt x="81" y="90"/>
                        </a:lnTo>
                        <a:lnTo>
                          <a:pt x="83" y="89"/>
                        </a:lnTo>
                        <a:lnTo>
                          <a:pt x="85" y="87"/>
                        </a:lnTo>
                        <a:lnTo>
                          <a:pt x="88" y="84"/>
                        </a:lnTo>
                        <a:lnTo>
                          <a:pt x="91" y="77"/>
                        </a:lnTo>
                        <a:lnTo>
                          <a:pt x="94" y="70"/>
                        </a:lnTo>
                        <a:lnTo>
                          <a:pt x="103" y="60"/>
                        </a:lnTo>
                        <a:lnTo>
                          <a:pt x="110" y="48"/>
                        </a:lnTo>
                        <a:lnTo>
                          <a:pt x="113" y="39"/>
                        </a:lnTo>
                        <a:lnTo>
                          <a:pt x="115" y="31"/>
                        </a:lnTo>
                        <a:lnTo>
                          <a:pt x="118" y="23"/>
                        </a:lnTo>
                        <a:lnTo>
                          <a:pt x="118" y="13"/>
                        </a:lnTo>
                        <a:lnTo>
                          <a:pt x="118" y="10"/>
                        </a:lnTo>
                        <a:lnTo>
                          <a:pt x="117" y="9"/>
                        </a:lnTo>
                        <a:lnTo>
                          <a:pt x="114" y="8"/>
                        </a:lnTo>
                        <a:lnTo>
                          <a:pt x="112" y="6"/>
                        </a:lnTo>
                        <a:lnTo>
                          <a:pt x="109" y="4"/>
                        </a:lnTo>
                        <a:lnTo>
                          <a:pt x="104" y="1"/>
                        </a:lnTo>
                        <a:lnTo>
                          <a:pt x="101" y="1"/>
                        </a:lnTo>
                        <a:lnTo>
                          <a:pt x="95" y="0"/>
                        </a:lnTo>
                        <a:lnTo>
                          <a:pt x="87" y="1"/>
                        </a:lnTo>
                        <a:lnTo>
                          <a:pt x="79" y="1"/>
                        </a:lnTo>
                        <a:lnTo>
                          <a:pt x="71" y="3"/>
                        </a:lnTo>
                        <a:lnTo>
                          <a:pt x="62" y="4"/>
                        </a:lnTo>
                        <a:lnTo>
                          <a:pt x="53" y="4"/>
                        </a:lnTo>
                        <a:lnTo>
                          <a:pt x="46" y="5"/>
                        </a:lnTo>
                        <a:lnTo>
                          <a:pt x="40" y="7"/>
                        </a:lnTo>
                        <a:lnTo>
                          <a:pt x="34" y="10"/>
                        </a:lnTo>
                        <a:lnTo>
                          <a:pt x="30" y="13"/>
                        </a:lnTo>
                        <a:lnTo>
                          <a:pt x="27" y="17"/>
                        </a:lnTo>
                        <a:lnTo>
                          <a:pt x="20" y="25"/>
                        </a:lnTo>
                        <a:lnTo>
                          <a:pt x="12" y="35"/>
                        </a:lnTo>
                        <a:lnTo>
                          <a:pt x="7" y="43"/>
                        </a:lnTo>
                        <a:lnTo>
                          <a:pt x="0" y="51"/>
                        </a:lnTo>
                        <a:close/>
                      </a:path>
                    </a:pathLst>
                  </a:custGeom>
                  <a:grpFill/>
                  <a:ln w="3175">
                    <a:solidFill>
                      <a:schemeClr val="bg1">
                        <a:lumMod val="85000"/>
                        <a:alpha val="55000"/>
                      </a:schemeClr>
                    </a:solidFill>
                    <a:prstDash val="solid"/>
                    <a:round/>
                    <a:headEnd/>
                    <a:tailEnd/>
                  </a:ln>
                </p:spPr>
                <p:txBody>
                  <a:bodyPr vert="horz" wrap="square" lIns="121920" tIns="60960" rIns="121920" bIns="60960" numCol="1" anchor="t" anchorCtr="0" compatLnSpc="1">
                    <a:prstTxWarp prst="textNoShape">
                      <a:avLst/>
                    </a:prstTxWarp>
                  </a:bodyPr>
                  <a:lstStyle/>
                  <a:p>
                    <a:pPr defTabSz="685750" rtl="0">
                      <a:defRPr/>
                    </a:pPr>
                    <a:endParaRPr lang="en-IN" sz="2400">
                      <a:solidFill>
                        <a:srgbClr val="706259"/>
                      </a:solidFill>
                      <a:latin typeface="Arial" panose="020B0604020202020204" pitchFamily="34" charset="0"/>
                      <a:ea typeface="+mn-ea"/>
                      <a:cs typeface="Arial" panose="020B0604020202020204" pitchFamily="34" charset="0"/>
                    </a:endParaRPr>
                  </a:p>
                </p:txBody>
              </p:sp>
              <p:sp>
                <p:nvSpPr>
                  <p:cNvPr id="364" name="Freeform 155">
                    <a:extLst>
                      <a:ext uri="{FF2B5EF4-FFF2-40B4-BE49-F238E27FC236}">
                        <a16:creationId xmlns:a16="http://schemas.microsoft.com/office/drawing/2014/main" id="{9A45FB08-B874-4544-A572-72E7FBAFDA84}"/>
                      </a:ext>
                    </a:extLst>
                  </p:cNvPr>
                  <p:cNvSpPr>
                    <a:spLocks/>
                  </p:cNvSpPr>
                  <p:nvPr/>
                </p:nvSpPr>
                <p:spPr bwMode="auto">
                  <a:xfrm>
                    <a:off x="331385" y="4381988"/>
                    <a:ext cx="25400" cy="26988"/>
                  </a:xfrm>
                  <a:custGeom>
                    <a:avLst/>
                    <a:gdLst>
                      <a:gd name="T0" fmla="*/ 0 w 48"/>
                      <a:gd name="T1" fmla="*/ 35 h 52"/>
                      <a:gd name="T2" fmla="*/ 0 w 48"/>
                      <a:gd name="T3" fmla="*/ 52 h 52"/>
                      <a:gd name="T4" fmla="*/ 9 w 48"/>
                      <a:gd name="T5" fmla="*/ 48 h 52"/>
                      <a:gd name="T6" fmla="*/ 17 w 48"/>
                      <a:gd name="T7" fmla="*/ 42 h 52"/>
                      <a:gd name="T8" fmla="*/ 26 w 48"/>
                      <a:gd name="T9" fmla="*/ 38 h 52"/>
                      <a:gd name="T10" fmla="*/ 34 w 48"/>
                      <a:gd name="T11" fmla="*/ 33 h 52"/>
                      <a:gd name="T12" fmla="*/ 37 w 48"/>
                      <a:gd name="T13" fmla="*/ 31 h 52"/>
                      <a:gd name="T14" fmla="*/ 40 w 48"/>
                      <a:gd name="T15" fmla="*/ 28 h 52"/>
                      <a:gd name="T16" fmla="*/ 43 w 48"/>
                      <a:gd name="T17" fmla="*/ 23 h 52"/>
                      <a:gd name="T18" fmla="*/ 45 w 48"/>
                      <a:gd name="T19" fmla="*/ 20 h 52"/>
                      <a:gd name="T20" fmla="*/ 47 w 48"/>
                      <a:gd name="T21" fmla="*/ 11 h 52"/>
                      <a:gd name="T22" fmla="*/ 48 w 48"/>
                      <a:gd name="T23" fmla="*/ 2 h 52"/>
                      <a:gd name="T24" fmla="*/ 46 w 48"/>
                      <a:gd name="T25" fmla="*/ 1 h 52"/>
                      <a:gd name="T26" fmla="*/ 43 w 48"/>
                      <a:gd name="T27" fmla="*/ 0 h 52"/>
                      <a:gd name="T28" fmla="*/ 36 w 48"/>
                      <a:gd name="T29" fmla="*/ 1 h 52"/>
                      <a:gd name="T30" fmla="*/ 30 w 48"/>
                      <a:gd name="T31" fmla="*/ 4 h 52"/>
                      <a:gd name="T32" fmla="*/ 26 w 48"/>
                      <a:gd name="T33" fmla="*/ 9 h 52"/>
                      <a:gd name="T34" fmla="*/ 20 w 48"/>
                      <a:gd name="T35" fmla="*/ 13 h 52"/>
                      <a:gd name="T36" fmla="*/ 13 w 48"/>
                      <a:gd name="T37" fmla="*/ 18 h 52"/>
                      <a:gd name="T38" fmla="*/ 7 w 48"/>
                      <a:gd name="T39" fmla="*/ 22 h 52"/>
                      <a:gd name="T40" fmla="*/ 4 w 48"/>
                      <a:gd name="T41" fmla="*/ 25 h 52"/>
                      <a:gd name="T42" fmla="*/ 3 w 48"/>
                      <a:gd name="T43" fmla="*/ 29 h 52"/>
                      <a:gd name="T44" fmla="*/ 2 w 48"/>
                      <a:gd name="T45" fmla="*/ 32 h 52"/>
                      <a:gd name="T46" fmla="*/ 0 w 48"/>
                      <a:gd name="T47" fmla="*/ 35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8" h="52">
                        <a:moveTo>
                          <a:pt x="0" y="35"/>
                        </a:moveTo>
                        <a:lnTo>
                          <a:pt x="0" y="52"/>
                        </a:lnTo>
                        <a:lnTo>
                          <a:pt x="9" y="48"/>
                        </a:lnTo>
                        <a:lnTo>
                          <a:pt x="17" y="42"/>
                        </a:lnTo>
                        <a:lnTo>
                          <a:pt x="26" y="38"/>
                        </a:lnTo>
                        <a:lnTo>
                          <a:pt x="34" y="33"/>
                        </a:lnTo>
                        <a:lnTo>
                          <a:pt x="37" y="31"/>
                        </a:lnTo>
                        <a:lnTo>
                          <a:pt x="40" y="28"/>
                        </a:lnTo>
                        <a:lnTo>
                          <a:pt x="43" y="23"/>
                        </a:lnTo>
                        <a:lnTo>
                          <a:pt x="45" y="20"/>
                        </a:lnTo>
                        <a:lnTo>
                          <a:pt x="47" y="11"/>
                        </a:lnTo>
                        <a:lnTo>
                          <a:pt x="48" y="2"/>
                        </a:lnTo>
                        <a:lnTo>
                          <a:pt x="46" y="1"/>
                        </a:lnTo>
                        <a:lnTo>
                          <a:pt x="43" y="0"/>
                        </a:lnTo>
                        <a:lnTo>
                          <a:pt x="36" y="1"/>
                        </a:lnTo>
                        <a:lnTo>
                          <a:pt x="30" y="4"/>
                        </a:lnTo>
                        <a:lnTo>
                          <a:pt x="26" y="9"/>
                        </a:lnTo>
                        <a:lnTo>
                          <a:pt x="20" y="13"/>
                        </a:lnTo>
                        <a:lnTo>
                          <a:pt x="13" y="18"/>
                        </a:lnTo>
                        <a:lnTo>
                          <a:pt x="7" y="22"/>
                        </a:lnTo>
                        <a:lnTo>
                          <a:pt x="4" y="25"/>
                        </a:lnTo>
                        <a:lnTo>
                          <a:pt x="3" y="29"/>
                        </a:lnTo>
                        <a:lnTo>
                          <a:pt x="2" y="32"/>
                        </a:lnTo>
                        <a:lnTo>
                          <a:pt x="0" y="35"/>
                        </a:lnTo>
                        <a:close/>
                      </a:path>
                    </a:pathLst>
                  </a:custGeom>
                  <a:solidFill>
                    <a:srgbClr val="D40D8D"/>
                  </a:solidFill>
                  <a:ln w="3175">
                    <a:solidFill>
                      <a:schemeClr val="bg1">
                        <a:lumMod val="85000"/>
                        <a:alpha val="55000"/>
                      </a:schemeClr>
                    </a:solidFill>
                    <a:prstDash val="solid"/>
                    <a:round/>
                    <a:headEnd/>
                    <a:tailEnd/>
                  </a:ln>
                </p:spPr>
                <p:txBody>
                  <a:bodyPr vert="horz" wrap="square" lIns="121920" tIns="60960" rIns="121920" bIns="60960" numCol="1" anchor="t" anchorCtr="0" compatLnSpc="1">
                    <a:prstTxWarp prst="textNoShape">
                      <a:avLst/>
                    </a:prstTxWarp>
                  </a:bodyPr>
                  <a:lstStyle/>
                  <a:p>
                    <a:pPr defTabSz="685750" rtl="0">
                      <a:defRPr/>
                    </a:pPr>
                    <a:endParaRPr lang="en-IN" sz="2400">
                      <a:solidFill>
                        <a:srgbClr val="706259"/>
                      </a:solidFill>
                      <a:latin typeface="Arial" panose="020B0604020202020204" pitchFamily="34" charset="0"/>
                      <a:ea typeface="+mn-ea"/>
                      <a:cs typeface="Arial" panose="020B0604020202020204" pitchFamily="34" charset="0"/>
                    </a:endParaRPr>
                  </a:p>
                </p:txBody>
              </p:sp>
            </p:grpSp>
          </p:grpSp>
          <p:sp>
            <p:nvSpPr>
              <p:cNvPr id="107" name="object 46">
                <a:extLst>
                  <a:ext uri="{FF2B5EF4-FFF2-40B4-BE49-F238E27FC236}">
                    <a16:creationId xmlns:a16="http://schemas.microsoft.com/office/drawing/2014/main" id="{BA359DAB-FF36-4419-A421-7615EA94187D}"/>
                  </a:ext>
                </a:extLst>
              </p:cNvPr>
              <p:cNvSpPr/>
              <p:nvPr/>
            </p:nvSpPr>
            <p:spPr>
              <a:xfrm>
                <a:off x="8295020" y="3965566"/>
                <a:ext cx="61058" cy="62584"/>
              </a:xfrm>
              <a:custGeom>
                <a:avLst/>
                <a:gdLst/>
                <a:ahLst/>
                <a:cxnLst/>
                <a:rect l="l" t="t" r="r" b="b"/>
                <a:pathLst>
                  <a:path w="50800" h="52070">
                    <a:moveTo>
                      <a:pt x="25145" y="0"/>
                    </a:moveTo>
                    <a:lnTo>
                      <a:pt x="15376" y="2030"/>
                    </a:lnTo>
                    <a:lnTo>
                      <a:pt x="7381" y="7572"/>
                    </a:lnTo>
                    <a:lnTo>
                      <a:pt x="1982" y="15805"/>
                    </a:lnTo>
                    <a:lnTo>
                      <a:pt x="0" y="25908"/>
                    </a:lnTo>
                    <a:lnTo>
                      <a:pt x="1982" y="35994"/>
                    </a:lnTo>
                    <a:lnTo>
                      <a:pt x="7381" y="44229"/>
                    </a:lnTo>
                    <a:lnTo>
                      <a:pt x="15376" y="49780"/>
                    </a:lnTo>
                    <a:lnTo>
                      <a:pt x="25145" y="51816"/>
                    </a:lnTo>
                    <a:lnTo>
                      <a:pt x="34915" y="49780"/>
                    </a:lnTo>
                    <a:lnTo>
                      <a:pt x="42910" y="44229"/>
                    </a:lnTo>
                    <a:lnTo>
                      <a:pt x="48309" y="35994"/>
                    </a:lnTo>
                    <a:lnTo>
                      <a:pt x="50291" y="25908"/>
                    </a:lnTo>
                    <a:lnTo>
                      <a:pt x="48309" y="15805"/>
                    </a:lnTo>
                    <a:lnTo>
                      <a:pt x="42910" y="7572"/>
                    </a:lnTo>
                    <a:lnTo>
                      <a:pt x="34915" y="2030"/>
                    </a:lnTo>
                    <a:lnTo>
                      <a:pt x="25145" y="0"/>
                    </a:lnTo>
                    <a:close/>
                  </a:path>
                </a:pathLst>
              </a:custGeom>
              <a:solidFill>
                <a:srgbClr val="5CADD4"/>
              </a:solidFill>
            </p:spPr>
            <p:txBody>
              <a:bodyPr wrap="square" lIns="0" tIns="0" rIns="0" bIns="0" rtlCol="0"/>
              <a:lstStyle/>
              <a:p>
                <a:pPr defTabSz="685750" rtl="0">
                  <a:defRPr/>
                </a:pPr>
                <a:endParaRPr sz="3200">
                  <a:solidFill>
                    <a:srgbClr val="000000"/>
                  </a:solidFill>
                  <a:latin typeface="Arial" panose="020B0604020202020204" pitchFamily="34" charset="0"/>
                  <a:ea typeface="+mn-ea"/>
                  <a:cs typeface="Arial" panose="020B0604020202020204" pitchFamily="34" charset="0"/>
                </a:endParaRPr>
              </a:p>
            </p:txBody>
          </p:sp>
          <p:sp>
            <p:nvSpPr>
              <p:cNvPr id="108" name="object 47">
                <a:extLst>
                  <a:ext uri="{FF2B5EF4-FFF2-40B4-BE49-F238E27FC236}">
                    <a16:creationId xmlns:a16="http://schemas.microsoft.com/office/drawing/2014/main" id="{FDD837A0-FB33-4479-82F7-959C0AA6C01D}"/>
                  </a:ext>
                </a:extLst>
              </p:cNvPr>
              <p:cNvSpPr/>
              <p:nvPr/>
            </p:nvSpPr>
            <p:spPr>
              <a:xfrm>
                <a:off x="8918057" y="4124734"/>
                <a:ext cx="62584" cy="61058"/>
              </a:xfrm>
              <a:custGeom>
                <a:avLst/>
                <a:gdLst/>
                <a:ahLst/>
                <a:cxnLst/>
                <a:rect l="l" t="t" r="r" b="b"/>
                <a:pathLst>
                  <a:path w="52070" h="50800">
                    <a:moveTo>
                      <a:pt x="25907" y="0"/>
                    </a:moveTo>
                    <a:lnTo>
                      <a:pt x="15805" y="1975"/>
                    </a:lnTo>
                    <a:lnTo>
                      <a:pt x="7572" y="7362"/>
                    </a:lnTo>
                    <a:lnTo>
                      <a:pt x="2030" y="15355"/>
                    </a:lnTo>
                    <a:lnTo>
                      <a:pt x="0" y="25146"/>
                    </a:lnTo>
                    <a:lnTo>
                      <a:pt x="2030" y="34931"/>
                    </a:lnTo>
                    <a:lnTo>
                      <a:pt x="7572" y="42924"/>
                    </a:lnTo>
                    <a:lnTo>
                      <a:pt x="15805" y="48314"/>
                    </a:lnTo>
                    <a:lnTo>
                      <a:pt x="25907" y="50292"/>
                    </a:lnTo>
                    <a:lnTo>
                      <a:pt x="36010" y="48314"/>
                    </a:lnTo>
                    <a:lnTo>
                      <a:pt x="44243" y="42924"/>
                    </a:lnTo>
                    <a:lnTo>
                      <a:pt x="49785" y="34931"/>
                    </a:lnTo>
                    <a:lnTo>
                      <a:pt x="51815" y="25146"/>
                    </a:lnTo>
                    <a:lnTo>
                      <a:pt x="49785" y="15355"/>
                    </a:lnTo>
                    <a:lnTo>
                      <a:pt x="44243" y="7362"/>
                    </a:lnTo>
                    <a:lnTo>
                      <a:pt x="36010" y="1975"/>
                    </a:lnTo>
                    <a:lnTo>
                      <a:pt x="25907" y="0"/>
                    </a:lnTo>
                    <a:close/>
                  </a:path>
                </a:pathLst>
              </a:custGeom>
              <a:solidFill>
                <a:srgbClr val="00B0F0"/>
              </a:solidFill>
            </p:spPr>
            <p:txBody>
              <a:bodyPr wrap="square" lIns="0" tIns="0" rIns="0" bIns="0" rtlCol="0"/>
              <a:lstStyle/>
              <a:p>
                <a:pPr defTabSz="685750" rtl="0">
                  <a:defRPr/>
                </a:pPr>
                <a:endParaRPr sz="3200">
                  <a:solidFill>
                    <a:srgbClr val="000000"/>
                  </a:solidFill>
                  <a:latin typeface="Arial" panose="020B0604020202020204" pitchFamily="34" charset="0"/>
                  <a:ea typeface="+mn-ea"/>
                  <a:cs typeface="Arial" panose="020B0604020202020204" pitchFamily="34" charset="0"/>
                </a:endParaRPr>
              </a:p>
            </p:txBody>
          </p:sp>
          <p:sp>
            <p:nvSpPr>
              <p:cNvPr id="109" name="object 48">
                <a:extLst>
                  <a:ext uri="{FF2B5EF4-FFF2-40B4-BE49-F238E27FC236}">
                    <a16:creationId xmlns:a16="http://schemas.microsoft.com/office/drawing/2014/main" id="{EDF3D733-1819-4D7E-8962-5BFB2EDD4662}"/>
                  </a:ext>
                </a:extLst>
              </p:cNvPr>
              <p:cNvSpPr/>
              <p:nvPr/>
            </p:nvSpPr>
            <p:spPr>
              <a:xfrm>
                <a:off x="9102683" y="4003063"/>
                <a:ext cx="62584" cy="62584"/>
              </a:xfrm>
              <a:custGeom>
                <a:avLst/>
                <a:gdLst/>
                <a:ahLst/>
                <a:cxnLst/>
                <a:rect l="l" t="t" r="r" b="b"/>
                <a:pathLst>
                  <a:path w="52070" h="52070">
                    <a:moveTo>
                      <a:pt x="25907" y="0"/>
                    </a:moveTo>
                    <a:lnTo>
                      <a:pt x="15805" y="2035"/>
                    </a:lnTo>
                    <a:lnTo>
                      <a:pt x="7572" y="7586"/>
                    </a:lnTo>
                    <a:lnTo>
                      <a:pt x="2030" y="15821"/>
                    </a:lnTo>
                    <a:lnTo>
                      <a:pt x="0" y="25907"/>
                    </a:lnTo>
                    <a:lnTo>
                      <a:pt x="2030" y="35994"/>
                    </a:lnTo>
                    <a:lnTo>
                      <a:pt x="7572" y="44229"/>
                    </a:lnTo>
                    <a:lnTo>
                      <a:pt x="15805" y="49780"/>
                    </a:lnTo>
                    <a:lnTo>
                      <a:pt x="25907" y="51815"/>
                    </a:lnTo>
                    <a:lnTo>
                      <a:pt x="36010" y="49780"/>
                    </a:lnTo>
                    <a:lnTo>
                      <a:pt x="44243" y="44229"/>
                    </a:lnTo>
                    <a:lnTo>
                      <a:pt x="49785" y="35994"/>
                    </a:lnTo>
                    <a:lnTo>
                      <a:pt x="51816" y="25907"/>
                    </a:lnTo>
                    <a:lnTo>
                      <a:pt x="49785" y="15821"/>
                    </a:lnTo>
                    <a:lnTo>
                      <a:pt x="44243" y="7586"/>
                    </a:lnTo>
                    <a:lnTo>
                      <a:pt x="36010" y="2035"/>
                    </a:lnTo>
                    <a:lnTo>
                      <a:pt x="25907" y="0"/>
                    </a:lnTo>
                    <a:close/>
                  </a:path>
                </a:pathLst>
              </a:custGeom>
              <a:solidFill>
                <a:srgbClr val="5CADD4"/>
              </a:solidFill>
            </p:spPr>
            <p:txBody>
              <a:bodyPr wrap="square" lIns="0" tIns="0" rIns="0" bIns="0" rtlCol="0"/>
              <a:lstStyle/>
              <a:p>
                <a:pPr defTabSz="685750" rtl="0">
                  <a:defRPr/>
                </a:pPr>
                <a:endParaRPr sz="3200">
                  <a:solidFill>
                    <a:srgbClr val="000000"/>
                  </a:solidFill>
                  <a:latin typeface="Arial" panose="020B0604020202020204" pitchFamily="34" charset="0"/>
                  <a:ea typeface="+mn-ea"/>
                  <a:cs typeface="Arial" panose="020B0604020202020204" pitchFamily="34" charset="0"/>
                </a:endParaRPr>
              </a:p>
            </p:txBody>
          </p:sp>
          <p:sp>
            <p:nvSpPr>
              <p:cNvPr id="110" name="object 49">
                <a:extLst>
                  <a:ext uri="{FF2B5EF4-FFF2-40B4-BE49-F238E27FC236}">
                    <a16:creationId xmlns:a16="http://schemas.microsoft.com/office/drawing/2014/main" id="{B21C5ACF-5D23-4523-ACB0-74A9D9BFBDE5}"/>
                  </a:ext>
                </a:extLst>
              </p:cNvPr>
              <p:cNvSpPr/>
              <p:nvPr/>
            </p:nvSpPr>
            <p:spPr>
              <a:xfrm>
                <a:off x="9133975" y="3783165"/>
                <a:ext cx="62584" cy="62584"/>
              </a:xfrm>
              <a:custGeom>
                <a:avLst/>
                <a:gdLst/>
                <a:ahLst/>
                <a:cxnLst/>
                <a:rect l="l" t="t" r="r" b="b"/>
                <a:pathLst>
                  <a:path w="52070" h="52070">
                    <a:moveTo>
                      <a:pt x="25907" y="0"/>
                    </a:moveTo>
                    <a:lnTo>
                      <a:pt x="15805" y="2030"/>
                    </a:lnTo>
                    <a:lnTo>
                      <a:pt x="7572" y="7572"/>
                    </a:lnTo>
                    <a:lnTo>
                      <a:pt x="2030" y="15805"/>
                    </a:lnTo>
                    <a:lnTo>
                      <a:pt x="0" y="25907"/>
                    </a:lnTo>
                    <a:lnTo>
                      <a:pt x="2030" y="36010"/>
                    </a:lnTo>
                    <a:lnTo>
                      <a:pt x="7572" y="44243"/>
                    </a:lnTo>
                    <a:lnTo>
                      <a:pt x="15805" y="49785"/>
                    </a:lnTo>
                    <a:lnTo>
                      <a:pt x="25907" y="51815"/>
                    </a:lnTo>
                    <a:lnTo>
                      <a:pt x="36010" y="49785"/>
                    </a:lnTo>
                    <a:lnTo>
                      <a:pt x="44243" y="44243"/>
                    </a:lnTo>
                    <a:lnTo>
                      <a:pt x="49785" y="36010"/>
                    </a:lnTo>
                    <a:lnTo>
                      <a:pt x="51816" y="25907"/>
                    </a:lnTo>
                    <a:lnTo>
                      <a:pt x="49785" y="15805"/>
                    </a:lnTo>
                    <a:lnTo>
                      <a:pt x="44243" y="7572"/>
                    </a:lnTo>
                    <a:lnTo>
                      <a:pt x="36010" y="2030"/>
                    </a:lnTo>
                    <a:lnTo>
                      <a:pt x="25907" y="0"/>
                    </a:lnTo>
                    <a:close/>
                  </a:path>
                </a:pathLst>
              </a:custGeom>
              <a:solidFill>
                <a:srgbClr val="00B0F0"/>
              </a:solidFill>
            </p:spPr>
            <p:txBody>
              <a:bodyPr wrap="square" lIns="0" tIns="0" rIns="0" bIns="0" rtlCol="0"/>
              <a:lstStyle/>
              <a:p>
                <a:pPr defTabSz="685750" rtl="0">
                  <a:defRPr/>
                </a:pPr>
                <a:endParaRPr sz="3200">
                  <a:solidFill>
                    <a:srgbClr val="000000"/>
                  </a:solidFill>
                  <a:latin typeface="Arial" panose="020B0604020202020204" pitchFamily="34" charset="0"/>
                  <a:ea typeface="+mn-ea"/>
                  <a:cs typeface="Arial" panose="020B0604020202020204" pitchFamily="34" charset="0"/>
                </a:endParaRPr>
              </a:p>
            </p:txBody>
          </p:sp>
          <p:sp>
            <p:nvSpPr>
              <p:cNvPr id="111" name="object 50">
                <a:extLst>
                  <a:ext uri="{FF2B5EF4-FFF2-40B4-BE49-F238E27FC236}">
                    <a16:creationId xmlns:a16="http://schemas.microsoft.com/office/drawing/2014/main" id="{AADFDA23-B8A6-43E3-84C9-C82E4EAA89E9}"/>
                  </a:ext>
                </a:extLst>
              </p:cNvPr>
              <p:cNvSpPr/>
              <p:nvPr/>
            </p:nvSpPr>
            <p:spPr>
              <a:xfrm>
                <a:off x="9593214" y="4138575"/>
                <a:ext cx="62584" cy="62584"/>
              </a:xfrm>
              <a:custGeom>
                <a:avLst/>
                <a:gdLst/>
                <a:ahLst/>
                <a:cxnLst/>
                <a:rect l="l" t="t" r="r" b="b"/>
                <a:pathLst>
                  <a:path w="52070" h="52070">
                    <a:moveTo>
                      <a:pt x="25908" y="0"/>
                    </a:moveTo>
                    <a:lnTo>
                      <a:pt x="15805" y="2035"/>
                    </a:lnTo>
                    <a:lnTo>
                      <a:pt x="7572" y="7586"/>
                    </a:lnTo>
                    <a:lnTo>
                      <a:pt x="2030" y="15821"/>
                    </a:lnTo>
                    <a:lnTo>
                      <a:pt x="0" y="25908"/>
                    </a:lnTo>
                    <a:lnTo>
                      <a:pt x="2030" y="35994"/>
                    </a:lnTo>
                    <a:lnTo>
                      <a:pt x="7572" y="44229"/>
                    </a:lnTo>
                    <a:lnTo>
                      <a:pt x="15805" y="49780"/>
                    </a:lnTo>
                    <a:lnTo>
                      <a:pt x="25908" y="51816"/>
                    </a:lnTo>
                    <a:lnTo>
                      <a:pt x="36010" y="49780"/>
                    </a:lnTo>
                    <a:lnTo>
                      <a:pt x="44243" y="44229"/>
                    </a:lnTo>
                    <a:lnTo>
                      <a:pt x="49785" y="35994"/>
                    </a:lnTo>
                    <a:lnTo>
                      <a:pt x="51816" y="25908"/>
                    </a:lnTo>
                    <a:lnTo>
                      <a:pt x="49785" y="15821"/>
                    </a:lnTo>
                    <a:lnTo>
                      <a:pt x="44243" y="7586"/>
                    </a:lnTo>
                    <a:lnTo>
                      <a:pt x="36010" y="2035"/>
                    </a:lnTo>
                    <a:lnTo>
                      <a:pt x="25908" y="0"/>
                    </a:lnTo>
                    <a:close/>
                  </a:path>
                </a:pathLst>
              </a:custGeom>
              <a:solidFill>
                <a:srgbClr val="5CADD4"/>
              </a:solidFill>
            </p:spPr>
            <p:txBody>
              <a:bodyPr wrap="square" lIns="0" tIns="0" rIns="0" bIns="0" rtlCol="0"/>
              <a:lstStyle/>
              <a:p>
                <a:pPr defTabSz="685750" rtl="0">
                  <a:defRPr/>
                </a:pPr>
                <a:endParaRPr sz="3200">
                  <a:solidFill>
                    <a:srgbClr val="000000"/>
                  </a:solidFill>
                  <a:latin typeface="Arial" panose="020B0604020202020204" pitchFamily="34" charset="0"/>
                  <a:ea typeface="+mn-ea"/>
                  <a:cs typeface="Arial" panose="020B0604020202020204" pitchFamily="34" charset="0"/>
                </a:endParaRPr>
              </a:p>
            </p:txBody>
          </p:sp>
          <p:sp>
            <p:nvSpPr>
              <p:cNvPr id="112" name="object 40">
                <a:extLst>
                  <a:ext uri="{FF2B5EF4-FFF2-40B4-BE49-F238E27FC236}">
                    <a16:creationId xmlns:a16="http://schemas.microsoft.com/office/drawing/2014/main" id="{1FCE5226-8055-4FEA-B145-B51F4A041F4C}"/>
                  </a:ext>
                </a:extLst>
              </p:cNvPr>
              <p:cNvSpPr>
                <a:spLocks noChangeAspect="1"/>
              </p:cNvSpPr>
              <p:nvPr/>
            </p:nvSpPr>
            <p:spPr>
              <a:xfrm>
                <a:off x="5682612" y="1752290"/>
                <a:ext cx="26803" cy="26803"/>
              </a:xfrm>
              <a:custGeom>
                <a:avLst/>
                <a:gdLst/>
                <a:ahLst/>
                <a:cxnLst/>
                <a:rect l="l" t="t" r="r" b="b"/>
                <a:pathLst>
                  <a:path w="52070" h="52069">
                    <a:moveTo>
                      <a:pt x="25908" y="0"/>
                    </a:moveTo>
                    <a:lnTo>
                      <a:pt x="15805" y="2030"/>
                    </a:lnTo>
                    <a:lnTo>
                      <a:pt x="7572" y="7572"/>
                    </a:lnTo>
                    <a:lnTo>
                      <a:pt x="2030" y="15805"/>
                    </a:lnTo>
                    <a:lnTo>
                      <a:pt x="0" y="25907"/>
                    </a:lnTo>
                    <a:lnTo>
                      <a:pt x="2030" y="36010"/>
                    </a:lnTo>
                    <a:lnTo>
                      <a:pt x="7572" y="44243"/>
                    </a:lnTo>
                    <a:lnTo>
                      <a:pt x="15805" y="49785"/>
                    </a:lnTo>
                    <a:lnTo>
                      <a:pt x="25908" y="51815"/>
                    </a:lnTo>
                    <a:lnTo>
                      <a:pt x="36010" y="49785"/>
                    </a:lnTo>
                    <a:lnTo>
                      <a:pt x="44243" y="44243"/>
                    </a:lnTo>
                    <a:lnTo>
                      <a:pt x="49785" y="36010"/>
                    </a:lnTo>
                    <a:lnTo>
                      <a:pt x="51816" y="25907"/>
                    </a:lnTo>
                    <a:lnTo>
                      <a:pt x="49785" y="15805"/>
                    </a:lnTo>
                    <a:lnTo>
                      <a:pt x="44243" y="7572"/>
                    </a:lnTo>
                    <a:lnTo>
                      <a:pt x="36010" y="2030"/>
                    </a:lnTo>
                    <a:lnTo>
                      <a:pt x="25908" y="0"/>
                    </a:lnTo>
                    <a:close/>
                  </a:path>
                </a:pathLst>
              </a:custGeom>
              <a:solidFill>
                <a:srgbClr val="5CADD4"/>
              </a:solidFill>
            </p:spPr>
            <p:txBody>
              <a:bodyPr wrap="square" lIns="0" tIns="0" rIns="0" bIns="0" rtlCol="0"/>
              <a:lstStyle/>
              <a:p>
                <a:pPr defTabSz="685750" rtl="0">
                  <a:defRPr/>
                </a:pPr>
                <a:endParaRPr sz="3200">
                  <a:solidFill>
                    <a:srgbClr val="000000"/>
                  </a:solidFill>
                  <a:latin typeface="Arial" panose="020B0604020202020204" pitchFamily="34" charset="0"/>
                  <a:ea typeface="+mn-ea"/>
                  <a:cs typeface="Arial" panose="020B0604020202020204" pitchFamily="34" charset="0"/>
                </a:endParaRPr>
              </a:p>
            </p:txBody>
          </p:sp>
          <p:sp>
            <p:nvSpPr>
              <p:cNvPr id="113" name="object 40">
                <a:extLst>
                  <a:ext uri="{FF2B5EF4-FFF2-40B4-BE49-F238E27FC236}">
                    <a16:creationId xmlns:a16="http://schemas.microsoft.com/office/drawing/2014/main" id="{F7F81A56-F75E-4908-8E1A-4040C1B3A6ED}"/>
                  </a:ext>
                </a:extLst>
              </p:cNvPr>
              <p:cNvSpPr>
                <a:spLocks noChangeAspect="1"/>
              </p:cNvSpPr>
              <p:nvPr/>
            </p:nvSpPr>
            <p:spPr>
              <a:xfrm>
                <a:off x="5713812" y="1827755"/>
                <a:ext cx="44671" cy="44671"/>
              </a:xfrm>
              <a:custGeom>
                <a:avLst/>
                <a:gdLst/>
                <a:ahLst/>
                <a:cxnLst/>
                <a:rect l="l" t="t" r="r" b="b"/>
                <a:pathLst>
                  <a:path w="52070" h="52069">
                    <a:moveTo>
                      <a:pt x="25908" y="0"/>
                    </a:moveTo>
                    <a:lnTo>
                      <a:pt x="15805" y="2030"/>
                    </a:lnTo>
                    <a:lnTo>
                      <a:pt x="7572" y="7572"/>
                    </a:lnTo>
                    <a:lnTo>
                      <a:pt x="2030" y="15805"/>
                    </a:lnTo>
                    <a:lnTo>
                      <a:pt x="0" y="25907"/>
                    </a:lnTo>
                    <a:lnTo>
                      <a:pt x="2030" y="36010"/>
                    </a:lnTo>
                    <a:lnTo>
                      <a:pt x="7572" y="44243"/>
                    </a:lnTo>
                    <a:lnTo>
                      <a:pt x="15805" y="49785"/>
                    </a:lnTo>
                    <a:lnTo>
                      <a:pt x="25908" y="51815"/>
                    </a:lnTo>
                    <a:lnTo>
                      <a:pt x="36010" y="49785"/>
                    </a:lnTo>
                    <a:lnTo>
                      <a:pt x="44243" y="44243"/>
                    </a:lnTo>
                    <a:lnTo>
                      <a:pt x="49785" y="36010"/>
                    </a:lnTo>
                    <a:lnTo>
                      <a:pt x="51816" y="25907"/>
                    </a:lnTo>
                    <a:lnTo>
                      <a:pt x="49785" y="15805"/>
                    </a:lnTo>
                    <a:lnTo>
                      <a:pt x="44243" y="7572"/>
                    </a:lnTo>
                    <a:lnTo>
                      <a:pt x="36010" y="2030"/>
                    </a:lnTo>
                    <a:lnTo>
                      <a:pt x="25908" y="0"/>
                    </a:lnTo>
                    <a:close/>
                  </a:path>
                </a:pathLst>
              </a:custGeom>
              <a:solidFill>
                <a:srgbClr val="5CADD4"/>
              </a:solidFill>
            </p:spPr>
            <p:txBody>
              <a:bodyPr wrap="square" lIns="0" tIns="0" rIns="0" bIns="0" rtlCol="0"/>
              <a:lstStyle/>
              <a:p>
                <a:pPr defTabSz="685750" rtl="0">
                  <a:defRPr/>
                </a:pPr>
                <a:endParaRPr sz="3200">
                  <a:solidFill>
                    <a:srgbClr val="000000"/>
                  </a:solidFill>
                  <a:latin typeface="Arial" panose="020B0604020202020204" pitchFamily="34" charset="0"/>
                  <a:ea typeface="+mn-ea"/>
                  <a:cs typeface="Arial" panose="020B0604020202020204" pitchFamily="34" charset="0"/>
                </a:endParaRPr>
              </a:p>
            </p:txBody>
          </p:sp>
          <p:sp>
            <p:nvSpPr>
              <p:cNvPr id="114" name="object 46">
                <a:extLst>
                  <a:ext uri="{FF2B5EF4-FFF2-40B4-BE49-F238E27FC236}">
                    <a16:creationId xmlns:a16="http://schemas.microsoft.com/office/drawing/2014/main" id="{EEE47E47-42D1-4DA5-A2AE-2FE9350439AF}"/>
                  </a:ext>
                </a:extLst>
              </p:cNvPr>
              <p:cNvSpPr/>
              <p:nvPr/>
            </p:nvSpPr>
            <p:spPr>
              <a:xfrm>
                <a:off x="8376168" y="2283920"/>
                <a:ext cx="61058" cy="62584"/>
              </a:xfrm>
              <a:custGeom>
                <a:avLst/>
                <a:gdLst/>
                <a:ahLst/>
                <a:cxnLst/>
                <a:rect l="l" t="t" r="r" b="b"/>
                <a:pathLst>
                  <a:path w="50800" h="52070">
                    <a:moveTo>
                      <a:pt x="25145" y="0"/>
                    </a:moveTo>
                    <a:lnTo>
                      <a:pt x="15376" y="2030"/>
                    </a:lnTo>
                    <a:lnTo>
                      <a:pt x="7381" y="7572"/>
                    </a:lnTo>
                    <a:lnTo>
                      <a:pt x="1982" y="15805"/>
                    </a:lnTo>
                    <a:lnTo>
                      <a:pt x="0" y="25908"/>
                    </a:lnTo>
                    <a:lnTo>
                      <a:pt x="1982" y="35994"/>
                    </a:lnTo>
                    <a:lnTo>
                      <a:pt x="7381" y="44229"/>
                    </a:lnTo>
                    <a:lnTo>
                      <a:pt x="15376" y="49780"/>
                    </a:lnTo>
                    <a:lnTo>
                      <a:pt x="25145" y="51816"/>
                    </a:lnTo>
                    <a:lnTo>
                      <a:pt x="34915" y="49780"/>
                    </a:lnTo>
                    <a:lnTo>
                      <a:pt x="42910" y="44229"/>
                    </a:lnTo>
                    <a:lnTo>
                      <a:pt x="48309" y="35994"/>
                    </a:lnTo>
                    <a:lnTo>
                      <a:pt x="50291" y="25908"/>
                    </a:lnTo>
                    <a:lnTo>
                      <a:pt x="48309" y="15805"/>
                    </a:lnTo>
                    <a:lnTo>
                      <a:pt x="42910" y="7572"/>
                    </a:lnTo>
                    <a:lnTo>
                      <a:pt x="34915" y="2030"/>
                    </a:lnTo>
                    <a:lnTo>
                      <a:pt x="25145" y="0"/>
                    </a:lnTo>
                    <a:close/>
                  </a:path>
                </a:pathLst>
              </a:custGeom>
              <a:solidFill>
                <a:srgbClr val="5CADD4"/>
              </a:solidFill>
            </p:spPr>
            <p:txBody>
              <a:bodyPr wrap="square" lIns="0" tIns="0" rIns="0" bIns="0" rtlCol="0"/>
              <a:lstStyle/>
              <a:p>
                <a:pPr defTabSz="685750" rtl="0">
                  <a:defRPr/>
                </a:pPr>
                <a:endParaRPr sz="3200">
                  <a:solidFill>
                    <a:srgbClr val="000000"/>
                  </a:solidFill>
                  <a:latin typeface="Arial" panose="020B0604020202020204" pitchFamily="34" charset="0"/>
                  <a:ea typeface="+mn-ea"/>
                  <a:cs typeface="Arial" panose="020B0604020202020204" pitchFamily="34" charset="0"/>
                </a:endParaRPr>
              </a:p>
            </p:txBody>
          </p:sp>
          <p:sp>
            <p:nvSpPr>
              <p:cNvPr id="115" name="object 46">
                <a:extLst>
                  <a:ext uri="{FF2B5EF4-FFF2-40B4-BE49-F238E27FC236}">
                    <a16:creationId xmlns:a16="http://schemas.microsoft.com/office/drawing/2014/main" id="{71B39529-7C27-4F3E-942B-942B9C1D1AAD}"/>
                  </a:ext>
                </a:extLst>
              </p:cNvPr>
              <p:cNvSpPr>
                <a:spLocks noChangeAspect="1"/>
              </p:cNvSpPr>
              <p:nvPr/>
            </p:nvSpPr>
            <p:spPr>
              <a:xfrm>
                <a:off x="8185024" y="3083048"/>
                <a:ext cx="26803" cy="26803"/>
              </a:xfrm>
              <a:custGeom>
                <a:avLst/>
                <a:gdLst/>
                <a:ahLst/>
                <a:cxnLst/>
                <a:rect l="l" t="t" r="r" b="b"/>
                <a:pathLst>
                  <a:path w="50800" h="52070">
                    <a:moveTo>
                      <a:pt x="25145" y="0"/>
                    </a:moveTo>
                    <a:lnTo>
                      <a:pt x="15376" y="2030"/>
                    </a:lnTo>
                    <a:lnTo>
                      <a:pt x="7381" y="7572"/>
                    </a:lnTo>
                    <a:lnTo>
                      <a:pt x="1982" y="15805"/>
                    </a:lnTo>
                    <a:lnTo>
                      <a:pt x="0" y="25908"/>
                    </a:lnTo>
                    <a:lnTo>
                      <a:pt x="1982" y="35994"/>
                    </a:lnTo>
                    <a:lnTo>
                      <a:pt x="7381" y="44229"/>
                    </a:lnTo>
                    <a:lnTo>
                      <a:pt x="15376" y="49780"/>
                    </a:lnTo>
                    <a:lnTo>
                      <a:pt x="25145" y="51816"/>
                    </a:lnTo>
                    <a:lnTo>
                      <a:pt x="34915" y="49780"/>
                    </a:lnTo>
                    <a:lnTo>
                      <a:pt x="42910" y="44229"/>
                    </a:lnTo>
                    <a:lnTo>
                      <a:pt x="48309" y="35994"/>
                    </a:lnTo>
                    <a:lnTo>
                      <a:pt x="50291" y="25908"/>
                    </a:lnTo>
                    <a:lnTo>
                      <a:pt x="48309" y="15805"/>
                    </a:lnTo>
                    <a:lnTo>
                      <a:pt x="42910" y="7572"/>
                    </a:lnTo>
                    <a:lnTo>
                      <a:pt x="34915" y="2030"/>
                    </a:lnTo>
                    <a:lnTo>
                      <a:pt x="25145" y="0"/>
                    </a:lnTo>
                    <a:close/>
                  </a:path>
                </a:pathLst>
              </a:custGeom>
              <a:solidFill>
                <a:srgbClr val="5CADD4"/>
              </a:solidFill>
            </p:spPr>
            <p:txBody>
              <a:bodyPr wrap="square" lIns="0" tIns="0" rIns="0" bIns="0" rtlCol="0"/>
              <a:lstStyle/>
              <a:p>
                <a:pPr defTabSz="685750" rtl="0">
                  <a:defRPr/>
                </a:pPr>
                <a:endParaRPr sz="3200">
                  <a:solidFill>
                    <a:srgbClr val="000000"/>
                  </a:solidFill>
                  <a:latin typeface="Arial" panose="020B0604020202020204" pitchFamily="34" charset="0"/>
                  <a:ea typeface="+mn-ea"/>
                  <a:cs typeface="Arial" panose="020B0604020202020204" pitchFamily="34" charset="0"/>
                </a:endParaRPr>
              </a:p>
            </p:txBody>
          </p:sp>
          <p:sp>
            <p:nvSpPr>
              <p:cNvPr id="116" name="object 46">
                <a:extLst>
                  <a:ext uri="{FF2B5EF4-FFF2-40B4-BE49-F238E27FC236}">
                    <a16:creationId xmlns:a16="http://schemas.microsoft.com/office/drawing/2014/main" id="{08495221-33C9-4F39-9A10-AF5A2F4213E8}"/>
                  </a:ext>
                </a:extLst>
              </p:cNvPr>
              <p:cNvSpPr/>
              <p:nvPr/>
            </p:nvSpPr>
            <p:spPr>
              <a:xfrm>
                <a:off x="8307745" y="2474224"/>
                <a:ext cx="61058" cy="62584"/>
              </a:xfrm>
              <a:custGeom>
                <a:avLst/>
                <a:gdLst/>
                <a:ahLst/>
                <a:cxnLst/>
                <a:rect l="l" t="t" r="r" b="b"/>
                <a:pathLst>
                  <a:path w="50800" h="52070">
                    <a:moveTo>
                      <a:pt x="25145" y="0"/>
                    </a:moveTo>
                    <a:lnTo>
                      <a:pt x="15376" y="2030"/>
                    </a:lnTo>
                    <a:lnTo>
                      <a:pt x="7381" y="7572"/>
                    </a:lnTo>
                    <a:lnTo>
                      <a:pt x="1982" y="15805"/>
                    </a:lnTo>
                    <a:lnTo>
                      <a:pt x="0" y="25908"/>
                    </a:lnTo>
                    <a:lnTo>
                      <a:pt x="1982" y="35994"/>
                    </a:lnTo>
                    <a:lnTo>
                      <a:pt x="7381" y="44229"/>
                    </a:lnTo>
                    <a:lnTo>
                      <a:pt x="15376" y="49780"/>
                    </a:lnTo>
                    <a:lnTo>
                      <a:pt x="25145" y="51816"/>
                    </a:lnTo>
                    <a:lnTo>
                      <a:pt x="34915" y="49780"/>
                    </a:lnTo>
                    <a:lnTo>
                      <a:pt x="42910" y="44229"/>
                    </a:lnTo>
                    <a:lnTo>
                      <a:pt x="48309" y="35994"/>
                    </a:lnTo>
                    <a:lnTo>
                      <a:pt x="50291" y="25908"/>
                    </a:lnTo>
                    <a:lnTo>
                      <a:pt x="48309" y="15805"/>
                    </a:lnTo>
                    <a:lnTo>
                      <a:pt x="42910" y="7572"/>
                    </a:lnTo>
                    <a:lnTo>
                      <a:pt x="34915" y="2030"/>
                    </a:lnTo>
                    <a:lnTo>
                      <a:pt x="25145" y="0"/>
                    </a:lnTo>
                    <a:close/>
                  </a:path>
                </a:pathLst>
              </a:custGeom>
              <a:solidFill>
                <a:srgbClr val="5CADD4"/>
              </a:solidFill>
            </p:spPr>
            <p:txBody>
              <a:bodyPr wrap="square" lIns="0" tIns="0" rIns="0" bIns="0" rtlCol="0"/>
              <a:lstStyle/>
              <a:p>
                <a:pPr defTabSz="685750" rtl="0">
                  <a:defRPr/>
                </a:pPr>
                <a:endParaRPr sz="3200">
                  <a:solidFill>
                    <a:srgbClr val="000000"/>
                  </a:solidFill>
                  <a:latin typeface="Arial" panose="020B0604020202020204" pitchFamily="34" charset="0"/>
                  <a:ea typeface="+mn-ea"/>
                  <a:cs typeface="Arial" panose="020B0604020202020204" pitchFamily="34" charset="0"/>
                </a:endParaRPr>
              </a:p>
            </p:txBody>
          </p:sp>
          <p:sp>
            <p:nvSpPr>
              <p:cNvPr id="117" name="object 46">
                <a:extLst>
                  <a:ext uri="{FF2B5EF4-FFF2-40B4-BE49-F238E27FC236}">
                    <a16:creationId xmlns:a16="http://schemas.microsoft.com/office/drawing/2014/main" id="{3ACED79C-71EB-4DB2-A619-213AB996EC9E}"/>
                  </a:ext>
                </a:extLst>
              </p:cNvPr>
              <p:cNvSpPr/>
              <p:nvPr/>
            </p:nvSpPr>
            <p:spPr>
              <a:xfrm>
                <a:off x="8263488" y="2450633"/>
                <a:ext cx="61058" cy="62584"/>
              </a:xfrm>
              <a:custGeom>
                <a:avLst/>
                <a:gdLst/>
                <a:ahLst/>
                <a:cxnLst/>
                <a:rect l="l" t="t" r="r" b="b"/>
                <a:pathLst>
                  <a:path w="50800" h="52070">
                    <a:moveTo>
                      <a:pt x="25145" y="0"/>
                    </a:moveTo>
                    <a:lnTo>
                      <a:pt x="15376" y="2030"/>
                    </a:lnTo>
                    <a:lnTo>
                      <a:pt x="7381" y="7572"/>
                    </a:lnTo>
                    <a:lnTo>
                      <a:pt x="1982" y="15805"/>
                    </a:lnTo>
                    <a:lnTo>
                      <a:pt x="0" y="25908"/>
                    </a:lnTo>
                    <a:lnTo>
                      <a:pt x="1982" y="35994"/>
                    </a:lnTo>
                    <a:lnTo>
                      <a:pt x="7381" y="44229"/>
                    </a:lnTo>
                    <a:lnTo>
                      <a:pt x="15376" y="49780"/>
                    </a:lnTo>
                    <a:lnTo>
                      <a:pt x="25145" y="51816"/>
                    </a:lnTo>
                    <a:lnTo>
                      <a:pt x="34915" y="49780"/>
                    </a:lnTo>
                    <a:lnTo>
                      <a:pt x="42910" y="44229"/>
                    </a:lnTo>
                    <a:lnTo>
                      <a:pt x="48309" y="35994"/>
                    </a:lnTo>
                    <a:lnTo>
                      <a:pt x="50291" y="25908"/>
                    </a:lnTo>
                    <a:lnTo>
                      <a:pt x="48309" y="15805"/>
                    </a:lnTo>
                    <a:lnTo>
                      <a:pt x="42910" y="7572"/>
                    </a:lnTo>
                    <a:lnTo>
                      <a:pt x="34915" y="2030"/>
                    </a:lnTo>
                    <a:lnTo>
                      <a:pt x="25145" y="0"/>
                    </a:lnTo>
                    <a:close/>
                  </a:path>
                </a:pathLst>
              </a:custGeom>
              <a:solidFill>
                <a:srgbClr val="5CADD4"/>
              </a:solidFill>
            </p:spPr>
            <p:txBody>
              <a:bodyPr wrap="square" lIns="0" tIns="0" rIns="0" bIns="0" rtlCol="0"/>
              <a:lstStyle/>
              <a:p>
                <a:pPr defTabSz="685750" rtl="0">
                  <a:defRPr/>
                </a:pPr>
                <a:endParaRPr sz="3200">
                  <a:solidFill>
                    <a:srgbClr val="000000"/>
                  </a:solidFill>
                  <a:latin typeface="Arial" panose="020B0604020202020204" pitchFamily="34" charset="0"/>
                  <a:ea typeface="+mn-ea"/>
                  <a:cs typeface="Arial" panose="020B0604020202020204" pitchFamily="34" charset="0"/>
                </a:endParaRPr>
              </a:p>
            </p:txBody>
          </p:sp>
          <p:sp>
            <p:nvSpPr>
              <p:cNvPr id="118" name="object 46">
                <a:extLst>
                  <a:ext uri="{FF2B5EF4-FFF2-40B4-BE49-F238E27FC236}">
                    <a16:creationId xmlns:a16="http://schemas.microsoft.com/office/drawing/2014/main" id="{1368140F-ECA2-459E-8FC1-19A3D0636EEC}"/>
                  </a:ext>
                </a:extLst>
              </p:cNvPr>
              <p:cNvSpPr/>
              <p:nvPr/>
            </p:nvSpPr>
            <p:spPr>
              <a:xfrm>
                <a:off x="8183564" y="2011972"/>
                <a:ext cx="61058" cy="62584"/>
              </a:xfrm>
              <a:custGeom>
                <a:avLst/>
                <a:gdLst/>
                <a:ahLst/>
                <a:cxnLst/>
                <a:rect l="l" t="t" r="r" b="b"/>
                <a:pathLst>
                  <a:path w="50800" h="52070">
                    <a:moveTo>
                      <a:pt x="25145" y="0"/>
                    </a:moveTo>
                    <a:lnTo>
                      <a:pt x="15376" y="2030"/>
                    </a:lnTo>
                    <a:lnTo>
                      <a:pt x="7381" y="7572"/>
                    </a:lnTo>
                    <a:lnTo>
                      <a:pt x="1982" y="15805"/>
                    </a:lnTo>
                    <a:lnTo>
                      <a:pt x="0" y="25908"/>
                    </a:lnTo>
                    <a:lnTo>
                      <a:pt x="1982" y="35994"/>
                    </a:lnTo>
                    <a:lnTo>
                      <a:pt x="7381" y="44229"/>
                    </a:lnTo>
                    <a:lnTo>
                      <a:pt x="15376" y="49780"/>
                    </a:lnTo>
                    <a:lnTo>
                      <a:pt x="25145" y="51816"/>
                    </a:lnTo>
                    <a:lnTo>
                      <a:pt x="34915" y="49780"/>
                    </a:lnTo>
                    <a:lnTo>
                      <a:pt x="42910" y="44229"/>
                    </a:lnTo>
                    <a:lnTo>
                      <a:pt x="48309" y="35994"/>
                    </a:lnTo>
                    <a:lnTo>
                      <a:pt x="50291" y="25908"/>
                    </a:lnTo>
                    <a:lnTo>
                      <a:pt x="48309" y="15805"/>
                    </a:lnTo>
                    <a:lnTo>
                      <a:pt x="42910" y="7572"/>
                    </a:lnTo>
                    <a:lnTo>
                      <a:pt x="34915" y="2030"/>
                    </a:lnTo>
                    <a:lnTo>
                      <a:pt x="25145" y="0"/>
                    </a:lnTo>
                    <a:close/>
                  </a:path>
                </a:pathLst>
              </a:custGeom>
              <a:solidFill>
                <a:srgbClr val="5CADD4"/>
              </a:solidFill>
            </p:spPr>
            <p:txBody>
              <a:bodyPr wrap="square" lIns="0" tIns="0" rIns="0" bIns="0" rtlCol="0"/>
              <a:lstStyle/>
              <a:p>
                <a:pPr defTabSz="685750" rtl="0">
                  <a:defRPr/>
                </a:pPr>
                <a:endParaRPr sz="3200">
                  <a:solidFill>
                    <a:srgbClr val="000000"/>
                  </a:solidFill>
                  <a:latin typeface="Arial" panose="020B0604020202020204" pitchFamily="34" charset="0"/>
                  <a:ea typeface="+mn-ea"/>
                  <a:cs typeface="Arial" panose="020B0604020202020204" pitchFamily="34" charset="0"/>
                </a:endParaRPr>
              </a:p>
            </p:txBody>
          </p:sp>
          <p:sp>
            <p:nvSpPr>
              <p:cNvPr id="119" name="object 40">
                <a:extLst>
                  <a:ext uri="{FF2B5EF4-FFF2-40B4-BE49-F238E27FC236}">
                    <a16:creationId xmlns:a16="http://schemas.microsoft.com/office/drawing/2014/main" id="{90FE5B4B-2B16-4542-B6D3-0342B65B6121}"/>
                  </a:ext>
                </a:extLst>
              </p:cNvPr>
              <p:cNvSpPr>
                <a:spLocks noChangeAspect="1"/>
              </p:cNvSpPr>
              <p:nvPr/>
            </p:nvSpPr>
            <p:spPr>
              <a:xfrm>
                <a:off x="5877421" y="1925615"/>
                <a:ext cx="35737" cy="35737"/>
              </a:xfrm>
              <a:custGeom>
                <a:avLst/>
                <a:gdLst/>
                <a:ahLst/>
                <a:cxnLst/>
                <a:rect l="l" t="t" r="r" b="b"/>
                <a:pathLst>
                  <a:path w="52070" h="52069">
                    <a:moveTo>
                      <a:pt x="25908" y="0"/>
                    </a:moveTo>
                    <a:lnTo>
                      <a:pt x="15805" y="2030"/>
                    </a:lnTo>
                    <a:lnTo>
                      <a:pt x="7572" y="7572"/>
                    </a:lnTo>
                    <a:lnTo>
                      <a:pt x="2030" y="15805"/>
                    </a:lnTo>
                    <a:lnTo>
                      <a:pt x="0" y="25907"/>
                    </a:lnTo>
                    <a:lnTo>
                      <a:pt x="2030" y="36010"/>
                    </a:lnTo>
                    <a:lnTo>
                      <a:pt x="7572" y="44243"/>
                    </a:lnTo>
                    <a:lnTo>
                      <a:pt x="15805" y="49785"/>
                    </a:lnTo>
                    <a:lnTo>
                      <a:pt x="25908" y="51815"/>
                    </a:lnTo>
                    <a:lnTo>
                      <a:pt x="36010" y="49785"/>
                    </a:lnTo>
                    <a:lnTo>
                      <a:pt x="44243" y="44243"/>
                    </a:lnTo>
                    <a:lnTo>
                      <a:pt x="49785" y="36010"/>
                    </a:lnTo>
                    <a:lnTo>
                      <a:pt x="51816" y="25907"/>
                    </a:lnTo>
                    <a:lnTo>
                      <a:pt x="49785" y="15805"/>
                    </a:lnTo>
                    <a:lnTo>
                      <a:pt x="44243" y="7572"/>
                    </a:lnTo>
                    <a:lnTo>
                      <a:pt x="36010" y="2030"/>
                    </a:lnTo>
                    <a:lnTo>
                      <a:pt x="25908" y="0"/>
                    </a:lnTo>
                    <a:close/>
                  </a:path>
                </a:pathLst>
              </a:custGeom>
              <a:solidFill>
                <a:srgbClr val="5CADD4"/>
              </a:solidFill>
            </p:spPr>
            <p:txBody>
              <a:bodyPr wrap="square" lIns="0" tIns="0" rIns="0" bIns="0" rtlCol="0"/>
              <a:lstStyle/>
              <a:p>
                <a:pPr defTabSz="685750" rtl="0">
                  <a:defRPr/>
                </a:pPr>
                <a:endParaRPr sz="3200">
                  <a:solidFill>
                    <a:srgbClr val="000000"/>
                  </a:solidFill>
                  <a:latin typeface="Arial" panose="020B0604020202020204" pitchFamily="34" charset="0"/>
                  <a:ea typeface="+mn-ea"/>
                  <a:cs typeface="Arial" panose="020B0604020202020204" pitchFamily="34" charset="0"/>
                </a:endParaRPr>
              </a:p>
            </p:txBody>
          </p:sp>
          <p:sp>
            <p:nvSpPr>
              <p:cNvPr id="120" name="object 40">
                <a:extLst>
                  <a:ext uri="{FF2B5EF4-FFF2-40B4-BE49-F238E27FC236}">
                    <a16:creationId xmlns:a16="http://schemas.microsoft.com/office/drawing/2014/main" id="{F669AC9E-BAA7-4879-B69E-CA53FD85000B}"/>
                  </a:ext>
                </a:extLst>
              </p:cNvPr>
              <p:cNvSpPr>
                <a:spLocks noChangeAspect="1"/>
              </p:cNvSpPr>
              <p:nvPr/>
            </p:nvSpPr>
            <p:spPr>
              <a:xfrm>
                <a:off x="5584203" y="2036677"/>
                <a:ext cx="44671" cy="44671"/>
              </a:xfrm>
              <a:custGeom>
                <a:avLst/>
                <a:gdLst/>
                <a:ahLst/>
                <a:cxnLst/>
                <a:rect l="l" t="t" r="r" b="b"/>
                <a:pathLst>
                  <a:path w="52070" h="52069">
                    <a:moveTo>
                      <a:pt x="25908" y="0"/>
                    </a:moveTo>
                    <a:lnTo>
                      <a:pt x="15805" y="2030"/>
                    </a:lnTo>
                    <a:lnTo>
                      <a:pt x="7572" y="7572"/>
                    </a:lnTo>
                    <a:lnTo>
                      <a:pt x="2030" y="15805"/>
                    </a:lnTo>
                    <a:lnTo>
                      <a:pt x="0" y="25907"/>
                    </a:lnTo>
                    <a:lnTo>
                      <a:pt x="2030" y="36010"/>
                    </a:lnTo>
                    <a:lnTo>
                      <a:pt x="7572" y="44243"/>
                    </a:lnTo>
                    <a:lnTo>
                      <a:pt x="15805" y="49785"/>
                    </a:lnTo>
                    <a:lnTo>
                      <a:pt x="25908" y="51815"/>
                    </a:lnTo>
                    <a:lnTo>
                      <a:pt x="36010" y="49785"/>
                    </a:lnTo>
                    <a:lnTo>
                      <a:pt x="44243" y="44243"/>
                    </a:lnTo>
                    <a:lnTo>
                      <a:pt x="49785" y="36010"/>
                    </a:lnTo>
                    <a:lnTo>
                      <a:pt x="51816" y="25907"/>
                    </a:lnTo>
                    <a:lnTo>
                      <a:pt x="49785" y="15805"/>
                    </a:lnTo>
                    <a:lnTo>
                      <a:pt x="44243" y="7572"/>
                    </a:lnTo>
                    <a:lnTo>
                      <a:pt x="36010" y="2030"/>
                    </a:lnTo>
                    <a:lnTo>
                      <a:pt x="25908" y="0"/>
                    </a:lnTo>
                    <a:close/>
                  </a:path>
                </a:pathLst>
              </a:custGeom>
              <a:solidFill>
                <a:srgbClr val="5CADD4"/>
              </a:solidFill>
            </p:spPr>
            <p:txBody>
              <a:bodyPr wrap="square" lIns="0" tIns="0" rIns="0" bIns="0" rtlCol="0"/>
              <a:lstStyle/>
              <a:p>
                <a:pPr defTabSz="685750" rtl="0">
                  <a:defRPr/>
                </a:pPr>
                <a:endParaRPr sz="3200">
                  <a:solidFill>
                    <a:srgbClr val="000000"/>
                  </a:solidFill>
                  <a:latin typeface="Arial" panose="020B0604020202020204" pitchFamily="34" charset="0"/>
                  <a:ea typeface="+mn-ea"/>
                  <a:cs typeface="Arial" panose="020B0604020202020204" pitchFamily="34" charset="0"/>
                </a:endParaRPr>
              </a:p>
            </p:txBody>
          </p:sp>
          <p:sp>
            <p:nvSpPr>
              <p:cNvPr id="121" name="object 40">
                <a:extLst>
                  <a:ext uri="{FF2B5EF4-FFF2-40B4-BE49-F238E27FC236}">
                    <a16:creationId xmlns:a16="http://schemas.microsoft.com/office/drawing/2014/main" id="{7886DB17-97CA-401E-851E-16C5F5360F4D}"/>
                  </a:ext>
                </a:extLst>
              </p:cNvPr>
              <p:cNvSpPr>
                <a:spLocks noChangeAspect="1"/>
              </p:cNvSpPr>
              <p:nvPr/>
            </p:nvSpPr>
            <p:spPr>
              <a:xfrm>
                <a:off x="5999398" y="1542355"/>
                <a:ext cx="44671" cy="44671"/>
              </a:xfrm>
              <a:custGeom>
                <a:avLst/>
                <a:gdLst/>
                <a:ahLst/>
                <a:cxnLst/>
                <a:rect l="l" t="t" r="r" b="b"/>
                <a:pathLst>
                  <a:path w="52070" h="52069">
                    <a:moveTo>
                      <a:pt x="25908" y="0"/>
                    </a:moveTo>
                    <a:lnTo>
                      <a:pt x="15805" y="2030"/>
                    </a:lnTo>
                    <a:lnTo>
                      <a:pt x="7572" y="7572"/>
                    </a:lnTo>
                    <a:lnTo>
                      <a:pt x="2030" y="15805"/>
                    </a:lnTo>
                    <a:lnTo>
                      <a:pt x="0" y="25907"/>
                    </a:lnTo>
                    <a:lnTo>
                      <a:pt x="2030" y="36010"/>
                    </a:lnTo>
                    <a:lnTo>
                      <a:pt x="7572" y="44243"/>
                    </a:lnTo>
                    <a:lnTo>
                      <a:pt x="15805" y="49785"/>
                    </a:lnTo>
                    <a:lnTo>
                      <a:pt x="25908" y="51815"/>
                    </a:lnTo>
                    <a:lnTo>
                      <a:pt x="36010" y="49785"/>
                    </a:lnTo>
                    <a:lnTo>
                      <a:pt x="44243" y="44243"/>
                    </a:lnTo>
                    <a:lnTo>
                      <a:pt x="49785" y="36010"/>
                    </a:lnTo>
                    <a:lnTo>
                      <a:pt x="51816" y="25907"/>
                    </a:lnTo>
                    <a:lnTo>
                      <a:pt x="49785" y="15805"/>
                    </a:lnTo>
                    <a:lnTo>
                      <a:pt x="44243" y="7572"/>
                    </a:lnTo>
                    <a:lnTo>
                      <a:pt x="36010" y="2030"/>
                    </a:lnTo>
                    <a:lnTo>
                      <a:pt x="25908" y="0"/>
                    </a:lnTo>
                    <a:close/>
                  </a:path>
                </a:pathLst>
              </a:custGeom>
              <a:solidFill>
                <a:srgbClr val="5CADD4"/>
              </a:solidFill>
            </p:spPr>
            <p:txBody>
              <a:bodyPr wrap="square" lIns="0" tIns="0" rIns="0" bIns="0" rtlCol="0"/>
              <a:lstStyle/>
              <a:p>
                <a:pPr defTabSz="685750" rtl="0">
                  <a:defRPr/>
                </a:pPr>
                <a:endParaRPr sz="3200">
                  <a:solidFill>
                    <a:srgbClr val="000000"/>
                  </a:solidFill>
                  <a:latin typeface="Arial" panose="020B0604020202020204" pitchFamily="34" charset="0"/>
                  <a:ea typeface="+mn-ea"/>
                  <a:cs typeface="Arial" panose="020B0604020202020204" pitchFamily="34" charset="0"/>
                </a:endParaRPr>
              </a:p>
            </p:txBody>
          </p:sp>
          <p:sp>
            <p:nvSpPr>
              <p:cNvPr id="122" name="object 40">
                <a:extLst>
                  <a:ext uri="{FF2B5EF4-FFF2-40B4-BE49-F238E27FC236}">
                    <a16:creationId xmlns:a16="http://schemas.microsoft.com/office/drawing/2014/main" id="{B8662013-D33D-40CE-A3CE-C82C2EE88B12}"/>
                  </a:ext>
                </a:extLst>
              </p:cNvPr>
              <p:cNvSpPr>
                <a:spLocks noChangeAspect="1"/>
              </p:cNvSpPr>
              <p:nvPr/>
            </p:nvSpPr>
            <p:spPr>
              <a:xfrm>
                <a:off x="5615281" y="1623334"/>
                <a:ext cx="26803" cy="26803"/>
              </a:xfrm>
              <a:custGeom>
                <a:avLst/>
                <a:gdLst/>
                <a:ahLst/>
                <a:cxnLst/>
                <a:rect l="l" t="t" r="r" b="b"/>
                <a:pathLst>
                  <a:path w="52070" h="52069">
                    <a:moveTo>
                      <a:pt x="25908" y="0"/>
                    </a:moveTo>
                    <a:lnTo>
                      <a:pt x="15805" y="2030"/>
                    </a:lnTo>
                    <a:lnTo>
                      <a:pt x="7572" y="7572"/>
                    </a:lnTo>
                    <a:lnTo>
                      <a:pt x="2030" y="15805"/>
                    </a:lnTo>
                    <a:lnTo>
                      <a:pt x="0" y="25907"/>
                    </a:lnTo>
                    <a:lnTo>
                      <a:pt x="2030" y="36010"/>
                    </a:lnTo>
                    <a:lnTo>
                      <a:pt x="7572" y="44243"/>
                    </a:lnTo>
                    <a:lnTo>
                      <a:pt x="15805" y="49785"/>
                    </a:lnTo>
                    <a:lnTo>
                      <a:pt x="25908" y="51815"/>
                    </a:lnTo>
                    <a:lnTo>
                      <a:pt x="36010" y="49785"/>
                    </a:lnTo>
                    <a:lnTo>
                      <a:pt x="44243" y="44243"/>
                    </a:lnTo>
                    <a:lnTo>
                      <a:pt x="49785" y="36010"/>
                    </a:lnTo>
                    <a:lnTo>
                      <a:pt x="51816" y="25907"/>
                    </a:lnTo>
                    <a:lnTo>
                      <a:pt x="49785" y="15805"/>
                    </a:lnTo>
                    <a:lnTo>
                      <a:pt x="44243" y="7572"/>
                    </a:lnTo>
                    <a:lnTo>
                      <a:pt x="36010" y="2030"/>
                    </a:lnTo>
                    <a:lnTo>
                      <a:pt x="25908" y="0"/>
                    </a:lnTo>
                    <a:close/>
                  </a:path>
                </a:pathLst>
              </a:custGeom>
              <a:solidFill>
                <a:srgbClr val="5CADD4"/>
              </a:solidFill>
            </p:spPr>
            <p:txBody>
              <a:bodyPr wrap="square" lIns="0" tIns="0" rIns="0" bIns="0" rtlCol="0"/>
              <a:lstStyle/>
              <a:p>
                <a:pPr defTabSz="685750" rtl="0">
                  <a:defRPr/>
                </a:pPr>
                <a:endParaRPr sz="3200">
                  <a:solidFill>
                    <a:srgbClr val="000000"/>
                  </a:solidFill>
                  <a:latin typeface="Arial" panose="020B0604020202020204" pitchFamily="34" charset="0"/>
                  <a:ea typeface="+mn-ea"/>
                  <a:cs typeface="Arial" panose="020B0604020202020204" pitchFamily="34" charset="0"/>
                </a:endParaRPr>
              </a:p>
            </p:txBody>
          </p:sp>
          <p:sp>
            <p:nvSpPr>
              <p:cNvPr id="123" name="object 40">
                <a:extLst>
                  <a:ext uri="{FF2B5EF4-FFF2-40B4-BE49-F238E27FC236}">
                    <a16:creationId xmlns:a16="http://schemas.microsoft.com/office/drawing/2014/main" id="{0060BC5D-B6AF-42D4-941D-087087DAC58E}"/>
                  </a:ext>
                </a:extLst>
              </p:cNvPr>
              <p:cNvSpPr>
                <a:spLocks noChangeAspect="1"/>
              </p:cNvSpPr>
              <p:nvPr/>
            </p:nvSpPr>
            <p:spPr>
              <a:xfrm>
                <a:off x="5635967" y="1719646"/>
                <a:ext cx="26803" cy="26803"/>
              </a:xfrm>
              <a:custGeom>
                <a:avLst/>
                <a:gdLst/>
                <a:ahLst/>
                <a:cxnLst/>
                <a:rect l="l" t="t" r="r" b="b"/>
                <a:pathLst>
                  <a:path w="52070" h="52069">
                    <a:moveTo>
                      <a:pt x="25908" y="0"/>
                    </a:moveTo>
                    <a:lnTo>
                      <a:pt x="15805" y="2030"/>
                    </a:lnTo>
                    <a:lnTo>
                      <a:pt x="7572" y="7572"/>
                    </a:lnTo>
                    <a:lnTo>
                      <a:pt x="2030" y="15805"/>
                    </a:lnTo>
                    <a:lnTo>
                      <a:pt x="0" y="25907"/>
                    </a:lnTo>
                    <a:lnTo>
                      <a:pt x="2030" y="36010"/>
                    </a:lnTo>
                    <a:lnTo>
                      <a:pt x="7572" y="44243"/>
                    </a:lnTo>
                    <a:lnTo>
                      <a:pt x="15805" y="49785"/>
                    </a:lnTo>
                    <a:lnTo>
                      <a:pt x="25908" y="51815"/>
                    </a:lnTo>
                    <a:lnTo>
                      <a:pt x="36010" y="49785"/>
                    </a:lnTo>
                    <a:lnTo>
                      <a:pt x="44243" y="44243"/>
                    </a:lnTo>
                    <a:lnTo>
                      <a:pt x="49785" y="36010"/>
                    </a:lnTo>
                    <a:lnTo>
                      <a:pt x="51816" y="25907"/>
                    </a:lnTo>
                    <a:lnTo>
                      <a:pt x="49785" y="15805"/>
                    </a:lnTo>
                    <a:lnTo>
                      <a:pt x="44243" y="7572"/>
                    </a:lnTo>
                    <a:lnTo>
                      <a:pt x="36010" y="2030"/>
                    </a:lnTo>
                    <a:lnTo>
                      <a:pt x="25908" y="0"/>
                    </a:lnTo>
                    <a:close/>
                  </a:path>
                </a:pathLst>
              </a:custGeom>
              <a:solidFill>
                <a:srgbClr val="5CADD4"/>
              </a:solidFill>
            </p:spPr>
            <p:txBody>
              <a:bodyPr wrap="square" lIns="0" tIns="0" rIns="0" bIns="0" rtlCol="0"/>
              <a:lstStyle/>
              <a:p>
                <a:pPr defTabSz="685750" rtl="0">
                  <a:defRPr/>
                </a:pPr>
                <a:endParaRPr sz="3200">
                  <a:solidFill>
                    <a:srgbClr val="000000"/>
                  </a:solidFill>
                  <a:latin typeface="Arial" panose="020B0604020202020204" pitchFamily="34" charset="0"/>
                  <a:ea typeface="+mn-ea"/>
                  <a:cs typeface="Arial" panose="020B0604020202020204" pitchFamily="34" charset="0"/>
                </a:endParaRPr>
              </a:p>
            </p:txBody>
          </p:sp>
          <p:sp>
            <p:nvSpPr>
              <p:cNvPr id="124" name="object 40">
                <a:extLst>
                  <a:ext uri="{FF2B5EF4-FFF2-40B4-BE49-F238E27FC236}">
                    <a16:creationId xmlns:a16="http://schemas.microsoft.com/office/drawing/2014/main" id="{1DA03F59-9373-4B1F-AA24-594551DF746F}"/>
                  </a:ext>
                </a:extLst>
              </p:cNvPr>
              <p:cNvSpPr>
                <a:spLocks noChangeAspect="1"/>
              </p:cNvSpPr>
              <p:nvPr/>
            </p:nvSpPr>
            <p:spPr>
              <a:xfrm>
                <a:off x="5542407" y="1726493"/>
                <a:ext cx="35737" cy="35737"/>
              </a:xfrm>
              <a:custGeom>
                <a:avLst/>
                <a:gdLst/>
                <a:ahLst/>
                <a:cxnLst/>
                <a:rect l="l" t="t" r="r" b="b"/>
                <a:pathLst>
                  <a:path w="52070" h="52069">
                    <a:moveTo>
                      <a:pt x="25908" y="0"/>
                    </a:moveTo>
                    <a:lnTo>
                      <a:pt x="15805" y="2030"/>
                    </a:lnTo>
                    <a:lnTo>
                      <a:pt x="7572" y="7572"/>
                    </a:lnTo>
                    <a:lnTo>
                      <a:pt x="2030" y="15805"/>
                    </a:lnTo>
                    <a:lnTo>
                      <a:pt x="0" y="25907"/>
                    </a:lnTo>
                    <a:lnTo>
                      <a:pt x="2030" y="36010"/>
                    </a:lnTo>
                    <a:lnTo>
                      <a:pt x="7572" y="44243"/>
                    </a:lnTo>
                    <a:lnTo>
                      <a:pt x="15805" y="49785"/>
                    </a:lnTo>
                    <a:lnTo>
                      <a:pt x="25908" y="51815"/>
                    </a:lnTo>
                    <a:lnTo>
                      <a:pt x="36010" y="49785"/>
                    </a:lnTo>
                    <a:lnTo>
                      <a:pt x="44243" y="44243"/>
                    </a:lnTo>
                    <a:lnTo>
                      <a:pt x="49785" y="36010"/>
                    </a:lnTo>
                    <a:lnTo>
                      <a:pt x="51816" y="25907"/>
                    </a:lnTo>
                    <a:lnTo>
                      <a:pt x="49785" y="15805"/>
                    </a:lnTo>
                    <a:lnTo>
                      <a:pt x="44243" y="7572"/>
                    </a:lnTo>
                    <a:lnTo>
                      <a:pt x="36010" y="2030"/>
                    </a:lnTo>
                    <a:lnTo>
                      <a:pt x="25908" y="0"/>
                    </a:lnTo>
                    <a:close/>
                  </a:path>
                </a:pathLst>
              </a:custGeom>
              <a:solidFill>
                <a:srgbClr val="5CADD4"/>
              </a:solidFill>
            </p:spPr>
            <p:txBody>
              <a:bodyPr wrap="square" lIns="0" tIns="0" rIns="0" bIns="0" rtlCol="0"/>
              <a:lstStyle/>
              <a:p>
                <a:pPr defTabSz="685750" rtl="0">
                  <a:defRPr/>
                </a:pPr>
                <a:endParaRPr sz="3200">
                  <a:solidFill>
                    <a:srgbClr val="000000"/>
                  </a:solidFill>
                  <a:latin typeface="Arial" panose="020B0604020202020204" pitchFamily="34" charset="0"/>
                  <a:ea typeface="+mn-ea"/>
                  <a:cs typeface="Arial" panose="020B0604020202020204" pitchFamily="34" charset="0"/>
                </a:endParaRPr>
              </a:p>
            </p:txBody>
          </p:sp>
          <p:sp>
            <p:nvSpPr>
              <p:cNvPr id="125" name="object 40">
                <a:extLst>
                  <a:ext uri="{FF2B5EF4-FFF2-40B4-BE49-F238E27FC236}">
                    <a16:creationId xmlns:a16="http://schemas.microsoft.com/office/drawing/2014/main" id="{EB318382-3A97-4FCB-A37C-B3A494872A55}"/>
                  </a:ext>
                </a:extLst>
              </p:cNvPr>
              <p:cNvSpPr>
                <a:spLocks noChangeAspect="1"/>
              </p:cNvSpPr>
              <p:nvPr/>
            </p:nvSpPr>
            <p:spPr>
              <a:xfrm>
                <a:off x="6007332" y="1853473"/>
                <a:ext cx="26803" cy="26803"/>
              </a:xfrm>
              <a:custGeom>
                <a:avLst/>
                <a:gdLst/>
                <a:ahLst/>
                <a:cxnLst/>
                <a:rect l="l" t="t" r="r" b="b"/>
                <a:pathLst>
                  <a:path w="52070" h="52069">
                    <a:moveTo>
                      <a:pt x="25908" y="0"/>
                    </a:moveTo>
                    <a:lnTo>
                      <a:pt x="15805" y="2030"/>
                    </a:lnTo>
                    <a:lnTo>
                      <a:pt x="7572" y="7572"/>
                    </a:lnTo>
                    <a:lnTo>
                      <a:pt x="2030" y="15805"/>
                    </a:lnTo>
                    <a:lnTo>
                      <a:pt x="0" y="25907"/>
                    </a:lnTo>
                    <a:lnTo>
                      <a:pt x="2030" y="36010"/>
                    </a:lnTo>
                    <a:lnTo>
                      <a:pt x="7572" y="44243"/>
                    </a:lnTo>
                    <a:lnTo>
                      <a:pt x="15805" y="49785"/>
                    </a:lnTo>
                    <a:lnTo>
                      <a:pt x="25908" y="51815"/>
                    </a:lnTo>
                    <a:lnTo>
                      <a:pt x="36010" y="49785"/>
                    </a:lnTo>
                    <a:lnTo>
                      <a:pt x="44243" y="44243"/>
                    </a:lnTo>
                    <a:lnTo>
                      <a:pt x="49785" y="36010"/>
                    </a:lnTo>
                    <a:lnTo>
                      <a:pt x="51816" y="25907"/>
                    </a:lnTo>
                    <a:lnTo>
                      <a:pt x="49785" y="15805"/>
                    </a:lnTo>
                    <a:lnTo>
                      <a:pt x="44243" y="7572"/>
                    </a:lnTo>
                    <a:lnTo>
                      <a:pt x="36010" y="2030"/>
                    </a:lnTo>
                    <a:lnTo>
                      <a:pt x="25908" y="0"/>
                    </a:lnTo>
                    <a:close/>
                  </a:path>
                </a:pathLst>
              </a:custGeom>
              <a:solidFill>
                <a:srgbClr val="5CADD4"/>
              </a:solidFill>
            </p:spPr>
            <p:txBody>
              <a:bodyPr wrap="square" lIns="0" tIns="0" rIns="0" bIns="0" rtlCol="0"/>
              <a:lstStyle/>
              <a:p>
                <a:pPr defTabSz="685750" rtl="0">
                  <a:defRPr/>
                </a:pPr>
                <a:endParaRPr sz="3200">
                  <a:solidFill>
                    <a:srgbClr val="000000"/>
                  </a:solidFill>
                  <a:latin typeface="Arial" panose="020B0604020202020204" pitchFamily="34" charset="0"/>
                  <a:ea typeface="+mn-ea"/>
                  <a:cs typeface="Arial" panose="020B0604020202020204" pitchFamily="34" charset="0"/>
                </a:endParaRPr>
              </a:p>
            </p:txBody>
          </p:sp>
          <p:sp>
            <p:nvSpPr>
              <p:cNvPr id="126" name="object 40">
                <a:extLst>
                  <a:ext uri="{FF2B5EF4-FFF2-40B4-BE49-F238E27FC236}">
                    <a16:creationId xmlns:a16="http://schemas.microsoft.com/office/drawing/2014/main" id="{5F0EE4EC-294F-4D8A-9DED-C0D6E67775B7}"/>
                  </a:ext>
                </a:extLst>
              </p:cNvPr>
              <p:cNvSpPr>
                <a:spLocks noChangeAspect="1"/>
              </p:cNvSpPr>
              <p:nvPr/>
            </p:nvSpPr>
            <p:spPr>
              <a:xfrm>
                <a:off x="5814236" y="1735146"/>
                <a:ext cx="26803" cy="26803"/>
              </a:xfrm>
              <a:custGeom>
                <a:avLst/>
                <a:gdLst/>
                <a:ahLst/>
                <a:cxnLst/>
                <a:rect l="l" t="t" r="r" b="b"/>
                <a:pathLst>
                  <a:path w="52070" h="52069">
                    <a:moveTo>
                      <a:pt x="25908" y="0"/>
                    </a:moveTo>
                    <a:lnTo>
                      <a:pt x="15805" y="2030"/>
                    </a:lnTo>
                    <a:lnTo>
                      <a:pt x="7572" y="7572"/>
                    </a:lnTo>
                    <a:lnTo>
                      <a:pt x="2030" y="15805"/>
                    </a:lnTo>
                    <a:lnTo>
                      <a:pt x="0" y="25907"/>
                    </a:lnTo>
                    <a:lnTo>
                      <a:pt x="2030" y="36010"/>
                    </a:lnTo>
                    <a:lnTo>
                      <a:pt x="7572" y="44243"/>
                    </a:lnTo>
                    <a:lnTo>
                      <a:pt x="15805" y="49785"/>
                    </a:lnTo>
                    <a:lnTo>
                      <a:pt x="25908" y="51815"/>
                    </a:lnTo>
                    <a:lnTo>
                      <a:pt x="36010" y="49785"/>
                    </a:lnTo>
                    <a:lnTo>
                      <a:pt x="44243" y="44243"/>
                    </a:lnTo>
                    <a:lnTo>
                      <a:pt x="49785" y="36010"/>
                    </a:lnTo>
                    <a:lnTo>
                      <a:pt x="51816" y="25907"/>
                    </a:lnTo>
                    <a:lnTo>
                      <a:pt x="49785" y="15805"/>
                    </a:lnTo>
                    <a:lnTo>
                      <a:pt x="44243" y="7572"/>
                    </a:lnTo>
                    <a:lnTo>
                      <a:pt x="36010" y="2030"/>
                    </a:lnTo>
                    <a:lnTo>
                      <a:pt x="25908" y="0"/>
                    </a:lnTo>
                    <a:close/>
                  </a:path>
                </a:pathLst>
              </a:custGeom>
              <a:solidFill>
                <a:srgbClr val="5CADD4"/>
              </a:solidFill>
            </p:spPr>
            <p:txBody>
              <a:bodyPr wrap="square" lIns="0" tIns="0" rIns="0" bIns="0" rtlCol="0"/>
              <a:lstStyle/>
              <a:p>
                <a:pPr defTabSz="685750" rtl="0">
                  <a:defRPr/>
                </a:pPr>
                <a:endParaRPr sz="3200">
                  <a:solidFill>
                    <a:srgbClr val="000000"/>
                  </a:solidFill>
                  <a:latin typeface="Arial" panose="020B0604020202020204" pitchFamily="34" charset="0"/>
                  <a:ea typeface="+mn-ea"/>
                  <a:cs typeface="Arial" panose="020B0604020202020204" pitchFamily="34" charset="0"/>
                </a:endParaRPr>
              </a:p>
            </p:txBody>
          </p:sp>
          <p:sp>
            <p:nvSpPr>
              <p:cNvPr id="127" name="object 40">
                <a:extLst>
                  <a:ext uri="{FF2B5EF4-FFF2-40B4-BE49-F238E27FC236}">
                    <a16:creationId xmlns:a16="http://schemas.microsoft.com/office/drawing/2014/main" id="{C69CA52A-9A02-4030-859F-8A09FD823F1F}"/>
                  </a:ext>
                </a:extLst>
              </p:cNvPr>
              <p:cNvSpPr>
                <a:spLocks noChangeAspect="1"/>
              </p:cNvSpPr>
              <p:nvPr/>
            </p:nvSpPr>
            <p:spPr>
              <a:xfrm>
                <a:off x="5779843" y="1729016"/>
                <a:ext cx="26803" cy="26803"/>
              </a:xfrm>
              <a:custGeom>
                <a:avLst/>
                <a:gdLst/>
                <a:ahLst/>
                <a:cxnLst/>
                <a:rect l="l" t="t" r="r" b="b"/>
                <a:pathLst>
                  <a:path w="52070" h="52069">
                    <a:moveTo>
                      <a:pt x="25908" y="0"/>
                    </a:moveTo>
                    <a:lnTo>
                      <a:pt x="15805" y="2030"/>
                    </a:lnTo>
                    <a:lnTo>
                      <a:pt x="7572" y="7572"/>
                    </a:lnTo>
                    <a:lnTo>
                      <a:pt x="2030" y="15805"/>
                    </a:lnTo>
                    <a:lnTo>
                      <a:pt x="0" y="25907"/>
                    </a:lnTo>
                    <a:lnTo>
                      <a:pt x="2030" y="36010"/>
                    </a:lnTo>
                    <a:lnTo>
                      <a:pt x="7572" y="44243"/>
                    </a:lnTo>
                    <a:lnTo>
                      <a:pt x="15805" y="49785"/>
                    </a:lnTo>
                    <a:lnTo>
                      <a:pt x="25908" y="51815"/>
                    </a:lnTo>
                    <a:lnTo>
                      <a:pt x="36010" y="49785"/>
                    </a:lnTo>
                    <a:lnTo>
                      <a:pt x="44243" y="44243"/>
                    </a:lnTo>
                    <a:lnTo>
                      <a:pt x="49785" y="36010"/>
                    </a:lnTo>
                    <a:lnTo>
                      <a:pt x="51816" y="25907"/>
                    </a:lnTo>
                    <a:lnTo>
                      <a:pt x="49785" y="15805"/>
                    </a:lnTo>
                    <a:lnTo>
                      <a:pt x="44243" y="7572"/>
                    </a:lnTo>
                    <a:lnTo>
                      <a:pt x="36010" y="2030"/>
                    </a:lnTo>
                    <a:lnTo>
                      <a:pt x="25908" y="0"/>
                    </a:lnTo>
                    <a:close/>
                  </a:path>
                </a:pathLst>
              </a:custGeom>
              <a:solidFill>
                <a:srgbClr val="5CADD4"/>
              </a:solidFill>
            </p:spPr>
            <p:txBody>
              <a:bodyPr wrap="square" lIns="0" tIns="0" rIns="0" bIns="0" rtlCol="0"/>
              <a:lstStyle/>
              <a:p>
                <a:pPr defTabSz="685750" rtl="0">
                  <a:defRPr/>
                </a:pPr>
                <a:endParaRPr sz="3200">
                  <a:solidFill>
                    <a:srgbClr val="000000"/>
                  </a:solidFill>
                  <a:latin typeface="Arial" panose="020B0604020202020204" pitchFamily="34" charset="0"/>
                  <a:ea typeface="+mn-ea"/>
                  <a:cs typeface="Arial" panose="020B0604020202020204" pitchFamily="34" charset="0"/>
                </a:endParaRPr>
              </a:p>
            </p:txBody>
          </p:sp>
          <p:sp>
            <p:nvSpPr>
              <p:cNvPr id="128" name="object 40">
                <a:extLst>
                  <a:ext uri="{FF2B5EF4-FFF2-40B4-BE49-F238E27FC236}">
                    <a16:creationId xmlns:a16="http://schemas.microsoft.com/office/drawing/2014/main" id="{A230260C-4C62-4F05-A6EE-7BEE7DCF1F85}"/>
                  </a:ext>
                </a:extLst>
              </p:cNvPr>
              <p:cNvSpPr>
                <a:spLocks noChangeAspect="1"/>
              </p:cNvSpPr>
              <p:nvPr/>
            </p:nvSpPr>
            <p:spPr>
              <a:xfrm>
                <a:off x="5659127" y="1702897"/>
                <a:ext cx="26803" cy="26803"/>
              </a:xfrm>
              <a:custGeom>
                <a:avLst/>
                <a:gdLst/>
                <a:ahLst/>
                <a:cxnLst/>
                <a:rect l="l" t="t" r="r" b="b"/>
                <a:pathLst>
                  <a:path w="52070" h="52069">
                    <a:moveTo>
                      <a:pt x="25908" y="0"/>
                    </a:moveTo>
                    <a:lnTo>
                      <a:pt x="15805" y="2030"/>
                    </a:lnTo>
                    <a:lnTo>
                      <a:pt x="7572" y="7572"/>
                    </a:lnTo>
                    <a:lnTo>
                      <a:pt x="2030" y="15805"/>
                    </a:lnTo>
                    <a:lnTo>
                      <a:pt x="0" y="25907"/>
                    </a:lnTo>
                    <a:lnTo>
                      <a:pt x="2030" y="36010"/>
                    </a:lnTo>
                    <a:lnTo>
                      <a:pt x="7572" y="44243"/>
                    </a:lnTo>
                    <a:lnTo>
                      <a:pt x="15805" y="49785"/>
                    </a:lnTo>
                    <a:lnTo>
                      <a:pt x="25908" y="51815"/>
                    </a:lnTo>
                    <a:lnTo>
                      <a:pt x="36010" y="49785"/>
                    </a:lnTo>
                    <a:lnTo>
                      <a:pt x="44243" y="44243"/>
                    </a:lnTo>
                    <a:lnTo>
                      <a:pt x="49785" y="36010"/>
                    </a:lnTo>
                    <a:lnTo>
                      <a:pt x="51816" y="25907"/>
                    </a:lnTo>
                    <a:lnTo>
                      <a:pt x="49785" y="15805"/>
                    </a:lnTo>
                    <a:lnTo>
                      <a:pt x="44243" y="7572"/>
                    </a:lnTo>
                    <a:lnTo>
                      <a:pt x="36010" y="2030"/>
                    </a:lnTo>
                    <a:lnTo>
                      <a:pt x="25908" y="0"/>
                    </a:lnTo>
                    <a:close/>
                  </a:path>
                </a:pathLst>
              </a:custGeom>
              <a:solidFill>
                <a:srgbClr val="5CADD4"/>
              </a:solidFill>
            </p:spPr>
            <p:txBody>
              <a:bodyPr wrap="square" lIns="0" tIns="0" rIns="0" bIns="0" rtlCol="0"/>
              <a:lstStyle/>
              <a:p>
                <a:pPr defTabSz="685750" rtl="0">
                  <a:defRPr/>
                </a:pPr>
                <a:endParaRPr sz="3200">
                  <a:solidFill>
                    <a:srgbClr val="000000"/>
                  </a:solidFill>
                  <a:latin typeface="Arial" panose="020B0604020202020204" pitchFamily="34" charset="0"/>
                  <a:ea typeface="+mn-ea"/>
                  <a:cs typeface="Arial" panose="020B0604020202020204" pitchFamily="34" charset="0"/>
                </a:endParaRPr>
              </a:p>
            </p:txBody>
          </p:sp>
          <p:sp>
            <p:nvSpPr>
              <p:cNvPr id="129" name="object 40">
                <a:extLst>
                  <a:ext uri="{FF2B5EF4-FFF2-40B4-BE49-F238E27FC236}">
                    <a16:creationId xmlns:a16="http://schemas.microsoft.com/office/drawing/2014/main" id="{2077FB66-C33D-429B-89C3-747FAD268E4C}"/>
                  </a:ext>
                </a:extLst>
              </p:cNvPr>
              <p:cNvSpPr>
                <a:spLocks noChangeAspect="1"/>
              </p:cNvSpPr>
              <p:nvPr/>
            </p:nvSpPr>
            <p:spPr>
              <a:xfrm>
                <a:off x="5773367" y="1774810"/>
                <a:ext cx="26803" cy="26803"/>
              </a:xfrm>
              <a:custGeom>
                <a:avLst/>
                <a:gdLst/>
                <a:ahLst/>
                <a:cxnLst/>
                <a:rect l="l" t="t" r="r" b="b"/>
                <a:pathLst>
                  <a:path w="52070" h="52069">
                    <a:moveTo>
                      <a:pt x="25908" y="0"/>
                    </a:moveTo>
                    <a:lnTo>
                      <a:pt x="15805" y="2030"/>
                    </a:lnTo>
                    <a:lnTo>
                      <a:pt x="7572" y="7572"/>
                    </a:lnTo>
                    <a:lnTo>
                      <a:pt x="2030" y="15805"/>
                    </a:lnTo>
                    <a:lnTo>
                      <a:pt x="0" y="25907"/>
                    </a:lnTo>
                    <a:lnTo>
                      <a:pt x="2030" y="36010"/>
                    </a:lnTo>
                    <a:lnTo>
                      <a:pt x="7572" y="44243"/>
                    </a:lnTo>
                    <a:lnTo>
                      <a:pt x="15805" y="49785"/>
                    </a:lnTo>
                    <a:lnTo>
                      <a:pt x="25908" y="51815"/>
                    </a:lnTo>
                    <a:lnTo>
                      <a:pt x="36010" y="49785"/>
                    </a:lnTo>
                    <a:lnTo>
                      <a:pt x="44243" y="44243"/>
                    </a:lnTo>
                    <a:lnTo>
                      <a:pt x="49785" y="36010"/>
                    </a:lnTo>
                    <a:lnTo>
                      <a:pt x="51816" y="25907"/>
                    </a:lnTo>
                    <a:lnTo>
                      <a:pt x="49785" y="15805"/>
                    </a:lnTo>
                    <a:lnTo>
                      <a:pt x="44243" y="7572"/>
                    </a:lnTo>
                    <a:lnTo>
                      <a:pt x="36010" y="2030"/>
                    </a:lnTo>
                    <a:lnTo>
                      <a:pt x="25908" y="0"/>
                    </a:lnTo>
                    <a:close/>
                  </a:path>
                </a:pathLst>
              </a:custGeom>
              <a:solidFill>
                <a:srgbClr val="5CADD4"/>
              </a:solidFill>
            </p:spPr>
            <p:txBody>
              <a:bodyPr wrap="square" lIns="0" tIns="0" rIns="0" bIns="0" rtlCol="0"/>
              <a:lstStyle/>
              <a:p>
                <a:pPr defTabSz="685750" rtl="0">
                  <a:defRPr/>
                </a:pPr>
                <a:endParaRPr sz="3200">
                  <a:solidFill>
                    <a:srgbClr val="000000"/>
                  </a:solidFill>
                  <a:latin typeface="Arial" panose="020B0604020202020204" pitchFamily="34" charset="0"/>
                  <a:ea typeface="+mn-ea"/>
                  <a:cs typeface="Arial" panose="020B0604020202020204" pitchFamily="34" charset="0"/>
                </a:endParaRPr>
              </a:p>
            </p:txBody>
          </p:sp>
          <p:sp>
            <p:nvSpPr>
              <p:cNvPr id="130" name="object 40">
                <a:extLst>
                  <a:ext uri="{FF2B5EF4-FFF2-40B4-BE49-F238E27FC236}">
                    <a16:creationId xmlns:a16="http://schemas.microsoft.com/office/drawing/2014/main" id="{EF7815EC-01FB-4799-9A84-782B695FD690}"/>
                  </a:ext>
                </a:extLst>
              </p:cNvPr>
              <p:cNvSpPr>
                <a:spLocks noChangeAspect="1"/>
              </p:cNvSpPr>
              <p:nvPr/>
            </p:nvSpPr>
            <p:spPr>
              <a:xfrm>
                <a:off x="5898334" y="1821879"/>
                <a:ext cx="44671" cy="44671"/>
              </a:xfrm>
              <a:custGeom>
                <a:avLst/>
                <a:gdLst/>
                <a:ahLst/>
                <a:cxnLst/>
                <a:rect l="l" t="t" r="r" b="b"/>
                <a:pathLst>
                  <a:path w="52070" h="52069">
                    <a:moveTo>
                      <a:pt x="25908" y="0"/>
                    </a:moveTo>
                    <a:lnTo>
                      <a:pt x="15805" y="2030"/>
                    </a:lnTo>
                    <a:lnTo>
                      <a:pt x="7572" y="7572"/>
                    </a:lnTo>
                    <a:lnTo>
                      <a:pt x="2030" y="15805"/>
                    </a:lnTo>
                    <a:lnTo>
                      <a:pt x="0" y="25907"/>
                    </a:lnTo>
                    <a:lnTo>
                      <a:pt x="2030" y="36010"/>
                    </a:lnTo>
                    <a:lnTo>
                      <a:pt x="7572" y="44243"/>
                    </a:lnTo>
                    <a:lnTo>
                      <a:pt x="15805" y="49785"/>
                    </a:lnTo>
                    <a:lnTo>
                      <a:pt x="25908" y="51815"/>
                    </a:lnTo>
                    <a:lnTo>
                      <a:pt x="36010" y="49785"/>
                    </a:lnTo>
                    <a:lnTo>
                      <a:pt x="44243" y="44243"/>
                    </a:lnTo>
                    <a:lnTo>
                      <a:pt x="49785" y="36010"/>
                    </a:lnTo>
                    <a:lnTo>
                      <a:pt x="51816" y="25907"/>
                    </a:lnTo>
                    <a:lnTo>
                      <a:pt x="49785" y="15805"/>
                    </a:lnTo>
                    <a:lnTo>
                      <a:pt x="44243" y="7572"/>
                    </a:lnTo>
                    <a:lnTo>
                      <a:pt x="36010" y="2030"/>
                    </a:lnTo>
                    <a:lnTo>
                      <a:pt x="25908" y="0"/>
                    </a:lnTo>
                    <a:close/>
                  </a:path>
                </a:pathLst>
              </a:custGeom>
              <a:solidFill>
                <a:srgbClr val="5CADD4"/>
              </a:solidFill>
            </p:spPr>
            <p:txBody>
              <a:bodyPr wrap="square" lIns="0" tIns="0" rIns="0" bIns="0" rtlCol="0"/>
              <a:lstStyle/>
              <a:p>
                <a:pPr defTabSz="685750" rtl="0">
                  <a:defRPr/>
                </a:pPr>
                <a:endParaRPr sz="3200">
                  <a:solidFill>
                    <a:srgbClr val="000000"/>
                  </a:solidFill>
                  <a:latin typeface="Arial" panose="020B0604020202020204" pitchFamily="34" charset="0"/>
                  <a:ea typeface="+mn-ea"/>
                  <a:cs typeface="Arial" panose="020B0604020202020204" pitchFamily="34" charset="0"/>
                </a:endParaRPr>
              </a:p>
            </p:txBody>
          </p:sp>
          <p:sp>
            <p:nvSpPr>
              <p:cNvPr id="131" name="object 40">
                <a:extLst>
                  <a:ext uri="{FF2B5EF4-FFF2-40B4-BE49-F238E27FC236}">
                    <a16:creationId xmlns:a16="http://schemas.microsoft.com/office/drawing/2014/main" id="{9671F2CE-5EEA-4024-B833-1229DF12FEA4}"/>
                  </a:ext>
                </a:extLst>
              </p:cNvPr>
              <p:cNvSpPr>
                <a:spLocks noChangeAspect="1"/>
              </p:cNvSpPr>
              <p:nvPr/>
            </p:nvSpPr>
            <p:spPr>
              <a:xfrm>
                <a:off x="5856755" y="1875998"/>
                <a:ext cx="26803" cy="26803"/>
              </a:xfrm>
              <a:custGeom>
                <a:avLst/>
                <a:gdLst/>
                <a:ahLst/>
                <a:cxnLst/>
                <a:rect l="l" t="t" r="r" b="b"/>
                <a:pathLst>
                  <a:path w="52070" h="52069">
                    <a:moveTo>
                      <a:pt x="25908" y="0"/>
                    </a:moveTo>
                    <a:lnTo>
                      <a:pt x="15805" y="2030"/>
                    </a:lnTo>
                    <a:lnTo>
                      <a:pt x="7572" y="7572"/>
                    </a:lnTo>
                    <a:lnTo>
                      <a:pt x="2030" y="15805"/>
                    </a:lnTo>
                    <a:lnTo>
                      <a:pt x="0" y="25907"/>
                    </a:lnTo>
                    <a:lnTo>
                      <a:pt x="2030" y="36010"/>
                    </a:lnTo>
                    <a:lnTo>
                      <a:pt x="7572" y="44243"/>
                    </a:lnTo>
                    <a:lnTo>
                      <a:pt x="15805" y="49785"/>
                    </a:lnTo>
                    <a:lnTo>
                      <a:pt x="25908" y="51815"/>
                    </a:lnTo>
                    <a:lnTo>
                      <a:pt x="36010" y="49785"/>
                    </a:lnTo>
                    <a:lnTo>
                      <a:pt x="44243" y="44243"/>
                    </a:lnTo>
                    <a:lnTo>
                      <a:pt x="49785" y="36010"/>
                    </a:lnTo>
                    <a:lnTo>
                      <a:pt x="51816" y="25907"/>
                    </a:lnTo>
                    <a:lnTo>
                      <a:pt x="49785" y="15805"/>
                    </a:lnTo>
                    <a:lnTo>
                      <a:pt x="44243" y="7572"/>
                    </a:lnTo>
                    <a:lnTo>
                      <a:pt x="36010" y="2030"/>
                    </a:lnTo>
                    <a:lnTo>
                      <a:pt x="25908" y="0"/>
                    </a:lnTo>
                    <a:close/>
                  </a:path>
                </a:pathLst>
              </a:custGeom>
              <a:solidFill>
                <a:srgbClr val="5CADD4"/>
              </a:solidFill>
            </p:spPr>
            <p:txBody>
              <a:bodyPr wrap="square" lIns="0" tIns="0" rIns="0" bIns="0" rtlCol="0"/>
              <a:lstStyle/>
              <a:p>
                <a:pPr defTabSz="685750" rtl="0">
                  <a:defRPr/>
                </a:pPr>
                <a:endParaRPr sz="3200">
                  <a:solidFill>
                    <a:srgbClr val="000000"/>
                  </a:solidFill>
                  <a:latin typeface="Arial" panose="020B0604020202020204" pitchFamily="34" charset="0"/>
                  <a:ea typeface="+mn-ea"/>
                  <a:cs typeface="Arial" panose="020B0604020202020204" pitchFamily="34" charset="0"/>
                </a:endParaRPr>
              </a:p>
            </p:txBody>
          </p:sp>
          <p:sp>
            <p:nvSpPr>
              <p:cNvPr id="132" name="object 40">
                <a:extLst>
                  <a:ext uri="{FF2B5EF4-FFF2-40B4-BE49-F238E27FC236}">
                    <a16:creationId xmlns:a16="http://schemas.microsoft.com/office/drawing/2014/main" id="{6F5A5A0F-94E5-4273-A5BB-B82C18BF5147}"/>
                  </a:ext>
                </a:extLst>
              </p:cNvPr>
              <p:cNvSpPr>
                <a:spLocks noChangeAspect="1"/>
              </p:cNvSpPr>
              <p:nvPr/>
            </p:nvSpPr>
            <p:spPr>
              <a:xfrm>
                <a:off x="5654535" y="1723218"/>
                <a:ext cx="26803" cy="26803"/>
              </a:xfrm>
              <a:custGeom>
                <a:avLst/>
                <a:gdLst/>
                <a:ahLst/>
                <a:cxnLst/>
                <a:rect l="l" t="t" r="r" b="b"/>
                <a:pathLst>
                  <a:path w="52070" h="52069">
                    <a:moveTo>
                      <a:pt x="25908" y="0"/>
                    </a:moveTo>
                    <a:lnTo>
                      <a:pt x="15805" y="2030"/>
                    </a:lnTo>
                    <a:lnTo>
                      <a:pt x="7572" y="7572"/>
                    </a:lnTo>
                    <a:lnTo>
                      <a:pt x="2030" y="15805"/>
                    </a:lnTo>
                    <a:lnTo>
                      <a:pt x="0" y="25907"/>
                    </a:lnTo>
                    <a:lnTo>
                      <a:pt x="2030" y="36010"/>
                    </a:lnTo>
                    <a:lnTo>
                      <a:pt x="7572" y="44243"/>
                    </a:lnTo>
                    <a:lnTo>
                      <a:pt x="15805" y="49785"/>
                    </a:lnTo>
                    <a:lnTo>
                      <a:pt x="25908" y="51815"/>
                    </a:lnTo>
                    <a:lnTo>
                      <a:pt x="36010" y="49785"/>
                    </a:lnTo>
                    <a:lnTo>
                      <a:pt x="44243" y="44243"/>
                    </a:lnTo>
                    <a:lnTo>
                      <a:pt x="49785" y="36010"/>
                    </a:lnTo>
                    <a:lnTo>
                      <a:pt x="51816" y="25907"/>
                    </a:lnTo>
                    <a:lnTo>
                      <a:pt x="49785" y="15805"/>
                    </a:lnTo>
                    <a:lnTo>
                      <a:pt x="44243" y="7572"/>
                    </a:lnTo>
                    <a:lnTo>
                      <a:pt x="36010" y="2030"/>
                    </a:lnTo>
                    <a:lnTo>
                      <a:pt x="25908" y="0"/>
                    </a:lnTo>
                    <a:close/>
                  </a:path>
                </a:pathLst>
              </a:custGeom>
              <a:solidFill>
                <a:srgbClr val="5CADD4"/>
              </a:solidFill>
            </p:spPr>
            <p:txBody>
              <a:bodyPr wrap="square" lIns="0" tIns="0" rIns="0" bIns="0" rtlCol="0"/>
              <a:lstStyle/>
              <a:p>
                <a:pPr defTabSz="685750" rtl="0">
                  <a:defRPr/>
                </a:pPr>
                <a:endParaRPr sz="3200">
                  <a:solidFill>
                    <a:srgbClr val="000000"/>
                  </a:solidFill>
                  <a:latin typeface="Arial" panose="020B0604020202020204" pitchFamily="34" charset="0"/>
                  <a:ea typeface="+mn-ea"/>
                  <a:cs typeface="Arial" panose="020B0604020202020204" pitchFamily="34" charset="0"/>
                </a:endParaRPr>
              </a:p>
            </p:txBody>
          </p:sp>
          <p:sp>
            <p:nvSpPr>
              <p:cNvPr id="133" name="object 40">
                <a:extLst>
                  <a:ext uri="{FF2B5EF4-FFF2-40B4-BE49-F238E27FC236}">
                    <a16:creationId xmlns:a16="http://schemas.microsoft.com/office/drawing/2014/main" id="{EA1F0D79-1EA1-437E-9231-2FA7EA80C62D}"/>
                  </a:ext>
                </a:extLst>
              </p:cNvPr>
              <p:cNvSpPr>
                <a:spLocks noChangeAspect="1"/>
              </p:cNvSpPr>
              <p:nvPr/>
            </p:nvSpPr>
            <p:spPr>
              <a:xfrm>
                <a:off x="5671529" y="1738350"/>
                <a:ext cx="26803" cy="26803"/>
              </a:xfrm>
              <a:custGeom>
                <a:avLst/>
                <a:gdLst/>
                <a:ahLst/>
                <a:cxnLst/>
                <a:rect l="l" t="t" r="r" b="b"/>
                <a:pathLst>
                  <a:path w="52070" h="52069">
                    <a:moveTo>
                      <a:pt x="25908" y="0"/>
                    </a:moveTo>
                    <a:lnTo>
                      <a:pt x="15805" y="2030"/>
                    </a:lnTo>
                    <a:lnTo>
                      <a:pt x="7572" y="7572"/>
                    </a:lnTo>
                    <a:lnTo>
                      <a:pt x="2030" y="15805"/>
                    </a:lnTo>
                    <a:lnTo>
                      <a:pt x="0" y="25907"/>
                    </a:lnTo>
                    <a:lnTo>
                      <a:pt x="2030" y="36010"/>
                    </a:lnTo>
                    <a:lnTo>
                      <a:pt x="7572" y="44243"/>
                    </a:lnTo>
                    <a:lnTo>
                      <a:pt x="15805" y="49785"/>
                    </a:lnTo>
                    <a:lnTo>
                      <a:pt x="25908" y="51815"/>
                    </a:lnTo>
                    <a:lnTo>
                      <a:pt x="36010" y="49785"/>
                    </a:lnTo>
                    <a:lnTo>
                      <a:pt x="44243" y="44243"/>
                    </a:lnTo>
                    <a:lnTo>
                      <a:pt x="49785" y="36010"/>
                    </a:lnTo>
                    <a:lnTo>
                      <a:pt x="51816" y="25907"/>
                    </a:lnTo>
                    <a:lnTo>
                      <a:pt x="49785" y="15805"/>
                    </a:lnTo>
                    <a:lnTo>
                      <a:pt x="44243" y="7572"/>
                    </a:lnTo>
                    <a:lnTo>
                      <a:pt x="36010" y="2030"/>
                    </a:lnTo>
                    <a:lnTo>
                      <a:pt x="25908" y="0"/>
                    </a:lnTo>
                    <a:close/>
                  </a:path>
                </a:pathLst>
              </a:custGeom>
              <a:solidFill>
                <a:srgbClr val="5CADD4"/>
              </a:solidFill>
            </p:spPr>
            <p:txBody>
              <a:bodyPr wrap="square" lIns="0" tIns="0" rIns="0" bIns="0" rtlCol="0"/>
              <a:lstStyle/>
              <a:p>
                <a:pPr defTabSz="685750" rtl="0">
                  <a:defRPr/>
                </a:pPr>
                <a:endParaRPr sz="3200">
                  <a:solidFill>
                    <a:srgbClr val="000000"/>
                  </a:solidFill>
                  <a:latin typeface="Arial" panose="020B0604020202020204" pitchFamily="34" charset="0"/>
                  <a:ea typeface="+mn-ea"/>
                  <a:cs typeface="Arial" panose="020B0604020202020204" pitchFamily="34" charset="0"/>
                </a:endParaRPr>
              </a:p>
            </p:txBody>
          </p:sp>
          <p:sp>
            <p:nvSpPr>
              <p:cNvPr id="134" name="object 40">
                <a:extLst>
                  <a:ext uri="{FF2B5EF4-FFF2-40B4-BE49-F238E27FC236}">
                    <a16:creationId xmlns:a16="http://schemas.microsoft.com/office/drawing/2014/main" id="{8FD71664-9D43-4C85-A1E0-27BE90D8107A}"/>
                  </a:ext>
                </a:extLst>
              </p:cNvPr>
              <p:cNvSpPr>
                <a:spLocks noChangeAspect="1"/>
              </p:cNvSpPr>
              <p:nvPr/>
            </p:nvSpPr>
            <p:spPr>
              <a:xfrm>
                <a:off x="5642982" y="1741804"/>
                <a:ext cx="26803" cy="26803"/>
              </a:xfrm>
              <a:custGeom>
                <a:avLst/>
                <a:gdLst/>
                <a:ahLst/>
                <a:cxnLst/>
                <a:rect l="l" t="t" r="r" b="b"/>
                <a:pathLst>
                  <a:path w="52070" h="52069">
                    <a:moveTo>
                      <a:pt x="25908" y="0"/>
                    </a:moveTo>
                    <a:lnTo>
                      <a:pt x="15805" y="2030"/>
                    </a:lnTo>
                    <a:lnTo>
                      <a:pt x="7572" y="7572"/>
                    </a:lnTo>
                    <a:lnTo>
                      <a:pt x="2030" y="15805"/>
                    </a:lnTo>
                    <a:lnTo>
                      <a:pt x="0" y="25907"/>
                    </a:lnTo>
                    <a:lnTo>
                      <a:pt x="2030" y="36010"/>
                    </a:lnTo>
                    <a:lnTo>
                      <a:pt x="7572" y="44243"/>
                    </a:lnTo>
                    <a:lnTo>
                      <a:pt x="15805" y="49785"/>
                    </a:lnTo>
                    <a:lnTo>
                      <a:pt x="25908" y="51815"/>
                    </a:lnTo>
                    <a:lnTo>
                      <a:pt x="36010" y="49785"/>
                    </a:lnTo>
                    <a:lnTo>
                      <a:pt x="44243" y="44243"/>
                    </a:lnTo>
                    <a:lnTo>
                      <a:pt x="49785" y="36010"/>
                    </a:lnTo>
                    <a:lnTo>
                      <a:pt x="51816" y="25907"/>
                    </a:lnTo>
                    <a:lnTo>
                      <a:pt x="49785" y="15805"/>
                    </a:lnTo>
                    <a:lnTo>
                      <a:pt x="44243" y="7572"/>
                    </a:lnTo>
                    <a:lnTo>
                      <a:pt x="36010" y="2030"/>
                    </a:lnTo>
                    <a:lnTo>
                      <a:pt x="25908" y="0"/>
                    </a:lnTo>
                    <a:close/>
                  </a:path>
                </a:pathLst>
              </a:custGeom>
              <a:solidFill>
                <a:srgbClr val="5CADD4"/>
              </a:solidFill>
            </p:spPr>
            <p:txBody>
              <a:bodyPr wrap="square" lIns="0" tIns="0" rIns="0" bIns="0" rtlCol="0"/>
              <a:lstStyle/>
              <a:p>
                <a:pPr defTabSz="685750" rtl="0">
                  <a:defRPr/>
                </a:pPr>
                <a:endParaRPr sz="3200">
                  <a:solidFill>
                    <a:srgbClr val="000000"/>
                  </a:solidFill>
                  <a:latin typeface="Arial" panose="020B0604020202020204" pitchFamily="34" charset="0"/>
                  <a:ea typeface="+mn-ea"/>
                  <a:cs typeface="Arial" panose="020B0604020202020204" pitchFamily="34" charset="0"/>
                </a:endParaRPr>
              </a:p>
            </p:txBody>
          </p:sp>
          <p:sp>
            <p:nvSpPr>
              <p:cNvPr id="135" name="object 9">
                <a:extLst>
                  <a:ext uri="{FF2B5EF4-FFF2-40B4-BE49-F238E27FC236}">
                    <a16:creationId xmlns:a16="http://schemas.microsoft.com/office/drawing/2014/main" id="{FBA93DBA-3ABB-41DC-9192-A071A7894DD4}"/>
                  </a:ext>
                </a:extLst>
              </p:cNvPr>
              <p:cNvSpPr>
                <a:spLocks noChangeAspect="1"/>
              </p:cNvSpPr>
              <p:nvPr/>
            </p:nvSpPr>
            <p:spPr>
              <a:xfrm>
                <a:off x="3444434" y="2195603"/>
                <a:ext cx="57638" cy="57638"/>
              </a:xfrm>
              <a:custGeom>
                <a:avLst/>
                <a:gdLst/>
                <a:ahLst/>
                <a:cxnLst/>
                <a:rect l="l" t="t" r="r" b="b"/>
                <a:pathLst>
                  <a:path w="52069" h="52069">
                    <a:moveTo>
                      <a:pt x="25908" y="0"/>
                    </a:moveTo>
                    <a:lnTo>
                      <a:pt x="15805" y="2030"/>
                    </a:lnTo>
                    <a:lnTo>
                      <a:pt x="7572" y="7572"/>
                    </a:lnTo>
                    <a:lnTo>
                      <a:pt x="2030" y="15805"/>
                    </a:lnTo>
                    <a:lnTo>
                      <a:pt x="0" y="25908"/>
                    </a:lnTo>
                    <a:lnTo>
                      <a:pt x="2030" y="36010"/>
                    </a:lnTo>
                    <a:lnTo>
                      <a:pt x="7572" y="44243"/>
                    </a:lnTo>
                    <a:lnTo>
                      <a:pt x="15805" y="49785"/>
                    </a:lnTo>
                    <a:lnTo>
                      <a:pt x="25908" y="51816"/>
                    </a:lnTo>
                    <a:lnTo>
                      <a:pt x="36010" y="49785"/>
                    </a:lnTo>
                    <a:lnTo>
                      <a:pt x="44243" y="44243"/>
                    </a:lnTo>
                    <a:lnTo>
                      <a:pt x="49785" y="36010"/>
                    </a:lnTo>
                    <a:lnTo>
                      <a:pt x="51816" y="25908"/>
                    </a:lnTo>
                    <a:lnTo>
                      <a:pt x="49785" y="15805"/>
                    </a:lnTo>
                    <a:lnTo>
                      <a:pt x="44243" y="7572"/>
                    </a:lnTo>
                    <a:lnTo>
                      <a:pt x="36010" y="2030"/>
                    </a:lnTo>
                    <a:lnTo>
                      <a:pt x="25908" y="0"/>
                    </a:lnTo>
                    <a:close/>
                  </a:path>
                </a:pathLst>
              </a:custGeom>
              <a:solidFill>
                <a:srgbClr val="5CADD4"/>
              </a:solidFill>
            </p:spPr>
            <p:txBody>
              <a:bodyPr wrap="square" lIns="0" tIns="0" rIns="0" bIns="0" rtlCol="0"/>
              <a:lstStyle/>
              <a:p>
                <a:pPr defTabSz="685750" rtl="0">
                  <a:defRPr/>
                </a:pPr>
                <a:endParaRPr sz="3200">
                  <a:solidFill>
                    <a:srgbClr val="000000"/>
                  </a:solidFill>
                  <a:latin typeface="Arial" panose="020B0604020202020204" pitchFamily="34" charset="0"/>
                  <a:ea typeface="+mn-ea"/>
                  <a:cs typeface="Arial" panose="020B0604020202020204" pitchFamily="34" charset="0"/>
                </a:endParaRPr>
              </a:p>
            </p:txBody>
          </p:sp>
          <p:sp>
            <p:nvSpPr>
              <p:cNvPr id="136" name="object 10">
                <a:extLst>
                  <a:ext uri="{FF2B5EF4-FFF2-40B4-BE49-F238E27FC236}">
                    <a16:creationId xmlns:a16="http://schemas.microsoft.com/office/drawing/2014/main" id="{FEFA403A-1B2D-4AF6-BDC9-11B36DE80717}"/>
                  </a:ext>
                </a:extLst>
              </p:cNvPr>
              <p:cNvSpPr>
                <a:spLocks noChangeAspect="1"/>
              </p:cNvSpPr>
              <p:nvPr/>
            </p:nvSpPr>
            <p:spPr>
              <a:xfrm>
                <a:off x="3002677" y="2011822"/>
                <a:ext cx="57638" cy="57638"/>
              </a:xfrm>
              <a:custGeom>
                <a:avLst/>
                <a:gdLst/>
                <a:ahLst/>
                <a:cxnLst/>
                <a:rect l="l" t="t" r="r" b="b"/>
                <a:pathLst>
                  <a:path w="52069" h="52069">
                    <a:moveTo>
                      <a:pt x="25908" y="0"/>
                    </a:moveTo>
                    <a:lnTo>
                      <a:pt x="15805" y="2030"/>
                    </a:lnTo>
                    <a:lnTo>
                      <a:pt x="7572" y="7572"/>
                    </a:lnTo>
                    <a:lnTo>
                      <a:pt x="2030" y="15805"/>
                    </a:lnTo>
                    <a:lnTo>
                      <a:pt x="0" y="25907"/>
                    </a:lnTo>
                    <a:lnTo>
                      <a:pt x="2030" y="36010"/>
                    </a:lnTo>
                    <a:lnTo>
                      <a:pt x="7572" y="44243"/>
                    </a:lnTo>
                    <a:lnTo>
                      <a:pt x="15805" y="49785"/>
                    </a:lnTo>
                    <a:lnTo>
                      <a:pt x="25908" y="51816"/>
                    </a:lnTo>
                    <a:lnTo>
                      <a:pt x="36010" y="49785"/>
                    </a:lnTo>
                    <a:lnTo>
                      <a:pt x="44243" y="44243"/>
                    </a:lnTo>
                    <a:lnTo>
                      <a:pt x="49785" y="36010"/>
                    </a:lnTo>
                    <a:lnTo>
                      <a:pt x="51816" y="25907"/>
                    </a:lnTo>
                    <a:lnTo>
                      <a:pt x="49785" y="15805"/>
                    </a:lnTo>
                    <a:lnTo>
                      <a:pt x="44243" y="7572"/>
                    </a:lnTo>
                    <a:lnTo>
                      <a:pt x="36010" y="2030"/>
                    </a:lnTo>
                    <a:lnTo>
                      <a:pt x="25908" y="0"/>
                    </a:lnTo>
                    <a:close/>
                  </a:path>
                </a:pathLst>
              </a:custGeom>
              <a:solidFill>
                <a:srgbClr val="5CADD4"/>
              </a:solidFill>
            </p:spPr>
            <p:txBody>
              <a:bodyPr wrap="square" lIns="0" tIns="0" rIns="0" bIns="0" rtlCol="0"/>
              <a:lstStyle/>
              <a:p>
                <a:pPr defTabSz="685750" rtl="0">
                  <a:defRPr/>
                </a:pPr>
                <a:endParaRPr sz="3200">
                  <a:solidFill>
                    <a:srgbClr val="000000"/>
                  </a:solidFill>
                  <a:latin typeface="Arial" panose="020B0604020202020204" pitchFamily="34" charset="0"/>
                  <a:ea typeface="+mn-ea"/>
                  <a:cs typeface="Arial" panose="020B0604020202020204" pitchFamily="34" charset="0"/>
                </a:endParaRPr>
              </a:p>
            </p:txBody>
          </p:sp>
          <p:sp>
            <p:nvSpPr>
              <p:cNvPr id="137" name="object 11">
                <a:extLst>
                  <a:ext uri="{FF2B5EF4-FFF2-40B4-BE49-F238E27FC236}">
                    <a16:creationId xmlns:a16="http://schemas.microsoft.com/office/drawing/2014/main" id="{F0FD5662-93DE-4848-BDEA-63A2644986DC}"/>
                  </a:ext>
                </a:extLst>
              </p:cNvPr>
              <p:cNvSpPr>
                <a:spLocks noChangeAspect="1"/>
              </p:cNvSpPr>
              <p:nvPr/>
            </p:nvSpPr>
            <p:spPr>
              <a:xfrm>
                <a:off x="3096294" y="2208960"/>
                <a:ext cx="57638" cy="57638"/>
              </a:xfrm>
              <a:custGeom>
                <a:avLst/>
                <a:gdLst/>
                <a:ahLst/>
                <a:cxnLst/>
                <a:rect l="l" t="t" r="r" b="b"/>
                <a:pathLst>
                  <a:path w="52069" h="52069">
                    <a:moveTo>
                      <a:pt x="25908" y="0"/>
                    </a:moveTo>
                    <a:lnTo>
                      <a:pt x="15805" y="2030"/>
                    </a:lnTo>
                    <a:lnTo>
                      <a:pt x="7572" y="7572"/>
                    </a:lnTo>
                    <a:lnTo>
                      <a:pt x="2030" y="15805"/>
                    </a:lnTo>
                    <a:lnTo>
                      <a:pt x="0" y="25908"/>
                    </a:lnTo>
                    <a:lnTo>
                      <a:pt x="2030" y="36010"/>
                    </a:lnTo>
                    <a:lnTo>
                      <a:pt x="7572" y="44243"/>
                    </a:lnTo>
                    <a:lnTo>
                      <a:pt x="15805" y="49785"/>
                    </a:lnTo>
                    <a:lnTo>
                      <a:pt x="25908" y="51816"/>
                    </a:lnTo>
                    <a:lnTo>
                      <a:pt x="36010" y="49785"/>
                    </a:lnTo>
                    <a:lnTo>
                      <a:pt x="44243" y="44243"/>
                    </a:lnTo>
                    <a:lnTo>
                      <a:pt x="49785" y="36010"/>
                    </a:lnTo>
                    <a:lnTo>
                      <a:pt x="51816" y="25908"/>
                    </a:lnTo>
                    <a:lnTo>
                      <a:pt x="49785" y="15805"/>
                    </a:lnTo>
                    <a:lnTo>
                      <a:pt x="44243" y="7572"/>
                    </a:lnTo>
                    <a:lnTo>
                      <a:pt x="36010" y="2030"/>
                    </a:lnTo>
                    <a:lnTo>
                      <a:pt x="25908" y="0"/>
                    </a:lnTo>
                    <a:close/>
                  </a:path>
                </a:pathLst>
              </a:custGeom>
              <a:solidFill>
                <a:srgbClr val="00B0F0"/>
              </a:solidFill>
            </p:spPr>
            <p:txBody>
              <a:bodyPr wrap="square" lIns="0" tIns="0" rIns="0" bIns="0" rtlCol="0"/>
              <a:lstStyle/>
              <a:p>
                <a:pPr defTabSz="685750" rtl="0">
                  <a:defRPr/>
                </a:pPr>
                <a:endParaRPr sz="3200">
                  <a:solidFill>
                    <a:srgbClr val="000000"/>
                  </a:solidFill>
                  <a:latin typeface="Arial" panose="020B0604020202020204" pitchFamily="34" charset="0"/>
                  <a:ea typeface="+mn-ea"/>
                  <a:cs typeface="Arial" panose="020B0604020202020204" pitchFamily="34" charset="0"/>
                </a:endParaRPr>
              </a:p>
            </p:txBody>
          </p:sp>
          <p:sp>
            <p:nvSpPr>
              <p:cNvPr id="138" name="object 12">
                <a:extLst>
                  <a:ext uri="{FF2B5EF4-FFF2-40B4-BE49-F238E27FC236}">
                    <a16:creationId xmlns:a16="http://schemas.microsoft.com/office/drawing/2014/main" id="{746814C2-19A8-4699-A2DF-37A57961B575}"/>
                  </a:ext>
                </a:extLst>
              </p:cNvPr>
              <p:cNvSpPr>
                <a:spLocks noChangeAspect="1"/>
              </p:cNvSpPr>
              <p:nvPr/>
            </p:nvSpPr>
            <p:spPr>
              <a:xfrm>
                <a:off x="3278479" y="1998736"/>
                <a:ext cx="57638" cy="56232"/>
              </a:xfrm>
              <a:custGeom>
                <a:avLst/>
                <a:gdLst/>
                <a:ahLst/>
                <a:cxnLst/>
                <a:rect l="l" t="t" r="r" b="b"/>
                <a:pathLst>
                  <a:path w="52069" h="50800">
                    <a:moveTo>
                      <a:pt x="25907" y="0"/>
                    </a:moveTo>
                    <a:lnTo>
                      <a:pt x="15805" y="1982"/>
                    </a:lnTo>
                    <a:lnTo>
                      <a:pt x="7572" y="7381"/>
                    </a:lnTo>
                    <a:lnTo>
                      <a:pt x="2030" y="15376"/>
                    </a:lnTo>
                    <a:lnTo>
                      <a:pt x="0" y="25145"/>
                    </a:lnTo>
                    <a:lnTo>
                      <a:pt x="2030" y="34915"/>
                    </a:lnTo>
                    <a:lnTo>
                      <a:pt x="7572" y="42910"/>
                    </a:lnTo>
                    <a:lnTo>
                      <a:pt x="15805" y="48309"/>
                    </a:lnTo>
                    <a:lnTo>
                      <a:pt x="25907" y="50291"/>
                    </a:lnTo>
                    <a:lnTo>
                      <a:pt x="36010" y="48309"/>
                    </a:lnTo>
                    <a:lnTo>
                      <a:pt x="44243" y="42910"/>
                    </a:lnTo>
                    <a:lnTo>
                      <a:pt x="49785" y="34915"/>
                    </a:lnTo>
                    <a:lnTo>
                      <a:pt x="51816" y="25145"/>
                    </a:lnTo>
                    <a:lnTo>
                      <a:pt x="49785" y="15376"/>
                    </a:lnTo>
                    <a:lnTo>
                      <a:pt x="44243" y="7381"/>
                    </a:lnTo>
                    <a:lnTo>
                      <a:pt x="36010" y="1982"/>
                    </a:lnTo>
                    <a:lnTo>
                      <a:pt x="25907" y="0"/>
                    </a:lnTo>
                    <a:close/>
                  </a:path>
                </a:pathLst>
              </a:custGeom>
              <a:solidFill>
                <a:srgbClr val="00B0F0"/>
              </a:solidFill>
            </p:spPr>
            <p:txBody>
              <a:bodyPr wrap="square" lIns="0" tIns="0" rIns="0" bIns="0" rtlCol="0"/>
              <a:lstStyle/>
              <a:p>
                <a:pPr defTabSz="685750" rtl="0">
                  <a:defRPr/>
                </a:pPr>
                <a:endParaRPr sz="3200">
                  <a:solidFill>
                    <a:srgbClr val="000000"/>
                  </a:solidFill>
                  <a:latin typeface="Arial" panose="020B0604020202020204" pitchFamily="34" charset="0"/>
                  <a:ea typeface="+mn-ea"/>
                  <a:cs typeface="Arial" panose="020B0604020202020204" pitchFamily="34" charset="0"/>
                </a:endParaRPr>
              </a:p>
            </p:txBody>
          </p:sp>
          <p:sp>
            <p:nvSpPr>
              <p:cNvPr id="139" name="object 13">
                <a:extLst>
                  <a:ext uri="{FF2B5EF4-FFF2-40B4-BE49-F238E27FC236}">
                    <a16:creationId xmlns:a16="http://schemas.microsoft.com/office/drawing/2014/main" id="{56EE2F30-AA01-4D98-9699-B4205E161E29}"/>
                  </a:ext>
                </a:extLst>
              </p:cNvPr>
              <p:cNvSpPr>
                <a:spLocks noChangeAspect="1"/>
              </p:cNvSpPr>
              <p:nvPr/>
            </p:nvSpPr>
            <p:spPr>
              <a:xfrm>
                <a:off x="3367467" y="2375805"/>
                <a:ext cx="56232" cy="56232"/>
              </a:xfrm>
              <a:custGeom>
                <a:avLst/>
                <a:gdLst/>
                <a:ahLst/>
                <a:cxnLst/>
                <a:rect l="l" t="t" r="r" b="b"/>
                <a:pathLst>
                  <a:path w="50800" h="50800">
                    <a:moveTo>
                      <a:pt x="25146" y="0"/>
                    </a:moveTo>
                    <a:lnTo>
                      <a:pt x="15376" y="1982"/>
                    </a:lnTo>
                    <a:lnTo>
                      <a:pt x="7381" y="7381"/>
                    </a:lnTo>
                    <a:lnTo>
                      <a:pt x="1982" y="15376"/>
                    </a:lnTo>
                    <a:lnTo>
                      <a:pt x="0" y="25145"/>
                    </a:lnTo>
                    <a:lnTo>
                      <a:pt x="1982" y="34915"/>
                    </a:lnTo>
                    <a:lnTo>
                      <a:pt x="7381" y="42910"/>
                    </a:lnTo>
                    <a:lnTo>
                      <a:pt x="15376" y="48309"/>
                    </a:lnTo>
                    <a:lnTo>
                      <a:pt x="25146" y="50292"/>
                    </a:lnTo>
                    <a:lnTo>
                      <a:pt x="34915" y="48309"/>
                    </a:lnTo>
                    <a:lnTo>
                      <a:pt x="42910" y="42910"/>
                    </a:lnTo>
                    <a:lnTo>
                      <a:pt x="48309" y="34915"/>
                    </a:lnTo>
                    <a:lnTo>
                      <a:pt x="50292" y="25145"/>
                    </a:lnTo>
                    <a:lnTo>
                      <a:pt x="48309" y="15376"/>
                    </a:lnTo>
                    <a:lnTo>
                      <a:pt x="42910" y="7381"/>
                    </a:lnTo>
                    <a:lnTo>
                      <a:pt x="34915" y="1982"/>
                    </a:lnTo>
                    <a:lnTo>
                      <a:pt x="25146" y="0"/>
                    </a:lnTo>
                    <a:close/>
                  </a:path>
                </a:pathLst>
              </a:custGeom>
              <a:solidFill>
                <a:srgbClr val="00B0F0"/>
              </a:solidFill>
            </p:spPr>
            <p:txBody>
              <a:bodyPr wrap="square" lIns="0" tIns="0" rIns="0" bIns="0" rtlCol="0"/>
              <a:lstStyle/>
              <a:p>
                <a:pPr defTabSz="685750" rtl="0">
                  <a:defRPr/>
                </a:pPr>
                <a:endParaRPr sz="3200">
                  <a:solidFill>
                    <a:srgbClr val="000000"/>
                  </a:solidFill>
                  <a:latin typeface="Arial" panose="020B0604020202020204" pitchFamily="34" charset="0"/>
                  <a:ea typeface="+mn-ea"/>
                  <a:cs typeface="Arial" panose="020B0604020202020204" pitchFamily="34" charset="0"/>
                </a:endParaRPr>
              </a:p>
            </p:txBody>
          </p:sp>
          <p:sp>
            <p:nvSpPr>
              <p:cNvPr id="140" name="object 14">
                <a:extLst>
                  <a:ext uri="{FF2B5EF4-FFF2-40B4-BE49-F238E27FC236}">
                    <a16:creationId xmlns:a16="http://schemas.microsoft.com/office/drawing/2014/main" id="{575C7B6A-036B-44C0-BB36-EA2B3CA76B38}"/>
                  </a:ext>
                </a:extLst>
              </p:cNvPr>
              <p:cNvSpPr>
                <a:spLocks noChangeAspect="1"/>
              </p:cNvSpPr>
              <p:nvPr/>
            </p:nvSpPr>
            <p:spPr>
              <a:xfrm>
                <a:off x="2969485" y="2159931"/>
                <a:ext cx="57638" cy="57638"/>
              </a:xfrm>
              <a:custGeom>
                <a:avLst/>
                <a:gdLst/>
                <a:ahLst/>
                <a:cxnLst/>
                <a:rect l="l" t="t" r="r" b="b"/>
                <a:pathLst>
                  <a:path w="52069" h="52069">
                    <a:moveTo>
                      <a:pt x="25907" y="0"/>
                    </a:moveTo>
                    <a:lnTo>
                      <a:pt x="15805" y="2030"/>
                    </a:lnTo>
                    <a:lnTo>
                      <a:pt x="7572" y="7572"/>
                    </a:lnTo>
                    <a:lnTo>
                      <a:pt x="2030" y="15805"/>
                    </a:lnTo>
                    <a:lnTo>
                      <a:pt x="0" y="25907"/>
                    </a:lnTo>
                    <a:lnTo>
                      <a:pt x="2030" y="36010"/>
                    </a:lnTo>
                    <a:lnTo>
                      <a:pt x="7572" y="44243"/>
                    </a:lnTo>
                    <a:lnTo>
                      <a:pt x="15805" y="49785"/>
                    </a:lnTo>
                    <a:lnTo>
                      <a:pt x="25907" y="51816"/>
                    </a:lnTo>
                    <a:lnTo>
                      <a:pt x="36010" y="49785"/>
                    </a:lnTo>
                    <a:lnTo>
                      <a:pt x="44243" y="44243"/>
                    </a:lnTo>
                    <a:lnTo>
                      <a:pt x="49785" y="36010"/>
                    </a:lnTo>
                    <a:lnTo>
                      <a:pt x="51815" y="25907"/>
                    </a:lnTo>
                    <a:lnTo>
                      <a:pt x="49785" y="15805"/>
                    </a:lnTo>
                    <a:lnTo>
                      <a:pt x="44243" y="7572"/>
                    </a:lnTo>
                    <a:lnTo>
                      <a:pt x="36010" y="2030"/>
                    </a:lnTo>
                    <a:lnTo>
                      <a:pt x="25907" y="0"/>
                    </a:lnTo>
                    <a:close/>
                  </a:path>
                </a:pathLst>
              </a:custGeom>
              <a:solidFill>
                <a:srgbClr val="00B0F0"/>
              </a:solidFill>
            </p:spPr>
            <p:txBody>
              <a:bodyPr wrap="square" lIns="0" tIns="0" rIns="0" bIns="0" rtlCol="0"/>
              <a:lstStyle/>
              <a:p>
                <a:pPr defTabSz="685750" rtl="0">
                  <a:defRPr/>
                </a:pPr>
                <a:endParaRPr sz="3200">
                  <a:solidFill>
                    <a:srgbClr val="000000"/>
                  </a:solidFill>
                  <a:latin typeface="Arial" panose="020B0604020202020204" pitchFamily="34" charset="0"/>
                  <a:ea typeface="+mn-ea"/>
                  <a:cs typeface="Arial" panose="020B0604020202020204" pitchFamily="34" charset="0"/>
                </a:endParaRPr>
              </a:p>
            </p:txBody>
          </p:sp>
          <p:sp>
            <p:nvSpPr>
              <p:cNvPr id="141" name="object 15">
                <a:extLst>
                  <a:ext uri="{FF2B5EF4-FFF2-40B4-BE49-F238E27FC236}">
                    <a16:creationId xmlns:a16="http://schemas.microsoft.com/office/drawing/2014/main" id="{2FE8CA3C-A33D-4932-9185-B6FC95694286}"/>
                  </a:ext>
                </a:extLst>
              </p:cNvPr>
              <p:cNvSpPr>
                <a:spLocks noChangeAspect="1"/>
              </p:cNvSpPr>
              <p:nvPr/>
            </p:nvSpPr>
            <p:spPr>
              <a:xfrm>
                <a:off x="2974733" y="2051832"/>
                <a:ext cx="57638" cy="57638"/>
              </a:xfrm>
              <a:custGeom>
                <a:avLst/>
                <a:gdLst/>
                <a:ahLst/>
                <a:cxnLst/>
                <a:rect l="l" t="t" r="r" b="b"/>
                <a:pathLst>
                  <a:path w="52069" h="52069">
                    <a:moveTo>
                      <a:pt x="25908" y="0"/>
                    </a:moveTo>
                    <a:lnTo>
                      <a:pt x="15805" y="2030"/>
                    </a:lnTo>
                    <a:lnTo>
                      <a:pt x="7572" y="7572"/>
                    </a:lnTo>
                    <a:lnTo>
                      <a:pt x="2030" y="15805"/>
                    </a:lnTo>
                    <a:lnTo>
                      <a:pt x="0" y="25907"/>
                    </a:lnTo>
                    <a:lnTo>
                      <a:pt x="2030" y="36010"/>
                    </a:lnTo>
                    <a:lnTo>
                      <a:pt x="7572" y="44243"/>
                    </a:lnTo>
                    <a:lnTo>
                      <a:pt x="15805" y="49785"/>
                    </a:lnTo>
                    <a:lnTo>
                      <a:pt x="25908" y="51815"/>
                    </a:lnTo>
                    <a:lnTo>
                      <a:pt x="36010" y="49785"/>
                    </a:lnTo>
                    <a:lnTo>
                      <a:pt x="44243" y="44243"/>
                    </a:lnTo>
                    <a:lnTo>
                      <a:pt x="49785" y="36010"/>
                    </a:lnTo>
                    <a:lnTo>
                      <a:pt x="51816" y="25907"/>
                    </a:lnTo>
                    <a:lnTo>
                      <a:pt x="49785" y="15805"/>
                    </a:lnTo>
                    <a:lnTo>
                      <a:pt x="44243" y="7572"/>
                    </a:lnTo>
                    <a:lnTo>
                      <a:pt x="36010" y="2030"/>
                    </a:lnTo>
                    <a:lnTo>
                      <a:pt x="25908" y="0"/>
                    </a:lnTo>
                    <a:close/>
                  </a:path>
                </a:pathLst>
              </a:custGeom>
              <a:solidFill>
                <a:srgbClr val="00B0F0"/>
              </a:solidFill>
            </p:spPr>
            <p:txBody>
              <a:bodyPr wrap="square" lIns="0" tIns="0" rIns="0" bIns="0" rtlCol="0"/>
              <a:lstStyle/>
              <a:p>
                <a:pPr defTabSz="685750" rtl="0">
                  <a:defRPr/>
                </a:pPr>
                <a:endParaRPr sz="3200">
                  <a:solidFill>
                    <a:srgbClr val="000000"/>
                  </a:solidFill>
                  <a:latin typeface="Arial" panose="020B0604020202020204" pitchFamily="34" charset="0"/>
                  <a:ea typeface="+mn-ea"/>
                  <a:cs typeface="Arial" panose="020B0604020202020204" pitchFamily="34" charset="0"/>
                </a:endParaRPr>
              </a:p>
            </p:txBody>
          </p:sp>
          <p:sp>
            <p:nvSpPr>
              <p:cNvPr id="142" name="object 16">
                <a:extLst>
                  <a:ext uri="{FF2B5EF4-FFF2-40B4-BE49-F238E27FC236}">
                    <a16:creationId xmlns:a16="http://schemas.microsoft.com/office/drawing/2014/main" id="{D1611A67-27D6-43FD-93FE-D061C294B85E}"/>
                  </a:ext>
                </a:extLst>
              </p:cNvPr>
              <p:cNvSpPr>
                <a:spLocks noChangeAspect="1"/>
              </p:cNvSpPr>
              <p:nvPr/>
            </p:nvSpPr>
            <p:spPr>
              <a:xfrm>
                <a:off x="3409700" y="2267074"/>
                <a:ext cx="57638" cy="57638"/>
              </a:xfrm>
              <a:custGeom>
                <a:avLst/>
                <a:gdLst/>
                <a:ahLst/>
                <a:cxnLst/>
                <a:rect l="l" t="t" r="r" b="b"/>
                <a:pathLst>
                  <a:path w="52069" h="52069">
                    <a:moveTo>
                      <a:pt x="25908" y="0"/>
                    </a:moveTo>
                    <a:lnTo>
                      <a:pt x="15805" y="2030"/>
                    </a:lnTo>
                    <a:lnTo>
                      <a:pt x="7572" y="7572"/>
                    </a:lnTo>
                    <a:lnTo>
                      <a:pt x="2030" y="15805"/>
                    </a:lnTo>
                    <a:lnTo>
                      <a:pt x="0" y="25907"/>
                    </a:lnTo>
                    <a:lnTo>
                      <a:pt x="2030" y="36010"/>
                    </a:lnTo>
                    <a:lnTo>
                      <a:pt x="7572" y="44243"/>
                    </a:lnTo>
                    <a:lnTo>
                      <a:pt x="15805" y="49785"/>
                    </a:lnTo>
                    <a:lnTo>
                      <a:pt x="25908" y="51816"/>
                    </a:lnTo>
                    <a:lnTo>
                      <a:pt x="36010" y="49785"/>
                    </a:lnTo>
                    <a:lnTo>
                      <a:pt x="44243" y="44243"/>
                    </a:lnTo>
                    <a:lnTo>
                      <a:pt x="49785" y="36010"/>
                    </a:lnTo>
                    <a:lnTo>
                      <a:pt x="51816" y="25907"/>
                    </a:lnTo>
                    <a:lnTo>
                      <a:pt x="49785" y="15805"/>
                    </a:lnTo>
                    <a:lnTo>
                      <a:pt x="44243" y="7572"/>
                    </a:lnTo>
                    <a:lnTo>
                      <a:pt x="36010" y="2030"/>
                    </a:lnTo>
                    <a:lnTo>
                      <a:pt x="25908" y="0"/>
                    </a:lnTo>
                    <a:close/>
                  </a:path>
                </a:pathLst>
              </a:custGeom>
              <a:solidFill>
                <a:srgbClr val="5CADD4"/>
              </a:solidFill>
            </p:spPr>
            <p:txBody>
              <a:bodyPr wrap="square" lIns="0" tIns="0" rIns="0" bIns="0" rtlCol="0"/>
              <a:lstStyle/>
              <a:p>
                <a:pPr defTabSz="685750" rtl="0">
                  <a:defRPr/>
                </a:pPr>
                <a:endParaRPr sz="3200">
                  <a:solidFill>
                    <a:srgbClr val="000000"/>
                  </a:solidFill>
                  <a:latin typeface="Arial" panose="020B0604020202020204" pitchFamily="34" charset="0"/>
                  <a:ea typeface="+mn-ea"/>
                  <a:cs typeface="Arial" panose="020B0604020202020204" pitchFamily="34" charset="0"/>
                </a:endParaRPr>
              </a:p>
            </p:txBody>
          </p:sp>
          <p:sp>
            <p:nvSpPr>
              <p:cNvPr id="143" name="object 17">
                <a:extLst>
                  <a:ext uri="{FF2B5EF4-FFF2-40B4-BE49-F238E27FC236}">
                    <a16:creationId xmlns:a16="http://schemas.microsoft.com/office/drawing/2014/main" id="{1560AAEA-3249-4944-8AC9-F32D6CE6903C}"/>
                  </a:ext>
                </a:extLst>
              </p:cNvPr>
              <p:cNvSpPr>
                <a:spLocks noChangeAspect="1"/>
              </p:cNvSpPr>
              <p:nvPr/>
            </p:nvSpPr>
            <p:spPr>
              <a:xfrm>
                <a:off x="3608233" y="2225736"/>
                <a:ext cx="56232" cy="57638"/>
              </a:xfrm>
              <a:custGeom>
                <a:avLst/>
                <a:gdLst/>
                <a:ahLst/>
                <a:cxnLst/>
                <a:rect l="l" t="t" r="r" b="b"/>
                <a:pathLst>
                  <a:path w="50800" h="52069">
                    <a:moveTo>
                      <a:pt x="25145" y="0"/>
                    </a:moveTo>
                    <a:lnTo>
                      <a:pt x="15376" y="2030"/>
                    </a:lnTo>
                    <a:lnTo>
                      <a:pt x="7381" y="7572"/>
                    </a:lnTo>
                    <a:lnTo>
                      <a:pt x="1982" y="15805"/>
                    </a:lnTo>
                    <a:lnTo>
                      <a:pt x="0" y="25907"/>
                    </a:lnTo>
                    <a:lnTo>
                      <a:pt x="1982" y="36010"/>
                    </a:lnTo>
                    <a:lnTo>
                      <a:pt x="7381" y="44243"/>
                    </a:lnTo>
                    <a:lnTo>
                      <a:pt x="15376" y="49785"/>
                    </a:lnTo>
                    <a:lnTo>
                      <a:pt x="25145" y="51816"/>
                    </a:lnTo>
                    <a:lnTo>
                      <a:pt x="34915" y="49785"/>
                    </a:lnTo>
                    <a:lnTo>
                      <a:pt x="42910" y="44243"/>
                    </a:lnTo>
                    <a:lnTo>
                      <a:pt x="48309" y="36010"/>
                    </a:lnTo>
                    <a:lnTo>
                      <a:pt x="50291" y="25907"/>
                    </a:lnTo>
                    <a:lnTo>
                      <a:pt x="48309" y="15805"/>
                    </a:lnTo>
                    <a:lnTo>
                      <a:pt x="42910" y="7572"/>
                    </a:lnTo>
                    <a:lnTo>
                      <a:pt x="34915" y="2030"/>
                    </a:lnTo>
                    <a:lnTo>
                      <a:pt x="25145" y="0"/>
                    </a:lnTo>
                    <a:close/>
                  </a:path>
                </a:pathLst>
              </a:custGeom>
              <a:solidFill>
                <a:srgbClr val="00B0F0"/>
              </a:solidFill>
            </p:spPr>
            <p:txBody>
              <a:bodyPr wrap="square" lIns="0" tIns="0" rIns="0" bIns="0" rtlCol="0"/>
              <a:lstStyle/>
              <a:p>
                <a:pPr defTabSz="685750" rtl="0">
                  <a:defRPr/>
                </a:pPr>
                <a:endParaRPr sz="3200">
                  <a:solidFill>
                    <a:srgbClr val="000000"/>
                  </a:solidFill>
                  <a:latin typeface="Arial" panose="020B0604020202020204" pitchFamily="34" charset="0"/>
                  <a:ea typeface="+mn-ea"/>
                  <a:cs typeface="Arial" panose="020B0604020202020204" pitchFamily="34" charset="0"/>
                </a:endParaRPr>
              </a:p>
            </p:txBody>
          </p:sp>
          <p:sp>
            <p:nvSpPr>
              <p:cNvPr id="144" name="object 18">
                <a:extLst>
                  <a:ext uri="{FF2B5EF4-FFF2-40B4-BE49-F238E27FC236}">
                    <a16:creationId xmlns:a16="http://schemas.microsoft.com/office/drawing/2014/main" id="{EA90A29E-5B0D-4336-823C-A147F69F1832}"/>
                  </a:ext>
                </a:extLst>
              </p:cNvPr>
              <p:cNvSpPr>
                <a:spLocks noChangeAspect="1"/>
              </p:cNvSpPr>
              <p:nvPr/>
            </p:nvSpPr>
            <p:spPr>
              <a:xfrm>
                <a:off x="3126590" y="1766926"/>
                <a:ext cx="57638" cy="57638"/>
              </a:xfrm>
              <a:custGeom>
                <a:avLst/>
                <a:gdLst/>
                <a:ahLst/>
                <a:cxnLst/>
                <a:rect l="l" t="t" r="r" b="b"/>
                <a:pathLst>
                  <a:path w="52069" h="52069">
                    <a:moveTo>
                      <a:pt x="25907" y="0"/>
                    </a:moveTo>
                    <a:lnTo>
                      <a:pt x="15805" y="2030"/>
                    </a:lnTo>
                    <a:lnTo>
                      <a:pt x="7572" y="7572"/>
                    </a:lnTo>
                    <a:lnTo>
                      <a:pt x="2030" y="15805"/>
                    </a:lnTo>
                    <a:lnTo>
                      <a:pt x="0" y="25908"/>
                    </a:lnTo>
                    <a:lnTo>
                      <a:pt x="2030" y="36010"/>
                    </a:lnTo>
                    <a:lnTo>
                      <a:pt x="7572" y="44243"/>
                    </a:lnTo>
                    <a:lnTo>
                      <a:pt x="15805" y="49785"/>
                    </a:lnTo>
                    <a:lnTo>
                      <a:pt x="25907" y="51816"/>
                    </a:lnTo>
                    <a:lnTo>
                      <a:pt x="36010" y="49785"/>
                    </a:lnTo>
                    <a:lnTo>
                      <a:pt x="44243" y="44243"/>
                    </a:lnTo>
                    <a:lnTo>
                      <a:pt x="49785" y="36010"/>
                    </a:lnTo>
                    <a:lnTo>
                      <a:pt x="51815" y="25908"/>
                    </a:lnTo>
                    <a:lnTo>
                      <a:pt x="49785" y="15805"/>
                    </a:lnTo>
                    <a:lnTo>
                      <a:pt x="44243" y="7572"/>
                    </a:lnTo>
                    <a:lnTo>
                      <a:pt x="36010" y="2030"/>
                    </a:lnTo>
                    <a:lnTo>
                      <a:pt x="25907" y="0"/>
                    </a:lnTo>
                    <a:close/>
                  </a:path>
                </a:pathLst>
              </a:custGeom>
              <a:solidFill>
                <a:srgbClr val="00B0F0"/>
              </a:solidFill>
            </p:spPr>
            <p:txBody>
              <a:bodyPr wrap="square" lIns="0" tIns="0" rIns="0" bIns="0" rtlCol="0"/>
              <a:lstStyle/>
              <a:p>
                <a:pPr defTabSz="685750" rtl="0">
                  <a:defRPr/>
                </a:pPr>
                <a:endParaRPr sz="3200">
                  <a:solidFill>
                    <a:srgbClr val="000000"/>
                  </a:solidFill>
                  <a:latin typeface="Arial" panose="020B0604020202020204" pitchFamily="34" charset="0"/>
                  <a:ea typeface="+mn-ea"/>
                  <a:cs typeface="Arial" panose="020B0604020202020204" pitchFamily="34" charset="0"/>
                </a:endParaRPr>
              </a:p>
            </p:txBody>
          </p:sp>
          <p:sp>
            <p:nvSpPr>
              <p:cNvPr id="145" name="object 19">
                <a:extLst>
                  <a:ext uri="{FF2B5EF4-FFF2-40B4-BE49-F238E27FC236}">
                    <a16:creationId xmlns:a16="http://schemas.microsoft.com/office/drawing/2014/main" id="{75B6EAFC-9B1F-4EEB-8D60-AEEC253C6B33}"/>
                  </a:ext>
                </a:extLst>
              </p:cNvPr>
              <p:cNvSpPr>
                <a:spLocks noChangeAspect="1"/>
              </p:cNvSpPr>
              <p:nvPr/>
            </p:nvSpPr>
            <p:spPr>
              <a:xfrm>
                <a:off x="3621721" y="1769935"/>
                <a:ext cx="57638" cy="57638"/>
              </a:xfrm>
              <a:custGeom>
                <a:avLst/>
                <a:gdLst/>
                <a:ahLst/>
                <a:cxnLst/>
                <a:rect l="l" t="t" r="r" b="b"/>
                <a:pathLst>
                  <a:path w="52069" h="52069">
                    <a:moveTo>
                      <a:pt x="25907" y="0"/>
                    </a:moveTo>
                    <a:lnTo>
                      <a:pt x="15805" y="2030"/>
                    </a:lnTo>
                    <a:lnTo>
                      <a:pt x="7572" y="7572"/>
                    </a:lnTo>
                    <a:lnTo>
                      <a:pt x="2030" y="15805"/>
                    </a:lnTo>
                    <a:lnTo>
                      <a:pt x="0" y="25908"/>
                    </a:lnTo>
                    <a:lnTo>
                      <a:pt x="2030" y="36010"/>
                    </a:lnTo>
                    <a:lnTo>
                      <a:pt x="7572" y="44243"/>
                    </a:lnTo>
                    <a:lnTo>
                      <a:pt x="15805" y="49785"/>
                    </a:lnTo>
                    <a:lnTo>
                      <a:pt x="25907" y="51816"/>
                    </a:lnTo>
                    <a:lnTo>
                      <a:pt x="36010" y="49785"/>
                    </a:lnTo>
                    <a:lnTo>
                      <a:pt x="44243" y="44243"/>
                    </a:lnTo>
                    <a:lnTo>
                      <a:pt x="49785" y="36010"/>
                    </a:lnTo>
                    <a:lnTo>
                      <a:pt x="51816" y="25908"/>
                    </a:lnTo>
                    <a:lnTo>
                      <a:pt x="49785" y="15805"/>
                    </a:lnTo>
                    <a:lnTo>
                      <a:pt x="44243" y="7572"/>
                    </a:lnTo>
                    <a:lnTo>
                      <a:pt x="36010" y="2030"/>
                    </a:lnTo>
                    <a:lnTo>
                      <a:pt x="25907" y="0"/>
                    </a:lnTo>
                    <a:close/>
                  </a:path>
                </a:pathLst>
              </a:custGeom>
              <a:solidFill>
                <a:srgbClr val="00B0F0"/>
              </a:solidFill>
            </p:spPr>
            <p:txBody>
              <a:bodyPr wrap="square" lIns="0" tIns="0" rIns="0" bIns="0" rtlCol="0"/>
              <a:lstStyle/>
              <a:p>
                <a:pPr defTabSz="685750" rtl="0">
                  <a:defRPr/>
                </a:pPr>
                <a:endParaRPr sz="3200">
                  <a:solidFill>
                    <a:srgbClr val="000000"/>
                  </a:solidFill>
                  <a:latin typeface="Arial" panose="020B0604020202020204" pitchFamily="34" charset="0"/>
                  <a:ea typeface="+mn-ea"/>
                  <a:cs typeface="Arial" panose="020B0604020202020204" pitchFamily="34" charset="0"/>
                </a:endParaRPr>
              </a:p>
            </p:txBody>
          </p:sp>
          <p:sp>
            <p:nvSpPr>
              <p:cNvPr id="146" name="object 20">
                <a:extLst>
                  <a:ext uri="{FF2B5EF4-FFF2-40B4-BE49-F238E27FC236}">
                    <a16:creationId xmlns:a16="http://schemas.microsoft.com/office/drawing/2014/main" id="{41DAAF6B-DF0E-4511-80B9-C4583A3CC7F3}"/>
                  </a:ext>
                </a:extLst>
              </p:cNvPr>
              <p:cNvSpPr>
                <a:spLocks noChangeAspect="1"/>
              </p:cNvSpPr>
              <p:nvPr/>
            </p:nvSpPr>
            <p:spPr>
              <a:xfrm>
                <a:off x="3612226" y="2076730"/>
                <a:ext cx="56232" cy="56232"/>
              </a:xfrm>
              <a:custGeom>
                <a:avLst/>
                <a:gdLst/>
                <a:ahLst/>
                <a:cxnLst/>
                <a:rect l="l" t="t" r="r" b="b"/>
                <a:pathLst>
                  <a:path w="50800" h="50800">
                    <a:moveTo>
                      <a:pt x="25145" y="0"/>
                    </a:moveTo>
                    <a:lnTo>
                      <a:pt x="15376" y="1982"/>
                    </a:lnTo>
                    <a:lnTo>
                      <a:pt x="7381" y="7381"/>
                    </a:lnTo>
                    <a:lnTo>
                      <a:pt x="1982" y="15376"/>
                    </a:lnTo>
                    <a:lnTo>
                      <a:pt x="0" y="25146"/>
                    </a:lnTo>
                    <a:lnTo>
                      <a:pt x="1982" y="34915"/>
                    </a:lnTo>
                    <a:lnTo>
                      <a:pt x="7381" y="42910"/>
                    </a:lnTo>
                    <a:lnTo>
                      <a:pt x="15376" y="48309"/>
                    </a:lnTo>
                    <a:lnTo>
                      <a:pt x="25145" y="50292"/>
                    </a:lnTo>
                    <a:lnTo>
                      <a:pt x="34915" y="48309"/>
                    </a:lnTo>
                    <a:lnTo>
                      <a:pt x="42910" y="42910"/>
                    </a:lnTo>
                    <a:lnTo>
                      <a:pt x="48309" y="34915"/>
                    </a:lnTo>
                    <a:lnTo>
                      <a:pt x="50291" y="25146"/>
                    </a:lnTo>
                    <a:lnTo>
                      <a:pt x="48309" y="15376"/>
                    </a:lnTo>
                    <a:lnTo>
                      <a:pt x="42910" y="7381"/>
                    </a:lnTo>
                    <a:lnTo>
                      <a:pt x="34915" y="1982"/>
                    </a:lnTo>
                    <a:lnTo>
                      <a:pt x="25145" y="0"/>
                    </a:lnTo>
                    <a:close/>
                  </a:path>
                </a:pathLst>
              </a:custGeom>
              <a:solidFill>
                <a:srgbClr val="00B0F0"/>
              </a:solidFill>
            </p:spPr>
            <p:txBody>
              <a:bodyPr wrap="square" lIns="0" tIns="0" rIns="0" bIns="0" rtlCol="0"/>
              <a:lstStyle/>
              <a:p>
                <a:pPr defTabSz="685750" rtl="0">
                  <a:defRPr/>
                </a:pPr>
                <a:endParaRPr sz="3200">
                  <a:solidFill>
                    <a:srgbClr val="000000"/>
                  </a:solidFill>
                  <a:latin typeface="Arial" panose="020B0604020202020204" pitchFamily="34" charset="0"/>
                  <a:ea typeface="+mn-ea"/>
                  <a:cs typeface="Arial" panose="020B0604020202020204" pitchFamily="34" charset="0"/>
                </a:endParaRPr>
              </a:p>
            </p:txBody>
          </p:sp>
          <p:sp>
            <p:nvSpPr>
              <p:cNvPr id="147" name="object 21">
                <a:extLst>
                  <a:ext uri="{FF2B5EF4-FFF2-40B4-BE49-F238E27FC236}">
                    <a16:creationId xmlns:a16="http://schemas.microsoft.com/office/drawing/2014/main" id="{7AD5293B-E023-4F78-923B-7DEE011E5BE0}"/>
                  </a:ext>
                </a:extLst>
              </p:cNvPr>
              <p:cNvSpPr>
                <a:spLocks noChangeAspect="1"/>
              </p:cNvSpPr>
              <p:nvPr/>
            </p:nvSpPr>
            <p:spPr>
              <a:xfrm>
                <a:off x="3600519" y="1930543"/>
                <a:ext cx="57638" cy="57638"/>
              </a:xfrm>
              <a:custGeom>
                <a:avLst/>
                <a:gdLst/>
                <a:ahLst/>
                <a:cxnLst/>
                <a:rect l="l" t="t" r="r" b="b"/>
                <a:pathLst>
                  <a:path w="52069" h="52069">
                    <a:moveTo>
                      <a:pt x="25907" y="0"/>
                    </a:moveTo>
                    <a:lnTo>
                      <a:pt x="15805" y="2030"/>
                    </a:lnTo>
                    <a:lnTo>
                      <a:pt x="7572" y="7572"/>
                    </a:lnTo>
                    <a:lnTo>
                      <a:pt x="2030" y="15805"/>
                    </a:lnTo>
                    <a:lnTo>
                      <a:pt x="0" y="25908"/>
                    </a:lnTo>
                    <a:lnTo>
                      <a:pt x="2030" y="36010"/>
                    </a:lnTo>
                    <a:lnTo>
                      <a:pt x="7572" y="44243"/>
                    </a:lnTo>
                    <a:lnTo>
                      <a:pt x="15805" y="49785"/>
                    </a:lnTo>
                    <a:lnTo>
                      <a:pt x="25907" y="51816"/>
                    </a:lnTo>
                    <a:lnTo>
                      <a:pt x="36010" y="49785"/>
                    </a:lnTo>
                    <a:lnTo>
                      <a:pt x="44243" y="44243"/>
                    </a:lnTo>
                    <a:lnTo>
                      <a:pt x="49785" y="36010"/>
                    </a:lnTo>
                    <a:lnTo>
                      <a:pt x="51815" y="25908"/>
                    </a:lnTo>
                    <a:lnTo>
                      <a:pt x="49785" y="15805"/>
                    </a:lnTo>
                    <a:lnTo>
                      <a:pt x="44243" y="7572"/>
                    </a:lnTo>
                    <a:lnTo>
                      <a:pt x="36010" y="2030"/>
                    </a:lnTo>
                    <a:lnTo>
                      <a:pt x="25907" y="0"/>
                    </a:lnTo>
                    <a:close/>
                  </a:path>
                </a:pathLst>
              </a:custGeom>
              <a:solidFill>
                <a:srgbClr val="00B0F0"/>
              </a:solidFill>
            </p:spPr>
            <p:txBody>
              <a:bodyPr wrap="square" lIns="0" tIns="0" rIns="0" bIns="0" rtlCol="0"/>
              <a:lstStyle/>
              <a:p>
                <a:pPr defTabSz="685750" rtl="0">
                  <a:defRPr/>
                </a:pPr>
                <a:endParaRPr sz="3200">
                  <a:solidFill>
                    <a:srgbClr val="000000"/>
                  </a:solidFill>
                  <a:latin typeface="Arial" panose="020B0604020202020204" pitchFamily="34" charset="0"/>
                  <a:ea typeface="+mn-ea"/>
                  <a:cs typeface="Arial" panose="020B0604020202020204" pitchFamily="34" charset="0"/>
                </a:endParaRPr>
              </a:p>
            </p:txBody>
          </p:sp>
          <p:sp>
            <p:nvSpPr>
              <p:cNvPr id="148" name="object 22">
                <a:extLst>
                  <a:ext uri="{FF2B5EF4-FFF2-40B4-BE49-F238E27FC236}">
                    <a16:creationId xmlns:a16="http://schemas.microsoft.com/office/drawing/2014/main" id="{BFFA503F-C930-49F0-B2CE-C038572A4AD2}"/>
                  </a:ext>
                </a:extLst>
              </p:cNvPr>
              <p:cNvSpPr>
                <a:spLocks noChangeAspect="1"/>
              </p:cNvSpPr>
              <p:nvPr/>
            </p:nvSpPr>
            <p:spPr>
              <a:xfrm>
                <a:off x="4096489" y="2001151"/>
                <a:ext cx="57638" cy="56232"/>
              </a:xfrm>
              <a:custGeom>
                <a:avLst/>
                <a:gdLst/>
                <a:ahLst/>
                <a:cxnLst/>
                <a:rect l="l" t="t" r="r" b="b"/>
                <a:pathLst>
                  <a:path w="52069" h="50800">
                    <a:moveTo>
                      <a:pt x="25907" y="0"/>
                    </a:moveTo>
                    <a:lnTo>
                      <a:pt x="15805" y="1982"/>
                    </a:lnTo>
                    <a:lnTo>
                      <a:pt x="7572" y="7381"/>
                    </a:lnTo>
                    <a:lnTo>
                      <a:pt x="2030" y="15376"/>
                    </a:lnTo>
                    <a:lnTo>
                      <a:pt x="0" y="25146"/>
                    </a:lnTo>
                    <a:lnTo>
                      <a:pt x="2030" y="34915"/>
                    </a:lnTo>
                    <a:lnTo>
                      <a:pt x="7572" y="42910"/>
                    </a:lnTo>
                    <a:lnTo>
                      <a:pt x="15805" y="48309"/>
                    </a:lnTo>
                    <a:lnTo>
                      <a:pt x="25907" y="50292"/>
                    </a:lnTo>
                    <a:lnTo>
                      <a:pt x="36010" y="48309"/>
                    </a:lnTo>
                    <a:lnTo>
                      <a:pt x="44243" y="42910"/>
                    </a:lnTo>
                    <a:lnTo>
                      <a:pt x="49785" y="34915"/>
                    </a:lnTo>
                    <a:lnTo>
                      <a:pt x="51815" y="25146"/>
                    </a:lnTo>
                    <a:lnTo>
                      <a:pt x="49785" y="15376"/>
                    </a:lnTo>
                    <a:lnTo>
                      <a:pt x="44243" y="7381"/>
                    </a:lnTo>
                    <a:lnTo>
                      <a:pt x="36010" y="1982"/>
                    </a:lnTo>
                    <a:lnTo>
                      <a:pt x="25907" y="0"/>
                    </a:lnTo>
                    <a:close/>
                  </a:path>
                </a:pathLst>
              </a:custGeom>
              <a:solidFill>
                <a:srgbClr val="00B0F0"/>
              </a:solidFill>
            </p:spPr>
            <p:txBody>
              <a:bodyPr wrap="square" lIns="0" tIns="0" rIns="0" bIns="0" rtlCol="0"/>
              <a:lstStyle/>
              <a:p>
                <a:pPr defTabSz="685750" rtl="0">
                  <a:defRPr/>
                </a:pPr>
                <a:endParaRPr sz="3200">
                  <a:solidFill>
                    <a:srgbClr val="000000"/>
                  </a:solidFill>
                  <a:latin typeface="Arial" panose="020B0604020202020204" pitchFamily="34" charset="0"/>
                  <a:ea typeface="+mn-ea"/>
                  <a:cs typeface="Arial" panose="020B0604020202020204" pitchFamily="34" charset="0"/>
                </a:endParaRPr>
              </a:p>
            </p:txBody>
          </p:sp>
          <p:sp>
            <p:nvSpPr>
              <p:cNvPr id="149" name="object 23">
                <a:extLst>
                  <a:ext uri="{FF2B5EF4-FFF2-40B4-BE49-F238E27FC236}">
                    <a16:creationId xmlns:a16="http://schemas.microsoft.com/office/drawing/2014/main" id="{071FE120-658F-4315-B968-6589F50801F7}"/>
                  </a:ext>
                </a:extLst>
              </p:cNvPr>
              <p:cNvSpPr>
                <a:spLocks noChangeAspect="1"/>
              </p:cNvSpPr>
              <p:nvPr/>
            </p:nvSpPr>
            <p:spPr>
              <a:xfrm>
                <a:off x="4090683" y="1882232"/>
                <a:ext cx="57638" cy="57638"/>
              </a:xfrm>
              <a:custGeom>
                <a:avLst/>
                <a:gdLst/>
                <a:ahLst/>
                <a:cxnLst/>
                <a:rect l="l" t="t" r="r" b="b"/>
                <a:pathLst>
                  <a:path w="52069" h="52069">
                    <a:moveTo>
                      <a:pt x="25907" y="0"/>
                    </a:moveTo>
                    <a:lnTo>
                      <a:pt x="15805" y="2030"/>
                    </a:lnTo>
                    <a:lnTo>
                      <a:pt x="7572" y="7572"/>
                    </a:lnTo>
                    <a:lnTo>
                      <a:pt x="2030" y="15805"/>
                    </a:lnTo>
                    <a:lnTo>
                      <a:pt x="0" y="25908"/>
                    </a:lnTo>
                    <a:lnTo>
                      <a:pt x="2030" y="36010"/>
                    </a:lnTo>
                    <a:lnTo>
                      <a:pt x="7572" y="44243"/>
                    </a:lnTo>
                    <a:lnTo>
                      <a:pt x="15805" y="49785"/>
                    </a:lnTo>
                    <a:lnTo>
                      <a:pt x="25907" y="51816"/>
                    </a:lnTo>
                    <a:lnTo>
                      <a:pt x="36010" y="49785"/>
                    </a:lnTo>
                    <a:lnTo>
                      <a:pt x="44243" y="44243"/>
                    </a:lnTo>
                    <a:lnTo>
                      <a:pt x="49785" y="36010"/>
                    </a:lnTo>
                    <a:lnTo>
                      <a:pt x="51815" y="25908"/>
                    </a:lnTo>
                    <a:lnTo>
                      <a:pt x="49785" y="15805"/>
                    </a:lnTo>
                    <a:lnTo>
                      <a:pt x="44243" y="7572"/>
                    </a:lnTo>
                    <a:lnTo>
                      <a:pt x="36010" y="2030"/>
                    </a:lnTo>
                    <a:lnTo>
                      <a:pt x="25907" y="0"/>
                    </a:lnTo>
                    <a:close/>
                  </a:path>
                </a:pathLst>
              </a:custGeom>
              <a:solidFill>
                <a:srgbClr val="00B0F0"/>
              </a:solidFill>
            </p:spPr>
            <p:txBody>
              <a:bodyPr wrap="square" lIns="0" tIns="0" rIns="0" bIns="0" rtlCol="0"/>
              <a:lstStyle/>
              <a:p>
                <a:pPr defTabSz="685750" rtl="0">
                  <a:defRPr/>
                </a:pPr>
                <a:endParaRPr sz="3200">
                  <a:solidFill>
                    <a:srgbClr val="000000"/>
                  </a:solidFill>
                  <a:latin typeface="Arial" panose="020B0604020202020204" pitchFamily="34" charset="0"/>
                  <a:ea typeface="+mn-ea"/>
                  <a:cs typeface="Arial" panose="020B0604020202020204" pitchFamily="34" charset="0"/>
                </a:endParaRPr>
              </a:p>
            </p:txBody>
          </p:sp>
          <p:sp>
            <p:nvSpPr>
              <p:cNvPr id="150" name="object 24">
                <a:extLst>
                  <a:ext uri="{FF2B5EF4-FFF2-40B4-BE49-F238E27FC236}">
                    <a16:creationId xmlns:a16="http://schemas.microsoft.com/office/drawing/2014/main" id="{BAD6EF3D-C9DC-46B5-8A05-F9B89D883AAE}"/>
                  </a:ext>
                </a:extLst>
              </p:cNvPr>
              <p:cNvSpPr>
                <a:spLocks noChangeAspect="1"/>
              </p:cNvSpPr>
              <p:nvPr/>
            </p:nvSpPr>
            <p:spPr>
              <a:xfrm>
                <a:off x="4028422" y="2031867"/>
                <a:ext cx="56232" cy="57638"/>
              </a:xfrm>
              <a:custGeom>
                <a:avLst/>
                <a:gdLst/>
                <a:ahLst/>
                <a:cxnLst/>
                <a:rect l="l" t="t" r="r" b="b"/>
                <a:pathLst>
                  <a:path w="50800" h="52069">
                    <a:moveTo>
                      <a:pt x="25146" y="0"/>
                    </a:moveTo>
                    <a:lnTo>
                      <a:pt x="15376" y="2030"/>
                    </a:lnTo>
                    <a:lnTo>
                      <a:pt x="7381" y="7572"/>
                    </a:lnTo>
                    <a:lnTo>
                      <a:pt x="1982" y="15805"/>
                    </a:lnTo>
                    <a:lnTo>
                      <a:pt x="0" y="25908"/>
                    </a:lnTo>
                    <a:lnTo>
                      <a:pt x="1982" y="36010"/>
                    </a:lnTo>
                    <a:lnTo>
                      <a:pt x="7381" y="44243"/>
                    </a:lnTo>
                    <a:lnTo>
                      <a:pt x="15376" y="49785"/>
                    </a:lnTo>
                    <a:lnTo>
                      <a:pt x="25146" y="51816"/>
                    </a:lnTo>
                    <a:lnTo>
                      <a:pt x="34915" y="49785"/>
                    </a:lnTo>
                    <a:lnTo>
                      <a:pt x="42910" y="44243"/>
                    </a:lnTo>
                    <a:lnTo>
                      <a:pt x="48309" y="36010"/>
                    </a:lnTo>
                    <a:lnTo>
                      <a:pt x="50292" y="25908"/>
                    </a:lnTo>
                    <a:lnTo>
                      <a:pt x="48309" y="15805"/>
                    </a:lnTo>
                    <a:lnTo>
                      <a:pt x="42910" y="7572"/>
                    </a:lnTo>
                    <a:lnTo>
                      <a:pt x="34915" y="2030"/>
                    </a:lnTo>
                    <a:lnTo>
                      <a:pt x="25146" y="0"/>
                    </a:lnTo>
                    <a:close/>
                  </a:path>
                </a:pathLst>
              </a:custGeom>
              <a:solidFill>
                <a:srgbClr val="00B0F0"/>
              </a:solidFill>
            </p:spPr>
            <p:txBody>
              <a:bodyPr wrap="square" lIns="0" tIns="0" rIns="0" bIns="0" rtlCol="0"/>
              <a:lstStyle/>
              <a:p>
                <a:pPr defTabSz="685750" rtl="0">
                  <a:defRPr/>
                </a:pPr>
                <a:endParaRPr sz="3200">
                  <a:solidFill>
                    <a:srgbClr val="000000"/>
                  </a:solidFill>
                  <a:latin typeface="Arial" panose="020B0604020202020204" pitchFamily="34" charset="0"/>
                  <a:ea typeface="+mn-ea"/>
                  <a:cs typeface="Arial" panose="020B0604020202020204" pitchFamily="34" charset="0"/>
                </a:endParaRPr>
              </a:p>
            </p:txBody>
          </p:sp>
          <p:sp>
            <p:nvSpPr>
              <p:cNvPr id="151" name="object 25">
                <a:extLst>
                  <a:ext uri="{FF2B5EF4-FFF2-40B4-BE49-F238E27FC236}">
                    <a16:creationId xmlns:a16="http://schemas.microsoft.com/office/drawing/2014/main" id="{D747F779-C0A9-4B90-83F0-48AD8DD0B9C6}"/>
                  </a:ext>
                </a:extLst>
              </p:cNvPr>
              <p:cNvSpPr>
                <a:spLocks noChangeAspect="1"/>
              </p:cNvSpPr>
              <p:nvPr/>
            </p:nvSpPr>
            <p:spPr>
              <a:xfrm>
                <a:off x="3785672" y="2180140"/>
                <a:ext cx="57638" cy="57638"/>
              </a:xfrm>
              <a:custGeom>
                <a:avLst/>
                <a:gdLst/>
                <a:ahLst/>
                <a:cxnLst/>
                <a:rect l="l" t="t" r="r" b="b"/>
                <a:pathLst>
                  <a:path w="52069" h="52069">
                    <a:moveTo>
                      <a:pt x="25907" y="0"/>
                    </a:moveTo>
                    <a:lnTo>
                      <a:pt x="15805" y="2030"/>
                    </a:lnTo>
                    <a:lnTo>
                      <a:pt x="7572" y="7572"/>
                    </a:lnTo>
                    <a:lnTo>
                      <a:pt x="2030" y="15805"/>
                    </a:lnTo>
                    <a:lnTo>
                      <a:pt x="0" y="25907"/>
                    </a:lnTo>
                    <a:lnTo>
                      <a:pt x="2030" y="36010"/>
                    </a:lnTo>
                    <a:lnTo>
                      <a:pt x="7572" y="44243"/>
                    </a:lnTo>
                    <a:lnTo>
                      <a:pt x="15805" y="49785"/>
                    </a:lnTo>
                    <a:lnTo>
                      <a:pt x="25907" y="51815"/>
                    </a:lnTo>
                    <a:lnTo>
                      <a:pt x="36010" y="49785"/>
                    </a:lnTo>
                    <a:lnTo>
                      <a:pt x="44243" y="44243"/>
                    </a:lnTo>
                    <a:lnTo>
                      <a:pt x="49785" y="36010"/>
                    </a:lnTo>
                    <a:lnTo>
                      <a:pt x="51815" y="25907"/>
                    </a:lnTo>
                    <a:lnTo>
                      <a:pt x="49785" y="15805"/>
                    </a:lnTo>
                    <a:lnTo>
                      <a:pt x="44243" y="7572"/>
                    </a:lnTo>
                    <a:lnTo>
                      <a:pt x="36010" y="2030"/>
                    </a:lnTo>
                    <a:lnTo>
                      <a:pt x="25907" y="0"/>
                    </a:lnTo>
                    <a:close/>
                  </a:path>
                </a:pathLst>
              </a:custGeom>
              <a:solidFill>
                <a:srgbClr val="00B0F0"/>
              </a:solidFill>
            </p:spPr>
            <p:txBody>
              <a:bodyPr wrap="square" lIns="0" tIns="0" rIns="0" bIns="0" rtlCol="0"/>
              <a:lstStyle/>
              <a:p>
                <a:pPr defTabSz="685750" rtl="0">
                  <a:defRPr/>
                </a:pPr>
                <a:endParaRPr sz="3200">
                  <a:solidFill>
                    <a:srgbClr val="000000"/>
                  </a:solidFill>
                  <a:latin typeface="Arial" panose="020B0604020202020204" pitchFamily="34" charset="0"/>
                  <a:ea typeface="+mn-ea"/>
                  <a:cs typeface="Arial" panose="020B0604020202020204" pitchFamily="34" charset="0"/>
                </a:endParaRPr>
              </a:p>
            </p:txBody>
          </p:sp>
          <p:sp>
            <p:nvSpPr>
              <p:cNvPr id="152" name="object 26">
                <a:extLst>
                  <a:ext uri="{FF2B5EF4-FFF2-40B4-BE49-F238E27FC236}">
                    <a16:creationId xmlns:a16="http://schemas.microsoft.com/office/drawing/2014/main" id="{DFB78DF7-D89B-4C10-A8BC-6DA0E84723FE}"/>
                  </a:ext>
                </a:extLst>
              </p:cNvPr>
              <p:cNvSpPr>
                <a:spLocks noChangeAspect="1"/>
              </p:cNvSpPr>
              <p:nvPr/>
            </p:nvSpPr>
            <p:spPr>
              <a:xfrm>
                <a:off x="3931097" y="1929132"/>
                <a:ext cx="57638" cy="57638"/>
              </a:xfrm>
              <a:custGeom>
                <a:avLst/>
                <a:gdLst/>
                <a:ahLst/>
                <a:cxnLst/>
                <a:rect l="l" t="t" r="r" b="b"/>
                <a:pathLst>
                  <a:path w="52069" h="52069">
                    <a:moveTo>
                      <a:pt x="25907" y="0"/>
                    </a:moveTo>
                    <a:lnTo>
                      <a:pt x="15805" y="2030"/>
                    </a:lnTo>
                    <a:lnTo>
                      <a:pt x="7572" y="7572"/>
                    </a:lnTo>
                    <a:lnTo>
                      <a:pt x="2030" y="15805"/>
                    </a:lnTo>
                    <a:lnTo>
                      <a:pt x="0" y="25908"/>
                    </a:lnTo>
                    <a:lnTo>
                      <a:pt x="2030" y="36010"/>
                    </a:lnTo>
                    <a:lnTo>
                      <a:pt x="7572" y="44243"/>
                    </a:lnTo>
                    <a:lnTo>
                      <a:pt x="15805" y="49785"/>
                    </a:lnTo>
                    <a:lnTo>
                      <a:pt x="25907" y="51816"/>
                    </a:lnTo>
                    <a:lnTo>
                      <a:pt x="36010" y="49785"/>
                    </a:lnTo>
                    <a:lnTo>
                      <a:pt x="44243" y="44243"/>
                    </a:lnTo>
                    <a:lnTo>
                      <a:pt x="49785" y="36010"/>
                    </a:lnTo>
                    <a:lnTo>
                      <a:pt x="51816" y="25908"/>
                    </a:lnTo>
                    <a:lnTo>
                      <a:pt x="49785" y="15805"/>
                    </a:lnTo>
                    <a:lnTo>
                      <a:pt x="44243" y="7572"/>
                    </a:lnTo>
                    <a:lnTo>
                      <a:pt x="36010" y="2030"/>
                    </a:lnTo>
                    <a:lnTo>
                      <a:pt x="25907" y="0"/>
                    </a:lnTo>
                    <a:close/>
                  </a:path>
                </a:pathLst>
              </a:custGeom>
              <a:solidFill>
                <a:srgbClr val="00B0F0"/>
              </a:solidFill>
            </p:spPr>
            <p:txBody>
              <a:bodyPr wrap="square" lIns="0" tIns="0" rIns="0" bIns="0" rtlCol="0"/>
              <a:lstStyle/>
              <a:p>
                <a:pPr defTabSz="685750" rtl="0">
                  <a:defRPr/>
                </a:pPr>
                <a:endParaRPr sz="3200">
                  <a:solidFill>
                    <a:srgbClr val="000000"/>
                  </a:solidFill>
                  <a:latin typeface="Arial" panose="020B0604020202020204" pitchFamily="34" charset="0"/>
                  <a:ea typeface="+mn-ea"/>
                  <a:cs typeface="Arial" panose="020B0604020202020204" pitchFamily="34" charset="0"/>
                </a:endParaRPr>
              </a:p>
            </p:txBody>
          </p:sp>
          <p:sp>
            <p:nvSpPr>
              <p:cNvPr id="153" name="object 27">
                <a:extLst>
                  <a:ext uri="{FF2B5EF4-FFF2-40B4-BE49-F238E27FC236}">
                    <a16:creationId xmlns:a16="http://schemas.microsoft.com/office/drawing/2014/main" id="{95FCBB0D-6C8B-4B3C-8E78-962E118CD902}"/>
                  </a:ext>
                </a:extLst>
              </p:cNvPr>
              <p:cNvSpPr>
                <a:spLocks noChangeAspect="1"/>
              </p:cNvSpPr>
              <p:nvPr/>
            </p:nvSpPr>
            <p:spPr>
              <a:xfrm>
                <a:off x="3710487" y="2090711"/>
                <a:ext cx="57638" cy="57638"/>
              </a:xfrm>
              <a:custGeom>
                <a:avLst/>
                <a:gdLst/>
                <a:ahLst/>
                <a:cxnLst/>
                <a:rect l="l" t="t" r="r" b="b"/>
                <a:pathLst>
                  <a:path w="52069" h="52069">
                    <a:moveTo>
                      <a:pt x="25907" y="0"/>
                    </a:moveTo>
                    <a:lnTo>
                      <a:pt x="15805" y="2030"/>
                    </a:lnTo>
                    <a:lnTo>
                      <a:pt x="7572" y="7572"/>
                    </a:lnTo>
                    <a:lnTo>
                      <a:pt x="2030" y="15805"/>
                    </a:lnTo>
                    <a:lnTo>
                      <a:pt x="0" y="25907"/>
                    </a:lnTo>
                    <a:lnTo>
                      <a:pt x="2030" y="36010"/>
                    </a:lnTo>
                    <a:lnTo>
                      <a:pt x="7572" y="44243"/>
                    </a:lnTo>
                    <a:lnTo>
                      <a:pt x="15805" y="49785"/>
                    </a:lnTo>
                    <a:lnTo>
                      <a:pt x="25907" y="51815"/>
                    </a:lnTo>
                    <a:lnTo>
                      <a:pt x="36010" y="49785"/>
                    </a:lnTo>
                    <a:lnTo>
                      <a:pt x="44243" y="44243"/>
                    </a:lnTo>
                    <a:lnTo>
                      <a:pt x="49785" y="36010"/>
                    </a:lnTo>
                    <a:lnTo>
                      <a:pt x="51815" y="25907"/>
                    </a:lnTo>
                    <a:lnTo>
                      <a:pt x="49785" y="15805"/>
                    </a:lnTo>
                    <a:lnTo>
                      <a:pt x="44243" y="7572"/>
                    </a:lnTo>
                    <a:lnTo>
                      <a:pt x="36010" y="2030"/>
                    </a:lnTo>
                    <a:lnTo>
                      <a:pt x="25907" y="0"/>
                    </a:lnTo>
                    <a:close/>
                  </a:path>
                </a:pathLst>
              </a:custGeom>
              <a:solidFill>
                <a:srgbClr val="00B0F0"/>
              </a:solidFill>
            </p:spPr>
            <p:txBody>
              <a:bodyPr wrap="square" lIns="0" tIns="0" rIns="0" bIns="0" rtlCol="0"/>
              <a:lstStyle/>
              <a:p>
                <a:pPr defTabSz="685750" rtl="0">
                  <a:defRPr/>
                </a:pPr>
                <a:endParaRPr sz="3200">
                  <a:solidFill>
                    <a:srgbClr val="000000"/>
                  </a:solidFill>
                  <a:latin typeface="Arial" panose="020B0604020202020204" pitchFamily="34" charset="0"/>
                  <a:ea typeface="+mn-ea"/>
                  <a:cs typeface="Arial" panose="020B0604020202020204" pitchFamily="34" charset="0"/>
                </a:endParaRPr>
              </a:p>
            </p:txBody>
          </p:sp>
          <p:sp>
            <p:nvSpPr>
              <p:cNvPr id="154" name="object 55">
                <a:extLst>
                  <a:ext uri="{FF2B5EF4-FFF2-40B4-BE49-F238E27FC236}">
                    <a16:creationId xmlns:a16="http://schemas.microsoft.com/office/drawing/2014/main" id="{0118CADF-89A3-4294-8A9D-F97ED9E5D15D}"/>
                  </a:ext>
                </a:extLst>
              </p:cNvPr>
              <p:cNvSpPr>
                <a:spLocks noChangeAspect="1"/>
              </p:cNvSpPr>
              <p:nvPr/>
            </p:nvSpPr>
            <p:spPr>
              <a:xfrm>
                <a:off x="3853945" y="2161360"/>
                <a:ext cx="57638" cy="57638"/>
              </a:xfrm>
              <a:custGeom>
                <a:avLst/>
                <a:gdLst/>
                <a:ahLst/>
                <a:cxnLst/>
                <a:rect l="l" t="t" r="r" b="b"/>
                <a:pathLst>
                  <a:path w="52069" h="52069">
                    <a:moveTo>
                      <a:pt x="25907" y="0"/>
                    </a:moveTo>
                    <a:lnTo>
                      <a:pt x="15805" y="2030"/>
                    </a:lnTo>
                    <a:lnTo>
                      <a:pt x="7572" y="7572"/>
                    </a:lnTo>
                    <a:lnTo>
                      <a:pt x="2030" y="15805"/>
                    </a:lnTo>
                    <a:lnTo>
                      <a:pt x="0" y="25908"/>
                    </a:lnTo>
                    <a:lnTo>
                      <a:pt x="2030" y="36010"/>
                    </a:lnTo>
                    <a:lnTo>
                      <a:pt x="7572" y="44243"/>
                    </a:lnTo>
                    <a:lnTo>
                      <a:pt x="15805" y="49785"/>
                    </a:lnTo>
                    <a:lnTo>
                      <a:pt x="25907" y="51816"/>
                    </a:lnTo>
                    <a:lnTo>
                      <a:pt x="36010" y="49785"/>
                    </a:lnTo>
                    <a:lnTo>
                      <a:pt x="44243" y="44243"/>
                    </a:lnTo>
                    <a:lnTo>
                      <a:pt x="49785" y="36010"/>
                    </a:lnTo>
                    <a:lnTo>
                      <a:pt x="51815" y="25908"/>
                    </a:lnTo>
                    <a:lnTo>
                      <a:pt x="49785" y="15805"/>
                    </a:lnTo>
                    <a:lnTo>
                      <a:pt x="44243" y="7572"/>
                    </a:lnTo>
                    <a:lnTo>
                      <a:pt x="36010" y="2030"/>
                    </a:lnTo>
                    <a:lnTo>
                      <a:pt x="25907" y="0"/>
                    </a:lnTo>
                    <a:close/>
                  </a:path>
                </a:pathLst>
              </a:custGeom>
              <a:solidFill>
                <a:srgbClr val="00B0F0"/>
              </a:solidFill>
            </p:spPr>
            <p:txBody>
              <a:bodyPr wrap="square" lIns="0" tIns="0" rIns="0" bIns="0" rtlCol="0"/>
              <a:lstStyle/>
              <a:p>
                <a:pPr defTabSz="685750" rtl="0">
                  <a:defRPr/>
                </a:pPr>
                <a:endParaRPr sz="3200">
                  <a:solidFill>
                    <a:srgbClr val="000000"/>
                  </a:solidFill>
                  <a:latin typeface="Arial" panose="020B0604020202020204" pitchFamily="34" charset="0"/>
                  <a:ea typeface="+mn-ea"/>
                  <a:cs typeface="Arial" panose="020B0604020202020204" pitchFamily="34" charset="0"/>
                </a:endParaRPr>
              </a:p>
            </p:txBody>
          </p:sp>
          <p:sp>
            <p:nvSpPr>
              <p:cNvPr id="155" name="object 56">
                <a:extLst>
                  <a:ext uri="{FF2B5EF4-FFF2-40B4-BE49-F238E27FC236}">
                    <a16:creationId xmlns:a16="http://schemas.microsoft.com/office/drawing/2014/main" id="{D0868EEE-5105-4110-B364-F2833B4EC2D8}"/>
                  </a:ext>
                </a:extLst>
              </p:cNvPr>
              <p:cNvSpPr>
                <a:spLocks noChangeAspect="1"/>
              </p:cNvSpPr>
              <p:nvPr/>
            </p:nvSpPr>
            <p:spPr>
              <a:xfrm>
                <a:off x="3654400" y="2125653"/>
                <a:ext cx="56232" cy="57638"/>
              </a:xfrm>
              <a:custGeom>
                <a:avLst/>
                <a:gdLst/>
                <a:ahLst/>
                <a:cxnLst/>
                <a:rect l="l" t="t" r="r" b="b"/>
                <a:pathLst>
                  <a:path w="50800" h="52069">
                    <a:moveTo>
                      <a:pt x="25145" y="0"/>
                    </a:moveTo>
                    <a:lnTo>
                      <a:pt x="15376" y="2030"/>
                    </a:lnTo>
                    <a:lnTo>
                      <a:pt x="7381" y="7572"/>
                    </a:lnTo>
                    <a:lnTo>
                      <a:pt x="1982" y="15805"/>
                    </a:lnTo>
                    <a:lnTo>
                      <a:pt x="0" y="25907"/>
                    </a:lnTo>
                    <a:lnTo>
                      <a:pt x="1982" y="36010"/>
                    </a:lnTo>
                    <a:lnTo>
                      <a:pt x="7381" y="44243"/>
                    </a:lnTo>
                    <a:lnTo>
                      <a:pt x="15376" y="49785"/>
                    </a:lnTo>
                    <a:lnTo>
                      <a:pt x="25145" y="51815"/>
                    </a:lnTo>
                    <a:lnTo>
                      <a:pt x="34915" y="49785"/>
                    </a:lnTo>
                    <a:lnTo>
                      <a:pt x="42910" y="44243"/>
                    </a:lnTo>
                    <a:lnTo>
                      <a:pt x="48309" y="36010"/>
                    </a:lnTo>
                    <a:lnTo>
                      <a:pt x="50291" y="25907"/>
                    </a:lnTo>
                    <a:lnTo>
                      <a:pt x="48309" y="15805"/>
                    </a:lnTo>
                    <a:lnTo>
                      <a:pt x="42910" y="7572"/>
                    </a:lnTo>
                    <a:lnTo>
                      <a:pt x="34915" y="2030"/>
                    </a:lnTo>
                    <a:lnTo>
                      <a:pt x="25145" y="0"/>
                    </a:lnTo>
                    <a:close/>
                  </a:path>
                </a:pathLst>
              </a:custGeom>
              <a:solidFill>
                <a:srgbClr val="00B0F0"/>
              </a:solidFill>
            </p:spPr>
            <p:txBody>
              <a:bodyPr wrap="square" lIns="0" tIns="0" rIns="0" bIns="0" rtlCol="0"/>
              <a:lstStyle/>
              <a:p>
                <a:pPr defTabSz="685750" rtl="0">
                  <a:defRPr/>
                </a:pPr>
                <a:endParaRPr sz="3200">
                  <a:solidFill>
                    <a:srgbClr val="000000"/>
                  </a:solidFill>
                  <a:latin typeface="Arial" panose="020B0604020202020204" pitchFamily="34" charset="0"/>
                  <a:ea typeface="+mn-ea"/>
                  <a:cs typeface="Arial" panose="020B0604020202020204" pitchFamily="34" charset="0"/>
                </a:endParaRPr>
              </a:p>
            </p:txBody>
          </p:sp>
          <p:sp>
            <p:nvSpPr>
              <p:cNvPr id="156" name="object 57">
                <a:extLst>
                  <a:ext uri="{FF2B5EF4-FFF2-40B4-BE49-F238E27FC236}">
                    <a16:creationId xmlns:a16="http://schemas.microsoft.com/office/drawing/2014/main" id="{6F8C3DFB-AD2C-41D1-B764-AAC8C51D2BA4}"/>
                  </a:ext>
                </a:extLst>
              </p:cNvPr>
              <p:cNvSpPr>
                <a:spLocks noChangeAspect="1"/>
              </p:cNvSpPr>
              <p:nvPr/>
            </p:nvSpPr>
            <p:spPr>
              <a:xfrm>
                <a:off x="3799481" y="2098661"/>
                <a:ext cx="57638" cy="56232"/>
              </a:xfrm>
              <a:custGeom>
                <a:avLst/>
                <a:gdLst/>
                <a:ahLst/>
                <a:cxnLst/>
                <a:rect l="l" t="t" r="r" b="b"/>
                <a:pathLst>
                  <a:path w="52069" h="50800">
                    <a:moveTo>
                      <a:pt x="25907" y="0"/>
                    </a:moveTo>
                    <a:lnTo>
                      <a:pt x="15805" y="1982"/>
                    </a:lnTo>
                    <a:lnTo>
                      <a:pt x="7572" y="7381"/>
                    </a:lnTo>
                    <a:lnTo>
                      <a:pt x="2030" y="15376"/>
                    </a:lnTo>
                    <a:lnTo>
                      <a:pt x="0" y="25146"/>
                    </a:lnTo>
                    <a:lnTo>
                      <a:pt x="2030" y="34915"/>
                    </a:lnTo>
                    <a:lnTo>
                      <a:pt x="7572" y="42910"/>
                    </a:lnTo>
                    <a:lnTo>
                      <a:pt x="15805" y="48309"/>
                    </a:lnTo>
                    <a:lnTo>
                      <a:pt x="25907" y="50292"/>
                    </a:lnTo>
                    <a:lnTo>
                      <a:pt x="36010" y="48309"/>
                    </a:lnTo>
                    <a:lnTo>
                      <a:pt x="44243" y="42910"/>
                    </a:lnTo>
                    <a:lnTo>
                      <a:pt x="49785" y="34915"/>
                    </a:lnTo>
                    <a:lnTo>
                      <a:pt x="51815" y="25146"/>
                    </a:lnTo>
                    <a:lnTo>
                      <a:pt x="49785" y="15376"/>
                    </a:lnTo>
                    <a:lnTo>
                      <a:pt x="44243" y="7381"/>
                    </a:lnTo>
                    <a:lnTo>
                      <a:pt x="36010" y="1982"/>
                    </a:lnTo>
                    <a:lnTo>
                      <a:pt x="25907" y="0"/>
                    </a:lnTo>
                    <a:close/>
                  </a:path>
                </a:pathLst>
              </a:custGeom>
              <a:solidFill>
                <a:srgbClr val="00B0F0"/>
              </a:solidFill>
            </p:spPr>
            <p:txBody>
              <a:bodyPr wrap="square" lIns="0" tIns="0" rIns="0" bIns="0" rtlCol="0"/>
              <a:lstStyle/>
              <a:p>
                <a:pPr defTabSz="685750" rtl="0">
                  <a:defRPr/>
                </a:pPr>
                <a:endParaRPr sz="3200">
                  <a:solidFill>
                    <a:srgbClr val="000000"/>
                  </a:solidFill>
                  <a:latin typeface="Arial" panose="020B0604020202020204" pitchFamily="34" charset="0"/>
                  <a:ea typeface="+mn-ea"/>
                  <a:cs typeface="Arial" panose="020B0604020202020204" pitchFamily="34" charset="0"/>
                </a:endParaRPr>
              </a:p>
            </p:txBody>
          </p:sp>
          <p:sp>
            <p:nvSpPr>
              <p:cNvPr id="157" name="object 58">
                <a:extLst>
                  <a:ext uri="{FF2B5EF4-FFF2-40B4-BE49-F238E27FC236}">
                    <a16:creationId xmlns:a16="http://schemas.microsoft.com/office/drawing/2014/main" id="{94E5C929-52D7-4990-9B6A-DBBF6175D6D6}"/>
                  </a:ext>
                </a:extLst>
              </p:cNvPr>
              <p:cNvSpPr>
                <a:spLocks noChangeAspect="1"/>
              </p:cNvSpPr>
              <p:nvPr/>
            </p:nvSpPr>
            <p:spPr>
              <a:xfrm>
                <a:off x="3140320" y="1876711"/>
                <a:ext cx="57638" cy="57638"/>
              </a:xfrm>
              <a:custGeom>
                <a:avLst/>
                <a:gdLst/>
                <a:ahLst/>
                <a:cxnLst/>
                <a:rect l="l" t="t" r="r" b="b"/>
                <a:pathLst>
                  <a:path w="52069" h="52069">
                    <a:moveTo>
                      <a:pt x="25908" y="0"/>
                    </a:moveTo>
                    <a:lnTo>
                      <a:pt x="15805" y="2030"/>
                    </a:lnTo>
                    <a:lnTo>
                      <a:pt x="7572" y="7572"/>
                    </a:lnTo>
                    <a:lnTo>
                      <a:pt x="2030" y="15805"/>
                    </a:lnTo>
                    <a:lnTo>
                      <a:pt x="0" y="25907"/>
                    </a:lnTo>
                    <a:lnTo>
                      <a:pt x="2030" y="36010"/>
                    </a:lnTo>
                    <a:lnTo>
                      <a:pt x="7572" y="44243"/>
                    </a:lnTo>
                    <a:lnTo>
                      <a:pt x="15805" y="49785"/>
                    </a:lnTo>
                    <a:lnTo>
                      <a:pt x="25908" y="51815"/>
                    </a:lnTo>
                    <a:lnTo>
                      <a:pt x="36010" y="49785"/>
                    </a:lnTo>
                    <a:lnTo>
                      <a:pt x="44243" y="44243"/>
                    </a:lnTo>
                    <a:lnTo>
                      <a:pt x="49785" y="36010"/>
                    </a:lnTo>
                    <a:lnTo>
                      <a:pt x="51816" y="25907"/>
                    </a:lnTo>
                    <a:lnTo>
                      <a:pt x="49785" y="15805"/>
                    </a:lnTo>
                    <a:lnTo>
                      <a:pt x="44243" y="7572"/>
                    </a:lnTo>
                    <a:lnTo>
                      <a:pt x="36010" y="2030"/>
                    </a:lnTo>
                    <a:lnTo>
                      <a:pt x="25908" y="0"/>
                    </a:lnTo>
                    <a:close/>
                  </a:path>
                </a:pathLst>
              </a:custGeom>
              <a:solidFill>
                <a:srgbClr val="00B0F0"/>
              </a:solidFill>
            </p:spPr>
            <p:txBody>
              <a:bodyPr wrap="square" lIns="0" tIns="0" rIns="0" bIns="0" rtlCol="0"/>
              <a:lstStyle/>
              <a:p>
                <a:pPr defTabSz="685750" rtl="0">
                  <a:defRPr/>
                </a:pPr>
                <a:endParaRPr sz="3200">
                  <a:solidFill>
                    <a:srgbClr val="000000"/>
                  </a:solidFill>
                  <a:latin typeface="Arial" panose="020B0604020202020204" pitchFamily="34" charset="0"/>
                  <a:ea typeface="+mn-ea"/>
                  <a:cs typeface="Arial" panose="020B0604020202020204" pitchFamily="34" charset="0"/>
                </a:endParaRPr>
              </a:p>
            </p:txBody>
          </p:sp>
          <p:sp>
            <p:nvSpPr>
              <p:cNvPr id="158" name="object 59">
                <a:extLst>
                  <a:ext uri="{FF2B5EF4-FFF2-40B4-BE49-F238E27FC236}">
                    <a16:creationId xmlns:a16="http://schemas.microsoft.com/office/drawing/2014/main" id="{48FC7721-E6CE-4089-85E0-2F561A408FBD}"/>
                  </a:ext>
                </a:extLst>
              </p:cNvPr>
              <p:cNvSpPr>
                <a:spLocks noChangeAspect="1"/>
              </p:cNvSpPr>
              <p:nvPr/>
            </p:nvSpPr>
            <p:spPr>
              <a:xfrm>
                <a:off x="3551859" y="2014070"/>
                <a:ext cx="57638" cy="57638"/>
              </a:xfrm>
              <a:custGeom>
                <a:avLst/>
                <a:gdLst/>
                <a:ahLst/>
                <a:cxnLst/>
                <a:rect l="l" t="t" r="r" b="b"/>
                <a:pathLst>
                  <a:path w="52069" h="52069">
                    <a:moveTo>
                      <a:pt x="25907" y="0"/>
                    </a:moveTo>
                    <a:lnTo>
                      <a:pt x="15805" y="2030"/>
                    </a:lnTo>
                    <a:lnTo>
                      <a:pt x="7572" y="7572"/>
                    </a:lnTo>
                    <a:lnTo>
                      <a:pt x="2030" y="15805"/>
                    </a:lnTo>
                    <a:lnTo>
                      <a:pt x="0" y="25908"/>
                    </a:lnTo>
                    <a:lnTo>
                      <a:pt x="2030" y="36010"/>
                    </a:lnTo>
                    <a:lnTo>
                      <a:pt x="7572" y="44243"/>
                    </a:lnTo>
                    <a:lnTo>
                      <a:pt x="15805" y="49785"/>
                    </a:lnTo>
                    <a:lnTo>
                      <a:pt x="25907" y="51816"/>
                    </a:lnTo>
                    <a:lnTo>
                      <a:pt x="36010" y="49785"/>
                    </a:lnTo>
                    <a:lnTo>
                      <a:pt x="44243" y="44243"/>
                    </a:lnTo>
                    <a:lnTo>
                      <a:pt x="49785" y="36010"/>
                    </a:lnTo>
                    <a:lnTo>
                      <a:pt x="51816" y="25908"/>
                    </a:lnTo>
                    <a:lnTo>
                      <a:pt x="49785" y="15805"/>
                    </a:lnTo>
                    <a:lnTo>
                      <a:pt x="44243" y="7572"/>
                    </a:lnTo>
                    <a:lnTo>
                      <a:pt x="36010" y="2030"/>
                    </a:lnTo>
                    <a:lnTo>
                      <a:pt x="25907" y="0"/>
                    </a:lnTo>
                    <a:close/>
                  </a:path>
                </a:pathLst>
              </a:custGeom>
              <a:solidFill>
                <a:srgbClr val="00B0F0"/>
              </a:solidFill>
            </p:spPr>
            <p:txBody>
              <a:bodyPr wrap="square" lIns="0" tIns="0" rIns="0" bIns="0" rtlCol="0"/>
              <a:lstStyle/>
              <a:p>
                <a:pPr defTabSz="685750" rtl="0">
                  <a:defRPr/>
                </a:pPr>
                <a:endParaRPr sz="3200">
                  <a:solidFill>
                    <a:srgbClr val="000000"/>
                  </a:solidFill>
                  <a:latin typeface="Arial" panose="020B0604020202020204" pitchFamily="34" charset="0"/>
                  <a:ea typeface="+mn-ea"/>
                  <a:cs typeface="Arial" panose="020B0604020202020204" pitchFamily="34" charset="0"/>
                </a:endParaRPr>
              </a:p>
            </p:txBody>
          </p:sp>
          <p:sp>
            <p:nvSpPr>
              <p:cNvPr id="159" name="object 60">
                <a:extLst>
                  <a:ext uri="{FF2B5EF4-FFF2-40B4-BE49-F238E27FC236}">
                    <a16:creationId xmlns:a16="http://schemas.microsoft.com/office/drawing/2014/main" id="{09D781F1-4FAD-4BDE-83A0-57A28AB21C52}"/>
                  </a:ext>
                </a:extLst>
              </p:cNvPr>
              <p:cNvSpPr>
                <a:spLocks noChangeAspect="1"/>
              </p:cNvSpPr>
              <p:nvPr/>
            </p:nvSpPr>
            <p:spPr>
              <a:xfrm>
                <a:off x="3334691" y="1632329"/>
                <a:ext cx="57638" cy="57638"/>
              </a:xfrm>
              <a:custGeom>
                <a:avLst/>
                <a:gdLst/>
                <a:ahLst/>
                <a:cxnLst/>
                <a:rect l="l" t="t" r="r" b="b"/>
                <a:pathLst>
                  <a:path w="52069" h="52069">
                    <a:moveTo>
                      <a:pt x="25907" y="0"/>
                    </a:moveTo>
                    <a:lnTo>
                      <a:pt x="15805" y="2030"/>
                    </a:lnTo>
                    <a:lnTo>
                      <a:pt x="7572" y="7572"/>
                    </a:lnTo>
                    <a:lnTo>
                      <a:pt x="2030" y="15805"/>
                    </a:lnTo>
                    <a:lnTo>
                      <a:pt x="0" y="25907"/>
                    </a:lnTo>
                    <a:lnTo>
                      <a:pt x="2030" y="36010"/>
                    </a:lnTo>
                    <a:lnTo>
                      <a:pt x="7572" y="44243"/>
                    </a:lnTo>
                    <a:lnTo>
                      <a:pt x="15805" y="49785"/>
                    </a:lnTo>
                    <a:lnTo>
                      <a:pt x="25907" y="51815"/>
                    </a:lnTo>
                    <a:lnTo>
                      <a:pt x="36010" y="49785"/>
                    </a:lnTo>
                    <a:lnTo>
                      <a:pt x="44243" y="44243"/>
                    </a:lnTo>
                    <a:lnTo>
                      <a:pt x="49785" y="36010"/>
                    </a:lnTo>
                    <a:lnTo>
                      <a:pt x="51815" y="25907"/>
                    </a:lnTo>
                    <a:lnTo>
                      <a:pt x="49785" y="15805"/>
                    </a:lnTo>
                    <a:lnTo>
                      <a:pt x="44243" y="7572"/>
                    </a:lnTo>
                    <a:lnTo>
                      <a:pt x="36010" y="2030"/>
                    </a:lnTo>
                    <a:lnTo>
                      <a:pt x="25907" y="0"/>
                    </a:lnTo>
                    <a:close/>
                  </a:path>
                </a:pathLst>
              </a:custGeom>
              <a:solidFill>
                <a:srgbClr val="00B0F0"/>
              </a:solidFill>
            </p:spPr>
            <p:txBody>
              <a:bodyPr wrap="square" lIns="0" tIns="0" rIns="0" bIns="0" rtlCol="0"/>
              <a:lstStyle/>
              <a:p>
                <a:pPr defTabSz="685750" rtl="0">
                  <a:defRPr/>
                </a:pPr>
                <a:endParaRPr sz="3200">
                  <a:solidFill>
                    <a:srgbClr val="000000"/>
                  </a:solidFill>
                  <a:latin typeface="Arial" panose="020B0604020202020204" pitchFamily="34" charset="0"/>
                  <a:ea typeface="+mn-ea"/>
                  <a:cs typeface="Arial" panose="020B0604020202020204" pitchFamily="34" charset="0"/>
                </a:endParaRPr>
              </a:p>
            </p:txBody>
          </p:sp>
          <p:sp>
            <p:nvSpPr>
              <p:cNvPr id="160" name="object 61">
                <a:extLst>
                  <a:ext uri="{FF2B5EF4-FFF2-40B4-BE49-F238E27FC236}">
                    <a16:creationId xmlns:a16="http://schemas.microsoft.com/office/drawing/2014/main" id="{5DAAF04C-7CF8-4223-8561-5F53C884E4F7}"/>
                  </a:ext>
                </a:extLst>
              </p:cNvPr>
              <p:cNvSpPr>
                <a:spLocks noChangeAspect="1"/>
              </p:cNvSpPr>
              <p:nvPr/>
            </p:nvSpPr>
            <p:spPr>
              <a:xfrm>
                <a:off x="3291739" y="1693726"/>
                <a:ext cx="57638" cy="57638"/>
              </a:xfrm>
              <a:custGeom>
                <a:avLst/>
                <a:gdLst/>
                <a:ahLst/>
                <a:cxnLst/>
                <a:rect l="l" t="t" r="r" b="b"/>
                <a:pathLst>
                  <a:path w="52069" h="52069">
                    <a:moveTo>
                      <a:pt x="25907" y="0"/>
                    </a:moveTo>
                    <a:lnTo>
                      <a:pt x="15805" y="2030"/>
                    </a:lnTo>
                    <a:lnTo>
                      <a:pt x="7572" y="7572"/>
                    </a:lnTo>
                    <a:lnTo>
                      <a:pt x="2030" y="15805"/>
                    </a:lnTo>
                    <a:lnTo>
                      <a:pt x="0" y="25907"/>
                    </a:lnTo>
                    <a:lnTo>
                      <a:pt x="2030" y="36010"/>
                    </a:lnTo>
                    <a:lnTo>
                      <a:pt x="7572" y="44243"/>
                    </a:lnTo>
                    <a:lnTo>
                      <a:pt x="15805" y="49785"/>
                    </a:lnTo>
                    <a:lnTo>
                      <a:pt x="25907" y="51815"/>
                    </a:lnTo>
                    <a:lnTo>
                      <a:pt x="36010" y="49785"/>
                    </a:lnTo>
                    <a:lnTo>
                      <a:pt x="44243" y="44243"/>
                    </a:lnTo>
                    <a:lnTo>
                      <a:pt x="49785" y="36010"/>
                    </a:lnTo>
                    <a:lnTo>
                      <a:pt x="51815" y="25907"/>
                    </a:lnTo>
                    <a:lnTo>
                      <a:pt x="49785" y="15805"/>
                    </a:lnTo>
                    <a:lnTo>
                      <a:pt x="44243" y="7572"/>
                    </a:lnTo>
                    <a:lnTo>
                      <a:pt x="36010" y="2030"/>
                    </a:lnTo>
                    <a:lnTo>
                      <a:pt x="25907" y="0"/>
                    </a:lnTo>
                    <a:close/>
                  </a:path>
                </a:pathLst>
              </a:custGeom>
              <a:solidFill>
                <a:srgbClr val="00B0F0"/>
              </a:solidFill>
            </p:spPr>
            <p:txBody>
              <a:bodyPr wrap="square" lIns="0" tIns="0" rIns="0" bIns="0" rtlCol="0"/>
              <a:lstStyle/>
              <a:p>
                <a:pPr defTabSz="685750" rtl="0">
                  <a:defRPr/>
                </a:pPr>
                <a:endParaRPr sz="3200">
                  <a:solidFill>
                    <a:srgbClr val="000000"/>
                  </a:solidFill>
                  <a:latin typeface="Arial" panose="020B0604020202020204" pitchFamily="34" charset="0"/>
                  <a:ea typeface="+mn-ea"/>
                  <a:cs typeface="Arial" panose="020B0604020202020204" pitchFamily="34" charset="0"/>
                </a:endParaRPr>
              </a:p>
            </p:txBody>
          </p:sp>
          <p:sp>
            <p:nvSpPr>
              <p:cNvPr id="161" name="object 62">
                <a:extLst>
                  <a:ext uri="{FF2B5EF4-FFF2-40B4-BE49-F238E27FC236}">
                    <a16:creationId xmlns:a16="http://schemas.microsoft.com/office/drawing/2014/main" id="{C28687FC-1187-4E7E-8049-065580CCB9EB}"/>
                  </a:ext>
                </a:extLst>
              </p:cNvPr>
              <p:cNvSpPr>
                <a:spLocks noChangeAspect="1"/>
              </p:cNvSpPr>
              <p:nvPr/>
            </p:nvSpPr>
            <p:spPr>
              <a:xfrm>
                <a:off x="3697280" y="2009096"/>
                <a:ext cx="57638" cy="57638"/>
              </a:xfrm>
              <a:custGeom>
                <a:avLst/>
                <a:gdLst/>
                <a:ahLst/>
                <a:cxnLst/>
                <a:rect l="l" t="t" r="r" b="b"/>
                <a:pathLst>
                  <a:path w="52069" h="52069">
                    <a:moveTo>
                      <a:pt x="25907" y="0"/>
                    </a:moveTo>
                    <a:lnTo>
                      <a:pt x="15805" y="2030"/>
                    </a:lnTo>
                    <a:lnTo>
                      <a:pt x="7572" y="7572"/>
                    </a:lnTo>
                    <a:lnTo>
                      <a:pt x="2030" y="15805"/>
                    </a:lnTo>
                    <a:lnTo>
                      <a:pt x="0" y="25907"/>
                    </a:lnTo>
                    <a:lnTo>
                      <a:pt x="2030" y="36010"/>
                    </a:lnTo>
                    <a:lnTo>
                      <a:pt x="7572" y="44243"/>
                    </a:lnTo>
                    <a:lnTo>
                      <a:pt x="15805" y="49785"/>
                    </a:lnTo>
                    <a:lnTo>
                      <a:pt x="25907" y="51815"/>
                    </a:lnTo>
                    <a:lnTo>
                      <a:pt x="36010" y="49785"/>
                    </a:lnTo>
                    <a:lnTo>
                      <a:pt x="44243" y="44243"/>
                    </a:lnTo>
                    <a:lnTo>
                      <a:pt x="49785" y="36010"/>
                    </a:lnTo>
                    <a:lnTo>
                      <a:pt x="51815" y="25907"/>
                    </a:lnTo>
                    <a:lnTo>
                      <a:pt x="49785" y="15805"/>
                    </a:lnTo>
                    <a:lnTo>
                      <a:pt x="44243" y="7572"/>
                    </a:lnTo>
                    <a:lnTo>
                      <a:pt x="36010" y="2030"/>
                    </a:lnTo>
                    <a:lnTo>
                      <a:pt x="25907" y="0"/>
                    </a:lnTo>
                    <a:close/>
                  </a:path>
                </a:pathLst>
              </a:custGeom>
              <a:solidFill>
                <a:srgbClr val="00B0F0"/>
              </a:solidFill>
            </p:spPr>
            <p:txBody>
              <a:bodyPr wrap="square" lIns="0" tIns="0" rIns="0" bIns="0" rtlCol="0"/>
              <a:lstStyle/>
              <a:p>
                <a:pPr defTabSz="685750" rtl="0">
                  <a:defRPr/>
                </a:pPr>
                <a:endParaRPr sz="3200">
                  <a:solidFill>
                    <a:srgbClr val="000000"/>
                  </a:solidFill>
                  <a:latin typeface="Arial" panose="020B0604020202020204" pitchFamily="34" charset="0"/>
                  <a:ea typeface="+mn-ea"/>
                  <a:cs typeface="Arial" panose="020B0604020202020204" pitchFamily="34" charset="0"/>
                </a:endParaRPr>
              </a:p>
            </p:txBody>
          </p:sp>
          <p:sp>
            <p:nvSpPr>
              <p:cNvPr id="162" name="object 55">
                <a:extLst>
                  <a:ext uri="{FF2B5EF4-FFF2-40B4-BE49-F238E27FC236}">
                    <a16:creationId xmlns:a16="http://schemas.microsoft.com/office/drawing/2014/main" id="{D25DB9F5-5691-4C81-9FB5-723E09737BFC}"/>
                  </a:ext>
                </a:extLst>
              </p:cNvPr>
              <p:cNvSpPr>
                <a:spLocks noChangeAspect="1"/>
              </p:cNvSpPr>
              <p:nvPr/>
            </p:nvSpPr>
            <p:spPr>
              <a:xfrm>
                <a:off x="3908119" y="2029672"/>
                <a:ext cx="57638" cy="57638"/>
              </a:xfrm>
              <a:custGeom>
                <a:avLst/>
                <a:gdLst/>
                <a:ahLst/>
                <a:cxnLst/>
                <a:rect l="l" t="t" r="r" b="b"/>
                <a:pathLst>
                  <a:path w="52069" h="52069">
                    <a:moveTo>
                      <a:pt x="25907" y="0"/>
                    </a:moveTo>
                    <a:lnTo>
                      <a:pt x="15805" y="2030"/>
                    </a:lnTo>
                    <a:lnTo>
                      <a:pt x="7572" y="7572"/>
                    </a:lnTo>
                    <a:lnTo>
                      <a:pt x="2030" y="15805"/>
                    </a:lnTo>
                    <a:lnTo>
                      <a:pt x="0" y="25908"/>
                    </a:lnTo>
                    <a:lnTo>
                      <a:pt x="2030" y="36010"/>
                    </a:lnTo>
                    <a:lnTo>
                      <a:pt x="7572" y="44243"/>
                    </a:lnTo>
                    <a:lnTo>
                      <a:pt x="15805" y="49785"/>
                    </a:lnTo>
                    <a:lnTo>
                      <a:pt x="25907" y="51816"/>
                    </a:lnTo>
                    <a:lnTo>
                      <a:pt x="36010" y="49785"/>
                    </a:lnTo>
                    <a:lnTo>
                      <a:pt x="44243" y="44243"/>
                    </a:lnTo>
                    <a:lnTo>
                      <a:pt x="49785" y="36010"/>
                    </a:lnTo>
                    <a:lnTo>
                      <a:pt x="51815" y="25908"/>
                    </a:lnTo>
                    <a:lnTo>
                      <a:pt x="49785" y="15805"/>
                    </a:lnTo>
                    <a:lnTo>
                      <a:pt x="44243" y="7572"/>
                    </a:lnTo>
                    <a:lnTo>
                      <a:pt x="36010" y="2030"/>
                    </a:lnTo>
                    <a:lnTo>
                      <a:pt x="25907" y="0"/>
                    </a:lnTo>
                    <a:close/>
                  </a:path>
                </a:pathLst>
              </a:custGeom>
              <a:solidFill>
                <a:srgbClr val="00B0F0"/>
              </a:solidFill>
            </p:spPr>
            <p:txBody>
              <a:bodyPr wrap="square" lIns="0" tIns="0" rIns="0" bIns="0" rtlCol="0"/>
              <a:lstStyle/>
              <a:p>
                <a:pPr defTabSz="685750" rtl="0">
                  <a:defRPr/>
                </a:pPr>
                <a:endParaRPr sz="3200">
                  <a:solidFill>
                    <a:srgbClr val="000000"/>
                  </a:solidFill>
                  <a:latin typeface="Arial" panose="020B0604020202020204" pitchFamily="34" charset="0"/>
                  <a:ea typeface="+mn-ea"/>
                  <a:cs typeface="Arial" panose="020B0604020202020204" pitchFamily="34" charset="0"/>
                </a:endParaRPr>
              </a:p>
            </p:txBody>
          </p:sp>
          <p:sp>
            <p:nvSpPr>
              <p:cNvPr id="163" name="object 57">
                <a:extLst>
                  <a:ext uri="{FF2B5EF4-FFF2-40B4-BE49-F238E27FC236}">
                    <a16:creationId xmlns:a16="http://schemas.microsoft.com/office/drawing/2014/main" id="{DD56DFE8-FFE5-4FE2-B815-8E1C289974FF}"/>
                  </a:ext>
                </a:extLst>
              </p:cNvPr>
              <p:cNvSpPr>
                <a:spLocks noChangeAspect="1"/>
              </p:cNvSpPr>
              <p:nvPr/>
            </p:nvSpPr>
            <p:spPr>
              <a:xfrm>
                <a:off x="3866288" y="2044677"/>
                <a:ext cx="57638" cy="56232"/>
              </a:xfrm>
              <a:custGeom>
                <a:avLst/>
                <a:gdLst/>
                <a:ahLst/>
                <a:cxnLst/>
                <a:rect l="l" t="t" r="r" b="b"/>
                <a:pathLst>
                  <a:path w="52069" h="50800">
                    <a:moveTo>
                      <a:pt x="25907" y="0"/>
                    </a:moveTo>
                    <a:lnTo>
                      <a:pt x="15805" y="1982"/>
                    </a:lnTo>
                    <a:lnTo>
                      <a:pt x="7572" y="7381"/>
                    </a:lnTo>
                    <a:lnTo>
                      <a:pt x="2030" y="15376"/>
                    </a:lnTo>
                    <a:lnTo>
                      <a:pt x="0" y="25146"/>
                    </a:lnTo>
                    <a:lnTo>
                      <a:pt x="2030" y="34915"/>
                    </a:lnTo>
                    <a:lnTo>
                      <a:pt x="7572" y="42910"/>
                    </a:lnTo>
                    <a:lnTo>
                      <a:pt x="15805" y="48309"/>
                    </a:lnTo>
                    <a:lnTo>
                      <a:pt x="25907" y="50292"/>
                    </a:lnTo>
                    <a:lnTo>
                      <a:pt x="36010" y="48309"/>
                    </a:lnTo>
                    <a:lnTo>
                      <a:pt x="44243" y="42910"/>
                    </a:lnTo>
                    <a:lnTo>
                      <a:pt x="49785" y="34915"/>
                    </a:lnTo>
                    <a:lnTo>
                      <a:pt x="51815" y="25146"/>
                    </a:lnTo>
                    <a:lnTo>
                      <a:pt x="49785" y="15376"/>
                    </a:lnTo>
                    <a:lnTo>
                      <a:pt x="44243" y="7381"/>
                    </a:lnTo>
                    <a:lnTo>
                      <a:pt x="36010" y="1982"/>
                    </a:lnTo>
                    <a:lnTo>
                      <a:pt x="25907" y="0"/>
                    </a:lnTo>
                    <a:close/>
                  </a:path>
                </a:pathLst>
              </a:custGeom>
              <a:solidFill>
                <a:srgbClr val="00B0F0"/>
              </a:solidFill>
            </p:spPr>
            <p:txBody>
              <a:bodyPr wrap="square" lIns="0" tIns="0" rIns="0" bIns="0" rtlCol="0"/>
              <a:lstStyle/>
              <a:p>
                <a:pPr defTabSz="685750" rtl="0">
                  <a:defRPr/>
                </a:pPr>
                <a:endParaRPr sz="3200">
                  <a:solidFill>
                    <a:srgbClr val="000000"/>
                  </a:solidFill>
                  <a:latin typeface="Arial" panose="020B0604020202020204" pitchFamily="34" charset="0"/>
                  <a:ea typeface="+mn-ea"/>
                  <a:cs typeface="Arial" panose="020B0604020202020204" pitchFamily="34" charset="0"/>
                </a:endParaRPr>
              </a:p>
            </p:txBody>
          </p:sp>
          <p:sp>
            <p:nvSpPr>
              <p:cNvPr id="164" name="object 25">
                <a:extLst>
                  <a:ext uri="{FF2B5EF4-FFF2-40B4-BE49-F238E27FC236}">
                    <a16:creationId xmlns:a16="http://schemas.microsoft.com/office/drawing/2014/main" id="{341BFE7B-3633-4751-A858-950FDDDE6E92}"/>
                  </a:ext>
                </a:extLst>
              </p:cNvPr>
              <p:cNvSpPr>
                <a:spLocks noChangeAspect="1"/>
              </p:cNvSpPr>
              <p:nvPr/>
            </p:nvSpPr>
            <p:spPr>
              <a:xfrm>
                <a:off x="3532206" y="2146914"/>
                <a:ext cx="57638" cy="57638"/>
              </a:xfrm>
              <a:custGeom>
                <a:avLst/>
                <a:gdLst/>
                <a:ahLst/>
                <a:cxnLst/>
                <a:rect l="l" t="t" r="r" b="b"/>
                <a:pathLst>
                  <a:path w="52069" h="52069">
                    <a:moveTo>
                      <a:pt x="25907" y="0"/>
                    </a:moveTo>
                    <a:lnTo>
                      <a:pt x="15805" y="2030"/>
                    </a:lnTo>
                    <a:lnTo>
                      <a:pt x="7572" y="7572"/>
                    </a:lnTo>
                    <a:lnTo>
                      <a:pt x="2030" y="15805"/>
                    </a:lnTo>
                    <a:lnTo>
                      <a:pt x="0" y="25907"/>
                    </a:lnTo>
                    <a:lnTo>
                      <a:pt x="2030" y="36010"/>
                    </a:lnTo>
                    <a:lnTo>
                      <a:pt x="7572" y="44243"/>
                    </a:lnTo>
                    <a:lnTo>
                      <a:pt x="15805" y="49785"/>
                    </a:lnTo>
                    <a:lnTo>
                      <a:pt x="25907" y="51815"/>
                    </a:lnTo>
                    <a:lnTo>
                      <a:pt x="36010" y="49785"/>
                    </a:lnTo>
                    <a:lnTo>
                      <a:pt x="44243" y="44243"/>
                    </a:lnTo>
                    <a:lnTo>
                      <a:pt x="49785" y="36010"/>
                    </a:lnTo>
                    <a:lnTo>
                      <a:pt x="51815" y="25907"/>
                    </a:lnTo>
                    <a:lnTo>
                      <a:pt x="49785" y="15805"/>
                    </a:lnTo>
                    <a:lnTo>
                      <a:pt x="44243" y="7572"/>
                    </a:lnTo>
                    <a:lnTo>
                      <a:pt x="36010" y="2030"/>
                    </a:lnTo>
                    <a:lnTo>
                      <a:pt x="25907" y="0"/>
                    </a:lnTo>
                    <a:close/>
                  </a:path>
                </a:pathLst>
              </a:custGeom>
              <a:solidFill>
                <a:srgbClr val="00B0F0"/>
              </a:solidFill>
            </p:spPr>
            <p:txBody>
              <a:bodyPr wrap="square" lIns="0" tIns="0" rIns="0" bIns="0" rtlCol="0"/>
              <a:lstStyle/>
              <a:p>
                <a:pPr defTabSz="685750" rtl="0">
                  <a:defRPr/>
                </a:pPr>
                <a:endParaRPr sz="3200">
                  <a:solidFill>
                    <a:srgbClr val="000000"/>
                  </a:solidFill>
                  <a:latin typeface="Arial" panose="020B0604020202020204" pitchFamily="34" charset="0"/>
                  <a:ea typeface="+mn-ea"/>
                  <a:cs typeface="Arial" panose="020B0604020202020204" pitchFamily="34" charset="0"/>
                </a:endParaRPr>
              </a:p>
            </p:txBody>
          </p:sp>
          <p:sp>
            <p:nvSpPr>
              <p:cNvPr id="165" name="object 15">
                <a:extLst>
                  <a:ext uri="{FF2B5EF4-FFF2-40B4-BE49-F238E27FC236}">
                    <a16:creationId xmlns:a16="http://schemas.microsoft.com/office/drawing/2014/main" id="{801113F6-F8C3-47AE-A4D0-86404941D508}"/>
                  </a:ext>
                </a:extLst>
              </p:cNvPr>
              <p:cNvSpPr>
                <a:spLocks noChangeAspect="1"/>
              </p:cNvSpPr>
              <p:nvPr/>
            </p:nvSpPr>
            <p:spPr>
              <a:xfrm>
                <a:off x="3123637" y="2200736"/>
                <a:ext cx="57638" cy="57638"/>
              </a:xfrm>
              <a:custGeom>
                <a:avLst/>
                <a:gdLst/>
                <a:ahLst/>
                <a:cxnLst/>
                <a:rect l="l" t="t" r="r" b="b"/>
                <a:pathLst>
                  <a:path w="52069" h="52069">
                    <a:moveTo>
                      <a:pt x="25908" y="0"/>
                    </a:moveTo>
                    <a:lnTo>
                      <a:pt x="15805" y="2030"/>
                    </a:lnTo>
                    <a:lnTo>
                      <a:pt x="7572" y="7572"/>
                    </a:lnTo>
                    <a:lnTo>
                      <a:pt x="2030" y="15805"/>
                    </a:lnTo>
                    <a:lnTo>
                      <a:pt x="0" y="25907"/>
                    </a:lnTo>
                    <a:lnTo>
                      <a:pt x="2030" y="36010"/>
                    </a:lnTo>
                    <a:lnTo>
                      <a:pt x="7572" y="44243"/>
                    </a:lnTo>
                    <a:lnTo>
                      <a:pt x="15805" y="49785"/>
                    </a:lnTo>
                    <a:lnTo>
                      <a:pt x="25908" y="51815"/>
                    </a:lnTo>
                    <a:lnTo>
                      <a:pt x="36010" y="49785"/>
                    </a:lnTo>
                    <a:lnTo>
                      <a:pt x="44243" y="44243"/>
                    </a:lnTo>
                    <a:lnTo>
                      <a:pt x="49785" y="36010"/>
                    </a:lnTo>
                    <a:lnTo>
                      <a:pt x="51816" y="25907"/>
                    </a:lnTo>
                    <a:lnTo>
                      <a:pt x="49785" y="15805"/>
                    </a:lnTo>
                    <a:lnTo>
                      <a:pt x="44243" y="7572"/>
                    </a:lnTo>
                    <a:lnTo>
                      <a:pt x="36010" y="2030"/>
                    </a:lnTo>
                    <a:lnTo>
                      <a:pt x="25908" y="0"/>
                    </a:lnTo>
                    <a:close/>
                  </a:path>
                </a:pathLst>
              </a:custGeom>
              <a:solidFill>
                <a:srgbClr val="00B0F0"/>
              </a:solidFill>
            </p:spPr>
            <p:txBody>
              <a:bodyPr wrap="square" lIns="0" tIns="0" rIns="0" bIns="0" rtlCol="0"/>
              <a:lstStyle/>
              <a:p>
                <a:pPr defTabSz="685750" rtl="0">
                  <a:defRPr/>
                </a:pPr>
                <a:endParaRPr sz="3200">
                  <a:solidFill>
                    <a:srgbClr val="000000"/>
                  </a:solidFill>
                  <a:latin typeface="Arial" panose="020B0604020202020204" pitchFamily="34" charset="0"/>
                  <a:ea typeface="+mn-ea"/>
                  <a:cs typeface="Arial" panose="020B0604020202020204" pitchFamily="34" charset="0"/>
                </a:endParaRPr>
              </a:p>
            </p:txBody>
          </p:sp>
          <p:sp>
            <p:nvSpPr>
              <p:cNvPr id="166" name="object 20">
                <a:extLst>
                  <a:ext uri="{FF2B5EF4-FFF2-40B4-BE49-F238E27FC236}">
                    <a16:creationId xmlns:a16="http://schemas.microsoft.com/office/drawing/2014/main" id="{E6389E00-A806-4E20-8A45-8002D47D82F6}"/>
                  </a:ext>
                </a:extLst>
              </p:cNvPr>
              <p:cNvSpPr>
                <a:spLocks noChangeAspect="1"/>
              </p:cNvSpPr>
              <p:nvPr/>
            </p:nvSpPr>
            <p:spPr>
              <a:xfrm>
                <a:off x="3761130" y="2225633"/>
                <a:ext cx="56232" cy="56232"/>
              </a:xfrm>
              <a:custGeom>
                <a:avLst/>
                <a:gdLst/>
                <a:ahLst/>
                <a:cxnLst/>
                <a:rect l="l" t="t" r="r" b="b"/>
                <a:pathLst>
                  <a:path w="50800" h="50800">
                    <a:moveTo>
                      <a:pt x="25145" y="0"/>
                    </a:moveTo>
                    <a:lnTo>
                      <a:pt x="15376" y="1982"/>
                    </a:lnTo>
                    <a:lnTo>
                      <a:pt x="7381" y="7381"/>
                    </a:lnTo>
                    <a:lnTo>
                      <a:pt x="1982" y="15376"/>
                    </a:lnTo>
                    <a:lnTo>
                      <a:pt x="0" y="25146"/>
                    </a:lnTo>
                    <a:lnTo>
                      <a:pt x="1982" y="34915"/>
                    </a:lnTo>
                    <a:lnTo>
                      <a:pt x="7381" y="42910"/>
                    </a:lnTo>
                    <a:lnTo>
                      <a:pt x="15376" y="48309"/>
                    </a:lnTo>
                    <a:lnTo>
                      <a:pt x="25145" y="50292"/>
                    </a:lnTo>
                    <a:lnTo>
                      <a:pt x="34915" y="48309"/>
                    </a:lnTo>
                    <a:lnTo>
                      <a:pt x="42910" y="42910"/>
                    </a:lnTo>
                    <a:lnTo>
                      <a:pt x="48309" y="34915"/>
                    </a:lnTo>
                    <a:lnTo>
                      <a:pt x="50291" y="25146"/>
                    </a:lnTo>
                    <a:lnTo>
                      <a:pt x="48309" y="15376"/>
                    </a:lnTo>
                    <a:lnTo>
                      <a:pt x="42910" y="7381"/>
                    </a:lnTo>
                    <a:lnTo>
                      <a:pt x="34915" y="1982"/>
                    </a:lnTo>
                    <a:lnTo>
                      <a:pt x="25145" y="0"/>
                    </a:lnTo>
                    <a:close/>
                  </a:path>
                </a:pathLst>
              </a:custGeom>
              <a:solidFill>
                <a:srgbClr val="00B0F0"/>
              </a:solidFill>
            </p:spPr>
            <p:txBody>
              <a:bodyPr wrap="square" lIns="0" tIns="0" rIns="0" bIns="0" rtlCol="0"/>
              <a:lstStyle/>
              <a:p>
                <a:pPr defTabSz="685750" rtl="0">
                  <a:defRPr/>
                </a:pPr>
                <a:endParaRPr sz="3200">
                  <a:solidFill>
                    <a:srgbClr val="000000"/>
                  </a:solidFill>
                  <a:latin typeface="Arial" panose="020B0604020202020204" pitchFamily="34" charset="0"/>
                  <a:ea typeface="+mn-ea"/>
                  <a:cs typeface="Arial" panose="020B0604020202020204" pitchFamily="34" charset="0"/>
                </a:endParaRPr>
              </a:p>
            </p:txBody>
          </p:sp>
          <p:sp>
            <p:nvSpPr>
              <p:cNvPr id="167" name="object 55">
                <a:extLst>
                  <a:ext uri="{FF2B5EF4-FFF2-40B4-BE49-F238E27FC236}">
                    <a16:creationId xmlns:a16="http://schemas.microsoft.com/office/drawing/2014/main" id="{FE513DE7-BE32-4F73-BC47-C404525DF2CC}"/>
                  </a:ext>
                </a:extLst>
              </p:cNvPr>
              <p:cNvSpPr>
                <a:spLocks noChangeAspect="1"/>
              </p:cNvSpPr>
              <p:nvPr/>
            </p:nvSpPr>
            <p:spPr>
              <a:xfrm>
                <a:off x="3902229" y="2113795"/>
                <a:ext cx="57638" cy="57638"/>
              </a:xfrm>
              <a:custGeom>
                <a:avLst/>
                <a:gdLst/>
                <a:ahLst/>
                <a:cxnLst/>
                <a:rect l="l" t="t" r="r" b="b"/>
                <a:pathLst>
                  <a:path w="52069" h="52069">
                    <a:moveTo>
                      <a:pt x="25907" y="0"/>
                    </a:moveTo>
                    <a:lnTo>
                      <a:pt x="15805" y="2030"/>
                    </a:lnTo>
                    <a:lnTo>
                      <a:pt x="7572" y="7572"/>
                    </a:lnTo>
                    <a:lnTo>
                      <a:pt x="2030" y="15805"/>
                    </a:lnTo>
                    <a:lnTo>
                      <a:pt x="0" y="25908"/>
                    </a:lnTo>
                    <a:lnTo>
                      <a:pt x="2030" y="36010"/>
                    </a:lnTo>
                    <a:lnTo>
                      <a:pt x="7572" y="44243"/>
                    </a:lnTo>
                    <a:lnTo>
                      <a:pt x="15805" y="49785"/>
                    </a:lnTo>
                    <a:lnTo>
                      <a:pt x="25907" y="51816"/>
                    </a:lnTo>
                    <a:lnTo>
                      <a:pt x="36010" y="49785"/>
                    </a:lnTo>
                    <a:lnTo>
                      <a:pt x="44243" y="44243"/>
                    </a:lnTo>
                    <a:lnTo>
                      <a:pt x="49785" y="36010"/>
                    </a:lnTo>
                    <a:lnTo>
                      <a:pt x="51815" y="25908"/>
                    </a:lnTo>
                    <a:lnTo>
                      <a:pt x="49785" y="15805"/>
                    </a:lnTo>
                    <a:lnTo>
                      <a:pt x="44243" y="7572"/>
                    </a:lnTo>
                    <a:lnTo>
                      <a:pt x="36010" y="2030"/>
                    </a:lnTo>
                    <a:lnTo>
                      <a:pt x="25907" y="0"/>
                    </a:lnTo>
                    <a:close/>
                  </a:path>
                </a:pathLst>
              </a:custGeom>
              <a:solidFill>
                <a:srgbClr val="00B0F0"/>
              </a:solidFill>
            </p:spPr>
            <p:txBody>
              <a:bodyPr wrap="square" lIns="0" tIns="0" rIns="0" bIns="0" rtlCol="0"/>
              <a:lstStyle/>
              <a:p>
                <a:pPr defTabSz="685750" rtl="0">
                  <a:defRPr/>
                </a:pPr>
                <a:endParaRPr sz="3200">
                  <a:solidFill>
                    <a:srgbClr val="000000"/>
                  </a:solidFill>
                  <a:latin typeface="Arial" panose="020B0604020202020204" pitchFamily="34" charset="0"/>
                  <a:ea typeface="+mn-ea"/>
                  <a:cs typeface="Arial" panose="020B0604020202020204" pitchFamily="34" charset="0"/>
                </a:endParaRPr>
              </a:p>
            </p:txBody>
          </p:sp>
          <p:sp>
            <p:nvSpPr>
              <p:cNvPr id="168" name="object 55">
                <a:extLst>
                  <a:ext uri="{FF2B5EF4-FFF2-40B4-BE49-F238E27FC236}">
                    <a16:creationId xmlns:a16="http://schemas.microsoft.com/office/drawing/2014/main" id="{6FE77A2E-A003-4F31-A05A-83837FBFED62}"/>
                  </a:ext>
                </a:extLst>
              </p:cNvPr>
              <p:cNvSpPr>
                <a:spLocks noChangeAspect="1"/>
              </p:cNvSpPr>
              <p:nvPr/>
            </p:nvSpPr>
            <p:spPr>
              <a:xfrm>
                <a:off x="3822381" y="2150488"/>
                <a:ext cx="57638" cy="57638"/>
              </a:xfrm>
              <a:custGeom>
                <a:avLst/>
                <a:gdLst/>
                <a:ahLst/>
                <a:cxnLst/>
                <a:rect l="l" t="t" r="r" b="b"/>
                <a:pathLst>
                  <a:path w="52069" h="52069">
                    <a:moveTo>
                      <a:pt x="25907" y="0"/>
                    </a:moveTo>
                    <a:lnTo>
                      <a:pt x="15805" y="2030"/>
                    </a:lnTo>
                    <a:lnTo>
                      <a:pt x="7572" y="7572"/>
                    </a:lnTo>
                    <a:lnTo>
                      <a:pt x="2030" y="15805"/>
                    </a:lnTo>
                    <a:lnTo>
                      <a:pt x="0" y="25908"/>
                    </a:lnTo>
                    <a:lnTo>
                      <a:pt x="2030" y="36010"/>
                    </a:lnTo>
                    <a:lnTo>
                      <a:pt x="7572" y="44243"/>
                    </a:lnTo>
                    <a:lnTo>
                      <a:pt x="15805" y="49785"/>
                    </a:lnTo>
                    <a:lnTo>
                      <a:pt x="25907" y="51816"/>
                    </a:lnTo>
                    <a:lnTo>
                      <a:pt x="36010" y="49785"/>
                    </a:lnTo>
                    <a:lnTo>
                      <a:pt x="44243" y="44243"/>
                    </a:lnTo>
                    <a:lnTo>
                      <a:pt x="49785" y="36010"/>
                    </a:lnTo>
                    <a:lnTo>
                      <a:pt x="51815" y="25908"/>
                    </a:lnTo>
                    <a:lnTo>
                      <a:pt x="49785" y="15805"/>
                    </a:lnTo>
                    <a:lnTo>
                      <a:pt x="44243" y="7572"/>
                    </a:lnTo>
                    <a:lnTo>
                      <a:pt x="36010" y="2030"/>
                    </a:lnTo>
                    <a:lnTo>
                      <a:pt x="25907" y="0"/>
                    </a:lnTo>
                    <a:close/>
                  </a:path>
                </a:pathLst>
              </a:custGeom>
              <a:solidFill>
                <a:srgbClr val="00B0F0"/>
              </a:solidFill>
            </p:spPr>
            <p:txBody>
              <a:bodyPr wrap="square" lIns="0" tIns="0" rIns="0" bIns="0" rtlCol="0"/>
              <a:lstStyle/>
              <a:p>
                <a:pPr defTabSz="685750" rtl="0">
                  <a:defRPr/>
                </a:pPr>
                <a:endParaRPr sz="3200">
                  <a:solidFill>
                    <a:srgbClr val="000000"/>
                  </a:solidFill>
                  <a:latin typeface="Arial" panose="020B0604020202020204" pitchFamily="34" charset="0"/>
                  <a:ea typeface="+mn-ea"/>
                  <a:cs typeface="Arial" panose="020B0604020202020204" pitchFamily="34" charset="0"/>
                </a:endParaRPr>
              </a:p>
            </p:txBody>
          </p:sp>
          <p:sp>
            <p:nvSpPr>
              <p:cNvPr id="169" name="object 17">
                <a:extLst>
                  <a:ext uri="{FF2B5EF4-FFF2-40B4-BE49-F238E27FC236}">
                    <a16:creationId xmlns:a16="http://schemas.microsoft.com/office/drawing/2014/main" id="{2C21D0AC-4A0F-4DD2-B8B7-0063A1663D97}"/>
                  </a:ext>
                </a:extLst>
              </p:cNvPr>
              <p:cNvSpPr>
                <a:spLocks noChangeAspect="1"/>
              </p:cNvSpPr>
              <p:nvPr/>
            </p:nvSpPr>
            <p:spPr>
              <a:xfrm>
                <a:off x="3726802" y="2374639"/>
                <a:ext cx="56232" cy="57638"/>
              </a:xfrm>
              <a:custGeom>
                <a:avLst/>
                <a:gdLst/>
                <a:ahLst/>
                <a:cxnLst/>
                <a:rect l="l" t="t" r="r" b="b"/>
                <a:pathLst>
                  <a:path w="50800" h="52069">
                    <a:moveTo>
                      <a:pt x="25145" y="0"/>
                    </a:moveTo>
                    <a:lnTo>
                      <a:pt x="15376" y="2030"/>
                    </a:lnTo>
                    <a:lnTo>
                      <a:pt x="7381" y="7572"/>
                    </a:lnTo>
                    <a:lnTo>
                      <a:pt x="1982" y="15805"/>
                    </a:lnTo>
                    <a:lnTo>
                      <a:pt x="0" y="25907"/>
                    </a:lnTo>
                    <a:lnTo>
                      <a:pt x="1982" y="36010"/>
                    </a:lnTo>
                    <a:lnTo>
                      <a:pt x="7381" y="44243"/>
                    </a:lnTo>
                    <a:lnTo>
                      <a:pt x="15376" y="49785"/>
                    </a:lnTo>
                    <a:lnTo>
                      <a:pt x="25145" y="51816"/>
                    </a:lnTo>
                    <a:lnTo>
                      <a:pt x="34915" y="49785"/>
                    </a:lnTo>
                    <a:lnTo>
                      <a:pt x="42910" y="44243"/>
                    </a:lnTo>
                    <a:lnTo>
                      <a:pt x="48309" y="36010"/>
                    </a:lnTo>
                    <a:lnTo>
                      <a:pt x="50291" y="25907"/>
                    </a:lnTo>
                    <a:lnTo>
                      <a:pt x="48309" y="15805"/>
                    </a:lnTo>
                    <a:lnTo>
                      <a:pt x="42910" y="7572"/>
                    </a:lnTo>
                    <a:lnTo>
                      <a:pt x="34915" y="2030"/>
                    </a:lnTo>
                    <a:lnTo>
                      <a:pt x="25145" y="0"/>
                    </a:lnTo>
                    <a:close/>
                  </a:path>
                </a:pathLst>
              </a:custGeom>
              <a:solidFill>
                <a:srgbClr val="00B0F0"/>
              </a:solidFill>
            </p:spPr>
            <p:txBody>
              <a:bodyPr wrap="square" lIns="0" tIns="0" rIns="0" bIns="0" rtlCol="0"/>
              <a:lstStyle/>
              <a:p>
                <a:pPr defTabSz="685750" rtl="0">
                  <a:defRPr/>
                </a:pPr>
                <a:endParaRPr sz="3200">
                  <a:solidFill>
                    <a:srgbClr val="000000"/>
                  </a:solidFill>
                  <a:latin typeface="Arial" panose="020B0604020202020204" pitchFamily="34" charset="0"/>
                  <a:ea typeface="+mn-ea"/>
                  <a:cs typeface="Arial" panose="020B0604020202020204" pitchFamily="34" charset="0"/>
                </a:endParaRPr>
              </a:p>
            </p:txBody>
          </p:sp>
        </p:grpSp>
        <p:sp>
          <p:nvSpPr>
            <p:cNvPr id="373" name="TextBox 372">
              <a:extLst>
                <a:ext uri="{FF2B5EF4-FFF2-40B4-BE49-F238E27FC236}">
                  <a16:creationId xmlns:a16="http://schemas.microsoft.com/office/drawing/2014/main" id="{DFDEE006-DBDC-4EDF-87D8-3E80ACC48EB3}"/>
                </a:ext>
              </a:extLst>
            </p:cNvPr>
            <p:cNvSpPr txBox="1"/>
            <p:nvPr/>
          </p:nvSpPr>
          <p:spPr>
            <a:xfrm>
              <a:off x="5748849" y="2006411"/>
              <a:ext cx="513572" cy="323165"/>
            </a:xfrm>
            <a:prstGeom prst="rect">
              <a:avLst/>
            </a:prstGeom>
            <a:noFill/>
          </p:spPr>
          <p:txBody>
            <a:bodyPr wrap="square" rtlCol="0">
              <a:spAutoFit/>
            </a:bodyPr>
            <a:lstStyle/>
            <a:p>
              <a:pPr algn="ctr" defTabSz="685750" rtl="0">
                <a:defRPr/>
              </a:pPr>
              <a:r>
                <a:rPr lang="en-US" sz="1200" b="1">
                  <a:solidFill>
                    <a:srgbClr val="352E28"/>
                  </a:solidFill>
                  <a:latin typeface="Arial" panose="020B0604020202020204"/>
                  <a:ea typeface="+mn-ea"/>
                  <a:cs typeface="+mn-cs"/>
                </a:rPr>
                <a:t>19</a:t>
              </a:r>
            </a:p>
            <a:p>
              <a:pPr algn="ctr" defTabSz="685750" rtl="0">
                <a:defRPr/>
              </a:pPr>
              <a:r>
                <a:rPr lang="en-US" sz="1000" b="1">
                  <a:solidFill>
                    <a:srgbClr val="352E28"/>
                  </a:solidFill>
                  <a:latin typeface="Arial" panose="020B0604020202020204"/>
                  <a:ea typeface="+mn-ea"/>
                  <a:cs typeface="+mn-cs"/>
                </a:rPr>
                <a:t>sites</a:t>
              </a:r>
            </a:p>
          </p:txBody>
        </p:sp>
        <p:sp>
          <p:nvSpPr>
            <p:cNvPr id="374" name="TextBox 373">
              <a:extLst>
                <a:ext uri="{FF2B5EF4-FFF2-40B4-BE49-F238E27FC236}">
                  <a16:creationId xmlns:a16="http://schemas.microsoft.com/office/drawing/2014/main" id="{4D461303-2C57-4459-B05C-4FD90A398693}"/>
                </a:ext>
              </a:extLst>
            </p:cNvPr>
            <p:cNvSpPr txBox="1"/>
            <p:nvPr/>
          </p:nvSpPr>
          <p:spPr>
            <a:xfrm>
              <a:off x="4032028" y="2130594"/>
              <a:ext cx="513572" cy="323165"/>
            </a:xfrm>
            <a:prstGeom prst="rect">
              <a:avLst/>
            </a:prstGeom>
            <a:noFill/>
          </p:spPr>
          <p:txBody>
            <a:bodyPr wrap="square" rtlCol="0">
              <a:spAutoFit/>
            </a:bodyPr>
            <a:lstStyle/>
            <a:p>
              <a:pPr algn="ctr" defTabSz="685750" rtl="0">
                <a:defRPr/>
              </a:pPr>
              <a:r>
                <a:rPr lang="en-US" sz="1200" b="1">
                  <a:solidFill>
                    <a:srgbClr val="352E28"/>
                  </a:solidFill>
                  <a:latin typeface="Arial" panose="020B0604020202020204"/>
                  <a:ea typeface="+mn-ea"/>
                  <a:cs typeface="+mn-cs"/>
                </a:rPr>
                <a:t>52</a:t>
              </a:r>
            </a:p>
            <a:p>
              <a:pPr algn="ctr" defTabSz="685750" rtl="0">
                <a:defRPr/>
              </a:pPr>
              <a:r>
                <a:rPr lang="en-US" sz="1000" b="1">
                  <a:solidFill>
                    <a:srgbClr val="352E28"/>
                  </a:solidFill>
                  <a:latin typeface="Arial" panose="020B0604020202020204"/>
                  <a:ea typeface="+mn-ea"/>
                  <a:cs typeface="+mn-cs"/>
                </a:rPr>
                <a:t>sites</a:t>
              </a:r>
            </a:p>
          </p:txBody>
        </p:sp>
        <p:sp>
          <p:nvSpPr>
            <p:cNvPr id="375" name="TextBox 374">
              <a:extLst>
                <a:ext uri="{FF2B5EF4-FFF2-40B4-BE49-F238E27FC236}">
                  <a16:creationId xmlns:a16="http://schemas.microsoft.com/office/drawing/2014/main" id="{8733817B-D3A0-4CBA-9041-78F30FB5F535}"/>
                </a:ext>
              </a:extLst>
            </p:cNvPr>
            <p:cNvSpPr txBox="1"/>
            <p:nvPr/>
          </p:nvSpPr>
          <p:spPr>
            <a:xfrm>
              <a:off x="7517306" y="3606931"/>
              <a:ext cx="513572" cy="323165"/>
            </a:xfrm>
            <a:prstGeom prst="rect">
              <a:avLst/>
            </a:prstGeom>
            <a:noFill/>
          </p:spPr>
          <p:txBody>
            <a:bodyPr wrap="square" rtlCol="0">
              <a:spAutoFit/>
            </a:bodyPr>
            <a:lstStyle/>
            <a:p>
              <a:pPr algn="ctr" defTabSz="685750" rtl="0">
                <a:defRPr/>
              </a:pPr>
              <a:r>
                <a:rPr lang="en-US" sz="1200" b="1">
                  <a:solidFill>
                    <a:srgbClr val="352E28"/>
                  </a:solidFill>
                  <a:latin typeface="Arial Regular"/>
                  <a:ea typeface="+mn-ea"/>
                  <a:cs typeface="+mn-cs"/>
                </a:rPr>
                <a:t>10</a:t>
              </a:r>
            </a:p>
            <a:p>
              <a:pPr algn="ctr" defTabSz="685750" rtl="0">
                <a:defRPr/>
              </a:pPr>
              <a:r>
                <a:rPr lang="en-US" sz="1000" b="1">
                  <a:solidFill>
                    <a:srgbClr val="352E28"/>
                  </a:solidFill>
                  <a:latin typeface="Arial Regular"/>
                  <a:ea typeface="+mn-ea"/>
                  <a:cs typeface="+mn-cs"/>
                </a:rPr>
                <a:t>sites</a:t>
              </a:r>
            </a:p>
          </p:txBody>
        </p:sp>
      </p:grpSp>
      <p:sp>
        <p:nvSpPr>
          <p:cNvPr id="383" name="Rectangle 382">
            <a:extLst>
              <a:ext uri="{FF2B5EF4-FFF2-40B4-BE49-F238E27FC236}">
                <a16:creationId xmlns:a16="http://schemas.microsoft.com/office/drawing/2014/main" id="{3F4DC41E-7A80-439E-900B-D2F1792B8C9F}"/>
              </a:ext>
            </a:extLst>
          </p:cNvPr>
          <p:cNvSpPr>
            <a:spLocks noChangeAspect="1"/>
          </p:cNvSpPr>
          <p:nvPr/>
        </p:nvSpPr>
        <p:spPr>
          <a:xfrm>
            <a:off x="6413500" y="5833038"/>
            <a:ext cx="147147" cy="137159"/>
          </a:xfrm>
          <a:prstGeom prst="rect">
            <a:avLst/>
          </a:prstGeom>
          <a:solidFill>
            <a:srgbClr val="D40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algn="ctr" defTabSz="914241">
              <a:defRPr/>
            </a:pPr>
            <a:endParaRPr lang="en-US" sz="1351">
              <a:solidFill>
                <a:srgbClr val="582873"/>
              </a:solidFill>
              <a:latin typeface="Arial" panose="020B0604020202020204"/>
            </a:endParaRPr>
          </a:p>
        </p:txBody>
      </p:sp>
      <p:sp>
        <p:nvSpPr>
          <p:cNvPr id="384" name="TextBox 383">
            <a:extLst>
              <a:ext uri="{FF2B5EF4-FFF2-40B4-BE49-F238E27FC236}">
                <a16:creationId xmlns:a16="http://schemas.microsoft.com/office/drawing/2014/main" id="{EBD5ADC6-1ED8-4DD3-AE86-68C0D0054185}"/>
              </a:ext>
            </a:extLst>
          </p:cNvPr>
          <p:cNvSpPr txBox="1"/>
          <p:nvPr/>
        </p:nvSpPr>
        <p:spPr>
          <a:xfrm>
            <a:off x="6629400" y="5782238"/>
            <a:ext cx="1699621" cy="276935"/>
          </a:xfrm>
          <a:prstGeom prst="rect">
            <a:avLst/>
          </a:prstGeom>
          <a:noFill/>
        </p:spPr>
        <p:txBody>
          <a:bodyPr wrap="square" rtlCol="0">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defTabSz="914241">
              <a:lnSpc>
                <a:spcPct val="90000"/>
              </a:lnSpc>
              <a:defRPr/>
            </a:pPr>
            <a:r>
              <a:rPr lang="en-GB" sz="1100">
                <a:solidFill>
                  <a:srgbClr val="333333">
                    <a:lumMod val="10000"/>
                  </a:srgbClr>
                </a:solidFill>
                <a:latin typeface="Arial" panose="020B0604020202020204"/>
                <a:cs typeface="Arial" panose="020B0604020202020204" pitchFamily="34" charset="0"/>
              </a:rPr>
              <a:t>Insight-delivered</a:t>
            </a:r>
            <a:endParaRPr lang="en-GB" sz="1467">
              <a:solidFill>
                <a:srgbClr val="E7E6E6">
                  <a:lumMod val="10000"/>
                </a:srgbClr>
              </a:solidFill>
              <a:latin typeface="Arial" panose="020B0604020202020204"/>
            </a:endParaRPr>
          </a:p>
        </p:txBody>
      </p:sp>
      <p:sp>
        <p:nvSpPr>
          <p:cNvPr id="385" name="Rectangle 384">
            <a:extLst>
              <a:ext uri="{FF2B5EF4-FFF2-40B4-BE49-F238E27FC236}">
                <a16:creationId xmlns:a16="http://schemas.microsoft.com/office/drawing/2014/main" id="{F9F2138E-B304-479C-B593-9CC87E1B96DC}"/>
              </a:ext>
            </a:extLst>
          </p:cNvPr>
          <p:cNvSpPr/>
          <p:nvPr/>
        </p:nvSpPr>
        <p:spPr>
          <a:xfrm>
            <a:off x="8191500" y="5833038"/>
            <a:ext cx="147147" cy="137159"/>
          </a:xfrm>
          <a:prstGeom prst="rect">
            <a:avLst/>
          </a:prstGeom>
          <a:solidFill>
            <a:srgbClr val="5828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algn="ctr" defTabSz="914241">
              <a:defRPr/>
            </a:pPr>
            <a:endParaRPr lang="en-US" sz="1351">
              <a:solidFill>
                <a:prstClr val="white"/>
              </a:solidFill>
              <a:latin typeface="Arial" panose="020B0604020202020204"/>
            </a:endParaRPr>
          </a:p>
        </p:txBody>
      </p:sp>
      <p:sp>
        <p:nvSpPr>
          <p:cNvPr id="386" name="TextBox 385">
            <a:extLst>
              <a:ext uri="{FF2B5EF4-FFF2-40B4-BE49-F238E27FC236}">
                <a16:creationId xmlns:a16="http://schemas.microsoft.com/office/drawing/2014/main" id="{98CD7BC8-4F7F-44EB-88A9-6BB4AFE9F817}"/>
              </a:ext>
            </a:extLst>
          </p:cNvPr>
          <p:cNvSpPr txBox="1"/>
          <p:nvPr/>
        </p:nvSpPr>
        <p:spPr>
          <a:xfrm>
            <a:off x="8407400" y="5782238"/>
            <a:ext cx="1622059" cy="276935"/>
          </a:xfrm>
          <a:prstGeom prst="rect">
            <a:avLst/>
          </a:prstGeom>
          <a:noFill/>
        </p:spPr>
        <p:txBody>
          <a:bodyPr wrap="square" rtlCol="0">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defTabSz="914241">
              <a:lnSpc>
                <a:spcPct val="90000"/>
              </a:lnSpc>
              <a:defRPr/>
            </a:pPr>
            <a:r>
              <a:rPr lang="en-GB" sz="1100">
                <a:solidFill>
                  <a:srgbClr val="333333">
                    <a:lumMod val="10000"/>
                  </a:srgbClr>
                </a:solidFill>
                <a:latin typeface="Arial" panose="020B0604020202020204"/>
                <a:cs typeface="Arial" panose="020B0604020202020204" pitchFamily="34" charset="0"/>
              </a:rPr>
              <a:t>Partner-delivered</a:t>
            </a:r>
            <a:endParaRPr lang="en-GB" sz="1467">
              <a:solidFill>
                <a:srgbClr val="E7E6E6">
                  <a:lumMod val="10000"/>
                </a:srgbClr>
              </a:solidFill>
              <a:latin typeface="Arial" panose="020B0604020202020204"/>
            </a:endParaRPr>
          </a:p>
        </p:txBody>
      </p:sp>
      <p:sp>
        <p:nvSpPr>
          <p:cNvPr id="387" name="Oval 386">
            <a:extLst>
              <a:ext uri="{FF2B5EF4-FFF2-40B4-BE49-F238E27FC236}">
                <a16:creationId xmlns:a16="http://schemas.microsoft.com/office/drawing/2014/main" id="{5C2540E6-2AC9-4967-A68C-307EBAC1BFCC}"/>
              </a:ext>
            </a:extLst>
          </p:cNvPr>
          <p:cNvSpPr>
            <a:spLocks noChangeAspect="1"/>
          </p:cNvSpPr>
          <p:nvPr/>
        </p:nvSpPr>
        <p:spPr>
          <a:xfrm>
            <a:off x="9969500" y="5833038"/>
            <a:ext cx="147147" cy="137159"/>
          </a:xfrm>
          <a:prstGeom prst="ellipse">
            <a:avLst/>
          </a:prstGeom>
          <a:solidFill>
            <a:srgbClr val="5CAE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algn="ctr" defTabSz="914241">
              <a:defRPr/>
            </a:pPr>
            <a:endParaRPr lang="en-US" sz="1351">
              <a:solidFill>
                <a:srgbClr val="FFFFFF"/>
              </a:solidFill>
              <a:latin typeface="Arial" panose="020B0604020202020204"/>
            </a:endParaRPr>
          </a:p>
        </p:txBody>
      </p:sp>
      <p:sp>
        <p:nvSpPr>
          <p:cNvPr id="388" name="TextBox 387">
            <a:extLst>
              <a:ext uri="{FF2B5EF4-FFF2-40B4-BE49-F238E27FC236}">
                <a16:creationId xmlns:a16="http://schemas.microsoft.com/office/drawing/2014/main" id="{31B01BFC-B027-4E47-8372-2E531562B3C0}"/>
              </a:ext>
            </a:extLst>
          </p:cNvPr>
          <p:cNvSpPr txBox="1"/>
          <p:nvPr/>
        </p:nvSpPr>
        <p:spPr>
          <a:xfrm>
            <a:off x="10185400" y="5782238"/>
            <a:ext cx="1371356" cy="276935"/>
          </a:xfrm>
          <a:prstGeom prst="rect">
            <a:avLst/>
          </a:prstGeom>
          <a:noFill/>
        </p:spPr>
        <p:txBody>
          <a:bodyPr wrap="square" rtlCol="0">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defTabSz="914241">
              <a:lnSpc>
                <a:spcPct val="90000"/>
              </a:lnSpc>
              <a:defRPr/>
            </a:pPr>
            <a:r>
              <a:rPr lang="en-GB" sz="1100">
                <a:solidFill>
                  <a:srgbClr val="333333">
                    <a:lumMod val="10000"/>
                  </a:srgbClr>
                </a:solidFill>
                <a:latin typeface="Arial" panose="020B0604020202020204"/>
                <a:cs typeface="Arial" panose="020B0604020202020204" pitchFamily="34" charset="0"/>
              </a:rPr>
              <a:t>Insight offices</a:t>
            </a:r>
            <a:endParaRPr lang="en-GB" sz="1467">
              <a:solidFill>
                <a:srgbClr val="E7E6E6">
                  <a:lumMod val="10000"/>
                </a:srgbClr>
              </a:solidFill>
              <a:latin typeface="Arial" panose="020B0604020202020204"/>
            </a:endParaRPr>
          </a:p>
        </p:txBody>
      </p:sp>
      <p:pic>
        <p:nvPicPr>
          <p:cNvPr id="389" name="Picture 388" descr="image.png"/>
          <p:cNvPicPr>
            <a:picLocks noChangeAspect="1"/>
          </p:cNvPicPr>
          <p:nvPr/>
        </p:nvPicPr>
        <p:blipFill>
          <a:blip r:embed="rId3"/>
          <a:stretch>
            <a:fillRect/>
          </a:stretch>
        </p:blipFill>
        <p:spPr>
          <a:xfrm>
            <a:off x="508000" y="152400"/>
            <a:ext cx="990600" cy="406400"/>
          </a:xfrm>
          <a:prstGeom prst="rect">
            <a:avLst/>
          </a:prstGeom>
        </p:spPr>
      </p:pic>
      <p:sp>
        <p:nvSpPr>
          <p:cNvPr id="390" name="TextBox 389"/>
          <p:cNvSpPr txBox="1"/>
          <p:nvPr/>
        </p:nvSpPr>
        <p:spPr>
          <a:xfrm>
            <a:off x="3556000" y="406400"/>
            <a:ext cx="5080000" cy="190500"/>
          </a:xfrm>
          <a:prstGeom prst="rect">
            <a:avLst/>
          </a:prstGeom>
          <a:noFill/>
        </p:spPr>
        <p:txBody>
          <a:bodyPr wrap="square" lIns="0" tIns="0" rIns="0" bIns="0" anchor="t"/>
          <a:lstStyle/>
          <a:p>
            <a:pPr algn="ctr">
              <a:lnSpc>
                <a:spcPct val="112000"/>
              </a:lnSpc>
            </a:pPr>
            <a:r>
              <a:rPr sz="1000" b="0" i="0">
                <a:solidFill>
                  <a:srgbClr val="6B6B6B"/>
                </a:solidFill>
                <a:latin typeface="Arial"/>
              </a:rPr>
              <a:t>Protocol Studio  —  REST · GraphQL · gRPC</a:t>
            </a:r>
          </a:p>
        </p:txBody>
      </p:sp>
      <p:sp>
        <p:nvSpPr>
          <p:cNvPr id="391" name="TextBox 390"/>
          <p:cNvSpPr txBox="1"/>
          <p:nvPr/>
        </p:nvSpPr>
        <p:spPr>
          <a:xfrm>
            <a:off x="6350000" y="406400"/>
            <a:ext cx="5334000" cy="190500"/>
          </a:xfrm>
          <a:prstGeom prst="rect">
            <a:avLst/>
          </a:prstGeom>
          <a:noFill/>
        </p:spPr>
        <p:txBody>
          <a:bodyPr wrap="square" lIns="0" tIns="0" rIns="0" bIns="0" anchor="t"/>
          <a:lstStyle/>
          <a:p>
            <a:pPr algn="r">
              <a:lnSpc>
                <a:spcPct val="112000"/>
              </a:lnSpc>
            </a:pPr>
            <a:r>
              <a:rPr sz="1000" b="1" i="0">
                <a:solidFill>
                  <a:srgbClr val="DA1884"/>
                </a:solidFill>
                <a:latin typeface="Arial"/>
              </a:rPr>
              <a:t>ABOUT INSIGHT</a:t>
            </a:r>
          </a:p>
        </p:txBody>
      </p:sp>
      <p:sp>
        <p:nvSpPr>
          <p:cNvPr id="392" name="TextBox 391"/>
          <p:cNvSpPr txBox="1"/>
          <p:nvPr/>
        </p:nvSpPr>
        <p:spPr>
          <a:xfrm>
            <a:off x="508000" y="6578600"/>
            <a:ext cx="8890000" cy="177800"/>
          </a:xfrm>
          <a:prstGeom prst="rect">
            <a:avLst/>
          </a:prstGeom>
          <a:noFill/>
        </p:spPr>
        <p:txBody>
          <a:bodyPr wrap="square" lIns="0" tIns="0" rIns="0" bIns="0" anchor="t"/>
          <a:lstStyle/>
          <a:p>
            <a:pPr algn="l">
              <a:lnSpc>
                <a:spcPct val="112000"/>
              </a:lnSpc>
            </a:pPr>
            <a:r>
              <a:rPr sz="900" b="0" i="0">
                <a:solidFill>
                  <a:srgbClr val="9E9E9E"/>
                </a:solidFill>
                <a:latin typeface="Arial"/>
              </a:rPr>
              <a:t>Insight Proprietary &amp; Confidential.  Do Not Copy or Distribute.  © 2026 Insight.  All Rights Reserved.</a:t>
            </a:r>
          </a:p>
        </p:txBody>
      </p:sp>
      <p:sp>
        <p:nvSpPr>
          <p:cNvPr id="393" name="TextBox 392"/>
          <p:cNvSpPr txBox="1"/>
          <p:nvPr/>
        </p:nvSpPr>
        <p:spPr>
          <a:xfrm>
            <a:off x="10922000" y="6578600"/>
            <a:ext cx="762000" cy="177800"/>
          </a:xfrm>
          <a:prstGeom prst="rect">
            <a:avLst/>
          </a:prstGeom>
          <a:noFill/>
        </p:spPr>
        <p:txBody>
          <a:bodyPr wrap="square" lIns="0" tIns="0" rIns="0" bIns="0" anchor="t"/>
          <a:lstStyle/>
          <a:p>
            <a:pPr algn="r">
              <a:lnSpc>
                <a:spcPct val="112000"/>
              </a:lnSpc>
            </a:pPr>
            <a:r>
              <a:rPr sz="900" b="0" i="0">
                <a:solidFill>
                  <a:srgbClr val="9E9E9E"/>
                </a:solidFill>
                <a:latin typeface="Arial"/>
              </a:rPr>
              <a:t>3</a:t>
            </a:r>
          </a:p>
        </p:txBody>
      </p:sp>
      <p:sp>
        <p:nvSpPr>
          <p:cNvPr id="394" name="TextBox 393"/>
          <p:cNvSpPr txBox="1"/>
          <p:nvPr/>
        </p:nvSpPr>
        <p:spPr>
          <a:xfrm>
            <a:off x="508000" y="889000"/>
            <a:ext cx="11176000" cy="215900"/>
          </a:xfrm>
          <a:prstGeom prst="rect">
            <a:avLst/>
          </a:prstGeom>
          <a:noFill/>
        </p:spPr>
        <p:txBody>
          <a:bodyPr wrap="square" lIns="0" tIns="0" rIns="0" bIns="0" anchor="t"/>
          <a:lstStyle/>
          <a:p>
            <a:pPr algn="l">
              <a:lnSpc>
                <a:spcPct val="112000"/>
              </a:lnSpc>
            </a:pPr>
            <a:r>
              <a:rPr sz="1200" b="1" i="0">
                <a:solidFill>
                  <a:srgbClr val="DA1884"/>
                </a:solidFill>
                <a:latin typeface="Arial"/>
              </a:rPr>
              <a:t>WHO WE ARE</a:t>
            </a:r>
          </a:p>
        </p:txBody>
      </p:sp>
      <p:sp>
        <p:nvSpPr>
          <p:cNvPr id="395" name="TextBox 394"/>
          <p:cNvSpPr txBox="1"/>
          <p:nvPr/>
        </p:nvSpPr>
        <p:spPr>
          <a:xfrm>
            <a:off x="508000" y="1130300"/>
            <a:ext cx="11176000" cy="482600"/>
          </a:xfrm>
          <a:prstGeom prst="rect">
            <a:avLst/>
          </a:prstGeom>
          <a:noFill/>
        </p:spPr>
        <p:txBody>
          <a:bodyPr wrap="square" lIns="0" tIns="0" rIns="0" bIns="0" anchor="t"/>
          <a:lstStyle/>
          <a:p>
            <a:pPr algn="l">
              <a:lnSpc>
                <a:spcPct val="112000"/>
              </a:lnSpc>
            </a:pPr>
            <a:r>
              <a:rPr sz="3000" b="1" i="0">
                <a:solidFill>
                  <a:srgbClr val="141414"/>
                </a:solidFill>
                <a:latin typeface="Arial"/>
              </a:rPr>
              <a:t>Our Reach as a Solutions Integrator</a:t>
            </a:r>
          </a:p>
        </p:txBody>
      </p:sp>
      <p:sp>
        <p:nvSpPr>
          <p:cNvPr id="396" name="TextBox 395"/>
          <p:cNvSpPr txBox="1"/>
          <p:nvPr/>
        </p:nvSpPr>
        <p:spPr>
          <a:xfrm>
            <a:off x="508000" y="1663700"/>
            <a:ext cx="11176000" cy="254000"/>
          </a:xfrm>
          <a:prstGeom prst="rect">
            <a:avLst/>
          </a:prstGeom>
          <a:noFill/>
        </p:spPr>
        <p:txBody>
          <a:bodyPr wrap="square" lIns="0" tIns="0" rIns="0" bIns="0" anchor="t"/>
          <a:lstStyle/>
          <a:p>
            <a:pPr algn="l">
              <a:lnSpc>
                <a:spcPct val="112000"/>
              </a:lnSpc>
            </a:pPr>
            <a:r>
              <a:rPr sz="1400" b="0" i="0">
                <a:solidFill>
                  <a:srgbClr val="6B6B6B"/>
                </a:solidFill>
                <a:latin typeface="Arial"/>
              </a:rPr>
              <a:t>Insight Enterprises helps organizations plan, build, secure and run the technology their business depends on.</a:t>
            </a:r>
          </a:p>
        </p:txBody>
      </p:sp>
      <p:sp>
        <p:nvSpPr>
          <p:cNvPr id="397" name="TextBox 396"/>
          <p:cNvSpPr txBox="1"/>
          <p:nvPr/>
        </p:nvSpPr>
        <p:spPr>
          <a:xfrm>
            <a:off x="508000" y="2044700"/>
            <a:ext cx="5715000" cy="190500"/>
          </a:xfrm>
          <a:prstGeom prst="rect">
            <a:avLst/>
          </a:prstGeom>
          <a:noFill/>
        </p:spPr>
        <p:txBody>
          <a:bodyPr wrap="square" lIns="0" tIns="0" rIns="0" bIns="0" anchor="t"/>
          <a:lstStyle/>
          <a:p>
            <a:pPr algn="l">
              <a:lnSpc>
                <a:spcPct val="112000"/>
              </a:lnSpc>
            </a:pPr>
            <a:r>
              <a:rPr sz="1000" b="1" i="0">
                <a:solidFill>
                  <a:srgbClr val="6B6B6B"/>
                </a:solidFill>
                <a:latin typeface="Arial"/>
              </a:rPr>
              <a:t>FORTUNE 500 (NO. 427)  ·  FOUNDED IN 1988  ·  HEADQUARTERED IN CHANDLER, ARIZONA</a:t>
            </a:r>
          </a:p>
        </p:txBody>
      </p:sp>
      <p:sp>
        <p:nvSpPr>
          <p:cNvPr id="398" name="Rectangle 397"/>
          <p:cNvSpPr/>
          <p:nvPr/>
        </p:nvSpPr>
        <p:spPr>
          <a:xfrm>
            <a:off x="508000" y="2336800"/>
            <a:ext cx="2705100" cy="1143000"/>
          </a:xfrm>
          <a:prstGeom prst="rect">
            <a:avLst/>
          </a:prstGeom>
          <a:solidFill>
            <a:srgbClr val="F4F4F4"/>
          </a:solidFill>
          <a:ln>
            <a:noFill/>
          </a:ln>
          <a:effectLst>
            <a:outerShdw blurRad="50800" dist="25400" dir="5400000" algn="t"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9" name="Rectangle 398"/>
          <p:cNvSpPr/>
          <p:nvPr/>
        </p:nvSpPr>
        <p:spPr>
          <a:xfrm>
            <a:off x="508000" y="2336800"/>
            <a:ext cx="2705100" cy="50800"/>
          </a:xfrm>
          <a:prstGeom prst="rect">
            <a:avLst/>
          </a:prstGeom>
          <a:solidFill>
            <a:srgbClr val="DA18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0" name="TextBox 399"/>
          <p:cNvSpPr txBox="1"/>
          <p:nvPr/>
        </p:nvSpPr>
        <p:spPr>
          <a:xfrm>
            <a:off x="711200" y="2501900"/>
            <a:ext cx="2298700" cy="190500"/>
          </a:xfrm>
          <a:prstGeom prst="rect">
            <a:avLst/>
          </a:prstGeom>
          <a:noFill/>
        </p:spPr>
        <p:txBody>
          <a:bodyPr wrap="square" lIns="0" tIns="0" rIns="0" bIns="0" anchor="t"/>
          <a:lstStyle/>
          <a:p>
            <a:pPr algn="l">
              <a:lnSpc>
                <a:spcPct val="112000"/>
              </a:lnSpc>
            </a:pPr>
            <a:r>
              <a:rPr sz="1100" b="1" i="0">
                <a:solidFill>
                  <a:srgbClr val="DA1884"/>
                </a:solidFill>
                <a:latin typeface="Arial"/>
              </a:rPr>
              <a:t>NET SALES</a:t>
            </a:r>
          </a:p>
        </p:txBody>
      </p:sp>
      <p:sp>
        <p:nvSpPr>
          <p:cNvPr id="401" name="TextBox 400"/>
          <p:cNvSpPr txBox="1"/>
          <p:nvPr/>
        </p:nvSpPr>
        <p:spPr>
          <a:xfrm>
            <a:off x="711200" y="2705100"/>
            <a:ext cx="2298700" cy="444500"/>
          </a:xfrm>
          <a:prstGeom prst="rect">
            <a:avLst/>
          </a:prstGeom>
          <a:noFill/>
        </p:spPr>
        <p:txBody>
          <a:bodyPr wrap="square" lIns="0" tIns="0" rIns="0" bIns="0" anchor="ctr"/>
          <a:lstStyle/>
          <a:p>
            <a:pPr algn="l">
              <a:lnSpc>
                <a:spcPct val="112000"/>
              </a:lnSpc>
            </a:pPr>
            <a:r>
              <a:rPr sz="3200" b="1" i="0">
                <a:solidFill>
                  <a:srgbClr val="141414"/>
                </a:solidFill>
                <a:latin typeface="Arial"/>
              </a:rPr>
              <a:t>$8.2B</a:t>
            </a:r>
          </a:p>
        </p:txBody>
      </p:sp>
      <p:sp>
        <p:nvSpPr>
          <p:cNvPr id="402" name="TextBox 401"/>
          <p:cNvSpPr txBox="1"/>
          <p:nvPr/>
        </p:nvSpPr>
        <p:spPr>
          <a:xfrm>
            <a:off x="711200" y="3175000"/>
            <a:ext cx="2298700" cy="381000"/>
          </a:xfrm>
          <a:prstGeom prst="rect">
            <a:avLst/>
          </a:prstGeom>
          <a:noFill/>
        </p:spPr>
        <p:txBody>
          <a:bodyPr wrap="square" lIns="0" tIns="0" rIns="0" bIns="0" anchor="t"/>
          <a:lstStyle/>
          <a:p>
            <a:pPr algn="l">
              <a:lnSpc>
                <a:spcPct val="112000"/>
              </a:lnSpc>
            </a:pPr>
            <a:r>
              <a:rPr sz="1100" b="0" i="0">
                <a:solidFill>
                  <a:srgbClr val="6B6B6B"/>
                </a:solidFill>
                <a:latin typeface="Arial"/>
              </a:rPr>
              <a:t>in 2025</a:t>
            </a:r>
          </a:p>
        </p:txBody>
      </p:sp>
      <p:sp>
        <p:nvSpPr>
          <p:cNvPr id="403" name="Rectangle 402"/>
          <p:cNvSpPr/>
          <p:nvPr/>
        </p:nvSpPr>
        <p:spPr>
          <a:xfrm>
            <a:off x="3340100" y="2336800"/>
            <a:ext cx="2705100" cy="1143000"/>
          </a:xfrm>
          <a:prstGeom prst="rect">
            <a:avLst/>
          </a:prstGeom>
          <a:solidFill>
            <a:srgbClr val="F4F4F4"/>
          </a:solidFill>
          <a:ln>
            <a:noFill/>
          </a:ln>
          <a:effectLst>
            <a:outerShdw blurRad="50800" dist="25400" dir="5400000" algn="t"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4" name="Rectangle 403"/>
          <p:cNvSpPr/>
          <p:nvPr/>
        </p:nvSpPr>
        <p:spPr>
          <a:xfrm>
            <a:off x="3340100" y="2336800"/>
            <a:ext cx="2705100" cy="50800"/>
          </a:xfrm>
          <a:prstGeom prst="rect">
            <a:avLst/>
          </a:prstGeom>
          <a:solidFill>
            <a:srgbClr val="A100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5" name="TextBox 404"/>
          <p:cNvSpPr txBox="1"/>
          <p:nvPr/>
        </p:nvSpPr>
        <p:spPr>
          <a:xfrm>
            <a:off x="3543300" y="2501900"/>
            <a:ext cx="2298700" cy="190500"/>
          </a:xfrm>
          <a:prstGeom prst="rect">
            <a:avLst/>
          </a:prstGeom>
          <a:noFill/>
        </p:spPr>
        <p:txBody>
          <a:bodyPr wrap="square" lIns="0" tIns="0" rIns="0" bIns="0" anchor="t"/>
          <a:lstStyle/>
          <a:p>
            <a:pPr algn="l">
              <a:lnSpc>
                <a:spcPct val="112000"/>
              </a:lnSpc>
            </a:pPr>
            <a:r>
              <a:rPr sz="1100" b="1" i="0">
                <a:solidFill>
                  <a:srgbClr val="A1005D"/>
                </a:solidFill>
                <a:latin typeface="Arial"/>
              </a:rPr>
              <a:t>TEAMMATES</a:t>
            </a:r>
          </a:p>
        </p:txBody>
      </p:sp>
      <p:sp>
        <p:nvSpPr>
          <p:cNvPr id="406" name="TextBox 405"/>
          <p:cNvSpPr txBox="1"/>
          <p:nvPr/>
        </p:nvSpPr>
        <p:spPr>
          <a:xfrm>
            <a:off x="3543300" y="2705100"/>
            <a:ext cx="2298700" cy="444500"/>
          </a:xfrm>
          <a:prstGeom prst="rect">
            <a:avLst/>
          </a:prstGeom>
          <a:noFill/>
        </p:spPr>
        <p:txBody>
          <a:bodyPr wrap="square" lIns="0" tIns="0" rIns="0" bIns="0" anchor="ctr"/>
          <a:lstStyle/>
          <a:p>
            <a:pPr algn="l">
              <a:lnSpc>
                <a:spcPct val="112000"/>
              </a:lnSpc>
            </a:pPr>
            <a:r>
              <a:rPr sz="3200" b="1" i="0">
                <a:solidFill>
                  <a:srgbClr val="141414"/>
                </a:solidFill>
                <a:latin typeface="Arial"/>
              </a:rPr>
              <a:t>14,400+</a:t>
            </a:r>
          </a:p>
        </p:txBody>
      </p:sp>
      <p:sp>
        <p:nvSpPr>
          <p:cNvPr id="407" name="TextBox 406"/>
          <p:cNvSpPr txBox="1"/>
          <p:nvPr/>
        </p:nvSpPr>
        <p:spPr>
          <a:xfrm>
            <a:off x="3543300" y="3175000"/>
            <a:ext cx="2298700" cy="381000"/>
          </a:xfrm>
          <a:prstGeom prst="rect">
            <a:avLst/>
          </a:prstGeom>
          <a:noFill/>
        </p:spPr>
        <p:txBody>
          <a:bodyPr wrap="square" lIns="0" tIns="0" rIns="0" bIns="0" anchor="t"/>
          <a:lstStyle/>
          <a:p>
            <a:pPr algn="l">
              <a:lnSpc>
                <a:spcPct val="112000"/>
              </a:lnSpc>
            </a:pPr>
            <a:r>
              <a:rPr sz="1100" b="0" i="0">
                <a:solidFill>
                  <a:srgbClr val="6B6B6B"/>
                </a:solidFill>
                <a:latin typeface="Arial"/>
              </a:rPr>
              <a:t>worldwide</a:t>
            </a:r>
          </a:p>
        </p:txBody>
      </p:sp>
      <p:sp>
        <p:nvSpPr>
          <p:cNvPr id="408" name="Rectangle 407"/>
          <p:cNvSpPr/>
          <p:nvPr/>
        </p:nvSpPr>
        <p:spPr>
          <a:xfrm>
            <a:off x="508000" y="3581400"/>
            <a:ext cx="2705100" cy="1143000"/>
          </a:xfrm>
          <a:prstGeom prst="rect">
            <a:avLst/>
          </a:prstGeom>
          <a:solidFill>
            <a:srgbClr val="F4F4F4"/>
          </a:solidFill>
          <a:ln>
            <a:noFill/>
          </a:ln>
          <a:effectLst>
            <a:outerShdw blurRad="50800" dist="25400" dir="5400000" algn="t"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9" name="Rectangle 408"/>
          <p:cNvSpPr/>
          <p:nvPr/>
        </p:nvSpPr>
        <p:spPr>
          <a:xfrm>
            <a:off x="508000" y="3581400"/>
            <a:ext cx="2705100" cy="50800"/>
          </a:xfrm>
          <a:prstGeom prst="rect">
            <a:avLst/>
          </a:prstGeom>
          <a:solidFill>
            <a:srgbClr val="A100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0" name="TextBox 409"/>
          <p:cNvSpPr txBox="1"/>
          <p:nvPr/>
        </p:nvSpPr>
        <p:spPr>
          <a:xfrm>
            <a:off x="711200" y="3746500"/>
            <a:ext cx="2298700" cy="190500"/>
          </a:xfrm>
          <a:prstGeom prst="rect">
            <a:avLst/>
          </a:prstGeom>
          <a:noFill/>
        </p:spPr>
        <p:txBody>
          <a:bodyPr wrap="square" lIns="0" tIns="0" rIns="0" bIns="0" anchor="t"/>
          <a:lstStyle/>
          <a:p>
            <a:pPr algn="l">
              <a:lnSpc>
                <a:spcPct val="112000"/>
              </a:lnSpc>
            </a:pPr>
            <a:r>
              <a:rPr sz="1100" b="1" i="0">
                <a:solidFill>
                  <a:srgbClr val="A1005D"/>
                </a:solidFill>
                <a:latin typeface="Arial"/>
              </a:rPr>
              <a:t>CERTIFIED EXPERTS</a:t>
            </a:r>
          </a:p>
        </p:txBody>
      </p:sp>
      <p:sp>
        <p:nvSpPr>
          <p:cNvPr id="411" name="TextBox 410"/>
          <p:cNvSpPr txBox="1"/>
          <p:nvPr/>
        </p:nvSpPr>
        <p:spPr>
          <a:xfrm>
            <a:off x="711200" y="3949700"/>
            <a:ext cx="2298700" cy="444500"/>
          </a:xfrm>
          <a:prstGeom prst="rect">
            <a:avLst/>
          </a:prstGeom>
          <a:noFill/>
        </p:spPr>
        <p:txBody>
          <a:bodyPr wrap="square" lIns="0" tIns="0" rIns="0" bIns="0" anchor="ctr"/>
          <a:lstStyle/>
          <a:p>
            <a:pPr algn="l">
              <a:lnSpc>
                <a:spcPct val="112000"/>
              </a:lnSpc>
            </a:pPr>
            <a:r>
              <a:rPr sz="3200" b="1" i="0">
                <a:solidFill>
                  <a:srgbClr val="141414"/>
                </a:solidFill>
                <a:latin typeface="Arial"/>
              </a:rPr>
              <a:t>6,400+</a:t>
            </a:r>
          </a:p>
        </p:txBody>
      </p:sp>
      <p:sp>
        <p:nvSpPr>
          <p:cNvPr id="412" name="TextBox 411"/>
          <p:cNvSpPr txBox="1"/>
          <p:nvPr/>
        </p:nvSpPr>
        <p:spPr>
          <a:xfrm>
            <a:off x="711200" y="4419600"/>
            <a:ext cx="2298700" cy="381000"/>
          </a:xfrm>
          <a:prstGeom prst="rect">
            <a:avLst/>
          </a:prstGeom>
          <a:noFill/>
        </p:spPr>
        <p:txBody>
          <a:bodyPr wrap="square" lIns="0" tIns="0" rIns="0" bIns="0" anchor="t"/>
          <a:lstStyle/>
          <a:p>
            <a:pPr algn="l">
              <a:lnSpc>
                <a:spcPct val="112000"/>
              </a:lnSpc>
            </a:pPr>
            <a:r>
              <a:rPr sz="1100" b="0" i="0">
                <a:solidFill>
                  <a:srgbClr val="6B6B6B"/>
                </a:solidFill>
                <a:latin typeface="Arial"/>
              </a:rPr>
              <a:t>consulting and service delivery</a:t>
            </a:r>
          </a:p>
        </p:txBody>
      </p:sp>
      <p:sp>
        <p:nvSpPr>
          <p:cNvPr id="413" name="Rectangle 412"/>
          <p:cNvSpPr/>
          <p:nvPr/>
        </p:nvSpPr>
        <p:spPr>
          <a:xfrm>
            <a:off x="3340100" y="3581400"/>
            <a:ext cx="2705100" cy="1143000"/>
          </a:xfrm>
          <a:prstGeom prst="rect">
            <a:avLst/>
          </a:prstGeom>
          <a:solidFill>
            <a:srgbClr val="F4F4F4"/>
          </a:solidFill>
          <a:ln>
            <a:noFill/>
          </a:ln>
          <a:effectLst>
            <a:outerShdw blurRad="50800" dist="25400" dir="5400000" algn="t"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4" name="Rectangle 413"/>
          <p:cNvSpPr/>
          <p:nvPr/>
        </p:nvSpPr>
        <p:spPr>
          <a:xfrm>
            <a:off x="3340100" y="3581400"/>
            <a:ext cx="2705100" cy="50800"/>
          </a:xfrm>
          <a:prstGeom prst="rect">
            <a:avLst/>
          </a:prstGeom>
          <a:solidFill>
            <a:srgbClr val="DA18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5" name="TextBox 414"/>
          <p:cNvSpPr txBox="1"/>
          <p:nvPr/>
        </p:nvSpPr>
        <p:spPr>
          <a:xfrm>
            <a:off x="3543300" y="3746500"/>
            <a:ext cx="2298700" cy="190500"/>
          </a:xfrm>
          <a:prstGeom prst="rect">
            <a:avLst/>
          </a:prstGeom>
          <a:noFill/>
        </p:spPr>
        <p:txBody>
          <a:bodyPr wrap="square" lIns="0" tIns="0" rIns="0" bIns="0" anchor="t"/>
          <a:lstStyle/>
          <a:p>
            <a:pPr algn="l">
              <a:lnSpc>
                <a:spcPct val="112000"/>
              </a:lnSpc>
            </a:pPr>
            <a:r>
              <a:rPr sz="1100" b="1" i="0">
                <a:solidFill>
                  <a:srgbClr val="DA1884"/>
                </a:solidFill>
                <a:latin typeface="Arial"/>
              </a:rPr>
              <a:t>PARTNERS</a:t>
            </a:r>
          </a:p>
        </p:txBody>
      </p:sp>
      <p:sp>
        <p:nvSpPr>
          <p:cNvPr id="416" name="TextBox 415"/>
          <p:cNvSpPr txBox="1"/>
          <p:nvPr/>
        </p:nvSpPr>
        <p:spPr>
          <a:xfrm>
            <a:off x="3543300" y="3949700"/>
            <a:ext cx="2298700" cy="444500"/>
          </a:xfrm>
          <a:prstGeom prst="rect">
            <a:avLst/>
          </a:prstGeom>
          <a:noFill/>
        </p:spPr>
        <p:txBody>
          <a:bodyPr wrap="square" lIns="0" tIns="0" rIns="0" bIns="0" anchor="ctr"/>
          <a:lstStyle/>
          <a:p>
            <a:pPr algn="l">
              <a:lnSpc>
                <a:spcPct val="112000"/>
              </a:lnSpc>
            </a:pPr>
            <a:r>
              <a:rPr sz="3200" b="1" i="0">
                <a:solidFill>
                  <a:srgbClr val="141414"/>
                </a:solidFill>
                <a:latin typeface="Arial"/>
              </a:rPr>
              <a:t>6,000+</a:t>
            </a:r>
          </a:p>
        </p:txBody>
      </p:sp>
      <p:sp>
        <p:nvSpPr>
          <p:cNvPr id="417" name="TextBox 416"/>
          <p:cNvSpPr txBox="1"/>
          <p:nvPr/>
        </p:nvSpPr>
        <p:spPr>
          <a:xfrm>
            <a:off x="3543300" y="4419600"/>
            <a:ext cx="2298700" cy="381000"/>
          </a:xfrm>
          <a:prstGeom prst="rect">
            <a:avLst/>
          </a:prstGeom>
          <a:noFill/>
        </p:spPr>
        <p:txBody>
          <a:bodyPr wrap="square" lIns="0" tIns="0" rIns="0" bIns="0" anchor="t"/>
          <a:lstStyle/>
          <a:p>
            <a:pPr algn="l">
              <a:lnSpc>
                <a:spcPct val="112000"/>
              </a:lnSpc>
            </a:pPr>
            <a:r>
              <a:rPr sz="1100" b="0" i="0">
                <a:solidFill>
                  <a:srgbClr val="6B6B6B"/>
                </a:solidFill>
                <a:latin typeface="Arial"/>
              </a:rPr>
              <a:t>hardware, software and cloud</a:t>
            </a:r>
          </a:p>
        </p:txBody>
      </p:sp>
      <p:sp>
        <p:nvSpPr>
          <p:cNvPr id="418" name="Rectangle 417"/>
          <p:cNvSpPr/>
          <p:nvPr/>
        </p:nvSpPr>
        <p:spPr>
          <a:xfrm>
            <a:off x="508000" y="4902200"/>
            <a:ext cx="5537200" cy="635000"/>
          </a:xfrm>
          <a:prstGeom prst="rect">
            <a:avLst/>
          </a:prstGeom>
          <a:solidFill>
            <a:srgbClr val="F4F4F4"/>
          </a:solidFill>
          <a:ln>
            <a:noFill/>
          </a:ln>
          <a:effectLst>
            <a:outerShdw blurRad="50800" dist="25400" dir="5400000" algn="t"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9" name="Rectangle 418"/>
          <p:cNvSpPr/>
          <p:nvPr/>
        </p:nvSpPr>
        <p:spPr>
          <a:xfrm>
            <a:off x="508000" y="4902200"/>
            <a:ext cx="63500" cy="635000"/>
          </a:xfrm>
          <a:prstGeom prst="rect">
            <a:avLst/>
          </a:prstGeom>
          <a:solidFill>
            <a:srgbClr val="DA18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0" name="TextBox 419"/>
          <p:cNvSpPr txBox="1"/>
          <p:nvPr/>
        </p:nvSpPr>
        <p:spPr>
          <a:xfrm>
            <a:off x="723900" y="5016500"/>
            <a:ext cx="381000" cy="279400"/>
          </a:xfrm>
          <a:prstGeom prst="rect">
            <a:avLst/>
          </a:prstGeom>
          <a:noFill/>
        </p:spPr>
        <p:txBody>
          <a:bodyPr wrap="square" lIns="0" tIns="0" rIns="0" bIns="0" anchor="t"/>
          <a:lstStyle/>
          <a:p>
            <a:pPr algn="l">
              <a:lnSpc>
                <a:spcPct val="112000"/>
              </a:lnSpc>
            </a:pPr>
            <a:r>
              <a:rPr sz="1600" b="1" i="0">
                <a:solidFill>
                  <a:srgbClr val="DA1884"/>
                </a:solidFill>
                <a:latin typeface="Arial"/>
              </a:rPr>
              <a:t>01</a:t>
            </a:r>
          </a:p>
        </p:txBody>
      </p:sp>
      <p:sp>
        <p:nvSpPr>
          <p:cNvPr id="421" name="TextBox 420"/>
          <p:cNvSpPr txBox="1"/>
          <p:nvPr/>
        </p:nvSpPr>
        <p:spPr>
          <a:xfrm>
            <a:off x="1168400" y="5003800"/>
            <a:ext cx="4673600" cy="482600"/>
          </a:xfrm>
          <a:prstGeom prst="rect">
            <a:avLst/>
          </a:prstGeom>
          <a:noFill/>
        </p:spPr>
        <p:txBody>
          <a:bodyPr wrap="square" lIns="0" tIns="0" rIns="0" bIns="0" anchor="t"/>
          <a:lstStyle/>
          <a:p>
            <a:pPr algn="l">
              <a:lnSpc>
                <a:spcPct val="112000"/>
              </a:lnSpc>
              <a:spcAft>
                <a:spcPts val="200"/>
              </a:spcAft>
            </a:pPr>
            <a:r>
              <a:rPr sz="1300" b="1" i="0">
                <a:solidFill>
                  <a:srgbClr val="141414"/>
                </a:solidFill>
                <a:latin typeface="Arial"/>
              </a:rPr>
              <a:t>Solutions integration</a:t>
            </a:r>
          </a:p>
          <a:p>
            <a:pPr algn="l">
              <a:lnSpc>
                <a:spcPct val="112000"/>
              </a:lnSpc>
            </a:pPr>
            <a:r>
              <a:rPr sz="1100" b="0" i="0">
                <a:solidFill>
                  <a:srgbClr val="333333"/>
                </a:solidFill>
                <a:latin typeface="Arial"/>
              </a:rPr>
              <a:t>Strategy, design, build and run across cloud, data, AI and security.</a:t>
            </a:r>
          </a:p>
        </p:txBody>
      </p:sp>
      <p:sp>
        <p:nvSpPr>
          <p:cNvPr id="422" name="Rectangle 421"/>
          <p:cNvSpPr/>
          <p:nvPr/>
        </p:nvSpPr>
        <p:spPr>
          <a:xfrm>
            <a:off x="508000" y="5613400"/>
            <a:ext cx="5537200" cy="635000"/>
          </a:xfrm>
          <a:prstGeom prst="rect">
            <a:avLst/>
          </a:prstGeom>
          <a:solidFill>
            <a:srgbClr val="F4F4F4"/>
          </a:solidFill>
          <a:ln>
            <a:noFill/>
          </a:ln>
          <a:effectLst>
            <a:outerShdw blurRad="50800" dist="25400" dir="5400000" algn="t"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3" name="Rectangle 422"/>
          <p:cNvSpPr/>
          <p:nvPr/>
        </p:nvSpPr>
        <p:spPr>
          <a:xfrm>
            <a:off x="508000" y="5613400"/>
            <a:ext cx="63500" cy="635000"/>
          </a:xfrm>
          <a:prstGeom prst="rect">
            <a:avLst/>
          </a:prstGeom>
          <a:solidFill>
            <a:srgbClr val="DA18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4" name="TextBox 423"/>
          <p:cNvSpPr txBox="1"/>
          <p:nvPr/>
        </p:nvSpPr>
        <p:spPr>
          <a:xfrm>
            <a:off x="723900" y="5727700"/>
            <a:ext cx="381000" cy="279400"/>
          </a:xfrm>
          <a:prstGeom prst="rect">
            <a:avLst/>
          </a:prstGeom>
          <a:noFill/>
        </p:spPr>
        <p:txBody>
          <a:bodyPr wrap="square" lIns="0" tIns="0" rIns="0" bIns="0" anchor="t"/>
          <a:lstStyle/>
          <a:p>
            <a:pPr algn="l">
              <a:lnSpc>
                <a:spcPct val="112000"/>
              </a:lnSpc>
            </a:pPr>
            <a:r>
              <a:rPr sz="1600" b="1" i="0">
                <a:solidFill>
                  <a:srgbClr val="DA1884"/>
                </a:solidFill>
                <a:latin typeface="Arial"/>
              </a:rPr>
              <a:t>02</a:t>
            </a:r>
          </a:p>
        </p:txBody>
      </p:sp>
      <p:sp>
        <p:nvSpPr>
          <p:cNvPr id="425" name="TextBox 424"/>
          <p:cNvSpPr txBox="1"/>
          <p:nvPr/>
        </p:nvSpPr>
        <p:spPr>
          <a:xfrm>
            <a:off x="1168400" y="5715000"/>
            <a:ext cx="4673600" cy="482600"/>
          </a:xfrm>
          <a:prstGeom prst="rect">
            <a:avLst/>
          </a:prstGeom>
          <a:noFill/>
        </p:spPr>
        <p:txBody>
          <a:bodyPr wrap="square" lIns="0" tIns="0" rIns="0" bIns="0" anchor="t"/>
          <a:lstStyle/>
          <a:p>
            <a:pPr algn="l">
              <a:lnSpc>
                <a:spcPct val="112000"/>
              </a:lnSpc>
              <a:spcAft>
                <a:spcPts val="200"/>
              </a:spcAft>
            </a:pPr>
            <a:r>
              <a:rPr sz="1300" b="1" i="0">
                <a:solidFill>
                  <a:srgbClr val="141414"/>
                </a:solidFill>
                <a:latin typeface="Arial"/>
              </a:rPr>
              <a:t>Technology and supply chain</a:t>
            </a:r>
          </a:p>
          <a:p>
            <a:pPr algn="l">
              <a:lnSpc>
                <a:spcPct val="112000"/>
              </a:lnSpc>
            </a:pPr>
            <a:r>
              <a:rPr sz="1100" b="0" i="0">
                <a:solidFill>
                  <a:srgbClr val="333333"/>
                </a:solidFill>
                <a:latin typeface="Arial"/>
              </a:rPr>
              <a:t>Source, configure and deploy hardware, software and cloud at scale.</a:t>
            </a:r>
          </a:p>
        </p:txBody>
      </p:sp>
      <p:sp>
        <p:nvSpPr>
          <p:cNvPr id="426" name="TextBox 425"/>
          <p:cNvSpPr txBox="1"/>
          <p:nvPr/>
        </p:nvSpPr>
        <p:spPr>
          <a:xfrm>
            <a:off x="6413500" y="2336800"/>
            <a:ext cx="5270500" cy="190500"/>
          </a:xfrm>
          <a:prstGeom prst="rect">
            <a:avLst/>
          </a:prstGeom>
          <a:noFill/>
        </p:spPr>
        <p:txBody>
          <a:bodyPr wrap="square" lIns="0" tIns="0" rIns="0" bIns="0" anchor="t"/>
          <a:lstStyle/>
          <a:p>
            <a:pPr algn="l">
              <a:lnSpc>
                <a:spcPct val="112000"/>
              </a:lnSpc>
            </a:pPr>
            <a:r>
              <a:rPr sz="1200" b="1" i="0">
                <a:solidFill>
                  <a:srgbClr val="DA1884"/>
                </a:solidFill>
                <a:latin typeface="Arial"/>
              </a:rPr>
              <a:t>GLOBAL SOLUTIONS DELIVERY</a:t>
            </a:r>
          </a:p>
        </p:txBody>
      </p:sp>
      <p:sp>
        <p:nvSpPr>
          <p:cNvPr id="427" name="Rectangle 426"/>
          <p:cNvSpPr/>
          <p:nvPr/>
        </p:nvSpPr>
        <p:spPr>
          <a:xfrm>
            <a:off x="6413500" y="5629838"/>
            <a:ext cx="5270500" cy="12700"/>
          </a:xfrm>
          <a:prstGeom prst="rect">
            <a:avLst/>
          </a:prstGeom>
          <a:solidFill>
            <a:srgbClr val="E3E3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6055242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508000" y="152400"/>
            <a:ext cx="990600" cy="406400"/>
          </a:xfrm>
          <a:prstGeom prst="rect">
            <a:avLst/>
          </a:prstGeom>
        </p:spPr>
      </p:pic>
      <p:sp>
        <p:nvSpPr>
          <p:cNvPr id="3" name="TextBox 2"/>
          <p:cNvSpPr txBox="1"/>
          <p:nvPr/>
        </p:nvSpPr>
        <p:spPr>
          <a:xfrm>
            <a:off x="3556000" y="406400"/>
            <a:ext cx="5080000" cy="190500"/>
          </a:xfrm>
          <a:prstGeom prst="rect">
            <a:avLst/>
          </a:prstGeom>
          <a:noFill/>
        </p:spPr>
        <p:txBody>
          <a:bodyPr wrap="square" lIns="0" tIns="0" rIns="0" bIns="0" anchor="t"/>
          <a:lstStyle/>
          <a:p>
            <a:pPr algn="ctr">
              <a:lnSpc>
                <a:spcPct val="112000"/>
              </a:lnSpc>
            </a:pPr>
            <a:r>
              <a:rPr sz="1000" b="0" i="0">
                <a:solidFill>
                  <a:srgbClr val="6B6B6B"/>
                </a:solidFill>
                <a:latin typeface="Arial"/>
              </a:rPr>
              <a:t>Protocol Studio  —  REST · GraphQL · gRPC</a:t>
            </a:r>
          </a:p>
        </p:txBody>
      </p:sp>
      <p:sp>
        <p:nvSpPr>
          <p:cNvPr id="4" name="TextBox 3"/>
          <p:cNvSpPr txBox="1"/>
          <p:nvPr/>
        </p:nvSpPr>
        <p:spPr>
          <a:xfrm>
            <a:off x="6350000" y="406400"/>
            <a:ext cx="5334000" cy="190500"/>
          </a:xfrm>
          <a:prstGeom prst="rect">
            <a:avLst/>
          </a:prstGeom>
          <a:noFill/>
        </p:spPr>
        <p:txBody>
          <a:bodyPr wrap="square" lIns="0" tIns="0" rIns="0" bIns="0" anchor="t"/>
          <a:lstStyle/>
          <a:p>
            <a:pPr algn="r">
              <a:lnSpc>
                <a:spcPct val="112000"/>
              </a:lnSpc>
            </a:pPr>
            <a:r>
              <a:rPr sz="1000" b="1" i="0">
                <a:solidFill>
                  <a:srgbClr val="DA1884"/>
                </a:solidFill>
                <a:latin typeface="Arial"/>
              </a:rPr>
              <a:t>ABOUT INSIGHT</a:t>
            </a:r>
          </a:p>
        </p:txBody>
      </p:sp>
      <p:sp>
        <p:nvSpPr>
          <p:cNvPr id="5" name="TextBox 4"/>
          <p:cNvSpPr txBox="1"/>
          <p:nvPr/>
        </p:nvSpPr>
        <p:spPr>
          <a:xfrm>
            <a:off x="508000" y="6578600"/>
            <a:ext cx="8890000" cy="177800"/>
          </a:xfrm>
          <a:prstGeom prst="rect">
            <a:avLst/>
          </a:prstGeom>
          <a:noFill/>
        </p:spPr>
        <p:txBody>
          <a:bodyPr wrap="square" lIns="0" tIns="0" rIns="0" bIns="0" anchor="t"/>
          <a:lstStyle/>
          <a:p>
            <a:pPr algn="l">
              <a:lnSpc>
                <a:spcPct val="112000"/>
              </a:lnSpc>
            </a:pPr>
            <a:r>
              <a:rPr sz="900" b="0" i="0">
                <a:solidFill>
                  <a:srgbClr val="9E9E9E"/>
                </a:solidFill>
                <a:latin typeface="Arial"/>
              </a:rPr>
              <a:t>Insight Proprietary &amp; Confidential.  Do Not Copy or Distribute.  © 2026 Insight.  All Rights Reserved.</a:t>
            </a:r>
          </a:p>
        </p:txBody>
      </p:sp>
      <p:sp>
        <p:nvSpPr>
          <p:cNvPr id="6" name="TextBox 5"/>
          <p:cNvSpPr txBox="1"/>
          <p:nvPr/>
        </p:nvSpPr>
        <p:spPr>
          <a:xfrm>
            <a:off x="10922000" y="6578600"/>
            <a:ext cx="762000" cy="177800"/>
          </a:xfrm>
          <a:prstGeom prst="rect">
            <a:avLst/>
          </a:prstGeom>
          <a:noFill/>
        </p:spPr>
        <p:txBody>
          <a:bodyPr wrap="square" lIns="0" tIns="0" rIns="0" bIns="0" anchor="t"/>
          <a:lstStyle/>
          <a:p>
            <a:pPr algn="r">
              <a:lnSpc>
                <a:spcPct val="112000"/>
              </a:lnSpc>
            </a:pPr>
            <a:r>
              <a:rPr sz="900" b="0" i="0">
                <a:solidFill>
                  <a:srgbClr val="9E9E9E"/>
                </a:solidFill>
                <a:latin typeface="Arial"/>
              </a:rPr>
              <a:t>4</a:t>
            </a:r>
          </a:p>
        </p:txBody>
      </p:sp>
      <p:sp>
        <p:nvSpPr>
          <p:cNvPr id="7" name="TextBox 6"/>
          <p:cNvSpPr txBox="1"/>
          <p:nvPr/>
        </p:nvSpPr>
        <p:spPr>
          <a:xfrm>
            <a:off x="508000" y="889000"/>
            <a:ext cx="11176000" cy="215900"/>
          </a:xfrm>
          <a:prstGeom prst="rect">
            <a:avLst/>
          </a:prstGeom>
          <a:noFill/>
        </p:spPr>
        <p:txBody>
          <a:bodyPr wrap="square" lIns="0" tIns="0" rIns="0" bIns="0" anchor="t"/>
          <a:lstStyle/>
          <a:p>
            <a:pPr algn="l">
              <a:lnSpc>
                <a:spcPct val="112000"/>
              </a:lnSpc>
            </a:pPr>
            <a:r>
              <a:rPr sz="1200" b="1" i="0">
                <a:solidFill>
                  <a:srgbClr val="DA1884"/>
                </a:solidFill>
                <a:latin typeface="Arial"/>
              </a:rPr>
              <a:t>OUR EXPERTISE</a:t>
            </a:r>
          </a:p>
        </p:txBody>
      </p:sp>
      <p:sp>
        <p:nvSpPr>
          <p:cNvPr id="8" name="TextBox 7"/>
          <p:cNvSpPr txBox="1"/>
          <p:nvPr/>
        </p:nvSpPr>
        <p:spPr>
          <a:xfrm>
            <a:off x="508000" y="1130300"/>
            <a:ext cx="11176000" cy="482600"/>
          </a:xfrm>
          <a:prstGeom prst="rect">
            <a:avLst/>
          </a:prstGeom>
          <a:noFill/>
        </p:spPr>
        <p:txBody>
          <a:bodyPr wrap="square" lIns="0" tIns="0" rIns="0" bIns="0" anchor="t"/>
          <a:lstStyle/>
          <a:p>
            <a:pPr algn="l">
              <a:lnSpc>
                <a:spcPct val="112000"/>
              </a:lnSpc>
            </a:pPr>
            <a:r>
              <a:rPr sz="3000" b="1" i="0">
                <a:solidFill>
                  <a:srgbClr val="141414"/>
                </a:solidFill>
                <a:latin typeface="Arial"/>
              </a:rPr>
              <a:t>End-to-End Insight Services for Microsoft Technologies</a:t>
            </a:r>
          </a:p>
        </p:txBody>
      </p:sp>
      <p:sp>
        <p:nvSpPr>
          <p:cNvPr id="9" name="TextBox 8"/>
          <p:cNvSpPr txBox="1"/>
          <p:nvPr/>
        </p:nvSpPr>
        <p:spPr>
          <a:xfrm>
            <a:off x="508000" y="1663700"/>
            <a:ext cx="11176000" cy="254000"/>
          </a:xfrm>
          <a:prstGeom prst="rect">
            <a:avLst/>
          </a:prstGeom>
          <a:noFill/>
        </p:spPr>
        <p:txBody>
          <a:bodyPr wrap="square" lIns="0" tIns="0" rIns="0" bIns="0" anchor="t"/>
          <a:lstStyle/>
          <a:p>
            <a:pPr algn="l">
              <a:lnSpc>
                <a:spcPct val="112000"/>
              </a:lnSpc>
            </a:pPr>
            <a:r>
              <a:rPr sz="1400" b="0" i="0">
                <a:solidFill>
                  <a:srgbClr val="6B6B6B"/>
                </a:solidFill>
                <a:latin typeface="Arial"/>
              </a:rPr>
              <a:t>Six areas of expertise, delivered and supported through four service lines.</a:t>
            </a:r>
          </a:p>
        </p:txBody>
      </p:sp>
      <p:sp>
        <p:nvSpPr>
          <p:cNvPr id="10" name="Block Arc 9"/>
          <p:cNvSpPr/>
          <p:nvPr/>
        </p:nvSpPr>
        <p:spPr>
          <a:xfrm>
            <a:off x="596900" y="2641600"/>
            <a:ext cx="2997200" cy="2997200"/>
          </a:xfrm>
          <a:prstGeom prst="blockArc">
            <a:avLst>
              <a:gd name="adj1" fmla="val 16290000"/>
              <a:gd name="adj2" fmla="val 19710000"/>
              <a:gd name="adj3" fmla="val 20338"/>
            </a:avLst>
          </a:prstGeom>
          <a:solidFill>
            <a:srgbClr val="DA18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438400" y="2979339"/>
            <a:ext cx="508000" cy="254000"/>
          </a:xfrm>
          <a:prstGeom prst="rect">
            <a:avLst/>
          </a:prstGeom>
          <a:noFill/>
        </p:spPr>
        <p:txBody>
          <a:bodyPr wrap="square" lIns="0" tIns="0" rIns="0" bIns="0" anchor="ctr"/>
          <a:lstStyle/>
          <a:p>
            <a:pPr algn="ctr">
              <a:lnSpc>
                <a:spcPct val="112000"/>
              </a:lnSpc>
            </a:pPr>
            <a:r>
              <a:rPr sz="1500" b="1" i="0">
                <a:solidFill>
                  <a:srgbClr val="FFFFFF"/>
                </a:solidFill>
                <a:latin typeface="Arial"/>
              </a:rPr>
              <a:t>01</a:t>
            </a:r>
          </a:p>
        </p:txBody>
      </p:sp>
      <p:sp>
        <p:nvSpPr>
          <p:cNvPr id="12" name="Block Arc 11"/>
          <p:cNvSpPr/>
          <p:nvPr/>
        </p:nvSpPr>
        <p:spPr>
          <a:xfrm>
            <a:off x="596900" y="2641600"/>
            <a:ext cx="2997200" cy="2997200"/>
          </a:xfrm>
          <a:prstGeom prst="blockArc">
            <a:avLst>
              <a:gd name="adj1" fmla="val 19890000"/>
              <a:gd name="adj2" fmla="val 1709999"/>
              <a:gd name="adj3" fmla="val 20338"/>
            </a:avLst>
          </a:prstGeom>
          <a:solidFill>
            <a:srgbClr val="A100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035300" y="4013200"/>
            <a:ext cx="508000" cy="254000"/>
          </a:xfrm>
          <a:prstGeom prst="rect">
            <a:avLst/>
          </a:prstGeom>
          <a:noFill/>
        </p:spPr>
        <p:txBody>
          <a:bodyPr wrap="square" lIns="0" tIns="0" rIns="0" bIns="0" anchor="ctr"/>
          <a:lstStyle/>
          <a:p>
            <a:pPr algn="ctr">
              <a:lnSpc>
                <a:spcPct val="112000"/>
              </a:lnSpc>
            </a:pPr>
            <a:r>
              <a:rPr sz="1500" b="1" i="0">
                <a:solidFill>
                  <a:srgbClr val="FFFFFF"/>
                </a:solidFill>
                <a:latin typeface="Arial"/>
              </a:rPr>
              <a:t>02</a:t>
            </a:r>
          </a:p>
        </p:txBody>
      </p:sp>
      <p:sp>
        <p:nvSpPr>
          <p:cNvPr id="14" name="Block Arc 13"/>
          <p:cNvSpPr/>
          <p:nvPr/>
        </p:nvSpPr>
        <p:spPr>
          <a:xfrm>
            <a:off x="596900" y="2641600"/>
            <a:ext cx="2997200" cy="2997200"/>
          </a:xfrm>
          <a:prstGeom prst="blockArc">
            <a:avLst>
              <a:gd name="adj1" fmla="val 1889999"/>
              <a:gd name="adj2" fmla="val 5310000"/>
              <a:gd name="adj3" fmla="val 20338"/>
            </a:avLst>
          </a:prstGeom>
          <a:solidFill>
            <a:srgbClr val="C218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438400" y="5047061"/>
            <a:ext cx="508000" cy="254000"/>
          </a:xfrm>
          <a:prstGeom prst="rect">
            <a:avLst/>
          </a:prstGeom>
          <a:noFill/>
        </p:spPr>
        <p:txBody>
          <a:bodyPr wrap="square" lIns="0" tIns="0" rIns="0" bIns="0" anchor="ctr"/>
          <a:lstStyle/>
          <a:p>
            <a:pPr algn="ctr">
              <a:lnSpc>
                <a:spcPct val="112000"/>
              </a:lnSpc>
            </a:pPr>
            <a:r>
              <a:rPr sz="1500" b="1" i="0">
                <a:solidFill>
                  <a:srgbClr val="FFFFFF"/>
                </a:solidFill>
                <a:latin typeface="Arial"/>
              </a:rPr>
              <a:t>03</a:t>
            </a:r>
          </a:p>
        </p:txBody>
      </p:sp>
      <p:sp>
        <p:nvSpPr>
          <p:cNvPr id="16" name="Block Arc 15"/>
          <p:cNvSpPr/>
          <p:nvPr/>
        </p:nvSpPr>
        <p:spPr>
          <a:xfrm>
            <a:off x="596900" y="2641600"/>
            <a:ext cx="2997200" cy="2997200"/>
          </a:xfrm>
          <a:prstGeom prst="blockArc">
            <a:avLst>
              <a:gd name="adj1" fmla="val 5490000"/>
              <a:gd name="adj2" fmla="val 8910000"/>
              <a:gd name="adj3" fmla="val 20338"/>
            </a:avLst>
          </a:prstGeom>
          <a:solidFill>
            <a:srgbClr val="7B1F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244600" y="5047061"/>
            <a:ext cx="508000" cy="254000"/>
          </a:xfrm>
          <a:prstGeom prst="rect">
            <a:avLst/>
          </a:prstGeom>
          <a:noFill/>
        </p:spPr>
        <p:txBody>
          <a:bodyPr wrap="square" lIns="0" tIns="0" rIns="0" bIns="0" anchor="ctr"/>
          <a:lstStyle/>
          <a:p>
            <a:pPr algn="ctr">
              <a:lnSpc>
                <a:spcPct val="112000"/>
              </a:lnSpc>
            </a:pPr>
            <a:r>
              <a:rPr sz="1500" b="1" i="0">
                <a:solidFill>
                  <a:srgbClr val="FFFFFF"/>
                </a:solidFill>
                <a:latin typeface="Arial"/>
              </a:rPr>
              <a:t>04</a:t>
            </a:r>
          </a:p>
        </p:txBody>
      </p:sp>
      <p:sp>
        <p:nvSpPr>
          <p:cNvPr id="18" name="Block Arc 17"/>
          <p:cNvSpPr/>
          <p:nvPr/>
        </p:nvSpPr>
        <p:spPr>
          <a:xfrm>
            <a:off x="596900" y="2641600"/>
            <a:ext cx="2997200" cy="2997200"/>
          </a:xfrm>
          <a:prstGeom prst="blockArc">
            <a:avLst>
              <a:gd name="adj1" fmla="val 9090000"/>
              <a:gd name="adj2" fmla="val 12510000"/>
              <a:gd name="adj3" fmla="val 20338"/>
            </a:avLst>
          </a:prstGeom>
          <a:solidFill>
            <a:srgbClr val="B01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7700" y="4013200"/>
            <a:ext cx="508000" cy="254000"/>
          </a:xfrm>
          <a:prstGeom prst="rect">
            <a:avLst/>
          </a:prstGeom>
          <a:noFill/>
        </p:spPr>
        <p:txBody>
          <a:bodyPr wrap="square" lIns="0" tIns="0" rIns="0" bIns="0" anchor="ctr"/>
          <a:lstStyle/>
          <a:p>
            <a:pPr algn="ctr">
              <a:lnSpc>
                <a:spcPct val="112000"/>
              </a:lnSpc>
            </a:pPr>
            <a:r>
              <a:rPr sz="1500" b="1" i="0">
                <a:solidFill>
                  <a:srgbClr val="FFFFFF"/>
                </a:solidFill>
                <a:latin typeface="Arial"/>
              </a:rPr>
              <a:t>05</a:t>
            </a:r>
          </a:p>
        </p:txBody>
      </p:sp>
      <p:sp>
        <p:nvSpPr>
          <p:cNvPr id="20" name="Block Arc 19"/>
          <p:cNvSpPr/>
          <p:nvPr/>
        </p:nvSpPr>
        <p:spPr>
          <a:xfrm>
            <a:off x="596900" y="2641600"/>
            <a:ext cx="2997200" cy="2997200"/>
          </a:xfrm>
          <a:prstGeom prst="blockArc">
            <a:avLst>
              <a:gd name="adj1" fmla="val 12690000"/>
              <a:gd name="adj2" fmla="val 16110000"/>
              <a:gd name="adj3" fmla="val 20338"/>
            </a:avLst>
          </a:prstGeom>
          <a:solidFill>
            <a:srgbClr val="5E1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244600" y="2979339"/>
            <a:ext cx="508000" cy="254000"/>
          </a:xfrm>
          <a:prstGeom prst="rect">
            <a:avLst/>
          </a:prstGeom>
          <a:noFill/>
        </p:spPr>
        <p:txBody>
          <a:bodyPr wrap="square" lIns="0" tIns="0" rIns="0" bIns="0" anchor="ctr"/>
          <a:lstStyle/>
          <a:p>
            <a:pPr algn="ctr">
              <a:lnSpc>
                <a:spcPct val="112000"/>
              </a:lnSpc>
            </a:pPr>
            <a:r>
              <a:rPr sz="1500" b="1" i="0">
                <a:solidFill>
                  <a:srgbClr val="FFFFFF"/>
                </a:solidFill>
                <a:latin typeface="Arial"/>
              </a:rPr>
              <a:t>06</a:t>
            </a:r>
          </a:p>
        </p:txBody>
      </p:sp>
      <p:sp>
        <p:nvSpPr>
          <p:cNvPr id="22" name="Oval 21"/>
          <p:cNvSpPr/>
          <p:nvPr/>
        </p:nvSpPr>
        <p:spPr>
          <a:xfrm>
            <a:off x="1295400" y="3340100"/>
            <a:ext cx="1600200" cy="1600200"/>
          </a:xfrm>
          <a:prstGeom prst="ellipse">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397000" y="3822700"/>
            <a:ext cx="1397000" cy="635000"/>
          </a:xfrm>
          <a:prstGeom prst="rect">
            <a:avLst/>
          </a:prstGeom>
          <a:noFill/>
        </p:spPr>
        <p:txBody>
          <a:bodyPr wrap="square" lIns="0" tIns="0" rIns="0" bIns="0" anchor="ctr"/>
          <a:lstStyle/>
          <a:p>
            <a:pPr algn="ctr">
              <a:lnSpc>
                <a:spcPct val="100000"/>
              </a:lnSpc>
            </a:pPr>
            <a:r>
              <a:rPr sz="1500" b="1" i="0">
                <a:solidFill>
                  <a:srgbClr val="141414"/>
                </a:solidFill>
                <a:latin typeface="Arial"/>
              </a:rPr>
              <a:t>Our</a:t>
            </a:r>
          </a:p>
          <a:p>
            <a:pPr algn="ctr">
              <a:lnSpc>
                <a:spcPct val="100000"/>
              </a:lnSpc>
            </a:pPr>
            <a:r>
              <a:rPr sz="1500" b="1" i="0">
                <a:solidFill>
                  <a:srgbClr val="141414"/>
                </a:solidFill>
                <a:latin typeface="Arial"/>
              </a:rPr>
              <a:t>Expertise</a:t>
            </a:r>
          </a:p>
        </p:txBody>
      </p:sp>
      <p:sp>
        <p:nvSpPr>
          <p:cNvPr id="24" name="Rectangle 23"/>
          <p:cNvSpPr/>
          <p:nvPr/>
        </p:nvSpPr>
        <p:spPr>
          <a:xfrm>
            <a:off x="3937000" y="2159000"/>
            <a:ext cx="2362200" cy="1244600"/>
          </a:xfrm>
          <a:prstGeom prst="rect">
            <a:avLst/>
          </a:prstGeom>
          <a:solidFill>
            <a:srgbClr val="F4F4F4"/>
          </a:solidFill>
          <a:ln>
            <a:noFill/>
          </a:ln>
          <a:effectLst>
            <a:outerShdw blurRad="50800" dist="25400" dir="5400000" algn="t"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3937000" y="2159000"/>
            <a:ext cx="2362200" cy="50800"/>
          </a:xfrm>
          <a:prstGeom prst="rect">
            <a:avLst/>
          </a:prstGeom>
          <a:solidFill>
            <a:srgbClr val="DA18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102100" y="2336800"/>
            <a:ext cx="2032000" cy="990600"/>
          </a:xfrm>
          <a:prstGeom prst="rect">
            <a:avLst/>
          </a:prstGeom>
          <a:noFill/>
        </p:spPr>
        <p:txBody>
          <a:bodyPr wrap="square" lIns="0" tIns="0" rIns="0" bIns="0" anchor="t"/>
          <a:lstStyle/>
          <a:p>
            <a:pPr algn="l">
              <a:lnSpc>
                <a:spcPct val="112000"/>
              </a:lnSpc>
              <a:spcAft>
                <a:spcPts val="400"/>
              </a:spcAft>
            </a:pPr>
            <a:r>
              <a:rPr sz="1200" b="1" i="0">
                <a:solidFill>
                  <a:srgbClr val="DA1884"/>
                </a:solidFill>
                <a:latin typeface="Arial"/>
              </a:rPr>
              <a:t>01  </a:t>
            </a:r>
            <a:r>
              <a:rPr sz="1200" b="1" i="0">
                <a:solidFill>
                  <a:srgbClr val="141414"/>
                </a:solidFill>
                <a:latin typeface="Arial"/>
              </a:rPr>
              <a:t>Modern Workplace</a:t>
            </a:r>
          </a:p>
          <a:p>
            <a:pPr algn="l">
              <a:lnSpc>
                <a:spcPct val="112000"/>
              </a:lnSpc>
            </a:pPr>
            <a:r>
              <a:rPr sz="1000" b="0" i="0">
                <a:solidFill>
                  <a:srgbClr val="333333"/>
                </a:solidFill>
                <a:latin typeface="Arial"/>
              </a:rPr>
              <a:t>M365, O365, EMS+S, Windows 11, Teams, Viva, System Center, Azure Identity, AVD, M365 Copilot</a:t>
            </a:r>
          </a:p>
        </p:txBody>
      </p:sp>
      <p:sp>
        <p:nvSpPr>
          <p:cNvPr id="27" name="Rectangle 26"/>
          <p:cNvSpPr/>
          <p:nvPr/>
        </p:nvSpPr>
        <p:spPr>
          <a:xfrm>
            <a:off x="6426200" y="2159000"/>
            <a:ext cx="2362200" cy="1244600"/>
          </a:xfrm>
          <a:prstGeom prst="rect">
            <a:avLst/>
          </a:prstGeom>
          <a:solidFill>
            <a:srgbClr val="F4F4F4"/>
          </a:solidFill>
          <a:ln>
            <a:noFill/>
          </a:ln>
          <a:effectLst>
            <a:outerShdw blurRad="50800" dist="25400" dir="5400000" algn="t"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426200" y="2159000"/>
            <a:ext cx="2362200" cy="50800"/>
          </a:xfrm>
          <a:prstGeom prst="rect">
            <a:avLst/>
          </a:prstGeom>
          <a:solidFill>
            <a:srgbClr val="A100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591300" y="2336800"/>
            <a:ext cx="2032000" cy="990600"/>
          </a:xfrm>
          <a:prstGeom prst="rect">
            <a:avLst/>
          </a:prstGeom>
          <a:noFill/>
        </p:spPr>
        <p:txBody>
          <a:bodyPr wrap="square" lIns="0" tIns="0" rIns="0" bIns="0" anchor="t"/>
          <a:lstStyle/>
          <a:p>
            <a:pPr algn="l">
              <a:lnSpc>
                <a:spcPct val="112000"/>
              </a:lnSpc>
              <a:spcAft>
                <a:spcPts val="400"/>
              </a:spcAft>
            </a:pPr>
            <a:r>
              <a:rPr sz="1200" b="1" i="0">
                <a:solidFill>
                  <a:srgbClr val="A1005D"/>
                </a:solidFill>
                <a:latin typeface="Arial"/>
              </a:rPr>
              <a:t>02  </a:t>
            </a:r>
            <a:r>
              <a:rPr sz="1200" b="1" i="0">
                <a:solidFill>
                  <a:srgbClr val="141414"/>
                </a:solidFill>
                <a:latin typeface="Arial"/>
              </a:rPr>
              <a:t>Intelligent Edge</a:t>
            </a:r>
          </a:p>
          <a:p>
            <a:pPr algn="l">
              <a:lnSpc>
                <a:spcPct val="112000"/>
              </a:lnSpc>
            </a:pPr>
            <a:r>
              <a:rPr sz="1000" b="0" i="0">
                <a:solidFill>
                  <a:srgbClr val="333333"/>
                </a:solidFill>
                <a:latin typeface="Arial"/>
              </a:rPr>
              <a:t>IoT, Computer Vision, IoT Edge Accelerator, HoloLens Solutions, Azure IoT, Defender for IoT</a:t>
            </a:r>
          </a:p>
        </p:txBody>
      </p:sp>
      <p:sp>
        <p:nvSpPr>
          <p:cNvPr id="30" name="Rectangle 29"/>
          <p:cNvSpPr/>
          <p:nvPr/>
        </p:nvSpPr>
        <p:spPr>
          <a:xfrm>
            <a:off x="3937000" y="3505200"/>
            <a:ext cx="2362200" cy="1244600"/>
          </a:xfrm>
          <a:prstGeom prst="rect">
            <a:avLst/>
          </a:prstGeom>
          <a:solidFill>
            <a:srgbClr val="F4F4F4"/>
          </a:solidFill>
          <a:ln>
            <a:noFill/>
          </a:ln>
          <a:effectLst>
            <a:outerShdw blurRad="50800" dist="25400" dir="5400000" algn="t"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3937000" y="3505200"/>
            <a:ext cx="2362200" cy="50800"/>
          </a:xfrm>
          <a:prstGeom prst="rect">
            <a:avLst/>
          </a:prstGeom>
          <a:solidFill>
            <a:srgbClr val="C218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102100" y="3683000"/>
            <a:ext cx="2032000" cy="990600"/>
          </a:xfrm>
          <a:prstGeom prst="rect">
            <a:avLst/>
          </a:prstGeom>
          <a:noFill/>
        </p:spPr>
        <p:txBody>
          <a:bodyPr wrap="square" lIns="0" tIns="0" rIns="0" bIns="0" anchor="t"/>
          <a:lstStyle/>
          <a:p>
            <a:pPr algn="l">
              <a:lnSpc>
                <a:spcPct val="112000"/>
              </a:lnSpc>
              <a:spcAft>
                <a:spcPts val="400"/>
              </a:spcAft>
            </a:pPr>
            <a:r>
              <a:rPr sz="1200" b="1" i="0">
                <a:solidFill>
                  <a:srgbClr val="C2185B"/>
                </a:solidFill>
                <a:latin typeface="Arial"/>
              </a:rPr>
              <a:t>03  </a:t>
            </a:r>
            <a:r>
              <a:rPr sz="1200" b="1" i="0">
                <a:solidFill>
                  <a:srgbClr val="141414"/>
                </a:solidFill>
                <a:latin typeface="Arial"/>
              </a:rPr>
              <a:t>Data and AI</a:t>
            </a:r>
          </a:p>
          <a:p>
            <a:pPr algn="l">
              <a:lnSpc>
                <a:spcPct val="112000"/>
              </a:lnSpc>
            </a:pPr>
            <a:r>
              <a:rPr sz="1000" b="0" i="0">
                <a:solidFill>
                  <a:srgbClr val="333333"/>
                </a:solidFill>
                <a:latin typeface="Arial"/>
              </a:rPr>
              <a:t>Cosmos DB, Azure ML, Synapse, Power BI, Fabric, Generative AI, OpenAI, Purview, Databricks</a:t>
            </a:r>
          </a:p>
        </p:txBody>
      </p:sp>
      <p:sp>
        <p:nvSpPr>
          <p:cNvPr id="33" name="Rectangle 32"/>
          <p:cNvSpPr/>
          <p:nvPr/>
        </p:nvSpPr>
        <p:spPr>
          <a:xfrm>
            <a:off x="6426200" y="3505200"/>
            <a:ext cx="2362200" cy="1244600"/>
          </a:xfrm>
          <a:prstGeom prst="rect">
            <a:avLst/>
          </a:prstGeom>
          <a:solidFill>
            <a:srgbClr val="F4F4F4"/>
          </a:solidFill>
          <a:ln>
            <a:noFill/>
          </a:ln>
          <a:effectLst>
            <a:outerShdw blurRad="50800" dist="25400" dir="5400000" algn="t"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6426200" y="3505200"/>
            <a:ext cx="2362200" cy="50800"/>
          </a:xfrm>
          <a:prstGeom prst="rect">
            <a:avLst/>
          </a:prstGeom>
          <a:solidFill>
            <a:srgbClr val="7B1F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591300" y="3683000"/>
            <a:ext cx="2032000" cy="990600"/>
          </a:xfrm>
          <a:prstGeom prst="rect">
            <a:avLst/>
          </a:prstGeom>
          <a:noFill/>
        </p:spPr>
        <p:txBody>
          <a:bodyPr wrap="square" lIns="0" tIns="0" rIns="0" bIns="0" anchor="t"/>
          <a:lstStyle/>
          <a:p>
            <a:pPr algn="l">
              <a:lnSpc>
                <a:spcPct val="112000"/>
              </a:lnSpc>
              <a:spcAft>
                <a:spcPts val="400"/>
              </a:spcAft>
            </a:pPr>
            <a:r>
              <a:rPr sz="1200" b="1" i="0">
                <a:solidFill>
                  <a:srgbClr val="7B1F6E"/>
                </a:solidFill>
                <a:latin typeface="Arial"/>
              </a:rPr>
              <a:t>04  </a:t>
            </a:r>
            <a:r>
              <a:rPr sz="1200" b="1" i="0">
                <a:solidFill>
                  <a:srgbClr val="141414"/>
                </a:solidFill>
                <a:latin typeface="Arial"/>
              </a:rPr>
              <a:t>Cybersecurity</a:t>
            </a:r>
          </a:p>
          <a:p>
            <a:pPr algn="l">
              <a:lnSpc>
                <a:spcPct val="112000"/>
              </a:lnSpc>
            </a:pPr>
            <a:r>
              <a:rPr sz="1000" b="0" i="0">
                <a:solidFill>
                  <a:srgbClr val="333333"/>
                </a:solidFill>
                <a:latin typeface="Arial"/>
              </a:rPr>
              <a:t>Security Assessments, MCI/CSI Program, Defender Suite, Microsoft Sentinel, M365 E5, Security Copilot, Azure Firewall, XDR</a:t>
            </a:r>
          </a:p>
        </p:txBody>
      </p:sp>
      <p:sp>
        <p:nvSpPr>
          <p:cNvPr id="36" name="Rectangle 35"/>
          <p:cNvSpPr/>
          <p:nvPr/>
        </p:nvSpPr>
        <p:spPr>
          <a:xfrm>
            <a:off x="3937000" y="4851400"/>
            <a:ext cx="2362200" cy="1244600"/>
          </a:xfrm>
          <a:prstGeom prst="rect">
            <a:avLst/>
          </a:prstGeom>
          <a:solidFill>
            <a:srgbClr val="F4F4F4"/>
          </a:solidFill>
          <a:ln>
            <a:noFill/>
          </a:ln>
          <a:effectLst>
            <a:outerShdw blurRad="50800" dist="25400" dir="5400000" algn="t"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3937000" y="4851400"/>
            <a:ext cx="2362200" cy="50800"/>
          </a:xfrm>
          <a:prstGeom prst="rect">
            <a:avLst/>
          </a:prstGeom>
          <a:solidFill>
            <a:srgbClr val="B01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4102100" y="5029200"/>
            <a:ext cx="2032000" cy="990600"/>
          </a:xfrm>
          <a:prstGeom prst="rect">
            <a:avLst/>
          </a:prstGeom>
          <a:noFill/>
        </p:spPr>
        <p:txBody>
          <a:bodyPr wrap="square" lIns="0" tIns="0" rIns="0" bIns="0" anchor="t"/>
          <a:lstStyle/>
          <a:p>
            <a:pPr algn="l">
              <a:lnSpc>
                <a:spcPct val="112000"/>
              </a:lnSpc>
              <a:spcAft>
                <a:spcPts val="400"/>
              </a:spcAft>
            </a:pPr>
            <a:r>
              <a:rPr sz="1200" b="1" i="0">
                <a:solidFill>
                  <a:srgbClr val="B0177F"/>
                </a:solidFill>
                <a:latin typeface="Arial"/>
              </a:rPr>
              <a:t>05  </a:t>
            </a:r>
            <a:r>
              <a:rPr sz="1200" b="1" i="0">
                <a:solidFill>
                  <a:srgbClr val="141414"/>
                </a:solidFill>
                <a:latin typeface="Arial"/>
              </a:rPr>
              <a:t>Modern Infrastructure</a:t>
            </a:r>
          </a:p>
          <a:p>
            <a:pPr algn="l">
              <a:lnSpc>
                <a:spcPct val="112000"/>
              </a:lnSpc>
            </a:pPr>
            <a:r>
              <a:rPr sz="1000" b="0" i="0">
                <a:solidFill>
                  <a:srgbClr val="333333"/>
                </a:solidFill>
                <a:latin typeface="Arial"/>
              </a:rPr>
              <a:t>Azure, Azure Migrations, Azure VMware Solution (AVS), Azure Local, Azure Arc, Cost Optimization, AKS</a:t>
            </a:r>
          </a:p>
        </p:txBody>
      </p:sp>
      <p:sp>
        <p:nvSpPr>
          <p:cNvPr id="39" name="Rectangle 38"/>
          <p:cNvSpPr/>
          <p:nvPr/>
        </p:nvSpPr>
        <p:spPr>
          <a:xfrm>
            <a:off x="6426200" y="4851400"/>
            <a:ext cx="2362200" cy="1244600"/>
          </a:xfrm>
          <a:prstGeom prst="rect">
            <a:avLst/>
          </a:prstGeom>
          <a:solidFill>
            <a:srgbClr val="F4F4F4"/>
          </a:solidFill>
          <a:ln>
            <a:noFill/>
          </a:ln>
          <a:effectLst>
            <a:outerShdw blurRad="50800" dist="25400" dir="5400000" algn="t"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6426200" y="4851400"/>
            <a:ext cx="2362200" cy="50800"/>
          </a:xfrm>
          <a:prstGeom prst="rect">
            <a:avLst/>
          </a:prstGeom>
          <a:solidFill>
            <a:srgbClr val="5E1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591300" y="5029200"/>
            <a:ext cx="2032000" cy="990600"/>
          </a:xfrm>
          <a:prstGeom prst="rect">
            <a:avLst/>
          </a:prstGeom>
          <a:noFill/>
        </p:spPr>
        <p:txBody>
          <a:bodyPr wrap="square" lIns="0" tIns="0" rIns="0" bIns="0" anchor="t"/>
          <a:lstStyle/>
          <a:p>
            <a:pPr algn="l">
              <a:lnSpc>
                <a:spcPct val="112000"/>
              </a:lnSpc>
              <a:spcAft>
                <a:spcPts val="400"/>
              </a:spcAft>
            </a:pPr>
            <a:r>
              <a:rPr sz="1200" b="1" i="0">
                <a:solidFill>
                  <a:srgbClr val="5E1A55"/>
                </a:solidFill>
                <a:latin typeface="Arial"/>
              </a:rPr>
              <a:t>06  </a:t>
            </a:r>
            <a:r>
              <a:rPr sz="1200" b="1" i="0">
                <a:solidFill>
                  <a:srgbClr val="141414"/>
                </a:solidFill>
                <a:latin typeface="Arial"/>
              </a:rPr>
              <a:t>Modern Apps</a:t>
            </a:r>
          </a:p>
          <a:p>
            <a:pPr algn="l">
              <a:lnSpc>
                <a:spcPct val="112000"/>
              </a:lnSpc>
            </a:pPr>
            <a:r>
              <a:rPr sz="1000" b="0" i="0">
                <a:solidFill>
                  <a:srgbClr val="333333"/>
                </a:solidFill>
                <a:latin typeface="Arial"/>
              </a:rPr>
              <a:t>Digital and App Innovation, SharePoint, Business Apps, Power Platform, Azure DevOps, GitHub, GitHub Copilot</a:t>
            </a:r>
          </a:p>
        </p:txBody>
      </p:sp>
      <p:sp>
        <p:nvSpPr>
          <p:cNvPr id="42" name="Rectangle 41"/>
          <p:cNvSpPr/>
          <p:nvPr/>
        </p:nvSpPr>
        <p:spPr>
          <a:xfrm>
            <a:off x="9017000" y="2159000"/>
            <a:ext cx="2667000" cy="3937000"/>
          </a:xfrm>
          <a:prstGeom prst="rect">
            <a:avLst/>
          </a:prstGeom>
          <a:solidFill>
            <a:srgbClr val="F4F4F4"/>
          </a:solidFill>
          <a:ln>
            <a:noFill/>
          </a:ln>
          <a:effectLst>
            <a:outerShdw blurRad="50800" dist="25400" dir="5400000" algn="t"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9017000" y="2159000"/>
            <a:ext cx="2667000" cy="406400"/>
          </a:xfrm>
          <a:prstGeom prst="rect">
            <a:avLst/>
          </a:prstGeom>
          <a:solidFill>
            <a:srgbClr val="A100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9220200" y="2159000"/>
            <a:ext cx="2286000" cy="406400"/>
          </a:xfrm>
          <a:prstGeom prst="rect">
            <a:avLst/>
          </a:prstGeom>
          <a:noFill/>
        </p:spPr>
        <p:txBody>
          <a:bodyPr wrap="square" lIns="0" tIns="0" rIns="0" bIns="0" anchor="ctr"/>
          <a:lstStyle/>
          <a:p>
            <a:pPr algn="l">
              <a:lnSpc>
                <a:spcPct val="112000"/>
              </a:lnSpc>
            </a:pPr>
            <a:r>
              <a:rPr sz="1300" b="1" i="0">
                <a:solidFill>
                  <a:srgbClr val="FFFFFF"/>
                </a:solidFill>
                <a:latin typeface="Arial"/>
              </a:rPr>
              <a:t>Services</a:t>
            </a:r>
          </a:p>
        </p:txBody>
      </p:sp>
      <p:sp>
        <p:nvSpPr>
          <p:cNvPr id="45" name="TextBox 44"/>
          <p:cNvSpPr txBox="1"/>
          <p:nvPr/>
        </p:nvSpPr>
        <p:spPr>
          <a:xfrm>
            <a:off x="9220200" y="2717800"/>
            <a:ext cx="2286000" cy="3302000"/>
          </a:xfrm>
          <a:prstGeom prst="rect">
            <a:avLst/>
          </a:prstGeom>
          <a:noFill/>
        </p:spPr>
        <p:txBody>
          <a:bodyPr wrap="square" lIns="0" tIns="0" rIns="0" bIns="0" anchor="t"/>
          <a:lstStyle/>
          <a:p>
            <a:pPr algn="l">
              <a:lnSpc>
                <a:spcPct val="112000"/>
              </a:lnSpc>
              <a:spcAft>
                <a:spcPts val="200"/>
              </a:spcAft>
            </a:pPr>
            <a:r>
              <a:rPr sz="1200" b="1" i="0">
                <a:solidFill>
                  <a:srgbClr val="DA1884"/>
                </a:solidFill>
                <a:latin typeface="Arial"/>
              </a:rPr>
              <a:t>Consulting Services</a:t>
            </a:r>
          </a:p>
          <a:p>
            <a:pPr algn="l">
              <a:lnSpc>
                <a:spcPct val="112000"/>
              </a:lnSpc>
              <a:spcAft>
                <a:spcPts val="1400"/>
              </a:spcAft>
            </a:pPr>
            <a:r>
              <a:rPr sz="1000" b="0" i="0">
                <a:solidFill>
                  <a:srgbClr val="333333"/>
                </a:solidFill>
                <a:latin typeface="Arial"/>
              </a:rPr>
              <a:t>Align to business objectives and leverage ISV relationships.</a:t>
            </a:r>
          </a:p>
          <a:p>
            <a:pPr algn="l">
              <a:lnSpc>
                <a:spcPct val="112000"/>
              </a:lnSpc>
              <a:spcAft>
                <a:spcPts val="200"/>
              </a:spcAft>
            </a:pPr>
            <a:r>
              <a:rPr sz="1200" b="1" i="0">
                <a:solidFill>
                  <a:srgbClr val="DA1884"/>
                </a:solidFill>
                <a:latin typeface="Arial"/>
              </a:rPr>
              <a:t>Change and Training</a:t>
            </a:r>
          </a:p>
          <a:p>
            <a:pPr algn="l">
              <a:lnSpc>
                <a:spcPct val="112000"/>
              </a:lnSpc>
              <a:spcAft>
                <a:spcPts val="1400"/>
              </a:spcAft>
            </a:pPr>
            <a:r>
              <a:rPr sz="1000" b="0" i="0">
                <a:solidFill>
                  <a:srgbClr val="333333"/>
                </a:solidFill>
                <a:latin typeface="Arial"/>
              </a:rPr>
              <a:t>Drive adoption of new technologies and optimize business processes.</a:t>
            </a:r>
          </a:p>
          <a:p>
            <a:pPr algn="l">
              <a:lnSpc>
                <a:spcPct val="112000"/>
              </a:lnSpc>
              <a:spcAft>
                <a:spcPts val="200"/>
              </a:spcAft>
            </a:pPr>
            <a:r>
              <a:rPr sz="1200" b="1" i="0">
                <a:solidFill>
                  <a:srgbClr val="DA1884"/>
                </a:solidFill>
                <a:latin typeface="Arial"/>
              </a:rPr>
              <a:t>Software and Lifecycle</a:t>
            </a:r>
          </a:p>
          <a:p>
            <a:pPr algn="l">
              <a:lnSpc>
                <a:spcPct val="112000"/>
              </a:lnSpc>
              <a:spcAft>
                <a:spcPts val="1400"/>
              </a:spcAft>
            </a:pPr>
            <a:r>
              <a:rPr sz="1000" b="0" i="0">
                <a:solidFill>
                  <a:srgbClr val="333333"/>
                </a:solidFill>
                <a:latin typeface="Arial"/>
              </a:rPr>
              <a:t>Enterprise Agreement (EA), Cloud Solution Provider (CSP), Software Asset Management (SAM).</a:t>
            </a:r>
          </a:p>
          <a:p>
            <a:pPr algn="l">
              <a:lnSpc>
                <a:spcPct val="112000"/>
              </a:lnSpc>
              <a:spcAft>
                <a:spcPts val="200"/>
              </a:spcAft>
            </a:pPr>
            <a:r>
              <a:rPr sz="1200" b="1" i="0">
                <a:solidFill>
                  <a:srgbClr val="DA1884"/>
                </a:solidFill>
                <a:latin typeface="Arial"/>
              </a:rPr>
              <a:t>Managed Services</a:t>
            </a:r>
          </a:p>
          <a:p>
            <a:pPr algn="l">
              <a:lnSpc>
                <a:spcPct val="112000"/>
              </a:lnSpc>
              <a:spcAft>
                <a:spcPts val="1400"/>
              </a:spcAft>
            </a:pPr>
            <a:r>
              <a:rPr sz="1000" b="0" i="0">
                <a:solidFill>
                  <a:srgbClr val="333333"/>
                </a:solidFill>
                <a:latin typeface="Arial"/>
              </a:rPr>
              <a:t>Managed cloud, apps, data and AI, and security, without disrupting the business.</a:t>
            </a:r>
          </a:p>
        </p:txBody>
      </p:sp>
    </p:spTree>
    <p:extLst>
      <p:ext uri="{BB962C8B-B14F-4D97-AF65-F5344CB8AC3E}">
        <p14:creationId xmlns:p14="http://schemas.microsoft.com/office/powerpoint/2010/main" val="7626399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a:extLst>
              <a:ext uri="{FF2B5EF4-FFF2-40B4-BE49-F238E27FC236}">
                <a16:creationId xmlns:a16="http://schemas.microsoft.com/office/drawing/2014/main" id="{5EDC4AEC-91AC-40AF-9B31-D9EF9550304D}"/>
              </a:ext>
            </a:extLst>
          </p:cNvPr>
          <p:cNvPicPr>
            <a:picLocks noChangeAspect="1"/>
          </p:cNvPicPr>
          <p:nvPr/>
        </p:nvPicPr>
        <p:blipFill>
          <a:blip r:embed="rId3"/>
          <a:stretch>
            <a:fillRect/>
          </a:stretch>
        </p:blipFill>
        <p:spPr>
          <a:xfrm>
            <a:off x="508000" y="152400"/>
            <a:ext cx="990600" cy="406400"/>
          </a:xfrm>
          <a:prstGeom prst="rect">
            <a:avLst/>
          </a:prstGeom>
        </p:spPr>
      </p:pic>
      <p:sp>
        <p:nvSpPr>
          <p:cNvPr id="3" name="Text 0">
            <a:extLst>
              <a:ext uri="{FF2B5EF4-FFF2-40B4-BE49-F238E27FC236}">
                <a16:creationId xmlns:a16="http://schemas.microsoft.com/office/drawing/2014/main" id="{A1E027C0-0B10-40C5-8D8E-730D6D04B8C3}"/>
              </a:ext>
            </a:extLst>
          </p:cNvPr>
          <p:cNvSpPr>
            <a:spLocks noGrp="1"/>
          </p:cNvSpPr>
          <p:nvPr/>
        </p:nvSpPr>
        <p:spPr>
          <a:xfrm>
            <a:off x="3556000" y="406400"/>
            <a:ext cx="5080000" cy="190500"/>
          </a:xfrm>
          <a:prstGeom prst="rect">
            <a:avLst/>
          </a:prstGeom>
          <a:noFill/>
        </p:spPr>
        <p:txBody>
          <a:bodyPr wrap="square" lIns="0" tIns="0" rIns="0" bIns="0" anchor="t"/>
          <a:lstStyle/>
          <a:p>
            <a:pPr marL="0" indent="0" algn="ctr">
              <a:lnSpc>
                <a:spcPct val="110000"/>
              </a:lnSpc>
              <a:buNone/>
            </a:pPr>
            <a:r>
              <a:rPr sz="1000" dirty="0">
                <a:solidFill>
                  <a:srgbClr val="6B6B6B"/>
                </a:solidFill>
                <a:latin typeface="Arial"/>
                <a:ea typeface="Arial"/>
                <a:cs typeface="Arial"/>
              </a:rPr>
              <a:t>Protocol Studio  —  REST · GraphQL · gRPC</a:t>
            </a:r>
            <a:endParaRPr sz="1000" dirty="0"/>
          </a:p>
        </p:txBody>
      </p:sp>
      <p:sp>
        <p:nvSpPr>
          <p:cNvPr id="4" name="Text 1">
            <a:extLst>
              <a:ext uri="{FF2B5EF4-FFF2-40B4-BE49-F238E27FC236}">
                <a16:creationId xmlns:a16="http://schemas.microsoft.com/office/drawing/2014/main" id="{D3921857-26E7-4BD0-A823-173D4A6F1A06}"/>
              </a:ext>
            </a:extLst>
          </p:cNvPr>
          <p:cNvSpPr>
            <a:spLocks noGrp="1"/>
          </p:cNvSpPr>
          <p:nvPr/>
        </p:nvSpPr>
        <p:spPr>
          <a:xfrm>
            <a:off x="6350000" y="406400"/>
            <a:ext cx="5334000" cy="190500"/>
          </a:xfrm>
          <a:prstGeom prst="rect">
            <a:avLst/>
          </a:prstGeom>
          <a:noFill/>
        </p:spPr>
        <p:txBody>
          <a:bodyPr wrap="square" lIns="0" tIns="0" rIns="0" bIns="0" anchor="t"/>
          <a:lstStyle/>
          <a:p>
            <a:pPr marL="0" indent="0" algn="r">
              <a:lnSpc>
                <a:spcPct val="110000"/>
              </a:lnSpc>
              <a:buNone/>
            </a:pPr>
            <a:r>
              <a:rPr sz="1000" b="1">
                <a:solidFill>
                  <a:srgbClr val="DA1884"/>
                </a:solidFill>
                <a:latin typeface="Arial"/>
                <a:ea typeface="Arial"/>
                <a:cs typeface="Arial"/>
              </a:rPr>
              <a:t>AGENDA</a:t>
            </a:r>
            <a:endParaRPr sz="1000"/>
          </a:p>
        </p:txBody>
      </p:sp>
      <p:sp>
        <p:nvSpPr>
          <p:cNvPr id="5" name="Text 2">
            <a:extLst>
              <a:ext uri="{FF2B5EF4-FFF2-40B4-BE49-F238E27FC236}">
                <a16:creationId xmlns:a16="http://schemas.microsoft.com/office/drawing/2014/main" id="{C9A976EB-0E2D-4E31-8A9E-CC248029D269}"/>
              </a:ext>
            </a:extLst>
          </p:cNvPr>
          <p:cNvSpPr>
            <a:spLocks noGrp="1"/>
          </p:cNvSpPr>
          <p:nvPr/>
        </p:nvSpPr>
        <p:spPr>
          <a:xfrm>
            <a:off x="508000" y="6578600"/>
            <a:ext cx="8890000" cy="177800"/>
          </a:xfrm>
          <a:prstGeom prst="rect">
            <a:avLst/>
          </a:prstGeom>
          <a:noFill/>
        </p:spPr>
        <p:txBody>
          <a:bodyPr wrap="square" lIns="0" tIns="0" rIns="0" bIns="0" anchor="t"/>
          <a:lstStyle/>
          <a:p>
            <a:pPr marL="0" indent="0" algn="l">
              <a:lnSpc>
                <a:spcPct val="110000"/>
              </a:lnSpc>
              <a:buNone/>
            </a:pPr>
            <a:r>
              <a:rPr sz="900">
                <a:solidFill>
                  <a:srgbClr val="9E9E9E"/>
                </a:solidFill>
                <a:latin typeface="Arial"/>
                <a:ea typeface="Arial"/>
                <a:cs typeface="Arial"/>
              </a:rPr>
              <a:t>Insight Proprietary &amp; Confidential.  Do Not Copy or Distribute.  © 2026 Insight.  All Rights Reserved.</a:t>
            </a:r>
            <a:endParaRPr sz="900"/>
          </a:p>
        </p:txBody>
      </p:sp>
      <p:sp>
        <p:nvSpPr>
          <p:cNvPr id="6" name="Text 3">
            <a:extLst>
              <a:ext uri="{FF2B5EF4-FFF2-40B4-BE49-F238E27FC236}">
                <a16:creationId xmlns:a16="http://schemas.microsoft.com/office/drawing/2014/main" id="{471C80EB-FFC1-49BC-B520-07C2813DF48E}"/>
              </a:ext>
            </a:extLst>
          </p:cNvPr>
          <p:cNvSpPr>
            <a:spLocks noGrp="1"/>
          </p:cNvSpPr>
          <p:nvPr/>
        </p:nvSpPr>
        <p:spPr>
          <a:xfrm>
            <a:off x="10922000" y="6578600"/>
            <a:ext cx="762000" cy="177800"/>
          </a:xfrm>
          <a:prstGeom prst="rect">
            <a:avLst/>
          </a:prstGeom>
          <a:noFill/>
        </p:spPr>
        <p:txBody>
          <a:bodyPr wrap="square" lIns="0" tIns="0" rIns="0" bIns="0" anchor="t"/>
          <a:lstStyle/>
          <a:p>
            <a:pPr marL="0" indent="0" algn="r">
              <a:lnSpc>
                <a:spcPct val="110000"/>
              </a:lnSpc>
              <a:buNone/>
            </a:pPr>
            <a:r>
              <a:rPr sz="900">
                <a:solidFill>
                  <a:srgbClr val="9E9E9E"/>
                </a:solidFill>
                <a:latin typeface="Arial"/>
                <a:ea typeface="Arial"/>
                <a:cs typeface="Arial"/>
              </a:rPr>
              <a:t>5</a:t>
            </a:r>
            <a:endParaRPr sz="900"/>
          </a:p>
        </p:txBody>
      </p:sp>
      <p:sp>
        <p:nvSpPr>
          <p:cNvPr id="7" name="Text 4">
            <a:extLst>
              <a:ext uri="{FF2B5EF4-FFF2-40B4-BE49-F238E27FC236}">
                <a16:creationId xmlns:a16="http://schemas.microsoft.com/office/drawing/2014/main" id="{CF76F669-D8F8-4009-89D8-119E9D33523C}"/>
              </a:ext>
            </a:extLst>
          </p:cNvPr>
          <p:cNvSpPr>
            <a:spLocks noGrp="1"/>
          </p:cNvSpPr>
          <p:nvPr/>
        </p:nvSpPr>
        <p:spPr>
          <a:xfrm>
            <a:off x="508000" y="889000"/>
            <a:ext cx="11176000" cy="215900"/>
          </a:xfrm>
          <a:prstGeom prst="rect">
            <a:avLst/>
          </a:prstGeom>
          <a:noFill/>
        </p:spPr>
        <p:txBody>
          <a:bodyPr wrap="square" lIns="0" tIns="0" rIns="0" bIns="0" anchor="t"/>
          <a:lstStyle/>
          <a:p>
            <a:pPr marL="0" indent="0" algn="l">
              <a:lnSpc>
                <a:spcPct val="110000"/>
              </a:lnSpc>
              <a:buNone/>
            </a:pPr>
            <a:r>
              <a:rPr sz="1200" b="1">
                <a:solidFill>
                  <a:srgbClr val="DA1884"/>
                </a:solidFill>
                <a:latin typeface="Arial"/>
                <a:ea typeface="Arial"/>
                <a:cs typeface="Arial"/>
              </a:rPr>
              <a:t>TODAY</a:t>
            </a:r>
            <a:endParaRPr sz="1200"/>
          </a:p>
        </p:txBody>
      </p:sp>
      <p:sp>
        <p:nvSpPr>
          <p:cNvPr id="8" name="Text 5">
            <a:extLst>
              <a:ext uri="{FF2B5EF4-FFF2-40B4-BE49-F238E27FC236}">
                <a16:creationId xmlns:a16="http://schemas.microsoft.com/office/drawing/2014/main" id="{D83B5907-B724-4038-BD19-C3B0439D938F}"/>
              </a:ext>
            </a:extLst>
          </p:cNvPr>
          <p:cNvSpPr>
            <a:spLocks noGrp="1"/>
          </p:cNvSpPr>
          <p:nvPr/>
        </p:nvSpPr>
        <p:spPr>
          <a:xfrm>
            <a:off x="508000" y="1130300"/>
            <a:ext cx="11176000" cy="482600"/>
          </a:xfrm>
          <a:prstGeom prst="rect">
            <a:avLst/>
          </a:prstGeom>
          <a:noFill/>
        </p:spPr>
        <p:txBody>
          <a:bodyPr wrap="square" lIns="0" tIns="0" rIns="0" bIns="0" anchor="t"/>
          <a:lstStyle/>
          <a:p>
            <a:pPr marL="0" indent="0" algn="l">
              <a:lnSpc>
                <a:spcPct val="110000"/>
              </a:lnSpc>
              <a:buNone/>
            </a:pPr>
            <a:r>
              <a:rPr sz="3000" b="1">
                <a:solidFill>
                  <a:srgbClr val="141414"/>
                </a:solidFill>
                <a:latin typeface="Arial"/>
                <a:ea typeface="Arial"/>
                <a:cs typeface="Arial"/>
              </a:rPr>
              <a:t>Key Expectations &amp; Takeaways</a:t>
            </a:r>
            <a:endParaRPr sz="3000"/>
          </a:p>
        </p:txBody>
      </p:sp>
      <p:sp>
        <p:nvSpPr>
          <p:cNvPr id="9" name="Text 6">
            <a:extLst>
              <a:ext uri="{FF2B5EF4-FFF2-40B4-BE49-F238E27FC236}">
                <a16:creationId xmlns:a16="http://schemas.microsoft.com/office/drawing/2014/main" id="{B63429C5-F1EA-4669-945A-A0986E767EEF}"/>
              </a:ext>
            </a:extLst>
          </p:cNvPr>
          <p:cNvSpPr>
            <a:spLocks noGrp="1"/>
          </p:cNvSpPr>
          <p:nvPr/>
        </p:nvSpPr>
        <p:spPr>
          <a:xfrm>
            <a:off x="508000" y="1663700"/>
            <a:ext cx="11176000" cy="254000"/>
          </a:xfrm>
          <a:prstGeom prst="rect">
            <a:avLst/>
          </a:prstGeom>
          <a:noFill/>
        </p:spPr>
        <p:txBody>
          <a:bodyPr wrap="square" lIns="0" tIns="0" rIns="0" bIns="0" anchor="t"/>
          <a:lstStyle/>
          <a:p>
            <a:pPr marL="0" indent="0" algn="l">
              <a:lnSpc>
                <a:spcPct val="110000"/>
              </a:lnSpc>
              <a:buNone/>
            </a:pPr>
            <a:r>
              <a:rPr sz="1400" dirty="0">
                <a:solidFill>
                  <a:srgbClr val="6B6B6B"/>
                </a:solidFill>
                <a:latin typeface="Arial"/>
                <a:ea typeface="Arial"/>
                <a:cs typeface="Arial"/>
              </a:rPr>
              <a:t>Three sections, one running application. Every example is real HTTP, GraphQL and gRPC traffic, with no mocks.</a:t>
            </a:r>
            <a:endParaRPr sz="1400" dirty="0"/>
          </a:p>
        </p:txBody>
      </p:sp>
      <p:sp>
        <p:nvSpPr>
          <p:cNvPr id="11" name="Shape 7">
            <a:extLst>
              <a:ext uri="{FF2B5EF4-FFF2-40B4-BE49-F238E27FC236}">
                <a16:creationId xmlns:a16="http://schemas.microsoft.com/office/drawing/2014/main" id="{3AC658A7-33AF-428E-AD51-E47B6D786B0E}"/>
              </a:ext>
            </a:extLst>
          </p:cNvPr>
          <p:cNvSpPr>
            <a:spLocks noGrp="1"/>
          </p:cNvSpPr>
          <p:nvPr/>
        </p:nvSpPr>
        <p:spPr>
          <a:xfrm>
            <a:off x="508000" y="2159000"/>
            <a:ext cx="11176000" cy="7366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12" name="Shape 8">
            <a:extLst>
              <a:ext uri="{FF2B5EF4-FFF2-40B4-BE49-F238E27FC236}">
                <a16:creationId xmlns:a16="http://schemas.microsoft.com/office/drawing/2014/main" id="{D29BA815-36B1-41F8-8345-847D9D46358F}"/>
              </a:ext>
            </a:extLst>
          </p:cNvPr>
          <p:cNvSpPr>
            <a:spLocks noGrp="1"/>
          </p:cNvSpPr>
          <p:nvPr/>
        </p:nvSpPr>
        <p:spPr>
          <a:xfrm>
            <a:off x="508000" y="2159000"/>
            <a:ext cx="63500" cy="736600"/>
          </a:xfrm>
          <a:prstGeom prst="rect">
            <a:avLst/>
          </a:prstGeom>
          <a:solidFill>
            <a:srgbClr val="DA1884"/>
          </a:solidFill>
        </p:spPr>
        <p:txBody>
          <a:bodyPr/>
          <a:lstStyle/>
          <a:p>
            <a:endParaRPr/>
          </a:p>
        </p:txBody>
      </p:sp>
      <p:sp>
        <p:nvSpPr>
          <p:cNvPr id="13" name="Text 9">
            <a:extLst>
              <a:ext uri="{FF2B5EF4-FFF2-40B4-BE49-F238E27FC236}">
                <a16:creationId xmlns:a16="http://schemas.microsoft.com/office/drawing/2014/main" id="{DA7F8174-1BA6-449F-B70A-947F9F60BCA0}"/>
              </a:ext>
            </a:extLst>
          </p:cNvPr>
          <p:cNvSpPr>
            <a:spLocks noGrp="1"/>
          </p:cNvSpPr>
          <p:nvPr/>
        </p:nvSpPr>
        <p:spPr>
          <a:xfrm>
            <a:off x="787400" y="2159000"/>
            <a:ext cx="482600" cy="736600"/>
          </a:xfrm>
          <a:prstGeom prst="rect">
            <a:avLst/>
          </a:prstGeom>
          <a:noFill/>
        </p:spPr>
        <p:txBody>
          <a:bodyPr wrap="square" lIns="0" tIns="0" rIns="0" bIns="0" anchor="ctr"/>
          <a:lstStyle/>
          <a:p>
            <a:pPr marL="0" indent="0" algn="l">
              <a:lnSpc>
                <a:spcPct val="110000"/>
              </a:lnSpc>
              <a:buNone/>
            </a:pPr>
            <a:r>
              <a:rPr sz="1800" b="1">
                <a:solidFill>
                  <a:srgbClr val="DA1884"/>
                </a:solidFill>
                <a:latin typeface="Arial"/>
                <a:ea typeface="Arial"/>
                <a:cs typeface="Arial"/>
              </a:rPr>
              <a:t>01</a:t>
            </a:r>
            <a:endParaRPr sz="1800"/>
          </a:p>
        </p:txBody>
      </p:sp>
      <p:sp>
        <p:nvSpPr>
          <p:cNvPr id="14" name="Text 10">
            <a:extLst>
              <a:ext uri="{FF2B5EF4-FFF2-40B4-BE49-F238E27FC236}">
                <a16:creationId xmlns:a16="http://schemas.microsoft.com/office/drawing/2014/main" id="{148053D3-E5CF-43C1-8D99-C347256443AF}"/>
              </a:ext>
            </a:extLst>
          </p:cNvPr>
          <p:cNvSpPr>
            <a:spLocks noGrp="1"/>
          </p:cNvSpPr>
          <p:nvPr/>
        </p:nvSpPr>
        <p:spPr>
          <a:xfrm>
            <a:off x="1397000" y="2159000"/>
            <a:ext cx="2540000" cy="736600"/>
          </a:xfrm>
          <a:prstGeom prst="rect">
            <a:avLst/>
          </a:prstGeom>
          <a:noFill/>
        </p:spPr>
        <p:txBody>
          <a:bodyPr wrap="square" lIns="0" tIns="0" rIns="0" bIns="0" anchor="ctr"/>
          <a:lstStyle/>
          <a:p>
            <a:pPr marL="0" indent="0" algn="l">
              <a:lnSpc>
                <a:spcPct val="110000"/>
              </a:lnSpc>
              <a:buNone/>
            </a:pPr>
            <a:r>
              <a:rPr sz="1300" b="1">
                <a:solidFill>
                  <a:srgbClr val="141414"/>
                </a:solidFill>
                <a:latin typeface="Arial"/>
                <a:ea typeface="Arial"/>
                <a:cs typeface="Arial"/>
              </a:rPr>
              <a:t>The Landscape</a:t>
            </a:r>
            <a:endParaRPr sz="1300"/>
          </a:p>
        </p:txBody>
      </p:sp>
      <p:sp>
        <p:nvSpPr>
          <p:cNvPr id="15" name="Text 11">
            <a:extLst>
              <a:ext uri="{FF2B5EF4-FFF2-40B4-BE49-F238E27FC236}">
                <a16:creationId xmlns:a16="http://schemas.microsoft.com/office/drawing/2014/main" id="{7386E4D0-0B01-4D59-A361-95030D9CEA8E}"/>
              </a:ext>
            </a:extLst>
          </p:cNvPr>
          <p:cNvSpPr>
            <a:spLocks noGrp="1"/>
          </p:cNvSpPr>
          <p:nvPr/>
        </p:nvSpPr>
        <p:spPr>
          <a:xfrm>
            <a:off x="4140200" y="2159000"/>
            <a:ext cx="4470400" cy="736600"/>
          </a:xfrm>
          <a:prstGeom prst="rect">
            <a:avLst/>
          </a:prstGeom>
          <a:noFill/>
        </p:spPr>
        <p:txBody>
          <a:bodyPr wrap="square" lIns="0" tIns="0" rIns="0" bIns="0" anchor="ctr"/>
          <a:lstStyle/>
          <a:p>
            <a:pPr marL="0" indent="0" algn="l">
              <a:lnSpc>
                <a:spcPct val="115000"/>
              </a:lnSpc>
              <a:buNone/>
            </a:pPr>
            <a:r>
              <a:rPr sz="1200">
                <a:solidFill>
                  <a:srgbClr val="333333"/>
                </a:solidFill>
                <a:latin typeface="Arial"/>
                <a:ea typeface="Arial"/>
                <a:cs typeface="Arial"/>
              </a:rPr>
              <a:t>Why protocol choice is still contentious, the key comparisons, and the demo data set.</a:t>
            </a:r>
            <a:endParaRPr sz="1200"/>
          </a:p>
        </p:txBody>
      </p:sp>
      <p:sp>
        <p:nvSpPr>
          <p:cNvPr id="16" name="Text 12">
            <a:extLst>
              <a:ext uri="{FF2B5EF4-FFF2-40B4-BE49-F238E27FC236}">
                <a16:creationId xmlns:a16="http://schemas.microsoft.com/office/drawing/2014/main" id="{3E235E1C-1758-4BCD-9AFB-1785E8453DBC}"/>
              </a:ext>
            </a:extLst>
          </p:cNvPr>
          <p:cNvSpPr>
            <a:spLocks noGrp="1"/>
          </p:cNvSpPr>
          <p:nvPr/>
        </p:nvSpPr>
        <p:spPr>
          <a:xfrm>
            <a:off x="8763000" y="2159000"/>
            <a:ext cx="2667000" cy="736600"/>
          </a:xfrm>
          <a:prstGeom prst="rect">
            <a:avLst/>
          </a:prstGeom>
          <a:noFill/>
        </p:spPr>
        <p:txBody>
          <a:bodyPr wrap="square" lIns="0" tIns="0" rIns="0" bIns="0" anchor="ctr"/>
          <a:lstStyle/>
          <a:p>
            <a:pPr marL="0" indent="0" algn="l">
              <a:lnSpc>
                <a:spcPct val="115000"/>
              </a:lnSpc>
              <a:buNone/>
            </a:pPr>
            <a:r>
              <a:rPr sz="1200" i="1">
                <a:solidFill>
                  <a:srgbClr val="6B6B6B"/>
                </a:solidFill>
                <a:latin typeface="Arial"/>
                <a:ea typeface="Arial"/>
                <a:cs typeface="Arial"/>
              </a:rPr>
              <a:t>Context</a:t>
            </a:r>
            <a:endParaRPr sz="1200"/>
          </a:p>
        </p:txBody>
      </p:sp>
      <p:sp>
        <p:nvSpPr>
          <p:cNvPr id="17" name="Shape 13">
            <a:extLst>
              <a:ext uri="{FF2B5EF4-FFF2-40B4-BE49-F238E27FC236}">
                <a16:creationId xmlns:a16="http://schemas.microsoft.com/office/drawing/2014/main" id="{9F009889-4F46-4EC2-9602-AAEE97143085}"/>
              </a:ext>
            </a:extLst>
          </p:cNvPr>
          <p:cNvSpPr>
            <a:spLocks noGrp="1"/>
          </p:cNvSpPr>
          <p:nvPr/>
        </p:nvSpPr>
        <p:spPr>
          <a:xfrm>
            <a:off x="508000" y="2997200"/>
            <a:ext cx="11176000" cy="736600"/>
          </a:xfrm>
          <a:prstGeom prst="rect">
            <a:avLst/>
          </a:prstGeom>
          <a:solidFill>
            <a:srgbClr val="FFFFFF"/>
          </a:solidFill>
          <a:effectLst>
            <a:outerShdw blurRad="50800" dist="25400" dir="5400000" algn="bl" rotWithShape="0">
              <a:srgbClr val="000000">
                <a:alpha val="18000"/>
              </a:srgbClr>
            </a:outerShdw>
          </a:effectLst>
        </p:spPr>
        <p:txBody>
          <a:bodyPr/>
          <a:lstStyle/>
          <a:p>
            <a:endParaRPr/>
          </a:p>
        </p:txBody>
      </p:sp>
      <p:sp>
        <p:nvSpPr>
          <p:cNvPr id="18" name="Shape 14">
            <a:extLst>
              <a:ext uri="{FF2B5EF4-FFF2-40B4-BE49-F238E27FC236}">
                <a16:creationId xmlns:a16="http://schemas.microsoft.com/office/drawing/2014/main" id="{014EB141-EF17-4538-B192-03306E08D47E}"/>
              </a:ext>
            </a:extLst>
          </p:cNvPr>
          <p:cNvSpPr>
            <a:spLocks noGrp="1"/>
          </p:cNvSpPr>
          <p:nvPr/>
        </p:nvSpPr>
        <p:spPr>
          <a:xfrm>
            <a:off x="508000" y="2997200"/>
            <a:ext cx="63500" cy="736600"/>
          </a:xfrm>
          <a:prstGeom prst="rect">
            <a:avLst/>
          </a:prstGeom>
          <a:solidFill>
            <a:srgbClr val="DA1884"/>
          </a:solidFill>
        </p:spPr>
        <p:txBody>
          <a:bodyPr/>
          <a:lstStyle/>
          <a:p>
            <a:endParaRPr/>
          </a:p>
        </p:txBody>
      </p:sp>
      <p:sp>
        <p:nvSpPr>
          <p:cNvPr id="19" name="Text 15">
            <a:extLst>
              <a:ext uri="{FF2B5EF4-FFF2-40B4-BE49-F238E27FC236}">
                <a16:creationId xmlns:a16="http://schemas.microsoft.com/office/drawing/2014/main" id="{2CF61A0A-8ED3-4D50-A7F0-B2E4E4EF27B5}"/>
              </a:ext>
            </a:extLst>
          </p:cNvPr>
          <p:cNvSpPr>
            <a:spLocks noGrp="1"/>
          </p:cNvSpPr>
          <p:nvPr/>
        </p:nvSpPr>
        <p:spPr>
          <a:xfrm>
            <a:off x="787400" y="2997200"/>
            <a:ext cx="482600" cy="736600"/>
          </a:xfrm>
          <a:prstGeom prst="rect">
            <a:avLst/>
          </a:prstGeom>
          <a:noFill/>
        </p:spPr>
        <p:txBody>
          <a:bodyPr wrap="square" lIns="0" tIns="0" rIns="0" bIns="0" anchor="ctr"/>
          <a:lstStyle/>
          <a:p>
            <a:pPr marL="0" indent="0" algn="l">
              <a:lnSpc>
                <a:spcPct val="110000"/>
              </a:lnSpc>
              <a:buNone/>
            </a:pPr>
            <a:r>
              <a:rPr sz="1800" b="1">
                <a:solidFill>
                  <a:srgbClr val="DA1884"/>
                </a:solidFill>
                <a:latin typeface="Arial"/>
                <a:ea typeface="Arial"/>
                <a:cs typeface="Arial"/>
              </a:rPr>
              <a:t>02</a:t>
            </a:r>
            <a:endParaRPr sz="1800"/>
          </a:p>
        </p:txBody>
      </p:sp>
      <p:sp>
        <p:nvSpPr>
          <p:cNvPr id="20" name="Text 16">
            <a:extLst>
              <a:ext uri="{FF2B5EF4-FFF2-40B4-BE49-F238E27FC236}">
                <a16:creationId xmlns:a16="http://schemas.microsoft.com/office/drawing/2014/main" id="{269BC118-17D6-46DB-BCE9-F1C1DC6C2709}"/>
              </a:ext>
            </a:extLst>
          </p:cNvPr>
          <p:cNvSpPr>
            <a:spLocks noGrp="1"/>
          </p:cNvSpPr>
          <p:nvPr/>
        </p:nvSpPr>
        <p:spPr>
          <a:xfrm>
            <a:off x="1397000" y="2997200"/>
            <a:ext cx="2540000" cy="736600"/>
          </a:xfrm>
          <a:prstGeom prst="rect">
            <a:avLst/>
          </a:prstGeom>
          <a:noFill/>
        </p:spPr>
        <p:txBody>
          <a:bodyPr wrap="square" lIns="0" tIns="0" rIns="0" bIns="0" anchor="ctr"/>
          <a:lstStyle/>
          <a:p>
            <a:pPr marL="0" indent="0" algn="l">
              <a:lnSpc>
                <a:spcPct val="110000"/>
              </a:lnSpc>
              <a:buNone/>
            </a:pPr>
            <a:r>
              <a:rPr sz="1300" b="1">
                <a:solidFill>
                  <a:srgbClr val="141414"/>
                </a:solidFill>
                <a:latin typeface="Arial"/>
                <a:ea typeface="Arial"/>
                <a:cs typeface="Arial"/>
              </a:rPr>
              <a:t>The Protocols</a:t>
            </a:r>
            <a:endParaRPr sz="1300"/>
          </a:p>
        </p:txBody>
      </p:sp>
      <p:sp>
        <p:nvSpPr>
          <p:cNvPr id="21" name="Text 17">
            <a:extLst>
              <a:ext uri="{FF2B5EF4-FFF2-40B4-BE49-F238E27FC236}">
                <a16:creationId xmlns:a16="http://schemas.microsoft.com/office/drawing/2014/main" id="{64D82257-AF72-4A06-AD54-C4E79092F35B}"/>
              </a:ext>
            </a:extLst>
          </p:cNvPr>
          <p:cNvSpPr>
            <a:spLocks noGrp="1"/>
          </p:cNvSpPr>
          <p:nvPr/>
        </p:nvSpPr>
        <p:spPr>
          <a:xfrm>
            <a:off x="4140200" y="2997200"/>
            <a:ext cx="4470400" cy="736600"/>
          </a:xfrm>
          <a:prstGeom prst="rect">
            <a:avLst/>
          </a:prstGeom>
          <a:noFill/>
        </p:spPr>
        <p:txBody>
          <a:bodyPr wrap="square" lIns="0" tIns="0" rIns="0" bIns="0" anchor="ctr"/>
          <a:lstStyle/>
          <a:p>
            <a:pPr marL="0" indent="0" algn="l">
              <a:lnSpc>
                <a:spcPct val="115000"/>
              </a:lnSpc>
              <a:buNone/>
            </a:pPr>
            <a:r>
              <a:rPr sz="1200" dirty="0">
                <a:solidFill>
                  <a:srgbClr val="333333"/>
                </a:solidFill>
                <a:latin typeface="Arial"/>
                <a:ea typeface="Arial"/>
                <a:cs typeface="Arial"/>
              </a:rPr>
              <a:t>REST, GraphQL and gRPC, each covered twice: first the concept, then the working code.</a:t>
            </a:r>
            <a:endParaRPr sz="1200" dirty="0"/>
          </a:p>
        </p:txBody>
      </p:sp>
      <p:sp>
        <p:nvSpPr>
          <p:cNvPr id="22" name="Text 18">
            <a:extLst>
              <a:ext uri="{FF2B5EF4-FFF2-40B4-BE49-F238E27FC236}">
                <a16:creationId xmlns:a16="http://schemas.microsoft.com/office/drawing/2014/main" id="{C95E529E-526B-4813-9FCC-0D716D98EDDF}"/>
              </a:ext>
            </a:extLst>
          </p:cNvPr>
          <p:cNvSpPr>
            <a:spLocks noGrp="1"/>
          </p:cNvSpPr>
          <p:nvPr/>
        </p:nvSpPr>
        <p:spPr>
          <a:xfrm>
            <a:off x="8763000" y="2997200"/>
            <a:ext cx="2667000" cy="736600"/>
          </a:xfrm>
          <a:prstGeom prst="rect">
            <a:avLst/>
          </a:prstGeom>
          <a:noFill/>
        </p:spPr>
        <p:txBody>
          <a:bodyPr wrap="square" lIns="0" tIns="0" rIns="0" bIns="0" anchor="ctr"/>
          <a:lstStyle/>
          <a:p>
            <a:pPr marL="0" indent="0" algn="l">
              <a:lnSpc>
                <a:spcPct val="115000"/>
              </a:lnSpc>
              <a:buNone/>
            </a:pPr>
            <a:r>
              <a:rPr sz="1200" i="1">
                <a:solidFill>
                  <a:srgbClr val="6B6B6B"/>
                </a:solidFill>
                <a:latin typeface="Arial"/>
                <a:ea typeface="Arial"/>
                <a:cs typeface="Arial"/>
              </a:rPr>
              <a:t>Two slides per protocol</a:t>
            </a:r>
            <a:endParaRPr sz="1200"/>
          </a:p>
        </p:txBody>
      </p:sp>
      <p:sp>
        <p:nvSpPr>
          <p:cNvPr id="23" name="Shape 19">
            <a:extLst>
              <a:ext uri="{FF2B5EF4-FFF2-40B4-BE49-F238E27FC236}">
                <a16:creationId xmlns:a16="http://schemas.microsoft.com/office/drawing/2014/main" id="{283AF658-8B03-4730-8DA6-D6489388794B}"/>
              </a:ext>
            </a:extLst>
          </p:cNvPr>
          <p:cNvSpPr>
            <a:spLocks noGrp="1"/>
          </p:cNvSpPr>
          <p:nvPr/>
        </p:nvSpPr>
        <p:spPr>
          <a:xfrm>
            <a:off x="508000" y="3835400"/>
            <a:ext cx="11176000" cy="7366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24" name="Shape 20">
            <a:extLst>
              <a:ext uri="{FF2B5EF4-FFF2-40B4-BE49-F238E27FC236}">
                <a16:creationId xmlns:a16="http://schemas.microsoft.com/office/drawing/2014/main" id="{BFDB6502-E4BE-4EE9-8506-DEDC7756567C}"/>
              </a:ext>
            </a:extLst>
          </p:cNvPr>
          <p:cNvSpPr>
            <a:spLocks noGrp="1"/>
          </p:cNvSpPr>
          <p:nvPr/>
        </p:nvSpPr>
        <p:spPr>
          <a:xfrm>
            <a:off x="508000" y="3835400"/>
            <a:ext cx="63500" cy="736600"/>
          </a:xfrm>
          <a:prstGeom prst="rect">
            <a:avLst/>
          </a:prstGeom>
          <a:solidFill>
            <a:srgbClr val="DA1884"/>
          </a:solidFill>
        </p:spPr>
        <p:txBody>
          <a:bodyPr/>
          <a:lstStyle/>
          <a:p>
            <a:endParaRPr/>
          </a:p>
        </p:txBody>
      </p:sp>
      <p:sp>
        <p:nvSpPr>
          <p:cNvPr id="25" name="Text 21">
            <a:extLst>
              <a:ext uri="{FF2B5EF4-FFF2-40B4-BE49-F238E27FC236}">
                <a16:creationId xmlns:a16="http://schemas.microsoft.com/office/drawing/2014/main" id="{CECF3DB4-6C52-4B3C-B596-EC745CCE50AA}"/>
              </a:ext>
            </a:extLst>
          </p:cNvPr>
          <p:cNvSpPr>
            <a:spLocks noGrp="1"/>
          </p:cNvSpPr>
          <p:nvPr/>
        </p:nvSpPr>
        <p:spPr>
          <a:xfrm>
            <a:off x="787400" y="3835400"/>
            <a:ext cx="482600" cy="736600"/>
          </a:xfrm>
          <a:prstGeom prst="rect">
            <a:avLst/>
          </a:prstGeom>
          <a:noFill/>
        </p:spPr>
        <p:txBody>
          <a:bodyPr wrap="square" lIns="0" tIns="0" rIns="0" bIns="0" anchor="ctr"/>
          <a:lstStyle/>
          <a:p>
            <a:pPr marL="0" indent="0" algn="l">
              <a:lnSpc>
                <a:spcPct val="110000"/>
              </a:lnSpc>
              <a:buNone/>
            </a:pPr>
            <a:r>
              <a:rPr sz="1800" b="1">
                <a:solidFill>
                  <a:srgbClr val="DA1884"/>
                </a:solidFill>
                <a:latin typeface="Arial"/>
                <a:ea typeface="Arial"/>
                <a:cs typeface="Arial"/>
              </a:rPr>
              <a:t>03</a:t>
            </a:r>
            <a:endParaRPr sz="1800"/>
          </a:p>
        </p:txBody>
      </p:sp>
      <p:sp>
        <p:nvSpPr>
          <p:cNvPr id="26" name="Text 22">
            <a:extLst>
              <a:ext uri="{FF2B5EF4-FFF2-40B4-BE49-F238E27FC236}">
                <a16:creationId xmlns:a16="http://schemas.microsoft.com/office/drawing/2014/main" id="{D0F2484C-3ACC-44C1-A4F6-57D933736368}"/>
              </a:ext>
            </a:extLst>
          </p:cNvPr>
          <p:cNvSpPr>
            <a:spLocks noGrp="1"/>
          </p:cNvSpPr>
          <p:nvPr/>
        </p:nvSpPr>
        <p:spPr>
          <a:xfrm>
            <a:off x="1397000" y="3835400"/>
            <a:ext cx="2540000" cy="736600"/>
          </a:xfrm>
          <a:prstGeom prst="rect">
            <a:avLst/>
          </a:prstGeom>
          <a:noFill/>
        </p:spPr>
        <p:txBody>
          <a:bodyPr wrap="square" lIns="0" tIns="0" rIns="0" bIns="0" anchor="ctr"/>
          <a:lstStyle/>
          <a:p>
            <a:pPr marL="0" indent="0" algn="l">
              <a:lnSpc>
                <a:spcPct val="110000"/>
              </a:lnSpc>
              <a:buNone/>
            </a:pPr>
            <a:r>
              <a:rPr sz="1300" b="1">
                <a:solidFill>
                  <a:srgbClr val="141414"/>
                </a:solidFill>
                <a:latin typeface="Arial"/>
                <a:ea typeface="Arial"/>
                <a:cs typeface="Arial"/>
              </a:rPr>
              <a:t>Demo &amp; Field Stories</a:t>
            </a:r>
            <a:endParaRPr sz="1300"/>
          </a:p>
        </p:txBody>
      </p:sp>
      <p:sp>
        <p:nvSpPr>
          <p:cNvPr id="27" name="Text 23">
            <a:extLst>
              <a:ext uri="{FF2B5EF4-FFF2-40B4-BE49-F238E27FC236}">
                <a16:creationId xmlns:a16="http://schemas.microsoft.com/office/drawing/2014/main" id="{DF257529-8AF7-4197-A98A-21EC1F5DB165}"/>
              </a:ext>
            </a:extLst>
          </p:cNvPr>
          <p:cNvSpPr>
            <a:spLocks noGrp="1"/>
          </p:cNvSpPr>
          <p:nvPr/>
        </p:nvSpPr>
        <p:spPr>
          <a:xfrm>
            <a:off x="4140200" y="3835400"/>
            <a:ext cx="4470400" cy="736600"/>
          </a:xfrm>
          <a:prstGeom prst="rect">
            <a:avLst/>
          </a:prstGeom>
          <a:noFill/>
        </p:spPr>
        <p:txBody>
          <a:bodyPr wrap="square" lIns="0" tIns="0" rIns="0" bIns="0" anchor="ctr"/>
          <a:lstStyle/>
          <a:p>
            <a:pPr marL="0" indent="0" algn="l">
              <a:lnSpc>
                <a:spcPct val="115000"/>
              </a:lnSpc>
              <a:buNone/>
            </a:pPr>
            <a:r>
              <a:rPr sz="1200">
                <a:solidFill>
                  <a:srgbClr val="333333"/>
                </a:solidFill>
                <a:latin typeface="Arial"/>
                <a:ea typeface="Arial"/>
                <a:cs typeface="Arial"/>
              </a:rPr>
              <a:t>Protocol Studio live, then client stories where the choice mattered.</a:t>
            </a:r>
            <a:endParaRPr sz="1200"/>
          </a:p>
        </p:txBody>
      </p:sp>
      <p:sp>
        <p:nvSpPr>
          <p:cNvPr id="28" name="Text 24">
            <a:extLst>
              <a:ext uri="{FF2B5EF4-FFF2-40B4-BE49-F238E27FC236}">
                <a16:creationId xmlns:a16="http://schemas.microsoft.com/office/drawing/2014/main" id="{1F7D1E9A-CE58-4318-A393-61B36EB58A1B}"/>
              </a:ext>
            </a:extLst>
          </p:cNvPr>
          <p:cNvSpPr>
            <a:spLocks noGrp="1"/>
          </p:cNvSpPr>
          <p:nvPr/>
        </p:nvSpPr>
        <p:spPr>
          <a:xfrm>
            <a:off x="8763000" y="3835400"/>
            <a:ext cx="2667000" cy="736600"/>
          </a:xfrm>
          <a:prstGeom prst="rect">
            <a:avLst/>
          </a:prstGeom>
          <a:noFill/>
        </p:spPr>
        <p:txBody>
          <a:bodyPr wrap="square" lIns="0" tIns="0" rIns="0" bIns="0" anchor="ctr"/>
          <a:lstStyle/>
          <a:p>
            <a:pPr marL="0" indent="0" algn="l">
              <a:lnSpc>
                <a:spcPct val="115000"/>
              </a:lnSpc>
              <a:buNone/>
            </a:pPr>
            <a:r>
              <a:rPr sz="1200" i="1">
                <a:solidFill>
                  <a:srgbClr val="6B6B6B"/>
                </a:solidFill>
                <a:latin typeface="Arial"/>
                <a:ea typeface="Arial"/>
                <a:cs typeface="Arial"/>
              </a:rPr>
              <a:t>Success from the field</a:t>
            </a:r>
            <a:endParaRPr sz="1200"/>
          </a:p>
        </p:txBody>
      </p:sp>
      <p:sp>
        <p:nvSpPr>
          <p:cNvPr id="29" name="Shape 25">
            <a:extLst>
              <a:ext uri="{FF2B5EF4-FFF2-40B4-BE49-F238E27FC236}">
                <a16:creationId xmlns:a16="http://schemas.microsoft.com/office/drawing/2014/main" id="{6B802AB1-95AF-483D-ACE3-62478E752AF5}"/>
              </a:ext>
            </a:extLst>
          </p:cNvPr>
          <p:cNvSpPr>
            <a:spLocks noGrp="1"/>
          </p:cNvSpPr>
          <p:nvPr/>
        </p:nvSpPr>
        <p:spPr>
          <a:xfrm>
            <a:off x="508000" y="4673600"/>
            <a:ext cx="11176000" cy="736600"/>
          </a:xfrm>
          <a:prstGeom prst="rect">
            <a:avLst/>
          </a:prstGeom>
          <a:solidFill>
            <a:srgbClr val="FFFFFF"/>
          </a:solidFill>
          <a:effectLst>
            <a:outerShdw blurRad="50800" dist="25400" dir="5400000" algn="bl" rotWithShape="0">
              <a:srgbClr val="000000">
                <a:alpha val="18000"/>
              </a:srgbClr>
            </a:outerShdw>
          </a:effectLst>
        </p:spPr>
        <p:txBody>
          <a:bodyPr/>
          <a:lstStyle/>
          <a:p>
            <a:endParaRPr/>
          </a:p>
        </p:txBody>
      </p:sp>
      <p:sp>
        <p:nvSpPr>
          <p:cNvPr id="30" name="Shape 26">
            <a:extLst>
              <a:ext uri="{FF2B5EF4-FFF2-40B4-BE49-F238E27FC236}">
                <a16:creationId xmlns:a16="http://schemas.microsoft.com/office/drawing/2014/main" id="{C3B78E99-88F6-4D2B-975D-12437FDCEB40}"/>
              </a:ext>
            </a:extLst>
          </p:cNvPr>
          <p:cNvSpPr>
            <a:spLocks noGrp="1"/>
          </p:cNvSpPr>
          <p:nvPr/>
        </p:nvSpPr>
        <p:spPr>
          <a:xfrm>
            <a:off x="508000" y="4673600"/>
            <a:ext cx="63500" cy="736600"/>
          </a:xfrm>
          <a:prstGeom prst="rect">
            <a:avLst/>
          </a:prstGeom>
          <a:solidFill>
            <a:srgbClr val="DA1884"/>
          </a:solidFill>
        </p:spPr>
        <p:txBody>
          <a:bodyPr/>
          <a:lstStyle/>
          <a:p>
            <a:endParaRPr/>
          </a:p>
        </p:txBody>
      </p:sp>
      <p:sp>
        <p:nvSpPr>
          <p:cNvPr id="31" name="Text 27">
            <a:extLst>
              <a:ext uri="{FF2B5EF4-FFF2-40B4-BE49-F238E27FC236}">
                <a16:creationId xmlns:a16="http://schemas.microsoft.com/office/drawing/2014/main" id="{4ED27002-2C89-422C-AB70-3206F00F9657}"/>
              </a:ext>
            </a:extLst>
          </p:cNvPr>
          <p:cNvSpPr>
            <a:spLocks noGrp="1"/>
          </p:cNvSpPr>
          <p:nvPr/>
        </p:nvSpPr>
        <p:spPr>
          <a:xfrm>
            <a:off x="787400" y="4673600"/>
            <a:ext cx="482600" cy="736600"/>
          </a:xfrm>
          <a:prstGeom prst="rect">
            <a:avLst/>
          </a:prstGeom>
          <a:noFill/>
        </p:spPr>
        <p:txBody>
          <a:bodyPr wrap="square" lIns="0" tIns="0" rIns="0" bIns="0" anchor="ctr"/>
          <a:lstStyle/>
          <a:p>
            <a:pPr marL="0" indent="0" algn="l">
              <a:lnSpc>
                <a:spcPct val="110000"/>
              </a:lnSpc>
              <a:buNone/>
            </a:pPr>
            <a:r>
              <a:rPr sz="1800" b="1">
                <a:solidFill>
                  <a:srgbClr val="DA1884"/>
                </a:solidFill>
                <a:latin typeface="Arial"/>
                <a:ea typeface="Arial"/>
                <a:cs typeface="Arial"/>
              </a:rPr>
              <a:t>A</a:t>
            </a:r>
            <a:endParaRPr sz="1800"/>
          </a:p>
        </p:txBody>
      </p:sp>
      <p:sp>
        <p:nvSpPr>
          <p:cNvPr id="32" name="Text 28">
            <a:extLst>
              <a:ext uri="{FF2B5EF4-FFF2-40B4-BE49-F238E27FC236}">
                <a16:creationId xmlns:a16="http://schemas.microsoft.com/office/drawing/2014/main" id="{321B2C53-B370-449F-B12F-20C6254DD0D5}"/>
              </a:ext>
            </a:extLst>
          </p:cNvPr>
          <p:cNvSpPr>
            <a:spLocks noGrp="1"/>
          </p:cNvSpPr>
          <p:nvPr/>
        </p:nvSpPr>
        <p:spPr>
          <a:xfrm>
            <a:off x="1397000" y="4673600"/>
            <a:ext cx="2540000" cy="736600"/>
          </a:xfrm>
          <a:prstGeom prst="rect">
            <a:avLst/>
          </a:prstGeom>
          <a:noFill/>
        </p:spPr>
        <p:txBody>
          <a:bodyPr wrap="square" lIns="0" tIns="0" rIns="0" bIns="0" anchor="ctr"/>
          <a:lstStyle/>
          <a:p>
            <a:pPr marL="0" indent="0" algn="l">
              <a:lnSpc>
                <a:spcPct val="110000"/>
              </a:lnSpc>
              <a:buNone/>
            </a:pPr>
            <a:r>
              <a:rPr sz="1300" b="1">
                <a:solidFill>
                  <a:srgbClr val="141414"/>
                </a:solidFill>
                <a:latin typeface="Arial"/>
                <a:ea typeface="Arial"/>
                <a:cs typeface="Arial"/>
              </a:rPr>
              <a:t>Appendix: AI Routing</a:t>
            </a:r>
            <a:endParaRPr sz="1300"/>
          </a:p>
        </p:txBody>
      </p:sp>
      <p:sp>
        <p:nvSpPr>
          <p:cNvPr id="33" name="Text 29">
            <a:extLst>
              <a:ext uri="{FF2B5EF4-FFF2-40B4-BE49-F238E27FC236}">
                <a16:creationId xmlns:a16="http://schemas.microsoft.com/office/drawing/2014/main" id="{A155085A-669F-4500-AE04-830DCEEFC6D2}"/>
              </a:ext>
            </a:extLst>
          </p:cNvPr>
          <p:cNvSpPr>
            <a:spLocks noGrp="1"/>
          </p:cNvSpPr>
          <p:nvPr/>
        </p:nvSpPr>
        <p:spPr>
          <a:xfrm>
            <a:off x="4140200" y="4673600"/>
            <a:ext cx="4470400" cy="736600"/>
          </a:xfrm>
          <a:prstGeom prst="rect">
            <a:avLst/>
          </a:prstGeom>
          <a:noFill/>
        </p:spPr>
        <p:txBody>
          <a:bodyPr wrap="square" lIns="0" tIns="0" rIns="0" bIns="0" anchor="ctr"/>
          <a:lstStyle/>
          <a:p>
            <a:pPr marL="0" indent="0" algn="l">
              <a:lnSpc>
                <a:spcPct val="115000"/>
              </a:lnSpc>
              <a:buNone/>
            </a:pPr>
            <a:r>
              <a:rPr sz="1200">
                <a:solidFill>
                  <a:srgbClr val="333333"/>
                </a:solidFill>
                <a:latin typeface="Arial"/>
                <a:ea typeface="Arial"/>
                <a:cs typeface="Arial"/>
              </a:rPr>
              <a:t>How the demo lets Ollama or Jev choose the protocol, with guardrails and latency.</a:t>
            </a:r>
            <a:endParaRPr sz="1200"/>
          </a:p>
        </p:txBody>
      </p:sp>
      <p:sp>
        <p:nvSpPr>
          <p:cNvPr id="34" name="Text 30">
            <a:extLst>
              <a:ext uri="{FF2B5EF4-FFF2-40B4-BE49-F238E27FC236}">
                <a16:creationId xmlns:a16="http://schemas.microsoft.com/office/drawing/2014/main" id="{DBA5586C-3811-40CC-9549-2B749934C801}"/>
              </a:ext>
            </a:extLst>
          </p:cNvPr>
          <p:cNvSpPr>
            <a:spLocks noGrp="1"/>
          </p:cNvSpPr>
          <p:nvPr/>
        </p:nvSpPr>
        <p:spPr>
          <a:xfrm>
            <a:off x="8763000" y="4673600"/>
            <a:ext cx="2667000" cy="736600"/>
          </a:xfrm>
          <a:prstGeom prst="rect">
            <a:avLst/>
          </a:prstGeom>
          <a:noFill/>
        </p:spPr>
        <p:txBody>
          <a:bodyPr wrap="square" lIns="0" tIns="0" rIns="0" bIns="0" anchor="ctr"/>
          <a:lstStyle/>
          <a:p>
            <a:pPr marL="0" indent="0" algn="l">
              <a:lnSpc>
                <a:spcPct val="115000"/>
              </a:lnSpc>
              <a:buNone/>
            </a:pPr>
            <a:r>
              <a:rPr sz="1200" i="1">
                <a:solidFill>
                  <a:srgbClr val="6B6B6B"/>
                </a:solidFill>
                <a:latin typeface="Arial"/>
                <a:ea typeface="Arial"/>
                <a:cs typeface="Arial"/>
              </a:rPr>
              <a:t>Time permitting</a:t>
            </a:r>
            <a:endParaRPr sz="1200"/>
          </a:p>
        </p:txBody>
      </p:sp>
    </p:spTree>
    <p:extLst>
      <p:ext uri="{BB962C8B-B14F-4D97-AF65-F5344CB8AC3E}">
        <p14:creationId xmlns:p14="http://schemas.microsoft.com/office/powerpoint/2010/main" val="12465355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a:extLst>
              <a:ext uri="{FF2B5EF4-FFF2-40B4-BE49-F238E27FC236}">
                <a16:creationId xmlns:a16="http://schemas.microsoft.com/office/drawing/2014/main" id="{0F5665F2-C085-4AF5-A82D-C7AEE6C16E85}"/>
              </a:ext>
            </a:extLst>
          </p:cNvPr>
          <p:cNvPicPr>
            <a:picLocks noChangeAspect="1"/>
          </p:cNvPicPr>
          <p:nvPr/>
        </p:nvPicPr>
        <p:blipFill>
          <a:blip r:embed="rId3"/>
          <a:stretch>
            <a:fillRect/>
          </a:stretch>
        </p:blipFill>
        <p:spPr>
          <a:xfrm>
            <a:off x="508000" y="152400"/>
            <a:ext cx="990600" cy="406400"/>
          </a:xfrm>
          <a:prstGeom prst="rect">
            <a:avLst/>
          </a:prstGeom>
        </p:spPr>
      </p:pic>
      <p:sp>
        <p:nvSpPr>
          <p:cNvPr id="3" name="Text 0">
            <a:extLst>
              <a:ext uri="{FF2B5EF4-FFF2-40B4-BE49-F238E27FC236}">
                <a16:creationId xmlns:a16="http://schemas.microsoft.com/office/drawing/2014/main" id="{D23390D8-0037-4BC4-9A8D-C2DAD2403D55}"/>
              </a:ext>
            </a:extLst>
          </p:cNvPr>
          <p:cNvSpPr>
            <a:spLocks noGrp="1"/>
          </p:cNvSpPr>
          <p:nvPr/>
        </p:nvSpPr>
        <p:spPr>
          <a:xfrm>
            <a:off x="3556000" y="406400"/>
            <a:ext cx="5080000" cy="190500"/>
          </a:xfrm>
          <a:prstGeom prst="rect">
            <a:avLst/>
          </a:prstGeom>
          <a:noFill/>
        </p:spPr>
        <p:txBody>
          <a:bodyPr wrap="square" lIns="0" tIns="0" rIns="0" bIns="0" anchor="t"/>
          <a:lstStyle/>
          <a:p>
            <a:pPr marL="0" indent="0" algn="ctr">
              <a:lnSpc>
                <a:spcPct val="110000"/>
              </a:lnSpc>
              <a:buNone/>
            </a:pPr>
            <a:r>
              <a:rPr sz="1000" dirty="0">
                <a:solidFill>
                  <a:srgbClr val="6B6B6B"/>
                </a:solidFill>
                <a:latin typeface="Arial"/>
                <a:ea typeface="Arial"/>
                <a:cs typeface="Arial"/>
              </a:rPr>
              <a:t>Protocol Studio  —  REST · GraphQL · gRPC</a:t>
            </a:r>
            <a:endParaRPr sz="1000" dirty="0"/>
          </a:p>
        </p:txBody>
      </p:sp>
      <p:sp>
        <p:nvSpPr>
          <p:cNvPr id="4" name="Text 1">
            <a:extLst>
              <a:ext uri="{FF2B5EF4-FFF2-40B4-BE49-F238E27FC236}">
                <a16:creationId xmlns:a16="http://schemas.microsoft.com/office/drawing/2014/main" id="{DB22EC9F-27C1-412B-B211-AB1766E0BD9D}"/>
              </a:ext>
            </a:extLst>
          </p:cNvPr>
          <p:cNvSpPr>
            <a:spLocks noGrp="1"/>
          </p:cNvSpPr>
          <p:nvPr/>
        </p:nvSpPr>
        <p:spPr>
          <a:xfrm>
            <a:off x="6350000" y="406400"/>
            <a:ext cx="5334000" cy="190500"/>
          </a:xfrm>
          <a:prstGeom prst="rect">
            <a:avLst/>
          </a:prstGeom>
          <a:noFill/>
        </p:spPr>
        <p:txBody>
          <a:bodyPr wrap="square" lIns="0" tIns="0" rIns="0" bIns="0" anchor="t"/>
          <a:lstStyle/>
          <a:p>
            <a:pPr marL="0" indent="0" algn="r">
              <a:lnSpc>
                <a:spcPct val="110000"/>
              </a:lnSpc>
              <a:buNone/>
            </a:pPr>
            <a:r>
              <a:rPr sz="1000" b="1">
                <a:solidFill>
                  <a:srgbClr val="DA1884"/>
                </a:solidFill>
                <a:latin typeface="Arial"/>
                <a:ea typeface="Arial"/>
                <a:cs typeface="Arial"/>
              </a:rPr>
              <a:t>SECTION 01</a:t>
            </a:r>
            <a:endParaRPr sz="1000"/>
          </a:p>
        </p:txBody>
      </p:sp>
      <p:sp>
        <p:nvSpPr>
          <p:cNvPr id="5" name="Text 2">
            <a:extLst>
              <a:ext uri="{FF2B5EF4-FFF2-40B4-BE49-F238E27FC236}">
                <a16:creationId xmlns:a16="http://schemas.microsoft.com/office/drawing/2014/main" id="{CDC8745A-45AF-472A-89EA-938E6046E14C}"/>
              </a:ext>
            </a:extLst>
          </p:cNvPr>
          <p:cNvSpPr>
            <a:spLocks noGrp="1"/>
          </p:cNvSpPr>
          <p:nvPr/>
        </p:nvSpPr>
        <p:spPr>
          <a:xfrm>
            <a:off x="508000" y="6578600"/>
            <a:ext cx="8890000" cy="177800"/>
          </a:xfrm>
          <a:prstGeom prst="rect">
            <a:avLst/>
          </a:prstGeom>
          <a:noFill/>
        </p:spPr>
        <p:txBody>
          <a:bodyPr wrap="square" lIns="0" tIns="0" rIns="0" bIns="0" anchor="t"/>
          <a:lstStyle/>
          <a:p>
            <a:pPr marL="0" indent="0" algn="l">
              <a:lnSpc>
                <a:spcPct val="110000"/>
              </a:lnSpc>
              <a:buNone/>
            </a:pPr>
            <a:r>
              <a:rPr sz="900">
                <a:solidFill>
                  <a:srgbClr val="9E9E9E"/>
                </a:solidFill>
                <a:latin typeface="Arial"/>
                <a:ea typeface="Arial"/>
                <a:cs typeface="Arial"/>
              </a:rPr>
              <a:t>Insight Proprietary &amp; Confidential.  Do Not Copy or Distribute.  © 2026 Insight.  All Rights Reserved.</a:t>
            </a:r>
            <a:endParaRPr sz="900"/>
          </a:p>
        </p:txBody>
      </p:sp>
      <p:sp>
        <p:nvSpPr>
          <p:cNvPr id="6" name="Text 3">
            <a:extLst>
              <a:ext uri="{FF2B5EF4-FFF2-40B4-BE49-F238E27FC236}">
                <a16:creationId xmlns:a16="http://schemas.microsoft.com/office/drawing/2014/main" id="{6225EEA3-535C-45D2-96AE-48B3998A6DAD}"/>
              </a:ext>
            </a:extLst>
          </p:cNvPr>
          <p:cNvSpPr>
            <a:spLocks noGrp="1"/>
          </p:cNvSpPr>
          <p:nvPr/>
        </p:nvSpPr>
        <p:spPr>
          <a:xfrm>
            <a:off x="10922000" y="6578600"/>
            <a:ext cx="762000" cy="177800"/>
          </a:xfrm>
          <a:prstGeom prst="rect">
            <a:avLst/>
          </a:prstGeom>
          <a:noFill/>
        </p:spPr>
        <p:txBody>
          <a:bodyPr wrap="square" lIns="0" tIns="0" rIns="0" bIns="0" anchor="t"/>
          <a:lstStyle/>
          <a:p>
            <a:pPr marL="0" indent="0" algn="r">
              <a:lnSpc>
                <a:spcPct val="110000"/>
              </a:lnSpc>
              <a:buNone/>
            </a:pPr>
            <a:r>
              <a:rPr sz="900">
                <a:solidFill>
                  <a:srgbClr val="9E9E9E"/>
                </a:solidFill>
                <a:latin typeface="Arial"/>
                <a:ea typeface="Arial"/>
                <a:cs typeface="Arial"/>
              </a:rPr>
              <a:t>6</a:t>
            </a:r>
            <a:endParaRPr sz="900"/>
          </a:p>
        </p:txBody>
      </p:sp>
      <p:sp>
        <p:nvSpPr>
          <p:cNvPr id="7" name="Text 4">
            <a:extLst>
              <a:ext uri="{FF2B5EF4-FFF2-40B4-BE49-F238E27FC236}">
                <a16:creationId xmlns:a16="http://schemas.microsoft.com/office/drawing/2014/main" id="{D8E35FD0-26D0-4562-AACD-3DFA562A473C}"/>
              </a:ext>
            </a:extLst>
          </p:cNvPr>
          <p:cNvSpPr>
            <a:spLocks noGrp="1"/>
          </p:cNvSpPr>
          <p:nvPr/>
        </p:nvSpPr>
        <p:spPr>
          <a:xfrm>
            <a:off x="457200" y="1587500"/>
            <a:ext cx="5080000" cy="1651000"/>
          </a:xfrm>
          <a:prstGeom prst="rect">
            <a:avLst/>
          </a:prstGeom>
          <a:noFill/>
        </p:spPr>
        <p:txBody>
          <a:bodyPr wrap="square" lIns="0" tIns="0" rIns="0" bIns="0" anchor="t"/>
          <a:lstStyle/>
          <a:p>
            <a:pPr marL="0" indent="0" algn="l">
              <a:lnSpc>
                <a:spcPct val="90000"/>
              </a:lnSpc>
              <a:buNone/>
            </a:pPr>
            <a:r>
              <a:rPr sz="12000" b="1">
                <a:solidFill>
                  <a:srgbClr val="DA1884"/>
                </a:solidFill>
                <a:latin typeface="Arial"/>
                <a:ea typeface="Arial"/>
                <a:cs typeface="Arial"/>
              </a:rPr>
              <a:t>01</a:t>
            </a:r>
            <a:endParaRPr sz="12000"/>
          </a:p>
        </p:txBody>
      </p:sp>
      <p:sp>
        <p:nvSpPr>
          <p:cNvPr id="8" name="Text 5">
            <a:extLst>
              <a:ext uri="{FF2B5EF4-FFF2-40B4-BE49-F238E27FC236}">
                <a16:creationId xmlns:a16="http://schemas.microsoft.com/office/drawing/2014/main" id="{83EEB346-35AA-480A-BB7C-43E9965B2994}"/>
              </a:ext>
            </a:extLst>
          </p:cNvPr>
          <p:cNvSpPr>
            <a:spLocks noGrp="1"/>
          </p:cNvSpPr>
          <p:nvPr/>
        </p:nvSpPr>
        <p:spPr>
          <a:xfrm>
            <a:off x="508000" y="3302000"/>
            <a:ext cx="5207000" cy="660400"/>
          </a:xfrm>
          <a:prstGeom prst="rect">
            <a:avLst/>
          </a:prstGeom>
          <a:noFill/>
        </p:spPr>
        <p:txBody>
          <a:bodyPr wrap="square" lIns="0" tIns="0" rIns="0" bIns="0" anchor="t"/>
          <a:lstStyle/>
          <a:p>
            <a:pPr marL="0" indent="0" algn="l">
              <a:lnSpc>
                <a:spcPct val="100000"/>
              </a:lnSpc>
              <a:buNone/>
            </a:pPr>
            <a:r>
              <a:rPr sz="4400" b="1">
                <a:solidFill>
                  <a:srgbClr val="141414"/>
                </a:solidFill>
                <a:latin typeface="Arial"/>
                <a:ea typeface="Arial"/>
                <a:cs typeface="Arial"/>
              </a:rPr>
              <a:t>The Landscape</a:t>
            </a:r>
            <a:endParaRPr sz="4400"/>
          </a:p>
        </p:txBody>
      </p:sp>
      <p:sp>
        <p:nvSpPr>
          <p:cNvPr id="9" name="Shape 6">
            <a:extLst>
              <a:ext uri="{FF2B5EF4-FFF2-40B4-BE49-F238E27FC236}">
                <a16:creationId xmlns:a16="http://schemas.microsoft.com/office/drawing/2014/main" id="{435C3565-B7F3-4F9F-8F0A-58A327A05269}"/>
              </a:ext>
            </a:extLst>
          </p:cNvPr>
          <p:cNvSpPr>
            <a:spLocks noGrp="1"/>
          </p:cNvSpPr>
          <p:nvPr/>
        </p:nvSpPr>
        <p:spPr>
          <a:xfrm>
            <a:off x="508000" y="4140200"/>
            <a:ext cx="1016000" cy="50800"/>
          </a:xfrm>
          <a:prstGeom prst="rect">
            <a:avLst/>
          </a:prstGeom>
          <a:solidFill>
            <a:srgbClr val="DA1884"/>
          </a:solidFill>
        </p:spPr>
        <p:txBody>
          <a:bodyPr/>
          <a:lstStyle/>
          <a:p>
            <a:endParaRPr/>
          </a:p>
        </p:txBody>
      </p:sp>
      <p:sp>
        <p:nvSpPr>
          <p:cNvPr id="10" name="Text 7">
            <a:extLst>
              <a:ext uri="{FF2B5EF4-FFF2-40B4-BE49-F238E27FC236}">
                <a16:creationId xmlns:a16="http://schemas.microsoft.com/office/drawing/2014/main" id="{2FB4B1D7-B921-4EB6-B3D4-9DB8CE305B95}"/>
              </a:ext>
            </a:extLst>
          </p:cNvPr>
          <p:cNvSpPr>
            <a:spLocks noGrp="1"/>
          </p:cNvSpPr>
          <p:nvPr/>
        </p:nvSpPr>
        <p:spPr>
          <a:xfrm>
            <a:off x="508000" y="4368800"/>
            <a:ext cx="5207000" cy="635000"/>
          </a:xfrm>
          <a:prstGeom prst="rect">
            <a:avLst/>
          </a:prstGeom>
          <a:noFill/>
        </p:spPr>
        <p:txBody>
          <a:bodyPr wrap="square" lIns="0" tIns="0" rIns="0" bIns="0" anchor="t"/>
          <a:lstStyle/>
          <a:p>
            <a:pPr marL="0" indent="0" algn="l">
              <a:lnSpc>
                <a:spcPct val="125000"/>
              </a:lnSpc>
              <a:buNone/>
            </a:pPr>
            <a:r>
              <a:rPr sz="1500">
                <a:solidFill>
                  <a:srgbClr val="6B6B6B"/>
                </a:solidFill>
                <a:latin typeface="Arial"/>
                <a:ea typeface="Arial"/>
                <a:cs typeface="Arial"/>
              </a:rPr>
              <a:t>Why protocol choice is still contentious, and how the three compare.</a:t>
            </a:r>
            <a:endParaRPr sz="1500"/>
          </a:p>
        </p:txBody>
      </p:sp>
      <p:sp>
        <p:nvSpPr>
          <p:cNvPr id="11" name="Shape 8">
            <a:extLst>
              <a:ext uri="{FF2B5EF4-FFF2-40B4-BE49-F238E27FC236}">
                <a16:creationId xmlns:a16="http://schemas.microsoft.com/office/drawing/2014/main" id="{DEBD03F1-15B9-4963-9DC6-EB96F4CDAA5E}"/>
              </a:ext>
            </a:extLst>
          </p:cNvPr>
          <p:cNvSpPr>
            <a:spLocks noGrp="1"/>
          </p:cNvSpPr>
          <p:nvPr/>
        </p:nvSpPr>
        <p:spPr>
          <a:xfrm>
            <a:off x="6223000" y="2654300"/>
            <a:ext cx="5461000" cy="20574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12" name="Shape 9">
            <a:extLst>
              <a:ext uri="{FF2B5EF4-FFF2-40B4-BE49-F238E27FC236}">
                <a16:creationId xmlns:a16="http://schemas.microsoft.com/office/drawing/2014/main" id="{CB3453AE-AC5B-49AE-9FDE-75FDECE61138}"/>
              </a:ext>
            </a:extLst>
          </p:cNvPr>
          <p:cNvSpPr>
            <a:spLocks noGrp="1"/>
          </p:cNvSpPr>
          <p:nvPr/>
        </p:nvSpPr>
        <p:spPr>
          <a:xfrm>
            <a:off x="6223000" y="2654300"/>
            <a:ext cx="5461000" cy="50800"/>
          </a:xfrm>
          <a:prstGeom prst="rect">
            <a:avLst/>
          </a:prstGeom>
          <a:solidFill>
            <a:srgbClr val="DA1884"/>
          </a:solidFill>
        </p:spPr>
        <p:txBody>
          <a:bodyPr/>
          <a:lstStyle/>
          <a:p>
            <a:endParaRPr/>
          </a:p>
        </p:txBody>
      </p:sp>
      <p:sp>
        <p:nvSpPr>
          <p:cNvPr id="13" name="Text 10">
            <a:extLst>
              <a:ext uri="{FF2B5EF4-FFF2-40B4-BE49-F238E27FC236}">
                <a16:creationId xmlns:a16="http://schemas.microsoft.com/office/drawing/2014/main" id="{478D815C-AC49-46E1-8BD1-54051575B894}"/>
              </a:ext>
            </a:extLst>
          </p:cNvPr>
          <p:cNvSpPr>
            <a:spLocks noGrp="1"/>
          </p:cNvSpPr>
          <p:nvPr/>
        </p:nvSpPr>
        <p:spPr>
          <a:xfrm>
            <a:off x="6477000" y="2882900"/>
            <a:ext cx="4953000" cy="215900"/>
          </a:xfrm>
          <a:prstGeom prst="rect">
            <a:avLst/>
          </a:prstGeom>
          <a:noFill/>
        </p:spPr>
        <p:txBody>
          <a:bodyPr wrap="square" lIns="0" tIns="0" rIns="0" bIns="0" anchor="t"/>
          <a:lstStyle/>
          <a:p>
            <a:pPr marL="0" indent="0" algn="l">
              <a:lnSpc>
                <a:spcPct val="110000"/>
              </a:lnSpc>
              <a:buNone/>
            </a:pPr>
            <a:r>
              <a:rPr sz="1200" b="1">
                <a:solidFill>
                  <a:srgbClr val="DA1884"/>
                </a:solidFill>
                <a:latin typeface="Arial"/>
                <a:ea typeface="Arial"/>
                <a:cs typeface="Arial"/>
              </a:rPr>
              <a:t>IN THIS SECTION</a:t>
            </a:r>
            <a:endParaRPr sz="1200"/>
          </a:p>
        </p:txBody>
      </p:sp>
      <p:sp>
        <p:nvSpPr>
          <p:cNvPr id="14" name="Text 11">
            <a:extLst>
              <a:ext uri="{FF2B5EF4-FFF2-40B4-BE49-F238E27FC236}">
                <a16:creationId xmlns:a16="http://schemas.microsoft.com/office/drawing/2014/main" id="{9AC013AF-9FA2-4DA5-861F-3CB8128D8810}"/>
              </a:ext>
            </a:extLst>
          </p:cNvPr>
          <p:cNvSpPr>
            <a:spLocks noGrp="1"/>
          </p:cNvSpPr>
          <p:nvPr/>
        </p:nvSpPr>
        <p:spPr>
          <a:xfrm>
            <a:off x="6477000" y="3238500"/>
            <a:ext cx="4953000" cy="406400"/>
          </a:xfrm>
          <a:prstGeom prst="rect">
            <a:avLst/>
          </a:prstGeom>
          <a:noFill/>
        </p:spPr>
        <p:txBody>
          <a:bodyPr wrap="square" lIns="0" tIns="0" rIns="0" bIns="0" anchor="t"/>
          <a:lstStyle/>
          <a:p>
            <a:pPr marL="0" indent="0" algn="l">
              <a:lnSpc>
                <a:spcPct val="115000"/>
              </a:lnSpc>
              <a:buNone/>
            </a:pPr>
            <a:r>
              <a:rPr sz="1300">
                <a:solidFill>
                  <a:srgbClr val="333333"/>
                </a:solidFill>
                <a:latin typeface="Arial"/>
                <a:ea typeface="Arial"/>
                <a:cs typeface="Arial"/>
              </a:rPr>
              <a:t>Defining the Frontier: the problem every integration team hits</a:t>
            </a:r>
            <a:endParaRPr sz="1300"/>
          </a:p>
        </p:txBody>
      </p:sp>
      <p:sp>
        <p:nvSpPr>
          <p:cNvPr id="15" name="Text 12">
            <a:extLst>
              <a:ext uri="{FF2B5EF4-FFF2-40B4-BE49-F238E27FC236}">
                <a16:creationId xmlns:a16="http://schemas.microsoft.com/office/drawing/2014/main" id="{25DD5902-2232-4A53-831E-DB32B826B0DE}"/>
              </a:ext>
            </a:extLst>
          </p:cNvPr>
          <p:cNvSpPr>
            <a:spLocks noGrp="1"/>
          </p:cNvSpPr>
          <p:nvPr/>
        </p:nvSpPr>
        <p:spPr>
          <a:xfrm>
            <a:off x="6477000" y="3721100"/>
            <a:ext cx="4953000" cy="406400"/>
          </a:xfrm>
          <a:prstGeom prst="rect">
            <a:avLst/>
          </a:prstGeom>
          <a:noFill/>
        </p:spPr>
        <p:txBody>
          <a:bodyPr wrap="square" lIns="0" tIns="0" rIns="0" bIns="0" anchor="t"/>
          <a:lstStyle/>
          <a:p>
            <a:pPr marL="0" indent="0" algn="l">
              <a:lnSpc>
                <a:spcPct val="115000"/>
              </a:lnSpc>
              <a:buNone/>
            </a:pPr>
            <a:r>
              <a:rPr sz="1300">
                <a:solidFill>
                  <a:srgbClr val="333333"/>
                </a:solidFill>
                <a:latin typeface="Arial"/>
                <a:ea typeface="Arial"/>
                <a:cs typeface="Arial"/>
              </a:rPr>
              <a:t>Key Comparisons: transport, contract, caching and streaming</a:t>
            </a:r>
            <a:endParaRPr sz="1300"/>
          </a:p>
        </p:txBody>
      </p:sp>
      <p:sp>
        <p:nvSpPr>
          <p:cNvPr id="16" name="Text 13">
            <a:extLst>
              <a:ext uri="{FF2B5EF4-FFF2-40B4-BE49-F238E27FC236}">
                <a16:creationId xmlns:a16="http://schemas.microsoft.com/office/drawing/2014/main" id="{910CEADD-27B0-437E-AEA3-9520ED23D8A2}"/>
              </a:ext>
            </a:extLst>
          </p:cNvPr>
          <p:cNvSpPr>
            <a:spLocks noGrp="1"/>
          </p:cNvSpPr>
          <p:nvPr/>
        </p:nvSpPr>
        <p:spPr>
          <a:xfrm>
            <a:off x="6477000" y="4203700"/>
            <a:ext cx="4953000" cy="406400"/>
          </a:xfrm>
          <a:prstGeom prst="rect">
            <a:avLst/>
          </a:prstGeom>
          <a:noFill/>
        </p:spPr>
        <p:txBody>
          <a:bodyPr wrap="square" lIns="0" tIns="0" rIns="0" bIns="0" anchor="t"/>
          <a:lstStyle/>
          <a:p>
            <a:pPr marL="0" indent="0" algn="l">
              <a:lnSpc>
                <a:spcPct val="115000"/>
              </a:lnSpc>
              <a:buNone/>
            </a:pPr>
            <a:r>
              <a:rPr sz="1300">
                <a:solidFill>
                  <a:srgbClr val="333333"/>
                </a:solidFill>
                <a:latin typeface="Arial"/>
                <a:ea typeface="Arial"/>
                <a:cs typeface="Arial"/>
              </a:rPr>
              <a:t>Demo Data Set: one catalog behind all three protocols</a:t>
            </a:r>
            <a:endParaRPr sz="1300"/>
          </a:p>
        </p:txBody>
      </p:sp>
    </p:spTree>
    <p:extLst>
      <p:ext uri="{BB962C8B-B14F-4D97-AF65-F5344CB8AC3E}">
        <p14:creationId xmlns:p14="http://schemas.microsoft.com/office/powerpoint/2010/main" val="2333141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a:extLst>
              <a:ext uri="{FF2B5EF4-FFF2-40B4-BE49-F238E27FC236}">
                <a16:creationId xmlns:a16="http://schemas.microsoft.com/office/drawing/2014/main" id="{32CA946D-85B9-45D0-9D94-552C9F9C631F}"/>
              </a:ext>
            </a:extLst>
          </p:cNvPr>
          <p:cNvPicPr>
            <a:picLocks noChangeAspect="1"/>
          </p:cNvPicPr>
          <p:nvPr/>
        </p:nvPicPr>
        <p:blipFill>
          <a:blip r:embed="rId3"/>
          <a:stretch>
            <a:fillRect/>
          </a:stretch>
        </p:blipFill>
        <p:spPr>
          <a:xfrm>
            <a:off x="508000" y="152400"/>
            <a:ext cx="990600" cy="406400"/>
          </a:xfrm>
          <a:prstGeom prst="rect">
            <a:avLst/>
          </a:prstGeom>
        </p:spPr>
      </p:pic>
      <p:sp>
        <p:nvSpPr>
          <p:cNvPr id="3" name="Text 0">
            <a:extLst>
              <a:ext uri="{FF2B5EF4-FFF2-40B4-BE49-F238E27FC236}">
                <a16:creationId xmlns:a16="http://schemas.microsoft.com/office/drawing/2014/main" id="{358DD456-A00B-423D-AB10-C58448EBF7D2}"/>
              </a:ext>
            </a:extLst>
          </p:cNvPr>
          <p:cNvSpPr>
            <a:spLocks noGrp="1"/>
          </p:cNvSpPr>
          <p:nvPr/>
        </p:nvSpPr>
        <p:spPr>
          <a:xfrm>
            <a:off x="3556000" y="406400"/>
            <a:ext cx="5080000" cy="190500"/>
          </a:xfrm>
          <a:prstGeom prst="rect">
            <a:avLst/>
          </a:prstGeom>
          <a:noFill/>
        </p:spPr>
        <p:txBody>
          <a:bodyPr wrap="square" lIns="0" tIns="0" rIns="0" bIns="0" anchor="t"/>
          <a:lstStyle/>
          <a:p>
            <a:pPr marL="0" indent="0" algn="ctr">
              <a:lnSpc>
                <a:spcPct val="110000"/>
              </a:lnSpc>
              <a:buNone/>
            </a:pPr>
            <a:r>
              <a:rPr sz="1000" dirty="0">
                <a:solidFill>
                  <a:srgbClr val="6B6B6B"/>
                </a:solidFill>
                <a:latin typeface="Arial"/>
                <a:ea typeface="Arial"/>
                <a:cs typeface="Arial"/>
              </a:rPr>
              <a:t>Protocol Studio  —  REST · GraphQL · gRPC</a:t>
            </a:r>
            <a:endParaRPr sz="1000" dirty="0"/>
          </a:p>
        </p:txBody>
      </p:sp>
      <p:sp>
        <p:nvSpPr>
          <p:cNvPr id="4" name="Text 1">
            <a:extLst>
              <a:ext uri="{FF2B5EF4-FFF2-40B4-BE49-F238E27FC236}">
                <a16:creationId xmlns:a16="http://schemas.microsoft.com/office/drawing/2014/main" id="{963F1FF0-9423-4C62-B920-CD53AC6BB4CE}"/>
              </a:ext>
            </a:extLst>
          </p:cNvPr>
          <p:cNvSpPr>
            <a:spLocks noGrp="1"/>
          </p:cNvSpPr>
          <p:nvPr/>
        </p:nvSpPr>
        <p:spPr>
          <a:xfrm>
            <a:off x="6350000" y="406400"/>
            <a:ext cx="5334000" cy="190500"/>
          </a:xfrm>
          <a:prstGeom prst="rect">
            <a:avLst/>
          </a:prstGeom>
          <a:noFill/>
        </p:spPr>
        <p:txBody>
          <a:bodyPr wrap="square" lIns="0" tIns="0" rIns="0" bIns="0" anchor="t"/>
          <a:lstStyle/>
          <a:p>
            <a:pPr marL="0" indent="0" algn="r">
              <a:lnSpc>
                <a:spcPct val="110000"/>
              </a:lnSpc>
              <a:buNone/>
            </a:pPr>
            <a:r>
              <a:rPr sz="1000" b="1">
                <a:solidFill>
                  <a:srgbClr val="DA1884"/>
                </a:solidFill>
                <a:latin typeface="Arial"/>
                <a:ea typeface="Arial"/>
                <a:cs typeface="Arial"/>
              </a:rPr>
              <a:t>THE LANDSCAPE</a:t>
            </a:r>
            <a:endParaRPr sz="1000"/>
          </a:p>
        </p:txBody>
      </p:sp>
      <p:sp>
        <p:nvSpPr>
          <p:cNvPr id="5" name="Text 2">
            <a:extLst>
              <a:ext uri="{FF2B5EF4-FFF2-40B4-BE49-F238E27FC236}">
                <a16:creationId xmlns:a16="http://schemas.microsoft.com/office/drawing/2014/main" id="{B2494544-2D8C-41E5-A739-E80D2D899C39}"/>
              </a:ext>
            </a:extLst>
          </p:cNvPr>
          <p:cNvSpPr>
            <a:spLocks noGrp="1"/>
          </p:cNvSpPr>
          <p:nvPr/>
        </p:nvSpPr>
        <p:spPr>
          <a:xfrm>
            <a:off x="508000" y="6578600"/>
            <a:ext cx="8890000" cy="177800"/>
          </a:xfrm>
          <a:prstGeom prst="rect">
            <a:avLst/>
          </a:prstGeom>
          <a:noFill/>
        </p:spPr>
        <p:txBody>
          <a:bodyPr wrap="square" lIns="0" tIns="0" rIns="0" bIns="0" anchor="t"/>
          <a:lstStyle/>
          <a:p>
            <a:pPr marL="0" indent="0" algn="l">
              <a:lnSpc>
                <a:spcPct val="110000"/>
              </a:lnSpc>
              <a:buNone/>
            </a:pPr>
            <a:r>
              <a:rPr sz="900">
                <a:solidFill>
                  <a:srgbClr val="9E9E9E"/>
                </a:solidFill>
                <a:latin typeface="Arial"/>
                <a:ea typeface="Arial"/>
                <a:cs typeface="Arial"/>
              </a:rPr>
              <a:t>Insight Proprietary &amp; Confidential.  Do Not Copy or Distribute.  © 2026 Insight.  All Rights Reserved.</a:t>
            </a:r>
            <a:endParaRPr sz="900"/>
          </a:p>
        </p:txBody>
      </p:sp>
      <p:sp>
        <p:nvSpPr>
          <p:cNvPr id="6" name="Text 3">
            <a:extLst>
              <a:ext uri="{FF2B5EF4-FFF2-40B4-BE49-F238E27FC236}">
                <a16:creationId xmlns:a16="http://schemas.microsoft.com/office/drawing/2014/main" id="{F808845A-8024-4683-8449-F69C3DCA8C51}"/>
              </a:ext>
            </a:extLst>
          </p:cNvPr>
          <p:cNvSpPr>
            <a:spLocks noGrp="1"/>
          </p:cNvSpPr>
          <p:nvPr/>
        </p:nvSpPr>
        <p:spPr>
          <a:xfrm>
            <a:off x="10922000" y="6578600"/>
            <a:ext cx="762000" cy="177800"/>
          </a:xfrm>
          <a:prstGeom prst="rect">
            <a:avLst/>
          </a:prstGeom>
          <a:noFill/>
        </p:spPr>
        <p:txBody>
          <a:bodyPr wrap="square" lIns="0" tIns="0" rIns="0" bIns="0" anchor="t"/>
          <a:lstStyle/>
          <a:p>
            <a:pPr marL="0" indent="0" algn="r">
              <a:lnSpc>
                <a:spcPct val="110000"/>
              </a:lnSpc>
              <a:buNone/>
            </a:pPr>
            <a:r>
              <a:rPr sz="900">
                <a:solidFill>
                  <a:srgbClr val="9E9E9E"/>
                </a:solidFill>
                <a:latin typeface="Arial"/>
                <a:ea typeface="Arial"/>
                <a:cs typeface="Arial"/>
              </a:rPr>
              <a:t>7</a:t>
            </a:r>
            <a:endParaRPr sz="900"/>
          </a:p>
        </p:txBody>
      </p:sp>
      <p:sp>
        <p:nvSpPr>
          <p:cNvPr id="7" name="Text 4">
            <a:extLst>
              <a:ext uri="{FF2B5EF4-FFF2-40B4-BE49-F238E27FC236}">
                <a16:creationId xmlns:a16="http://schemas.microsoft.com/office/drawing/2014/main" id="{26193AFE-C423-4F5E-8B43-0B1335CA2420}"/>
              </a:ext>
            </a:extLst>
          </p:cNvPr>
          <p:cNvSpPr>
            <a:spLocks noGrp="1"/>
          </p:cNvSpPr>
          <p:nvPr/>
        </p:nvSpPr>
        <p:spPr>
          <a:xfrm>
            <a:off x="508000" y="889000"/>
            <a:ext cx="11176000" cy="215900"/>
          </a:xfrm>
          <a:prstGeom prst="rect">
            <a:avLst/>
          </a:prstGeom>
          <a:noFill/>
        </p:spPr>
        <p:txBody>
          <a:bodyPr wrap="square" lIns="0" tIns="0" rIns="0" bIns="0" anchor="t"/>
          <a:lstStyle/>
          <a:p>
            <a:pPr marL="0" indent="0" algn="l">
              <a:lnSpc>
                <a:spcPct val="110000"/>
              </a:lnSpc>
              <a:buNone/>
            </a:pPr>
            <a:r>
              <a:rPr sz="1200" b="1">
                <a:solidFill>
                  <a:srgbClr val="DA1884"/>
                </a:solidFill>
                <a:latin typeface="Arial"/>
                <a:ea typeface="Arial"/>
                <a:cs typeface="Arial"/>
              </a:rPr>
              <a:t>WHY THIS MATTERS</a:t>
            </a:r>
            <a:endParaRPr sz="1200"/>
          </a:p>
        </p:txBody>
      </p:sp>
      <p:sp>
        <p:nvSpPr>
          <p:cNvPr id="8" name="Text 5">
            <a:extLst>
              <a:ext uri="{FF2B5EF4-FFF2-40B4-BE49-F238E27FC236}">
                <a16:creationId xmlns:a16="http://schemas.microsoft.com/office/drawing/2014/main" id="{836CAC94-2462-40E3-BED4-E8686D3D5133}"/>
              </a:ext>
            </a:extLst>
          </p:cNvPr>
          <p:cNvSpPr>
            <a:spLocks noGrp="1"/>
          </p:cNvSpPr>
          <p:nvPr/>
        </p:nvSpPr>
        <p:spPr>
          <a:xfrm>
            <a:off x="508000" y="1130300"/>
            <a:ext cx="11176000" cy="482600"/>
          </a:xfrm>
          <a:prstGeom prst="rect">
            <a:avLst/>
          </a:prstGeom>
          <a:noFill/>
        </p:spPr>
        <p:txBody>
          <a:bodyPr wrap="square" lIns="0" tIns="0" rIns="0" bIns="0" anchor="t"/>
          <a:lstStyle/>
          <a:p>
            <a:pPr marL="0" indent="0" algn="l">
              <a:lnSpc>
                <a:spcPct val="110000"/>
              </a:lnSpc>
              <a:buNone/>
            </a:pPr>
            <a:r>
              <a:rPr sz="3000" b="1">
                <a:solidFill>
                  <a:srgbClr val="141414"/>
                </a:solidFill>
                <a:latin typeface="Arial"/>
                <a:ea typeface="Arial"/>
                <a:cs typeface="Arial"/>
              </a:rPr>
              <a:t>Defining the Frontier for Integration</a:t>
            </a:r>
            <a:endParaRPr sz="3000"/>
          </a:p>
        </p:txBody>
      </p:sp>
      <p:sp>
        <p:nvSpPr>
          <p:cNvPr id="9" name="Text 6">
            <a:extLst>
              <a:ext uri="{FF2B5EF4-FFF2-40B4-BE49-F238E27FC236}">
                <a16:creationId xmlns:a16="http://schemas.microsoft.com/office/drawing/2014/main" id="{805CB2B2-DFC9-4399-A30F-3EBB38C9C088}"/>
              </a:ext>
            </a:extLst>
          </p:cNvPr>
          <p:cNvSpPr>
            <a:spLocks noGrp="1"/>
          </p:cNvSpPr>
          <p:nvPr/>
        </p:nvSpPr>
        <p:spPr>
          <a:xfrm>
            <a:off x="508000" y="1663700"/>
            <a:ext cx="11176000" cy="254000"/>
          </a:xfrm>
          <a:prstGeom prst="rect">
            <a:avLst/>
          </a:prstGeom>
          <a:noFill/>
        </p:spPr>
        <p:txBody>
          <a:bodyPr wrap="square" lIns="0" tIns="0" rIns="0" bIns="0" anchor="t"/>
          <a:lstStyle/>
          <a:p>
            <a:pPr marL="0" indent="0" algn="l">
              <a:lnSpc>
                <a:spcPct val="110000"/>
              </a:lnSpc>
              <a:buNone/>
            </a:pPr>
            <a:r>
              <a:rPr sz="1400">
                <a:solidFill>
                  <a:srgbClr val="6B6B6B"/>
                </a:solidFill>
                <a:latin typeface="Arial"/>
                <a:ea typeface="Arial"/>
                <a:cs typeface="Arial"/>
              </a:rPr>
              <a:t>There are many ways to move data between clients, services and partners. Choosing one is rarely obvious.</a:t>
            </a:r>
            <a:endParaRPr sz="1400"/>
          </a:p>
        </p:txBody>
      </p:sp>
      <p:sp>
        <p:nvSpPr>
          <p:cNvPr id="11" name="Shape 7">
            <a:extLst>
              <a:ext uri="{FF2B5EF4-FFF2-40B4-BE49-F238E27FC236}">
                <a16:creationId xmlns:a16="http://schemas.microsoft.com/office/drawing/2014/main" id="{2A705329-ECDF-46EF-9E13-94A9208C9C58}"/>
              </a:ext>
            </a:extLst>
          </p:cNvPr>
          <p:cNvSpPr>
            <a:spLocks noGrp="1"/>
          </p:cNvSpPr>
          <p:nvPr/>
        </p:nvSpPr>
        <p:spPr>
          <a:xfrm>
            <a:off x="508000" y="2159000"/>
            <a:ext cx="3587750" cy="21590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12" name="Shape 8">
            <a:extLst>
              <a:ext uri="{FF2B5EF4-FFF2-40B4-BE49-F238E27FC236}">
                <a16:creationId xmlns:a16="http://schemas.microsoft.com/office/drawing/2014/main" id="{80C23126-8FFB-4E3F-8EDF-4157A7A682EA}"/>
              </a:ext>
            </a:extLst>
          </p:cNvPr>
          <p:cNvSpPr>
            <a:spLocks noGrp="1"/>
          </p:cNvSpPr>
          <p:nvPr/>
        </p:nvSpPr>
        <p:spPr>
          <a:xfrm>
            <a:off x="508000" y="2159000"/>
            <a:ext cx="3587750" cy="50800"/>
          </a:xfrm>
          <a:prstGeom prst="rect">
            <a:avLst/>
          </a:prstGeom>
          <a:solidFill>
            <a:srgbClr val="DA1884"/>
          </a:solidFill>
        </p:spPr>
        <p:txBody>
          <a:bodyPr/>
          <a:lstStyle/>
          <a:p>
            <a:endParaRPr/>
          </a:p>
        </p:txBody>
      </p:sp>
      <p:sp>
        <p:nvSpPr>
          <p:cNvPr id="13" name="Text 9">
            <a:extLst>
              <a:ext uri="{FF2B5EF4-FFF2-40B4-BE49-F238E27FC236}">
                <a16:creationId xmlns:a16="http://schemas.microsoft.com/office/drawing/2014/main" id="{06372457-C0A0-4ACD-8AA9-8A67BB3B551B}"/>
              </a:ext>
            </a:extLst>
          </p:cNvPr>
          <p:cNvSpPr>
            <a:spLocks noGrp="1"/>
          </p:cNvSpPr>
          <p:nvPr/>
        </p:nvSpPr>
        <p:spPr>
          <a:xfrm>
            <a:off x="736600" y="2387600"/>
            <a:ext cx="3130550" cy="1752600"/>
          </a:xfrm>
          <a:prstGeom prst="rect">
            <a:avLst/>
          </a:prstGeom>
          <a:noFill/>
        </p:spPr>
        <p:txBody>
          <a:bodyPr wrap="square" lIns="0" tIns="0" rIns="0" bIns="0" anchor="t"/>
          <a:lstStyle/>
          <a:p>
            <a:pPr marL="0" indent="0">
              <a:lnSpc>
                <a:spcPct val="115000"/>
              </a:lnSpc>
              <a:spcAft>
                <a:spcPts val="800"/>
              </a:spcAft>
              <a:buNone/>
            </a:pPr>
            <a:r>
              <a:rPr sz="1200" b="1">
                <a:solidFill>
                  <a:srgbClr val="DA1884"/>
                </a:solidFill>
                <a:latin typeface="Arial"/>
                <a:ea typeface="Arial"/>
                <a:cs typeface="Arial"/>
              </a:rPr>
              <a:t>01 · THE PROBLEM</a:t>
            </a:r>
            <a:endParaRPr sz="1200"/>
          </a:p>
          <a:p>
            <a:pPr marL="0" indent="0">
              <a:lnSpc>
                <a:spcPct val="115000"/>
              </a:lnSpc>
              <a:spcAft>
                <a:spcPts val="800"/>
              </a:spcAft>
              <a:buNone/>
            </a:pPr>
            <a:r>
              <a:rPr sz="1500" b="1">
                <a:solidFill>
                  <a:srgbClr val="141414"/>
                </a:solidFill>
                <a:latin typeface="Arial"/>
                <a:ea typeface="Arial"/>
                <a:cs typeface="Arial"/>
              </a:rPr>
              <a:t>Every team has a default</a:t>
            </a:r>
            <a:endParaRPr sz="1200"/>
          </a:p>
          <a:p>
            <a:pPr marL="0" indent="0">
              <a:lnSpc>
                <a:spcPct val="115000"/>
              </a:lnSpc>
              <a:buNone/>
            </a:pPr>
            <a:r>
              <a:rPr sz="1200">
                <a:solidFill>
                  <a:srgbClr val="333333"/>
                </a:solidFill>
                <a:latin typeface="Arial"/>
                <a:ea typeface="Arial"/>
                <a:cs typeface="Arial"/>
              </a:rPr>
              <a:t>Frontend, backend and integration teams each reach for what they know, so the data contract becomes a negotiation.</a:t>
            </a:r>
            <a:endParaRPr sz="1200"/>
          </a:p>
        </p:txBody>
      </p:sp>
      <p:sp>
        <p:nvSpPr>
          <p:cNvPr id="14" name="Shape 10">
            <a:extLst>
              <a:ext uri="{FF2B5EF4-FFF2-40B4-BE49-F238E27FC236}">
                <a16:creationId xmlns:a16="http://schemas.microsoft.com/office/drawing/2014/main" id="{06F2C8DC-A1B8-437A-952E-3296244BF783}"/>
              </a:ext>
            </a:extLst>
          </p:cNvPr>
          <p:cNvSpPr>
            <a:spLocks noGrp="1"/>
          </p:cNvSpPr>
          <p:nvPr/>
        </p:nvSpPr>
        <p:spPr>
          <a:xfrm>
            <a:off x="4298950" y="2159000"/>
            <a:ext cx="3587750" cy="21590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15" name="Shape 11">
            <a:extLst>
              <a:ext uri="{FF2B5EF4-FFF2-40B4-BE49-F238E27FC236}">
                <a16:creationId xmlns:a16="http://schemas.microsoft.com/office/drawing/2014/main" id="{FC8AA14E-2492-4B16-A310-3CFF074D9266}"/>
              </a:ext>
            </a:extLst>
          </p:cNvPr>
          <p:cNvSpPr>
            <a:spLocks noGrp="1"/>
          </p:cNvSpPr>
          <p:nvPr/>
        </p:nvSpPr>
        <p:spPr>
          <a:xfrm>
            <a:off x="4298950" y="2159000"/>
            <a:ext cx="3587750" cy="50800"/>
          </a:xfrm>
          <a:prstGeom prst="rect">
            <a:avLst/>
          </a:prstGeom>
          <a:solidFill>
            <a:srgbClr val="DA1884"/>
          </a:solidFill>
        </p:spPr>
        <p:txBody>
          <a:bodyPr/>
          <a:lstStyle/>
          <a:p>
            <a:endParaRPr/>
          </a:p>
        </p:txBody>
      </p:sp>
      <p:sp>
        <p:nvSpPr>
          <p:cNvPr id="16" name="Text 12">
            <a:extLst>
              <a:ext uri="{FF2B5EF4-FFF2-40B4-BE49-F238E27FC236}">
                <a16:creationId xmlns:a16="http://schemas.microsoft.com/office/drawing/2014/main" id="{F9029B56-C0F2-40C8-BA1F-5BC23567BE71}"/>
              </a:ext>
            </a:extLst>
          </p:cNvPr>
          <p:cNvSpPr>
            <a:spLocks noGrp="1"/>
          </p:cNvSpPr>
          <p:nvPr/>
        </p:nvSpPr>
        <p:spPr>
          <a:xfrm>
            <a:off x="4527550" y="2387600"/>
            <a:ext cx="3130550" cy="1752600"/>
          </a:xfrm>
          <a:prstGeom prst="rect">
            <a:avLst/>
          </a:prstGeom>
          <a:noFill/>
        </p:spPr>
        <p:txBody>
          <a:bodyPr wrap="square" lIns="0" tIns="0" rIns="0" bIns="0" anchor="t"/>
          <a:lstStyle/>
          <a:p>
            <a:pPr marL="0" indent="0">
              <a:lnSpc>
                <a:spcPct val="115000"/>
              </a:lnSpc>
              <a:spcAft>
                <a:spcPts val="800"/>
              </a:spcAft>
              <a:buNone/>
            </a:pPr>
            <a:r>
              <a:rPr sz="1200" b="1">
                <a:solidFill>
                  <a:srgbClr val="DA1884"/>
                </a:solidFill>
                <a:latin typeface="Arial"/>
                <a:ea typeface="Arial"/>
                <a:cs typeface="Arial"/>
              </a:rPr>
              <a:t>02 · THE REALITY</a:t>
            </a:r>
            <a:endParaRPr sz="1200"/>
          </a:p>
          <a:p>
            <a:pPr marL="0" indent="0">
              <a:lnSpc>
                <a:spcPct val="115000"/>
              </a:lnSpc>
              <a:spcAft>
                <a:spcPts val="800"/>
              </a:spcAft>
              <a:buNone/>
            </a:pPr>
            <a:r>
              <a:rPr sz="1500" b="1">
                <a:solidFill>
                  <a:srgbClr val="141414"/>
                </a:solidFill>
                <a:latin typeface="Arial"/>
                <a:ea typeface="Arial"/>
                <a:cs typeface="Arial"/>
              </a:rPr>
              <a:t>Each protocol has a sweet spot</a:t>
            </a:r>
            <a:endParaRPr sz="1200"/>
          </a:p>
          <a:p>
            <a:pPr marL="0" indent="0">
              <a:lnSpc>
                <a:spcPct val="115000"/>
              </a:lnSpc>
              <a:buNone/>
            </a:pPr>
            <a:r>
              <a:rPr sz="1200">
                <a:solidFill>
                  <a:srgbClr val="333333"/>
                </a:solidFill>
                <a:latin typeface="Arial"/>
                <a:ea typeface="Arial"/>
                <a:cs typeface="Arial"/>
              </a:rPr>
              <a:t>Cacheable resources, client-shaped graphs and low-latency streams are different problems with different best answers.</a:t>
            </a:r>
            <a:endParaRPr sz="1200"/>
          </a:p>
        </p:txBody>
      </p:sp>
      <p:sp>
        <p:nvSpPr>
          <p:cNvPr id="17" name="Shape 13">
            <a:extLst>
              <a:ext uri="{FF2B5EF4-FFF2-40B4-BE49-F238E27FC236}">
                <a16:creationId xmlns:a16="http://schemas.microsoft.com/office/drawing/2014/main" id="{78478343-ADC9-40F9-A55E-7637172396B1}"/>
              </a:ext>
            </a:extLst>
          </p:cNvPr>
          <p:cNvSpPr>
            <a:spLocks noGrp="1"/>
          </p:cNvSpPr>
          <p:nvPr/>
        </p:nvSpPr>
        <p:spPr>
          <a:xfrm>
            <a:off x="8089900" y="2159000"/>
            <a:ext cx="3587750" cy="21590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18" name="Shape 14">
            <a:extLst>
              <a:ext uri="{FF2B5EF4-FFF2-40B4-BE49-F238E27FC236}">
                <a16:creationId xmlns:a16="http://schemas.microsoft.com/office/drawing/2014/main" id="{83F1CDD0-52F5-4DCC-86A2-37C858659C42}"/>
              </a:ext>
            </a:extLst>
          </p:cNvPr>
          <p:cNvSpPr>
            <a:spLocks noGrp="1"/>
          </p:cNvSpPr>
          <p:nvPr/>
        </p:nvSpPr>
        <p:spPr>
          <a:xfrm>
            <a:off x="8089900" y="2159000"/>
            <a:ext cx="3587750" cy="50800"/>
          </a:xfrm>
          <a:prstGeom prst="rect">
            <a:avLst/>
          </a:prstGeom>
          <a:solidFill>
            <a:srgbClr val="DA1884"/>
          </a:solidFill>
        </p:spPr>
        <p:txBody>
          <a:bodyPr/>
          <a:lstStyle/>
          <a:p>
            <a:endParaRPr/>
          </a:p>
        </p:txBody>
      </p:sp>
      <p:sp>
        <p:nvSpPr>
          <p:cNvPr id="19" name="Text 15">
            <a:extLst>
              <a:ext uri="{FF2B5EF4-FFF2-40B4-BE49-F238E27FC236}">
                <a16:creationId xmlns:a16="http://schemas.microsoft.com/office/drawing/2014/main" id="{112DFBC1-EF82-4D25-8B59-30656E16BEC0}"/>
              </a:ext>
            </a:extLst>
          </p:cNvPr>
          <p:cNvSpPr>
            <a:spLocks noGrp="1"/>
          </p:cNvSpPr>
          <p:nvPr/>
        </p:nvSpPr>
        <p:spPr>
          <a:xfrm>
            <a:off x="8318500" y="2387600"/>
            <a:ext cx="3130550" cy="1752600"/>
          </a:xfrm>
          <a:prstGeom prst="rect">
            <a:avLst/>
          </a:prstGeom>
          <a:noFill/>
        </p:spPr>
        <p:txBody>
          <a:bodyPr wrap="square" lIns="0" tIns="0" rIns="0" bIns="0" anchor="t"/>
          <a:lstStyle/>
          <a:p>
            <a:pPr marL="0" indent="0">
              <a:lnSpc>
                <a:spcPct val="115000"/>
              </a:lnSpc>
              <a:spcAft>
                <a:spcPts val="800"/>
              </a:spcAft>
              <a:buNone/>
            </a:pPr>
            <a:r>
              <a:rPr sz="1200" b="1">
                <a:solidFill>
                  <a:srgbClr val="DA1884"/>
                </a:solidFill>
                <a:latin typeface="Arial"/>
                <a:ea typeface="Arial"/>
                <a:cs typeface="Arial"/>
              </a:rPr>
              <a:t>03 · THE APPROACH</a:t>
            </a:r>
            <a:endParaRPr sz="1200"/>
          </a:p>
          <a:p>
            <a:pPr marL="0" indent="0">
              <a:lnSpc>
                <a:spcPct val="115000"/>
              </a:lnSpc>
              <a:spcAft>
                <a:spcPts val="800"/>
              </a:spcAft>
              <a:buNone/>
            </a:pPr>
            <a:r>
              <a:rPr sz="1500" b="1">
                <a:solidFill>
                  <a:srgbClr val="141414"/>
                </a:solidFill>
                <a:latin typeface="Arial"/>
                <a:ea typeface="Arial"/>
                <a:cs typeface="Arial"/>
              </a:rPr>
              <a:t>Choose per operation</a:t>
            </a:r>
            <a:endParaRPr sz="1200"/>
          </a:p>
          <a:p>
            <a:pPr marL="0" indent="0">
              <a:lnSpc>
                <a:spcPct val="115000"/>
              </a:lnSpc>
              <a:buNone/>
            </a:pPr>
            <a:r>
              <a:rPr sz="1200">
                <a:solidFill>
                  <a:srgbClr val="333333"/>
                </a:solidFill>
                <a:latin typeface="Arial"/>
                <a:ea typeface="Arial"/>
                <a:cs typeface="Arial"/>
              </a:rPr>
              <a:t>Most systems benefit from more than one protocol, as long as each contract stays typed, versioned and visible.</a:t>
            </a:r>
            <a:endParaRPr sz="1200"/>
          </a:p>
        </p:txBody>
      </p:sp>
      <p:sp>
        <p:nvSpPr>
          <p:cNvPr id="20" name="Shape 16">
            <a:extLst>
              <a:ext uri="{FF2B5EF4-FFF2-40B4-BE49-F238E27FC236}">
                <a16:creationId xmlns:a16="http://schemas.microsoft.com/office/drawing/2014/main" id="{208FFAEB-3E8B-4D66-BDC1-1ECBA8BD1D64}"/>
              </a:ext>
            </a:extLst>
          </p:cNvPr>
          <p:cNvSpPr>
            <a:spLocks noGrp="1"/>
          </p:cNvSpPr>
          <p:nvPr/>
        </p:nvSpPr>
        <p:spPr>
          <a:xfrm>
            <a:off x="508000" y="4572000"/>
            <a:ext cx="11176000" cy="6350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21" name="Shape 17">
            <a:extLst>
              <a:ext uri="{FF2B5EF4-FFF2-40B4-BE49-F238E27FC236}">
                <a16:creationId xmlns:a16="http://schemas.microsoft.com/office/drawing/2014/main" id="{ADC9B779-F5A7-4924-84E3-AF420E12D810}"/>
              </a:ext>
            </a:extLst>
          </p:cNvPr>
          <p:cNvSpPr>
            <a:spLocks noGrp="1"/>
          </p:cNvSpPr>
          <p:nvPr/>
        </p:nvSpPr>
        <p:spPr>
          <a:xfrm>
            <a:off x="508000" y="4572000"/>
            <a:ext cx="76200" cy="635000"/>
          </a:xfrm>
          <a:prstGeom prst="rect">
            <a:avLst/>
          </a:prstGeom>
          <a:solidFill>
            <a:srgbClr val="DA1884"/>
          </a:solidFill>
        </p:spPr>
        <p:txBody>
          <a:bodyPr/>
          <a:lstStyle/>
          <a:p>
            <a:endParaRPr/>
          </a:p>
        </p:txBody>
      </p:sp>
      <p:sp>
        <p:nvSpPr>
          <p:cNvPr id="22" name="Text 18">
            <a:extLst>
              <a:ext uri="{FF2B5EF4-FFF2-40B4-BE49-F238E27FC236}">
                <a16:creationId xmlns:a16="http://schemas.microsoft.com/office/drawing/2014/main" id="{E4137315-9DEA-47AC-AA88-762474CBCEA4}"/>
              </a:ext>
            </a:extLst>
          </p:cNvPr>
          <p:cNvSpPr>
            <a:spLocks noGrp="1"/>
          </p:cNvSpPr>
          <p:nvPr/>
        </p:nvSpPr>
        <p:spPr>
          <a:xfrm>
            <a:off x="787400" y="4572000"/>
            <a:ext cx="10668000" cy="635000"/>
          </a:xfrm>
          <a:prstGeom prst="rect">
            <a:avLst/>
          </a:prstGeom>
          <a:noFill/>
        </p:spPr>
        <p:txBody>
          <a:bodyPr wrap="square" lIns="0" tIns="0" rIns="0" bIns="0" anchor="ctr"/>
          <a:lstStyle/>
          <a:p>
            <a:pPr marL="0" indent="0">
              <a:lnSpc>
                <a:spcPct val="115000"/>
              </a:lnSpc>
              <a:buNone/>
            </a:pPr>
            <a:r>
              <a:rPr sz="1200" b="1">
                <a:solidFill>
                  <a:srgbClr val="141414"/>
                </a:solidFill>
                <a:latin typeface="Arial"/>
                <a:ea typeface="Arial"/>
                <a:cs typeface="Arial"/>
              </a:rPr>
              <a:t>The question is not which protocol wins.  </a:t>
            </a:r>
            <a:r>
              <a:rPr sz="1200">
                <a:solidFill>
                  <a:srgbClr val="141414"/>
                </a:solidFill>
                <a:latin typeface="Arial"/>
                <a:ea typeface="Arial"/>
                <a:cs typeface="Arial"/>
              </a:rPr>
              <a:t>It is which one fits the operation in front of you. Most production systems run more than one.</a:t>
            </a:r>
            <a:endParaRPr sz="1200"/>
          </a:p>
        </p:txBody>
      </p:sp>
    </p:spTree>
    <p:extLst>
      <p:ext uri="{BB962C8B-B14F-4D97-AF65-F5344CB8AC3E}">
        <p14:creationId xmlns:p14="http://schemas.microsoft.com/office/powerpoint/2010/main" val="14373038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a:extLst>
              <a:ext uri="{FF2B5EF4-FFF2-40B4-BE49-F238E27FC236}">
                <a16:creationId xmlns:a16="http://schemas.microsoft.com/office/drawing/2014/main" id="{CE40AB11-53CB-4AD7-AB74-A33E655230C1}"/>
              </a:ext>
            </a:extLst>
          </p:cNvPr>
          <p:cNvPicPr>
            <a:picLocks noChangeAspect="1"/>
          </p:cNvPicPr>
          <p:nvPr/>
        </p:nvPicPr>
        <p:blipFill>
          <a:blip r:embed="rId3"/>
          <a:stretch>
            <a:fillRect/>
          </a:stretch>
        </p:blipFill>
        <p:spPr>
          <a:xfrm>
            <a:off x="508000" y="152400"/>
            <a:ext cx="990600" cy="406400"/>
          </a:xfrm>
          <a:prstGeom prst="rect">
            <a:avLst/>
          </a:prstGeom>
        </p:spPr>
      </p:pic>
      <p:sp>
        <p:nvSpPr>
          <p:cNvPr id="3" name="Text 0">
            <a:extLst>
              <a:ext uri="{FF2B5EF4-FFF2-40B4-BE49-F238E27FC236}">
                <a16:creationId xmlns:a16="http://schemas.microsoft.com/office/drawing/2014/main" id="{F7CD0D3F-6127-4D36-822D-57B710B86517}"/>
              </a:ext>
            </a:extLst>
          </p:cNvPr>
          <p:cNvSpPr>
            <a:spLocks noGrp="1"/>
          </p:cNvSpPr>
          <p:nvPr/>
        </p:nvSpPr>
        <p:spPr>
          <a:xfrm>
            <a:off x="3556000" y="406400"/>
            <a:ext cx="5080000" cy="190500"/>
          </a:xfrm>
          <a:prstGeom prst="rect">
            <a:avLst/>
          </a:prstGeom>
          <a:noFill/>
        </p:spPr>
        <p:txBody>
          <a:bodyPr wrap="square" lIns="0" tIns="0" rIns="0" bIns="0" anchor="t"/>
          <a:lstStyle/>
          <a:p>
            <a:pPr marL="0" indent="0" algn="ctr">
              <a:lnSpc>
                <a:spcPct val="110000"/>
              </a:lnSpc>
              <a:buNone/>
            </a:pPr>
            <a:r>
              <a:rPr sz="1000" dirty="0">
                <a:solidFill>
                  <a:srgbClr val="6B6B6B"/>
                </a:solidFill>
                <a:latin typeface="Arial"/>
                <a:ea typeface="Arial"/>
                <a:cs typeface="Arial"/>
              </a:rPr>
              <a:t>Protocol Studio  —  REST · GraphQL · gRPC</a:t>
            </a:r>
            <a:endParaRPr sz="1000" dirty="0"/>
          </a:p>
        </p:txBody>
      </p:sp>
      <p:sp>
        <p:nvSpPr>
          <p:cNvPr id="4" name="Text 1">
            <a:extLst>
              <a:ext uri="{FF2B5EF4-FFF2-40B4-BE49-F238E27FC236}">
                <a16:creationId xmlns:a16="http://schemas.microsoft.com/office/drawing/2014/main" id="{287B3773-7F6E-4AF5-BAB8-C5CEDB0671B8}"/>
              </a:ext>
            </a:extLst>
          </p:cNvPr>
          <p:cNvSpPr>
            <a:spLocks noGrp="1"/>
          </p:cNvSpPr>
          <p:nvPr/>
        </p:nvSpPr>
        <p:spPr>
          <a:xfrm>
            <a:off x="6350000" y="406400"/>
            <a:ext cx="5334000" cy="190500"/>
          </a:xfrm>
          <a:prstGeom prst="rect">
            <a:avLst/>
          </a:prstGeom>
          <a:noFill/>
        </p:spPr>
        <p:txBody>
          <a:bodyPr wrap="square" lIns="0" tIns="0" rIns="0" bIns="0" anchor="t"/>
          <a:lstStyle/>
          <a:p>
            <a:pPr marL="0" indent="0" algn="r">
              <a:lnSpc>
                <a:spcPct val="110000"/>
              </a:lnSpc>
              <a:buNone/>
            </a:pPr>
            <a:r>
              <a:rPr sz="1000" b="1">
                <a:solidFill>
                  <a:srgbClr val="DA1884"/>
                </a:solidFill>
                <a:latin typeface="Arial"/>
                <a:ea typeface="Arial"/>
                <a:cs typeface="Arial"/>
              </a:rPr>
              <a:t>THE LANDSCAPE</a:t>
            </a:r>
            <a:endParaRPr sz="1000"/>
          </a:p>
        </p:txBody>
      </p:sp>
      <p:sp>
        <p:nvSpPr>
          <p:cNvPr id="5" name="Text 2">
            <a:extLst>
              <a:ext uri="{FF2B5EF4-FFF2-40B4-BE49-F238E27FC236}">
                <a16:creationId xmlns:a16="http://schemas.microsoft.com/office/drawing/2014/main" id="{CBA2E848-DDB6-403E-8018-D3E8083237C5}"/>
              </a:ext>
            </a:extLst>
          </p:cNvPr>
          <p:cNvSpPr>
            <a:spLocks noGrp="1"/>
          </p:cNvSpPr>
          <p:nvPr/>
        </p:nvSpPr>
        <p:spPr>
          <a:xfrm>
            <a:off x="508000" y="6578600"/>
            <a:ext cx="8890000" cy="177800"/>
          </a:xfrm>
          <a:prstGeom prst="rect">
            <a:avLst/>
          </a:prstGeom>
          <a:noFill/>
        </p:spPr>
        <p:txBody>
          <a:bodyPr wrap="square" lIns="0" tIns="0" rIns="0" bIns="0" anchor="t"/>
          <a:lstStyle/>
          <a:p>
            <a:pPr marL="0" indent="0" algn="l">
              <a:lnSpc>
                <a:spcPct val="110000"/>
              </a:lnSpc>
              <a:buNone/>
            </a:pPr>
            <a:r>
              <a:rPr sz="900">
                <a:solidFill>
                  <a:srgbClr val="9E9E9E"/>
                </a:solidFill>
                <a:latin typeface="Arial"/>
                <a:ea typeface="Arial"/>
                <a:cs typeface="Arial"/>
              </a:rPr>
              <a:t>Insight Proprietary &amp; Confidential.  Do Not Copy or Distribute.  © 2026 Insight.  All Rights Reserved.</a:t>
            </a:r>
            <a:endParaRPr sz="900"/>
          </a:p>
        </p:txBody>
      </p:sp>
      <p:sp>
        <p:nvSpPr>
          <p:cNvPr id="6" name="Text 3">
            <a:extLst>
              <a:ext uri="{FF2B5EF4-FFF2-40B4-BE49-F238E27FC236}">
                <a16:creationId xmlns:a16="http://schemas.microsoft.com/office/drawing/2014/main" id="{E415ED70-0F5C-4206-8486-93FD939563F6}"/>
              </a:ext>
            </a:extLst>
          </p:cNvPr>
          <p:cNvSpPr>
            <a:spLocks noGrp="1"/>
          </p:cNvSpPr>
          <p:nvPr/>
        </p:nvSpPr>
        <p:spPr>
          <a:xfrm>
            <a:off x="10922000" y="6578600"/>
            <a:ext cx="762000" cy="177800"/>
          </a:xfrm>
          <a:prstGeom prst="rect">
            <a:avLst/>
          </a:prstGeom>
          <a:noFill/>
        </p:spPr>
        <p:txBody>
          <a:bodyPr wrap="square" lIns="0" tIns="0" rIns="0" bIns="0" anchor="t"/>
          <a:lstStyle/>
          <a:p>
            <a:pPr marL="0" indent="0" algn="r">
              <a:lnSpc>
                <a:spcPct val="110000"/>
              </a:lnSpc>
              <a:buNone/>
            </a:pPr>
            <a:r>
              <a:rPr sz="900">
                <a:solidFill>
                  <a:srgbClr val="9E9E9E"/>
                </a:solidFill>
                <a:latin typeface="Arial"/>
                <a:ea typeface="Arial"/>
                <a:cs typeface="Arial"/>
              </a:rPr>
              <a:t>8</a:t>
            </a:r>
            <a:endParaRPr sz="900"/>
          </a:p>
        </p:txBody>
      </p:sp>
      <p:sp>
        <p:nvSpPr>
          <p:cNvPr id="7" name="Text 4">
            <a:extLst>
              <a:ext uri="{FF2B5EF4-FFF2-40B4-BE49-F238E27FC236}">
                <a16:creationId xmlns:a16="http://schemas.microsoft.com/office/drawing/2014/main" id="{06BD48DB-ECEF-4DCE-B971-9E0E5B46A8BB}"/>
              </a:ext>
            </a:extLst>
          </p:cNvPr>
          <p:cNvSpPr>
            <a:spLocks noGrp="1"/>
          </p:cNvSpPr>
          <p:nvPr/>
        </p:nvSpPr>
        <p:spPr>
          <a:xfrm>
            <a:off x="508000" y="889000"/>
            <a:ext cx="11176000" cy="215900"/>
          </a:xfrm>
          <a:prstGeom prst="rect">
            <a:avLst/>
          </a:prstGeom>
          <a:noFill/>
        </p:spPr>
        <p:txBody>
          <a:bodyPr wrap="square" lIns="0" tIns="0" rIns="0" bIns="0" anchor="t"/>
          <a:lstStyle/>
          <a:p>
            <a:pPr marL="0" indent="0" algn="l">
              <a:lnSpc>
                <a:spcPct val="110000"/>
              </a:lnSpc>
              <a:buNone/>
            </a:pPr>
            <a:r>
              <a:rPr sz="1200" b="1">
                <a:solidFill>
                  <a:srgbClr val="DA1884"/>
                </a:solidFill>
                <a:latin typeface="Arial"/>
                <a:ea typeface="Arial"/>
                <a:cs typeface="Arial"/>
              </a:rPr>
              <a:t>SIDE BY SIDE</a:t>
            </a:r>
            <a:endParaRPr sz="1200"/>
          </a:p>
        </p:txBody>
      </p:sp>
      <p:sp>
        <p:nvSpPr>
          <p:cNvPr id="8" name="Text 5">
            <a:extLst>
              <a:ext uri="{FF2B5EF4-FFF2-40B4-BE49-F238E27FC236}">
                <a16:creationId xmlns:a16="http://schemas.microsoft.com/office/drawing/2014/main" id="{54B3DC02-01AA-4875-BF93-421F0D7BAA05}"/>
              </a:ext>
            </a:extLst>
          </p:cNvPr>
          <p:cNvSpPr>
            <a:spLocks noGrp="1"/>
          </p:cNvSpPr>
          <p:nvPr/>
        </p:nvSpPr>
        <p:spPr>
          <a:xfrm>
            <a:off x="508000" y="1130300"/>
            <a:ext cx="11176000" cy="482600"/>
          </a:xfrm>
          <a:prstGeom prst="rect">
            <a:avLst/>
          </a:prstGeom>
          <a:noFill/>
        </p:spPr>
        <p:txBody>
          <a:bodyPr wrap="square" lIns="0" tIns="0" rIns="0" bIns="0" anchor="t"/>
          <a:lstStyle/>
          <a:p>
            <a:pPr marL="0" indent="0" algn="l">
              <a:lnSpc>
                <a:spcPct val="110000"/>
              </a:lnSpc>
              <a:buNone/>
            </a:pPr>
            <a:r>
              <a:rPr sz="3000" b="1">
                <a:solidFill>
                  <a:srgbClr val="141414"/>
                </a:solidFill>
                <a:latin typeface="Arial"/>
                <a:ea typeface="Arial"/>
                <a:cs typeface="Arial"/>
              </a:rPr>
              <a:t>Key Comparisons</a:t>
            </a:r>
            <a:endParaRPr sz="3000"/>
          </a:p>
        </p:txBody>
      </p:sp>
      <p:sp>
        <p:nvSpPr>
          <p:cNvPr id="9" name="Text 6">
            <a:extLst>
              <a:ext uri="{FF2B5EF4-FFF2-40B4-BE49-F238E27FC236}">
                <a16:creationId xmlns:a16="http://schemas.microsoft.com/office/drawing/2014/main" id="{F015BDBF-22FD-47DD-8E5F-1F2A69FB0B0E}"/>
              </a:ext>
            </a:extLst>
          </p:cNvPr>
          <p:cNvSpPr>
            <a:spLocks noGrp="1"/>
          </p:cNvSpPr>
          <p:nvPr/>
        </p:nvSpPr>
        <p:spPr>
          <a:xfrm>
            <a:off x="508000" y="1663700"/>
            <a:ext cx="11176000" cy="254000"/>
          </a:xfrm>
          <a:prstGeom prst="rect">
            <a:avLst/>
          </a:prstGeom>
          <a:noFill/>
        </p:spPr>
        <p:txBody>
          <a:bodyPr wrap="square" lIns="0" tIns="0" rIns="0" bIns="0" anchor="t"/>
          <a:lstStyle/>
          <a:p>
            <a:pPr marL="0" indent="0" algn="l">
              <a:lnSpc>
                <a:spcPct val="110000"/>
              </a:lnSpc>
              <a:buNone/>
            </a:pPr>
            <a:r>
              <a:rPr sz="1400">
                <a:solidFill>
                  <a:srgbClr val="6B6B6B"/>
                </a:solidFill>
                <a:latin typeface="Arial"/>
                <a:ea typeface="Arial"/>
                <a:cs typeface="Arial"/>
              </a:rPr>
              <a:t>The same questions asked of each protocol. There are no bad answers, only different fits.</a:t>
            </a:r>
            <a:endParaRPr sz="1400"/>
          </a:p>
        </p:txBody>
      </p:sp>
      <p:graphicFrame>
        <p:nvGraphicFramePr>
          <p:cNvPr id="10" name="Table 0">
            <a:extLst>
              <a:ext uri="{FF2B5EF4-FFF2-40B4-BE49-F238E27FC236}">
                <a16:creationId xmlns:a16="http://schemas.microsoft.com/office/drawing/2014/main" id="{6F002C75-CFFD-4F61-94DF-E5B7454FA9D4}"/>
              </a:ext>
            </a:extLst>
          </p:cNvPr>
          <p:cNvGraphicFramePr/>
          <p:nvPr/>
        </p:nvGraphicFramePr>
        <p:xfrm>
          <a:off x="508000" y="2159000"/>
          <a:ext cx="11176000" cy="3429000"/>
        </p:xfrm>
        <a:graphic>
          <a:graphicData uri="http://schemas.openxmlformats.org/drawingml/2006/table">
            <a:tbl>
              <a:tblPr/>
              <a:tblGrid>
                <a:gridCol w="212344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gridCol w="3017520">
                  <a:extLst>
                    <a:ext uri="{9D8B030D-6E8A-4147-A177-3AD203B41FA5}">
                      <a16:colId xmlns:a16="http://schemas.microsoft.com/office/drawing/2014/main" val="20003"/>
                    </a:ext>
                  </a:extLst>
                </a:gridCol>
              </a:tblGrid>
              <a:tr h="381000">
                <a:tc>
                  <a:txBody>
                    <a:bodyPr/>
                    <a:lstStyle/>
                    <a:p>
                      <a:pPr marL="0" indent="0">
                        <a:buNone/>
                      </a:pPr>
                      <a:r>
                        <a:rPr sz="1200" b="1">
                          <a:solidFill>
                            <a:srgbClr val="FFFFFF"/>
                          </a:solidFill>
                          <a:latin typeface="Arial"/>
                          <a:ea typeface="Arial"/>
                          <a:cs typeface="Arial"/>
                        </a:rPr>
                        <a:t>Feature</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DA1884"/>
                    </a:solidFill>
                  </a:tcPr>
                </a:tc>
                <a:tc>
                  <a:txBody>
                    <a:bodyPr/>
                    <a:lstStyle/>
                    <a:p>
                      <a:pPr marL="0" indent="0">
                        <a:buNone/>
                      </a:pPr>
                      <a:r>
                        <a:rPr sz="1200" b="1">
                          <a:solidFill>
                            <a:srgbClr val="FFFFFF"/>
                          </a:solidFill>
                          <a:latin typeface="Arial"/>
                          <a:ea typeface="Arial"/>
                          <a:cs typeface="Arial"/>
                        </a:rPr>
                        <a:t>REST</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DA1884"/>
                    </a:solidFill>
                  </a:tcPr>
                </a:tc>
                <a:tc>
                  <a:txBody>
                    <a:bodyPr/>
                    <a:lstStyle/>
                    <a:p>
                      <a:pPr marL="0" indent="0">
                        <a:buNone/>
                      </a:pPr>
                      <a:r>
                        <a:rPr sz="1200" b="1">
                          <a:solidFill>
                            <a:srgbClr val="FFFFFF"/>
                          </a:solidFill>
                          <a:latin typeface="Arial"/>
                          <a:ea typeface="Arial"/>
                          <a:cs typeface="Arial"/>
                        </a:rPr>
                        <a:t>GraphQL</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DA1884"/>
                    </a:solidFill>
                  </a:tcPr>
                </a:tc>
                <a:tc>
                  <a:txBody>
                    <a:bodyPr/>
                    <a:lstStyle/>
                    <a:p>
                      <a:pPr marL="0" indent="0">
                        <a:buNone/>
                      </a:pPr>
                      <a:r>
                        <a:rPr sz="1200" b="1" dirty="0">
                          <a:solidFill>
                            <a:srgbClr val="FFFFFF"/>
                          </a:solidFill>
                          <a:latin typeface="Arial"/>
                          <a:ea typeface="Arial"/>
                          <a:cs typeface="Arial"/>
                        </a:rPr>
                        <a:t>gRPC</a:t>
                      </a:r>
                      <a:endParaRPr sz="1200" dirty="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DA1884"/>
                    </a:solidFill>
                  </a:tcPr>
                </a:tc>
                <a:extLst>
                  <a:ext uri="{0D108BD9-81ED-4DB2-BD59-A6C34878D82A}">
                    <a16:rowId xmlns:a16="http://schemas.microsoft.com/office/drawing/2014/main" val="10000"/>
                  </a:ext>
                </a:extLst>
              </a:tr>
              <a:tr h="381000">
                <a:tc>
                  <a:txBody>
                    <a:bodyPr/>
                    <a:lstStyle/>
                    <a:p>
                      <a:pPr marL="0" indent="0">
                        <a:buNone/>
                      </a:pPr>
                      <a:r>
                        <a:rPr sz="1200" b="1">
                          <a:solidFill>
                            <a:srgbClr val="141414"/>
                          </a:solidFill>
                          <a:latin typeface="Arial"/>
                          <a:ea typeface="Arial"/>
                          <a:cs typeface="Arial"/>
                        </a:rPr>
                        <a:t>Transport</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tc>
                  <a:txBody>
                    <a:bodyPr/>
                    <a:lstStyle/>
                    <a:p>
                      <a:pPr marL="0" indent="0">
                        <a:buNone/>
                      </a:pPr>
                      <a:r>
                        <a:rPr sz="1200">
                          <a:solidFill>
                            <a:srgbClr val="333333"/>
                          </a:solidFill>
                          <a:latin typeface="Arial"/>
                          <a:ea typeface="Arial"/>
                          <a:cs typeface="Arial"/>
                        </a:rPr>
                        <a:t>HTTP/1.1, HTTP/2 or HTTP/3</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tc>
                  <a:txBody>
                    <a:bodyPr/>
                    <a:lstStyle/>
                    <a:p>
                      <a:pPr marL="0" indent="0">
                        <a:buNone/>
                      </a:pPr>
                      <a:r>
                        <a:rPr sz="1200">
                          <a:solidFill>
                            <a:srgbClr val="333333"/>
                          </a:solidFill>
                          <a:latin typeface="Arial"/>
                          <a:ea typeface="Arial"/>
                          <a:cs typeface="Arial"/>
                        </a:rPr>
                        <a:t>HTTP, usually one POST endpoint</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tc>
                  <a:txBody>
                    <a:bodyPr/>
                    <a:lstStyle/>
                    <a:p>
                      <a:pPr marL="0" indent="0">
                        <a:buNone/>
                      </a:pPr>
                      <a:r>
                        <a:rPr sz="1200">
                          <a:solidFill>
                            <a:srgbClr val="333333"/>
                          </a:solidFill>
                          <a:latin typeface="Arial"/>
                          <a:ea typeface="Arial"/>
                          <a:cs typeface="Arial"/>
                        </a:rPr>
                        <a:t>HTTP/2 (required)</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extLst>
                  <a:ext uri="{0D108BD9-81ED-4DB2-BD59-A6C34878D82A}">
                    <a16:rowId xmlns:a16="http://schemas.microsoft.com/office/drawing/2014/main" val="10001"/>
                  </a:ext>
                </a:extLst>
              </a:tr>
              <a:tr h="381000">
                <a:tc>
                  <a:txBody>
                    <a:bodyPr/>
                    <a:lstStyle/>
                    <a:p>
                      <a:pPr marL="0" indent="0">
                        <a:buNone/>
                      </a:pPr>
                      <a:r>
                        <a:rPr sz="1200" b="1">
                          <a:solidFill>
                            <a:srgbClr val="141414"/>
                          </a:solidFill>
                          <a:latin typeface="Arial"/>
                          <a:ea typeface="Arial"/>
                          <a:cs typeface="Arial"/>
                        </a:rPr>
                        <a:t>Payload</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FFFFF"/>
                    </a:solidFill>
                  </a:tcPr>
                </a:tc>
                <a:tc>
                  <a:txBody>
                    <a:bodyPr/>
                    <a:lstStyle/>
                    <a:p>
                      <a:pPr marL="0" indent="0">
                        <a:buNone/>
                      </a:pPr>
                      <a:r>
                        <a:rPr sz="1200">
                          <a:solidFill>
                            <a:srgbClr val="333333"/>
                          </a:solidFill>
                          <a:latin typeface="Arial"/>
                          <a:ea typeface="Arial"/>
                          <a:cs typeface="Arial"/>
                        </a:rPr>
                        <a:t>JSON (any media type)</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FFFFF"/>
                    </a:solidFill>
                  </a:tcPr>
                </a:tc>
                <a:tc>
                  <a:txBody>
                    <a:bodyPr/>
                    <a:lstStyle/>
                    <a:p>
                      <a:pPr marL="0" indent="0">
                        <a:buNone/>
                      </a:pPr>
                      <a:r>
                        <a:rPr sz="1200">
                          <a:solidFill>
                            <a:srgbClr val="333333"/>
                          </a:solidFill>
                          <a:latin typeface="Arial"/>
                          <a:ea typeface="Arial"/>
                          <a:cs typeface="Arial"/>
                        </a:rPr>
                        <a:t>JSON</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FFFFF"/>
                    </a:solidFill>
                  </a:tcPr>
                </a:tc>
                <a:tc>
                  <a:txBody>
                    <a:bodyPr/>
                    <a:lstStyle/>
                    <a:p>
                      <a:pPr marL="0" indent="0">
                        <a:buNone/>
                      </a:pPr>
                      <a:r>
                        <a:rPr sz="1200">
                          <a:solidFill>
                            <a:srgbClr val="333333"/>
                          </a:solidFill>
                          <a:latin typeface="Arial"/>
                          <a:ea typeface="Arial"/>
                          <a:cs typeface="Arial"/>
                        </a:rPr>
                        <a:t>Protobuf, binary</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FFFFF"/>
                    </a:solidFill>
                  </a:tcPr>
                </a:tc>
                <a:extLst>
                  <a:ext uri="{0D108BD9-81ED-4DB2-BD59-A6C34878D82A}">
                    <a16:rowId xmlns:a16="http://schemas.microsoft.com/office/drawing/2014/main" val="10002"/>
                  </a:ext>
                </a:extLst>
              </a:tr>
              <a:tr h="381000">
                <a:tc>
                  <a:txBody>
                    <a:bodyPr/>
                    <a:lstStyle/>
                    <a:p>
                      <a:pPr marL="0" indent="0">
                        <a:buNone/>
                      </a:pPr>
                      <a:r>
                        <a:rPr sz="1200" b="1">
                          <a:solidFill>
                            <a:srgbClr val="141414"/>
                          </a:solidFill>
                          <a:latin typeface="Arial"/>
                          <a:ea typeface="Arial"/>
                          <a:cs typeface="Arial"/>
                        </a:rPr>
                        <a:t>Contract</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tc>
                  <a:txBody>
                    <a:bodyPr/>
                    <a:lstStyle/>
                    <a:p>
                      <a:pPr marL="0" indent="0">
                        <a:buNone/>
                      </a:pPr>
                      <a:r>
                        <a:rPr sz="1200">
                          <a:solidFill>
                            <a:srgbClr val="333333"/>
                          </a:solidFill>
                          <a:latin typeface="Arial"/>
                          <a:ea typeface="Arial"/>
                          <a:cs typeface="Arial"/>
                        </a:rPr>
                        <a:t>OpenAPI (optional)</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tc>
                  <a:txBody>
                    <a:bodyPr/>
                    <a:lstStyle/>
                    <a:p>
                      <a:pPr marL="0" indent="0">
                        <a:buNone/>
                      </a:pPr>
                      <a:r>
                        <a:rPr sz="1200">
                          <a:solidFill>
                            <a:srgbClr val="333333"/>
                          </a:solidFill>
                          <a:latin typeface="Arial"/>
                          <a:ea typeface="Arial"/>
                          <a:cs typeface="Arial"/>
                        </a:rPr>
                        <a:t>SDL schema (required)</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tc>
                  <a:txBody>
                    <a:bodyPr/>
                    <a:lstStyle/>
                    <a:p>
                      <a:pPr marL="0" indent="0">
                        <a:buNone/>
                      </a:pPr>
                      <a:r>
                        <a:rPr sz="1200">
                          <a:solidFill>
                            <a:srgbClr val="333333"/>
                          </a:solidFill>
                          <a:latin typeface="Arial"/>
                          <a:ea typeface="Arial"/>
                          <a:cs typeface="Arial"/>
                        </a:rPr>
                        <a:t>.proto file (required)</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extLst>
                  <a:ext uri="{0D108BD9-81ED-4DB2-BD59-A6C34878D82A}">
                    <a16:rowId xmlns:a16="http://schemas.microsoft.com/office/drawing/2014/main" val="10003"/>
                  </a:ext>
                </a:extLst>
              </a:tr>
              <a:tr h="381000">
                <a:tc>
                  <a:txBody>
                    <a:bodyPr/>
                    <a:lstStyle/>
                    <a:p>
                      <a:pPr marL="0" indent="0">
                        <a:buNone/>
                      </a:pPr>
                      <a:r>
                        <a:rPr sz="1200" b="1">
                          <a:solidFill>
                            <a:srgbClr val="141414"/>
                          </a:solidFill>
                          <a:latin typeface="Arial"/>
                          <a:ea typeface="Arial"/>
                          <a:cs typeface="Arial"/>
                        </a:rPr>
                        <a:t>Data shape</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FFFFF"/>
                    </a:solidFill>
                  </a:tcPr>
                </a:tc>
                <a:tc>
                  <a:txBody>
                    <a:bodyPr/>
                    <a:lstStyle/>
                    <a:p>
                      <a:pPr marL="0" indent="0">
                        <a:buNone/>
                      </a:pPr>
                      <a:r>
                        <a:rPr sz="1200">
                          <a:solidFill>
                            <a:srgbClr val="333333"/>
                          </a:solidFill>
                          <a:latin typeface="Arial"/>
                          <a:ea typeface="Arial"/>
                          <a:cs typeface="Arial"/>
                        </a:rPr>
                        <a:t>Fixed per endpoint</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FFFFF"/>
                    </a:solidFill>
                  </a:tcPr>
                </a:tc>
                <a:tc>
                  <a:txBody>
                    <a:bodyPr/>
                    <a:lstStyle/>
                    <a:p>
                      <a:pPr marL="0" indent="0">
                        <a:buNone/>
                      </a:pPr>
                      <a:r>
                        <a:rPr sz="1200">
                          <a:solidFill>
                            <a:srgbClr val="333333"/>
                          </a:solidFill>
                          <a:latin typeface="Arial"/>
                          <a:ea typeface="Arial"/>
                          <a:cs typeface="Arial"/>
                        </a:rPr>
                        <a:t>Client selects fields</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FFFFF"/>
                    </a:solidFill>
                  </a:tcPr>
                </a:tc>
                <a:tc>
                  <a:txBody>
                    <a:bodyPr/>
                    <a:lstStyle/>
                    <a:p>
                      <a:pPr marL="0" indent="0">
                        <a:buNone/>
                      </a:pPr>
                      <a:r>
                        <a:rPr sz="1200">
                          <a:solidFill>
                            <a:srgbClr val="333333"/>
                          </a:solidFill>
                          <a:latin typeface="Arial"/>
                          <a:ea typeface="Arial"/>
                          <a:cs typeface="Arial"/>
                        </a:rPr>
                        <a:t>Fixed per RPC, strongly typed</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FFFFF"/>
                    </a:solidFill>
                  </a:tcPr>
                </a:tc>
                <a:extLst>
                  <a:ext uri="{0D108BD9-81ED-4DB2-BD59-A6C34878D82A}">
                    <a16:rowId xmlns:a16="http://schemas.microsoft.com/office/drawing/2014/main" val="10004"/>
                  </a:ext>
                </a:extLst>
              </a:tr>
              <a:tr h="381000">
                <a:tc>
                  <a:txBody>
                    <a:bodyPr/>
                    <a:lstStyle/>
                    <a:p>
                      <a:pPr marL="0" indent="0">
                        <a:buNone/>
                      </a:pPr>
                      <a:r>
                        <a:rPr sz="1200" b="1">
                          <a:solidFill>
                            <a:srgbClr val="141414"/>
                          </a:solidFill>
                          <a:latin typeface="Arial"/>
                          <a:ea typeface="Arial"/>
                          <a:cs typeface="Arial"/>
                        </a:rPr>
                        <a:t>Caching</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tc>
                  <a:txBody>
                    <a:bodyPr/>
                    <a:lstStyle/>
                    <a:p>
                      <a:pPr marL="0" indent="0">
                        <a:buNone/>
                      </a:pPr>
                      <a:r>
                        <a:rPr sz="1200">
                          <a:solidFill>
                            <a:srgbClr val="333333"/>
                          </a:solidFill>
                          <a:latin typeface="Arial"/>
                          <a:ea typeface="Arial"/>
                          <a:cs typeface="Arial"/>
                        </a:rPr>
                        <a:t>Native HTTP and CDN caching</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tc>
                  <a:txBody>
                    <a:bodyPr/>
                    <a:lstStyle/>
                    <a:p>
                      <a:pPr marL="0" indent="0">
                        <a:buNone/>
                      </a:pPr>
                      <a:r>
                        <a:rPr sz="1200">
                          <a:solidFill>
                            <a:srgbClr val="333333"/>
                          </a:solidFill>
                          <a:latin typeface="Arial"/>
                          <a:ea typeface="Arial"/>
                          <a:cs typeface="Arial"/>
                        </a:rPr>
                        <a:t>Client-side or persisted queries</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tc>
                  <a:txBody>
                    <a:bodyPr/>
                    <a:lstStyle/>
                    <a:p>
                      <a:pPr marL="0" indent="0">
                        <a:buNone/>
                      </a:pPr>
                      <a:r>
                        <a:rPr sz="1200">
                          <a:solidFill>
                            <a:srgbClr val="333333"/>
                          </a:solidFill>
                          <a:latin typeface="Arial"/>
                          <a:ea typeface="Arial"/>
                          <a:cs typeface="Arial"/>
                        </a:rPr>
                        <a:t>Application-level</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extLst>
                  <a:ext uri="{0D108BD9-81ED-4DB2-BD59-A6C34878D82A}">
                    <a16:rowId xmlns:a16="http://schemas.microsoft.com/office/drawing/2014/main" val="10005"/>
                  </a:ext>
                </a:extLst>
              </a:tr>
              <a:tr h="381000">
                <a:tc>
                  <a:txBody>
                    <a:bodyPr/>
                    <a:lstStyle/>
                    <a:p>
                      <a:pPr marL="0" indent="0">
                        <a:buNone/>
                      </a:pPr>
                      <a:r>
                        <a:rPr sz="1200" b="1">
                          <a:solidFill>
                            <a:srgbClr val="141414"/>
                          </a:solidFill>
                          <a:latin typeface="Arial"/>
                          <a:ea typeface="Arial"/>
                          <a:cs typeface="Arial"/>
                        </a:rPr>
                        <a:t>Streaming</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FFFFF"/>
                    </a:solidFill>
                  </a:tcPr>
                </a:tc>
                <a:tc>
                  <a:txBody>
                    <a:bodyPr/>
                    <a:lstStyle/>
                    <a:p>
                      <a:pPr marL="0" indent="0">
                        <a:buNone/>
                      </a:pPr>
                      <a:r>
                        <a:rPr sz="1200">
                          <a:solidFill>
                            <a:srgbClr val="333333"/>
                          </a:solidFill>
                          <a:latin typeface="Arial"/>
                          <a:ea typeface="Arial"/>
                          <a:cs typeface="Arial"/>
                        </a:rPr>
                        <a:t>SSE or chunked responses</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FFFFF"/>
                    </a:solidFill>
                  </a:tcPr>
                </a:tc>
                <a:tc>
                  <a:txBody>
                    <a:bodyPr/>
                    <a:lstStyle/>
                    <a:p>
                      <a:pPr marL="0" indent="0">
                        <a:buNone/>
                      </a:pPr>
                      <a:r>
                        <a:rPr sz="1200">
                          <a:solidFill>
                            <a:srgbClr val="333333"/>
                          </a:solidFill>
                          <a:latin typeface="Arial"/>
                          <a:ea typeface="Arial"/>
                          <a:cs typeface="Arial"/>
                        </a:rPr>
                        <a:t>Subscriptions</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FFFFF"/>
                    </a:solidFill>
                  </a:tcPr>
                </a:tc>
                <a:tc>
                  <a:txBody>
                    <a:bodyPr/>
                    <a:lstStyle/>
                    <a:p>
                      <a:pPr marL="0" indent="0">
                        <a:buNone/>
                      </a:pPr>
                      <a:r>
                        <a:rPr sz="1200">
                          <a:solidFill>
                            <a:srgbClr val="333333"/>
                          </a:solidFill>
                          <a:latin typeface="Arial"/>
                          <a:ea typeface="Arial"/>
                          <a:cs typeface="Arial"/>
                        </a:rPr>
                        <a:t>Server, client and bidirectional</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FFFFF"/>
                    </a:solidFill>
                  </a:tcPr>
                </a:tc>
                <a:extLst>
                  <a:ext uri="{0D108BD9-81ED-4DB2-BD59-A6C34878D82A}">
                    <a16:rowId xmlns:a16="http://schemas.microsoft.com/office/drawing/2014/main" val="10006"/>
                  </a:ext>
                </a:extLst>
              </a:tr>
              <a:tr h="381000">
                <a:tc>
                  <a:txBody>
                    <a:bodyPr/>
                    <a:lstStyle/>
                    <a:p>
                      <a:pPr marL="0" indent="0">
                        <a:buNone/>
                      </a:pPr>
                      <a:r>
                        <a:rPr sz="1200" b="1">
                          <a:solidFill>
                            <a:srgbClr val="141414"/>
                          </a:solidFill>
                          <a:latin typeface="Arial"/>
                          <a:ea typeface="Arial"/>
                          <a:cs typeface="Arial"/>
                        </a:rPr>
                        <a:t>Browser support</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tc>
                  <a:txBody>
                    <a:bodyPr/>
                    <a:lstStyle/>
                    <a:p>
                      <a:pPr marL="0" indent="0">
                        <a:buNone/>
                      </a:pPr>
                      <a:r>
                        <a:rPr sz="1200">
                          <a:solidFill>
                            <a:srgbClr val="333333"/>
                          </a:solidFill>
                          <a:latin typeface="Arial"/>
                          <a:ea typeface="Arial"/>
                          <a:cs typeface="Arial"/>
                        </a:rPr>
                        <a:t>Native</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tc>
                  <a:txBody>
                    <a:bodyPr/>
                    <a:lstStyle/>
                    <a:p>
                      <a:pPr marL="0" indent="0">
                        <a:buNone/>
                      </a:pPr>
                      <a:r>
                        <a:rPr sz="1200">
                          <a:solidFill>
                            <a:srgbClr val="333333"/>
                          </a:solidFill>
                          <a:latin typeface="Arial"/>
                          <a:ea typeface="Arial"/>
                          <a:cs typeface="Arial"/>
                        </a:rPr>
                        <a:t>Native</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tc>
                  <a:txBody>
                    <a:bodyPr/>
                    <a:lstStyle/>
                    <a:p>
                      <a:pPr marL="0" indent="0">
                        <a:buNone/>
                      </a:pPr>
                      <a:r>
                        <a:rPr sz="1200">
                          <a:solidFill>
                            <a:srgbClr val="333333"/>
                          </a:solidFill>
                          <a:latin typeface="Arial"/>
                          <a:ea typeface="Arial"/>
                          <a:cs typeface="Arial"/>
                        </a:rPr>
                        <a:t>Needs gRPC-Web or a bridge</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extLst>
                  <a:ext uri="{0D108BD9-81ED-4DB2-BD59-A6C34878D82A}">
                    <a16:rowId xmlns:a16="http://schemas.microsoft.com/office/drawing/2014/main" val="10007"/>
                  </a:ext>
                </a:extLst>
              </a:tr>
              <a:tr h="381000">
                <a:tc>
                  <a:txBody>
                    <a:bodyPr/>
                    <a:lstStyle/>
                    <a:p>
                      <a:pPr marL="0" indent="0">
                        <a:buNone/>
                      </a:pPr>
                      <a:r>
                        <a:rPr sz="1200" b="1">
                          <a:solidFill>
                            <a:srgbClr val="141414"/>
                          </a:solidFill>
                          <a:latin typeface="Arial"/>
                          <a:ea typeface="Arial"/>
                          <a:cs typeface="Arial"/>
                        </a:rPr>
                        <a:t>Best fit</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FFFFF"/>
                    </a:solidFill>
                  </a:tcPr>
                </a:tc>
                <a:tc>
                  <a:txBody>
                    <a:bodyPr/>
                    <a:lstStyle/>
                    <a:p>
                      <a:pPr marL="0" indent="0">
                        <a:buNone/>
                      </a:pPr>
                      <a:r>
                        <a:rPr sz="1200">
                          <a:solidFill>
                            <a:srgbClr val="333333"/>
                          </a:solidFill>
                          <a:latin typeface="Arial"/>
                          <a:ea typeface="Arial"/>
                          <a:cs typeface="Arial"/>
                        </a:rPr>
                        <a:t>Public and resource APIs</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FFFFF"/>
                    </a:solidFill>
                  </a:tcPr>
                </a:tc>
                <a:tc>
                  <a:txBody>
                    <a:bodyPr/>
                    <a:lstStyle/>
                    <a:p>
                      <a:pPr marL="0" indent="0">
                        <a:buNone/>
                      </a:pPr>
                      <a:r>
                        <a:rPr sz="1200">
                          <a:solidFill>
                            <a:srgbClr val="333333"/>
                          </a:solidFill>
                          <a:latin typeface="Arial"/>
                          <a:ea typeface="Arial"/>
                          <a:cs typeface="Arial"/>
                        </a:rPr>
                        <a:t>Client-driven nested data</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FFFFF"/>
                    </a:solidFill>
                  </a:tcPr>
                </a:tc>
                <a:tc>
                  <a:txBody>
                    <a:bodyPr/>
                    <a:lstStyle/>
                    <a:p>
                      <a:pPr marL="0" indent="0">
                        <a:buNone/>
                      </a:pPr>
                      <a:r>
                        <a:rPr sz="1200">
                          <a:solidFill>
                            <a:srgbClr val="333333"/>
                          </a:solidFill>
                          <a:latin typeface="Arial"/>
                          <a:ea typeface="Arial"/>
                          <a:cs typeface="Arial"/>
                        </a:rPr>
                        <a:t>Service-to-service, low latency</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FFFFF"/>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6559086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a:extLst>
              <a:ext uri="{FF2B5EF4-FFF2-40B4-BE49-F238E27FC236}">
                <a16:creationId xmlns:a16="http://schemas.microsoft.com/office/drawing/2014/main" id="{534E0358-DEDF-4CF5-AC63-BB0FBB4AB30A}"/>
              </a:ext>
            </a:extLst>
          </p:cNvPr>
          <p:cNvPicPr>
            <a:picLocks noChangeAspect="1"/>
          </p:cNvPicPr>
          <p:nvPr/>
        </p:nvPicPr>
        <p:blipFill>
          <a:blip r:embed="rId3"/>
          <a:stretch>
            <a:fillRect/>
          </a:stretch>
        </p:blipFill>
        <p:spPr>
          <a:xfrm>
            <a:off x="508000" y="152400"/>
            <a:ext cx="990600" cy="406400"/>
          </a:xfrm>
          <a:prstGeom prst="rect">
            <a:avLst/>
          </a:prstGeom>
        </p:spPr>
      </p:pic>
      <p:sp>
        <p:nvSpPr>
          <p:cNvPr id="3" name="Text 0">
            <a:extLst>
              <a:ext uri="{FF2B5EF4-FFF2-40B4-BE49-F238E27FC236}">
                <a16:creationId xmlns:a16="http://schemas.microsoft.com/office/drawing/2014/main" id="{CAE118FA-AF1F-411C-BD24-9082DF1594F4}"/>
              </a:ext>
            </a:extLst>
          </p:cNvPr>
          <p:cNvSpPr>
            <a:spLocks noGrp="1"/>
          </p:cNvSpPr>
          <p:nvPr/>
        </p:nvSpPr>
        <p:spPr>
          <a:xfrm>
            <a:off x="3556000" y="406400"/>
            <a:ext cx="5080000" cy="190500"/>
          </a:xfrm>
          <a:prstGeom prst="rect">
            <a:avLst/>
          </a:prstGeom>
          <a:noFill/>
        </p:spPr>
        <p:txBody>
          <a:bodyPr wrap="square" lIns="0" tIns="0" rIns="0" bIns="0" anchor="t"/>
          <a:lstStyle/>
          <a:p>
            <a:pPr marL="0" indent="0" algn="ctr">
              <a:lnSpc>
                <a:spcPct val="110000"/>
              </a:lnSpc>
              <a:buNone/>
            </a:pPr>
            <a:r>
              <a:rPr sz="1000" dirty="0">
                <a:solidFill>
                  <a:srgbClr val="6B6B6B"/>
                </a:solidFill>
                <a:latin typeface="Arial"/>
                <a:ea typeface="Arial"/>
                <a:cs typeface="Arial"/>
              </a:rPr>
              <a:t>Protocol Studio  —  REST · GraphQL · gRPC</a:t>
            </a:r>
            <a:endParaRPr sz="1000" dirty="0"/>
          </a:p>
        </p:txBody>
      </p:sp>
      <p:sp>
        <p:nvSpPr>
          <p:cNvPr id="4" name="Text 1">
            <a:extLst>
              <a:ext uri="{FF2B5EF4-FFF2-40B4-BE49-F238E27FC236}">
                <a16:creationId xmlns:a16="http://schemas.microsoft.com/office/drawing/2014/main" id="{E661F94F-2FEE-4EE4-8CAF-2DE8BD02B75C}"/>
              </a:ext>
            </a:extLst>
          </p:cNvPr>
          <p:cNvSpPr>
            <a:spLocks noGrp="1"/>
          </p:cNvSpPr>
          <p:nvPr/>
        </p:nvSpPr>
        <p:spPr>
          <a:xfrm>
            <a:off x="6350000" y="406400"/>
            <a:ext cx="5334000" cy="190500"/>
          </a:xfrm>
          <a:prstGeom prst="rect">
            <a:avLst/>
          </a:prstGeom>
          <a:noFill/>
        </p:spPr>
        <p:txBody>
          <a:bodyPr wrap="square" lIns="0" tIns="0" rIns="0" bIns="0" anchor="t"/>
          <a:lstStyle/>
          <a:p>
            <a:pPr marL="0" indent="0" algn="r">
              <a:lnSpc>
                <a:spcPct val="110000"/>
              </a:lnSpc>
              <a:buNone/>
            </a:pPr>
            <a:r>
              <a:rPr sz="1000" b="1">
                <a:solidFill>
                  <a:srgbClr val="DA1884"/>
                </a:solidFill>
                <a:latin typeface="Arial"/>
                <a:ea typeface="Arial"/>
                <a:cs typeface="Arial"/>
              </a:rPr>
              <a:t>THE LANDSCAPE</a:t>
            </a:r>
            <a:endParaRPr sz="1000"/>
          </a:p>
        </p:txBody>
      </p:sp>
      <p:sp>
        <p:nvSpPr>
          <p:cNvPr id="5" name="Text 2">
            <a:extLst>
              <a:ext uri="{FF2B5EF4-FFF2-40B4-BE49-F238E27FC236}">
                <a16:creationId xmlns:a16="http://schemas.microsoft.com/office/drawing/2014/main" id="{77F2A769-FC53-4741-AE6A-EAE7845D8F52}"/>
              </a:ext>
            </a:extLst>
          </p:cNvPr>
          <p:cNvSpPr>
            <a:spLocks noGrp="1"/>
          </p:cNvSpPr>
          <p:nvPr/>
        </p:nvSpPr>
        <p:spPr>
          <a:xfrm>
            <a:off x="508000" y="6578600"/>
            <a:ext cx="8890000" cy="177800"/>
          </a:xfrm>
          <a:prstGeom prst="rect">
            <a:avLst/>
          </a:prstGeom>
          <a:noFill/>
        </p:spPr>
        <p:txBody>
          <a:bodyPr wrap="square" lIns="0" tIns="0" rIns="0" bIns="0" anchor="t"/>
          <a:lstStyle/>
          <a:p>
            <a:pPr marL="0" indent="0" algn="l">
              <a:lnSpc>
                <a:spcPct val="110000"/>
              </a:lnSpc>
              <a:buNone/>
            </a:pPr>
            <a:r>
              <a:rPr sz="900">
                <a:solidFill>
                  <a:srgbClr val="9E9E9E"/>
                </a:solidFill>
                <a:latin typeface="Arial"/>
                <a:ea typeface="Arial"/>
                <a:cs typeface="Arial"/>
              </a:rPr>
              <a:t>Insight Proprietary &amp; Confidential.  Do Not Copy or Distribute.  © 2026 Insight.  All Rights Reserved.</a:t>
            </a:r>
            <a:endParaRPr sz="900"/>
          </a:p>
        </p:txBody>
      </p:sp>
      <p:sp>
        <p:nvSpPr>
          <p:cNvPr id="6" name="Text 3">
            <a:extLst>
              <a:ext uri="{FF2B5EF4-FFF2-40B4-BE49-F238E27FC236}">
                <a16:creationId xmlns:a16="http://schemas.microsoft.com/office/drawing/2014/main" id="{FDB8BDF8-704A-437E-9719-4C67D5948F55}"/>
              </a:ext>
            </a:extLst>
          </p:cNvPr>
          <p:cNvSpPr>
            <a:spLocks noGrp="1"/>
          </p:cNvSpPr>
          <p:nvPr/>
        </p:nvSpPr>
        <p:spPr>
          <a:xfrm>
            <a:off x="10922000" y="6578600"/>
            <a:ext cx="762000" cy="177800"/>
          </a:xfrm>
          <a:prstGeom prst="rect">
            <a:avLst/>
          </a:prstGeom>
          <a:noFill/>
        </p:spPr>
        <p:txBody>
          <a:bodyPr wrap="square" lIns="0" tIns="0" rIns="0" bIns="0" anchor="t"/>
          <a:lstStyle/>
          <a:p>
            <a:pPr marL="0" indent="0" algn="r">
              <a:lnSpc>
                <a:spcPct val="110000"/>
              </a:lnSpc>
              <a:buNone/>
            </a:pPr>
            <a:r>
              <a:rPr sz="900">
                <a:solidFill>
                  <a:srgbClr val="9E9E9E"/>
                </a:solidFill>
                <a:latin typeface="Arial"/>
                <a:ea typeface="Arial"/>
                <a:cs typeface="Arial"/>
              </a:rPr>
              <a:t>9</a:t>
            </a:r>
            <a:endParaRPr sz="900"/>
          </a:p>
        </p:txBody>
      </p:sp>
      <p:sp>
        <p:nvSpPr>
          <p:cNvPr id="7" name="Text 4">
            <a:extLst>
              <a:ext uri="{FF2B5EF4-FFF2-40B4-BE49-F238E27FC236}">
                <a16:creationId xmlns:a16="http://schemas.microsoft.com/office/drawing/2014/main" id="{F2CD3CED-8727-4C2A-B6BB-C9488F61D7DB}"/>
              </a:ext>
            </a:extLst>
          </p:cNvPr>
          <p:cNvSpPr>
            <a:spLocks noGrp="1"/>
          </p:cNvSpPr>
          <p:nvPr/>
        </p:nvSpPr>
        <p:spPr>
          <a:xfrm>
            <a:off x="508000" y="889000"/>
            <a:ext cx="11176000" cy="215900"/>
          </a:xfrm>
          <a:prstGeom prst="rect">
            <a:avLst/>
          </a:prstGeom>
          <a:noFill/>
        </p:spPr>
        <p:txBody>
          <a:bodyPr wrap="square" lIns="0" tIns="0" rIns="0" bIns="0" anchor="t"/>
          <a:lstStyle/>
          <a:p>
            <a:pPr marL="0" indent="0" algn="l">
              <a:lnSpc>
                <a:spcPct val="110000"/>
              </a:lnSpc>
              <a:buNone/>
            </a:pPr>
            <a:r>
              <a:rPr sz="1200" b="1">
                <a:solidFill>
                  <a:srgbClr val="DA1884"/>
                </a:solidFill>
                <a:latin typeface="Arial"/>
                <a:ea typeface="Arial"/>
                <a:cs typeface="Arial"/>
              </a:rPr>
              <a:t>DEMO DATA SET</a:t>
            </a:r>
            <a:endParaRPr sz="1200"/>
          </a:p>
        </p:txBody>
      </p:sp>
      <p:sp>
        <p:nvSpPr>
          <p:cNvPr id="8" name="Text 5">
            <a:extLst>
              <a:ext uri="{FF2B5EF4-FFF2-40B4-BE49-F238E27FC236}">
                <a16:creationId xmlns:a16="http://schemas.microsoft.com/office/drawing/2014/main" id="{5396423D-425B-4B9C-A0CE-D5CC7EDFF6F4}"/>
              </a:ext>
            </a:extLst>
          </p:cNvPr>
          <p:cNvSpPr>
            <a:spLocks noGrp="1"/>
          </p:cNvSpPr>
          <p:nvPr/>
        </p:nvSpPr>
        <p:spPr>
          <a:xfrm>
            <a:off x="508000" y="1130300"/>
            <a:ext cx="11176000" cy="482600"/>
          </a:xfrm>
          <a:prstGeom prst="rect">
            <a:avLst/>
          </a:prstGeom>
          <a:noFill/>
        </p:spPr>
        <p:txBody>
          <a:bodyPr wrap="square" lIns="0" tIns="0" rIns="0" bIns="0" anchor="t"/>
          <a:lstStyle/>
          <a:p>
            <a:pPr marL="0" indent="0" algn="l">
              <a:lnSpc>
                <a:spcPct val="110000"/>
              </a:lnSpc>
              <a:buNone/>
            </a:pPr>
            <a:r>
              <a:rPr sz="3000" b="1">
                <a:solidFill>
                  <a:srgbClr val="141414"/>
                </a:solidFill>
                <a:latin typeface="Arial"/>
                <a:ea typeface="Arial"/>
                <a:cs typeface="Arial"/>
              </a:rPr>
              <a:t>One Catalog Behind All Three Protocols</a:t>
            </a:r>
            <a:endParaRPr sz="3000"/>
          </a:p>
        </p:txBody>
      </p:sp>
      <p:sp>
        <p:nvSpPr>
          <p:cNvPr id="9" name="Text 6">
            <a:extLst>
              <a:ext uri="{FF2B5EF4-FFF2-40B4-BE49-F238E27FC236}">
                <a16:creationId xmlns:a16="http://schemas.microsoft.com/office/drawing/2014/main" id="{6A9732A1-67CF-4458-A23D-D87ACDBCBC41}"/>
              </a:ext>
            </a:extLst>
          </p:cNvPr>
          <p:cNvSpPr>
            <a:spLocks noGrp="1"/>
          </p:cNvSpPr>
          <p:nvPr/>
        </p:nvSpPr>
        <p:spPr>
          <a:xfrm>
            <a:off x="508000" y="1663700"/>
            <a:ext cx="11176000" cy="254000"/>
          </a:xfrm>
          <a:prstGeom prst="rect">
            <a:avLst/>
          </a:prstGeom>
          <a:noFill/>
        </p:spPr>
        <p:txBody>
          <a:bodyPr wrap="square" lIns="0" tIns="0" rIns="0" bIns="0" anchor="t"/>
          <a:lstStyle/>
          <a:p>
            <a:pPr marL="0" indent="0" algn="l">
              <a:lnSpc>
                <a:spcPct val="110000"/>
              </a:lnSpc>
              <a:buNone/>
            </a:pPr>
            <a:r>
              <a:rPr sz="1400">
                <a:solidFill>
                  <a:srgbClr val="6B6B6B"/>
                </a:solidFill>
                <a:latin typeface="Arial"/>
                <a:ea typeface="Arial"/>
                <a:cs typeface="Arial"/>
              </a:rPr>
              <a:t>Original ship data and film links, enriched with selected character appearances and verified flight crew.</a:t>
            </a:r>
            <a:endParaRPr sz="1400"/>
          </a:p>
        </p:txBody>
      </p:sp>
      <p:sp>
        <p:nvSpPr>
          <p:cNvPr id="11" name="Shape 7">
            <a:extLst>
              <a:ext uri="{FF2B5EF4-FFF2-40B4-BE49-F238E27FC236}">
                <a16:creationId xmlns:a16="http://schemas.microsoft.com/office/drawing/2014/main" id="{0A663169-F88A-4873-ACD3-DD5FB02863DC}"/>
              </a:ext>
            </a:extLst>
          </p:cNvPr>
          <p:cNvSpPr>
            <a:spLocks noGrp="1"/>
          </p:cNvSpPr>
          <p:nvPr/>
        </p:nvSpPr>
        <p:spPr>
          <a:xfrm>
            <a:off x="508000" y="2222500"/>
            <a:ext cx="2984500" cy="24765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12" name="Shape 8">
            <a:extLst>
              <a:ext uri="{FF2B5EF4-FFF2-40B4-BE49-F238E27FC236}">
                <a16:creationId xmlns:a16="http://schemas.microsoft.com/office/drawing/2014/main" id="{B424A755-0DF0-4038-A172-99382A5A8BFD}"/>
              </a:ext>
            </a:extLst>
          </p:cNvPr>
          <p:cNvSpPr>
            <a:spLocks noGrp="1"/>
          </p:cNvSpPr>
          <p:nvPr/>
        </p:nvSpPr>
        <p:spPr>
          <a:xfrm>
            <a:off x="508000" y="2222500"/>
            <a:ext cx="2984500" cy="50800"/>
          </a:xfrm>
          <a:prstGeom prst="rect">
            <a:avLst/>
          </a:prstGeom>
          <a:solidFill>
            <a:srgbClr val="DA1884"/>
          </a:solidFill>
        </p:spPr>
        <p:txBody>
          <a:bodyPr/>
          <a:lstStyle/>
          <a:p>
            <a:endParaRPr/>
          </a:p>
        </p:txBody>
      </p:sp>
      <p:sp>
        <p:nvSpPr>
          <p:cNvPr id="13" name="Text 9">
            <a:extLst>
              <a:ext uri="{FF2B5EF4-FFF2-40B4-BE49-F238E27FC236}">
                <a16:creationId xmlns:a16="http://schemas.microsoft.com/office/drawing/2014/main" id="{1312E6BC-4BB6-4D5C-A489-A9642B4B16E1}"/>
              </a:ext>
            </a:extLst>
          </p:cNvPr>
          <p:cNvSpPr>
            <a:spLocks noGrp="1"/>
          </p:cNvSpPr>
          <p:nvPr/>
        </p:nvSpPr>
        <p:spPr>
          <a:xfrm>
            <a:off x="736600" y="2451100"/>
            <a:ext cx="2540000" cy="215900"/>
          </a:xfrm>
          <a:prstGeom prst="rect">
            <a:avLst/>
          </a:prstGeom>
          <a:noFill/>
        </p:spPr>
        <p:txBody>
          <a:bodyPr wrap="square" lIns="0" tIns="0" rIns="0" bIns="0" anchor="t"/>
          <a:lstStyle/>
          <a:p>
            <a:pPr marL="0" indent="0" algn="l">
              <a:lnSpc>
                <a:spcPct val="110000"/>
              </a:lnSpc>
              <a:buNone/>
            </a:pPr>
            <a:r>
              <a:rPr sz="1200" b="1">
                <a:solidFill>
                  <a:srgbClr val="DA1884"/>
                </a:solidFill>
                <a:latin typeface="Arial"/>
                <a:ea typeface="Arial"/>
                <a:cs typeface="Arial"/>
              </a:rPr>
              <a:t>STARSHIPS</a:t>
            </a:r>
            <a:endParaRPr sz="1200"/>
          </a:p>
        </p:txBody>
      </p:sp>
      <p:sp>
        <p:nvSpPr>
          <p:cNvPr id="14" name="Text 10">
            <a:extLst>
              <a:ext uri="{FF2B5EF4-FFF2-40B4-BE49-F238E27FC236}">
                <a16:creationId xmlns:a16="http://schemas.microsoft.com/office/drawing/2014/main" id="{FC6DB5CB-1CDF-4601-A350-F33C06D9A36D}"/>
              </a:ext>
            </a:extLst>
          </p:cNvPr>
          <p:cNvSpPr>
            <a:spLocks noGrp="1"/>
          </p:cNvSpPr>
          <p:nvPr/>
        </p:nvSpPr>
        <p:spPr>
          <a:xfrm>
            <a:off x="736600" y="2730500"/>
            <a:ext cx="2540000" cy="825500"/>
          </a:xfrm>
          <a:prstGeom prst="rect">
            <a:avLst/>
          </a:prstGeom>
          <a:noFill/>
        </p:spPr>
        <p:txBody>
          <a:bodyPr wrap="square" lIns="0" tIns="0" rIns="0" bIns="0" anchor="t"/>
          <a:lstStyle/>
          <a:p>
            <a:pPr marL="0" indent="0" algn="l">
              <a:lnSpc>
                <a:spcPct val="110000"/>
              </a:lnSpc>
              <a:buNone/>
            </a:pPr>
            <a:r>
              <a:rPr sz="6000" b="1">
                <a:solidFill>
                  <a:srgbClr val="141414"/>
                </a:solidFill>
                <a:latin typeface="Arial"/>
                <a:ea typeface="Arial"/>
                <a:cs typeface="Arial"/>
              </a:rPr>
              <a:t>19</a:t>
            </a:r>
            <a:endParaRPr sz="6000"/>
          </a:p>
        </p:txBody>
      </p:sp>
      <p:sp>
        <p:nvSpPr>
          <p:cNvPr id="15" name="Text 11">
            <a:extLst>
              <a:ext uri="{FF2B5EF4-FFF2-40B4-BE49-F238E27FC236}">
                <a16:creationId xmlns:a16="http://schemas.microsoft.com/office/drawing/2014/main" id="{F276F32E-90F4-4C0C-B5F7-90D471DA951D}"/>
              </a:ext>
            </a:extLst>
          </p:cNvPr>
          <p:cNvSpPr>
            <a:spLocks noGrp="1"/>
          </p:cNvSpPr>
          <p:nvPr/>
        </p:nvSpPr>
        <p:spPr>
          <a:xfrm>
            <a:off x="736600" y="3746500"/>
            <a:ext cx="2540000" cy="762000"/>
          </a:xfrm>
          <a:prstGeom prst="rect">
            <a:avLst/>
          </a:prstGeom>
          <a:noFill/>
        </p:spPr>
        <p:txBody>
          <a:bodyPr wrap="square" lIns="0" tIns="0" rIns="0" bIns="0" anchor="t"/>
          <a:lstStyle/>
          <a:p>
            <a:pPr marL="0" indent="0" algn="l">
              <a:lnSpc>
                <a:spcPct val="120000"/>
              </a:lnSpc>
              <a:buNone/>
            </a:pPr>
            <a:r>
              <a:rPr sz="1200">
                <a:solidFill>
                  <a:srgbClr val="333333"/>
                </a:solidFill>
                <a:latin typeface="Arial"/>
                <a:ea typeface="Arial"/>
                <a:cs typeface="Arial"/>
              </a:rPr>
              <a:t>Name, max speed and length, from the CR90 corvette to the Millennium Falcon.</a:t>
            </a:r>
            <a:endParaRPr sz="1200"/>
          </a:p>
        </p:txBody>
      </p:sp>
      <p:sp>
        <p:nvSpPr>
          <p:cNvPr id="16" name="Shape 12">
            <a:extLst>
              <a:ext uri="{FF2B5EF4-FFF2-40B4-BE49-F238E27FC236}">
                <a16:creationId xmlns:a16="http://schemas.microsoft.com/office/drawing/2014/main" id="{74295D02-A49C-47EA-971E-C9617DE2E4E8}"/>
              </a:ext>
            </a:extLst>
          </p:cNvPr>
          <p:cNvSpPr>
            <a:spLocks noGrp="1"/>
          </p:cNvSpPr>
          <p:nvPr/>
        </p:nvSpPr>
        <p:spPr>
          <a:xfrm>
            <a:off x="4603750" y="2222500"/>
            <a:ext cx="2984500" cy="24765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17" name="Shape 13">
            <a:extLst>
              <a:ext uri="{FF2B5EF4-FFF2-40B4-BE49-F238E27FC236}">
                <a16:creationId xmlns:a16="http://schemas.microsoft.com/office/drawing/2014/main" id="{F0BB2038-CEFE-4CB7-BC01-1FF92637A7C1}"/>
              </a:ext>
            </a:extLst>
          </p:cNvPr>
          <p:cNvSpPr>
            <a:spLocks noGrp="1"/>
          </p:cNvSpPr>
          <p:nvPr/>
        </p:nvSpPr>
        <p:spPr>
          <a:xfrm>
            <a:off x="4603750" y="2222500"/>
            <a:ext cx="2984500" cy="50800"/>
          </a:xfrm>
          <a:prstGeom prst="rect">
            <a:avLst/>
          </a:prstGeom>
          <a:solidFill>
            <a:srgbClr val="DA1884"/>
          </a:solidFill>
        </p:spPr>
        <p:txBody>
          <a:bodyPr/>
          <a:lstStyle/>
          <a:p>
            <a:endParaRPr/>
          </a:p>
        </p:txBody>
      </p:sp>
      <p:sp>
        <p:nvSpPr>
          <p:cNvPr id="18" name="Text 14">
            <a:extLst>
              <a:ext uri="{FF2B5EF4-FFF2-40B4-BE49-F238E27FC236}">
                <a16:creationId xmlns:a16="http://schemas.microsoft.com/office/drawing/2014/main" id="{E2F0A529-7534-4DE6-850E-B57348F1C6F4}"/>
              </a:ext>
            </a:extLst>
          </p:cNvPr>
          <p:cNvSpPr>
            <a:spLocks noGrp="1"/>
          </p:cNvSpPr>
          <p:nvPr/>
        </p:nvSpPr>
        <p:spPr>
          <a:xfrm>
            <a:off x="4832350" y="2451100"/>
            <a:ext cx="2540000" cy="215900"/>
          </a:xfrm>
          <a:prstGeom prst="rect">
            <a:avLst/>
          </a:prstGeom>
          <a:noFill/>
        </p:spPr>
        <p:txBody>
          <a:bodyPr wrap="square" lIns="0" tIns="0" rIns="0" bIns="0" anchor="t"/>
          <a:lstStyle/>
          <a:p>
            <a:pPr marL="0" indent="0" algn="l">
              <a:lnSpc>
                <a:spcPct val="110000"/>
              </a:lnSpc>
              <a:buNone/>
            </a:pPr>
            <a:r>
              <a:rPr sz="1200" b="1">
                <a:solidFill>
                  <a:srgbClr val="DA1884"/>
                </a:solidFill>
                <a:latin typeface="Arial"/>
                <a:ea typeface="Arial"/>
                <a:cs typeface="Arial"/>
              </a:rPr>
              <a:t>FILMS</a:t>
            </a:r>
            <a:endParaRPr sz="1200"/>
          </a:p>
        </p:txBody>
      </p:sp>
      <p:sp>
        <p:nvSpPr>
          <p:cNvPr id="19" name="Text 15">
            <a:extLst>
              <a:ext uri="{FF2B5EF4-FFF2-40B4-BE49-F238E27FC236}">
                <a16:creationId xmlns:a16="http://schemas.microsoft.com/office/drawing/2014/main" id="{9BC84640-9AF7-4250-9240-84CCF8F10D5A}"/>
              </a:ext>
            </a:extLst>
          </p:cNvPr>
          <p:cNvSpPr>
            <a:spLocks noGrp="1"/>
          </p:cNvSpPr>
          <p:nvPr/>
        </p:nvSpPr>
        <p:spPr>
          <a:xfrm>
            <a:off x="4832350" y="2730500"/>
            <a:ext cx="2540000" cy="825500"/>
          </a:xfrm>
          <a:prstGeom prst="rect">
            <a:avLst/>
          </a:prstGeom>
          <a:noFill/>
        </p:spPr>
        <p:txBody>
          <a:bodyPr wrap="square" lIns="0" tIns="0" rIns="0" bIns="0" anchor="t"/>
          <a:lstStyle/>
          <a:p>
            <a:pPr marL="0" indent="0" algn="l">
              <a:lnSpc>
                <a:spcPct val="110000"/>
              </a:lnSpc>
              <a:buNone/>
            </a:pPr>
            <a:r>
              <a:rPr sz="6000" b="1">
                <a:solidFill>
                  <a:srgbClr val="141414"/>
                </a:solidFill>
                <a:latin typeface="Arial"/>
                <a:ea typeface="Arial"/>
                <a:cs typeface="Arial"/>
              </a:rPr>
              <a:t>6</a:t>
            </a:r>
            <a:endParaRPr sz="6000"/>
          </a:p>
        </p:txBody>
      </p:sp>
      <p:sp>
        <p:nvSpPr>
          <p:cNvPr id="20" name="Text 16">
            <a:extLst>
              <a:ext uri="{FF2B5EF4-FFF2-40B4-BE49-F238E27FC236}">
                <a16:creationId xmlns:a16="http://schemas.microsoft.com/office/drawing/2014/main" id="{4E466ABB-9C09-4A37-9321-279565E2D0B5}"/>
              </a:ext>
            </a:extLst>
          </p:cNvPr>
          <p:cNvSpPr>
            <a:spLocks noGrp="1"/>
          </p:cNvSpPr>
          <p:nvPr/>
        </p:nvSpPr>
        <p:spPr>
          <a:xfrm>
            <a:off x="4832350" y="3746500"/>
            <a:ext cx="2540000" cy="762000"/>
          </a:xfrm>
          <a:prstGeom prst="rect">
            <a:avLst/>
          </a:prstGeom>
          <a:noFill/>
        </p:spPr>
        <p:txBody>
          <a:bodyPr wrap="square" lIns="0" tIns="0" rIns="0" bIns="0" anchor="t"/>
          <a:lstStyle/>
          <a:p>
            <a:pPr marL="0" indent="0" algn="l">
              <a:lnSpc>
                <a:spcPct val="120000"/>
              </a:lnSpc>
              <a:buNone/>
            </a:pPr>
            <a:r>
              <a:rPr sz="1200">
                <a:solidFill>
                  <a:srgbClr val="333333"/>
                </a:solidFill>
                <a:latin typeface="Arial"/>
                <a:ea typeface="Arial"/>
                <a:cs typeface="Arial"/>
              </a:rPr>
              <a:t>A New Hope through Revenge of the Sith.</a:t>
            </a:r>
            <a:endParaRPr sz="1200"/>
          </a:p>
        </p:txBody>
      </p:sp>
      <p:sp>
        <p:nvSpPr>
          <p:cNvPr id="21" name="Shape 17">
            <a:extLst>
              <a:ext uri="{FF2B5EF4-FFF2-40B4-BE49-F238E27FC236}">
                <a16:creationId xmlns:a16="http://schemas.microsoft.com/office/drawing/2014/main" id="{FBC5A470-C9D6-457C-8D4F-A21E08B8638C}"/>
              </a:ext>
            </a:extLst>
          </p:cNvPr>
          <p:cNvSpPr>
            <a:spLocks noGrp="1"/>
          </p:cNvSpPr>
          <p:nvPr/>
        </p:nvSpPr>
        <p:spPr>
          <a:xfrm>
            <a:off x="8699500" y="2222500"/>
            <a:ext cx="2984500" cy="24765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22" name="Shape 18">
            <a:extLst>
              <a:ext uri="{FF2B5EF4-FFF2-40B4-BE49-F238E27FC236}">
                <a16:creationId xmlns:a16="http://schemas.microsoft.com/office/drawing/2014/main" id="{C95635AB-7F21-42A2-B8D1-B63DC396988E}"/>
              </a:ext>
            </a:extLst>
          </p:cNvPr>
          <p:cNvSpPr>
            <a:spLocks noGrp="1"/>
          </p:cNvSpPr>
          <p:nvPr/>
        </p:nvSpPr>
        <p:spPr>
          <a:xfrm>
            <a:off x="8699500" y="2222500"/>
            <a:ext cx="2984500" cy="50800"/>
          </a:xfrm>
          <a:prstGeom prst="rect">
            <a:avLst/>
          </a:prstGeom>
          <a:solidFill>
            <a:srgbClr val="DA1884"/>
          </a:solidFill>
        </p:spPr>
        <p:txBody>
          <a:bodyPr/>
          <a:lstStyle/>
          <a:p>
            <a:endParaRPr/>
          </a:p>
        </p:txBody>
      </p:sp>
      <p:sp>
        <p:nvSpPr>
          <p:cNvPr id="23" name="Text 19">
            <a:extLst>
              <a:ext uri="{FF2B5EF4-FFF2-40B4-BE49-F238E27FC236}">
                <a16:creationId xmlns:a16="http://schemas.microsoft.com/office/drawing/2014/main" id="{7734A06F-0D46-4579-9CA7-2DA109824354}"/>
              </a:ext>
            </a:extLst>
          </p:cNvPr>
          <p:cNvSpPr>
            <a:spLocks noGrp="1"/>
          </p:cNvSpPr>
          <p:nvPr/>
        </p:nvSpPr>
        <p:spPr>
          <a:xfrm>
            <a:off x="8928100" y="2451100"/>
            <a:ext cx="2540000" cy="215900"/>
          </a:xfrm>
          <a:prstGeom prst="rect">
            <a:avLst/>
          </a:prstGeom>
          <a:noFill/>
        </p:spPr>
        <p:txBody>
          <a:bodyPr wrap="square" lIns="0" tIns="0" rIns="0" bIns="0" anchor="t"/>
          <a:lstStyle/>
          <a:p>
            <a:pPr marL="0" indent="0" algn="l">
              <a:lnSpc>
                <a:spcPct val="110000"/>
              </a:lnSpc>
              <a:buNone/>
            </a:pPr>
            <a:r>
              <a:rPr sz="1200" b="1">
                <a:solidFill>
                  <a:srgbClr val="DA1884"/>
                </a:solidFill>
                <a:latin typeface="Arial"/>
                <a:ea typeface="Arial"/>
                <a:cs typeface="Arial"/>
              </a:rPr>
              <a:t>CHARACTERS</a:t>
            </a:r>
            <a:endParaRPr sz="1200"/>
          </a:p>
        </p:txBody>
      </p:sp>
      <p:sp>
        <p:nvSpPr>
          <p:cNvPr id="24" name="Text 20">
            <a:extLst>
              <a:ext uri="{FF2B5EF4-FFF2-40B4-BE49-F238E27FC236}">
                <a16:creationId xmlns:a16="http://schemas.microsoft.com/office/drawing/2014/main" id="{5A050C50-252F-40CA-8046-E696159F4AA6}"/>
              </a:ext>
            </a:extLst>
          </p:cNvPr>
          <p:cNvSpPr>
            <a:spLocks noGrp="1"/>
          </p:cNvSpPr>
          <p:nvPr/>
        </p:nvSpPr>
        <p:spPr>
          <a:xfrm>
            <a:off x="8928100" y="2730500"/>
            <a:ext cx="2540000" cy="825500"/>
          </a:xfrm>
          <a:prstGeom prst="rect">
            <a:avLst/>
          </a:prstGeom>
          <a:noFill/>
        </p:spPr>
        <p:txBody>
          <a:bodyPr wrap="square" lIns="0" tIns="0" rIns="0" bIns="0" anchor="t"/>
          <a:lstStyle/>
          <a:p>
            <a:pPr marL="0" indent="0" algn="l">
              <a:lnSpc>
                <a:spcPct val="110000"/>
              </a:lnSpc>
              <a:buNone/>
            </a:pPr>
            <a:r>
              <a:rPr sz="6000" b="1">
                <a:solidFill>
                  <a:srgbClr val="141414"/>
                </a:solidFill>
                <a:latin typeface="Arial"/>
                <a:ea typeface="Arial"/>
                <a:cs typeface="Arial"/>
              </a:rPr>
              <a:t>18</a:t>
            </a:r>
            <a:endParaRPr sz="6000"/>
          </a:p>
        </p:txBody>
      </p:sp>
      <p:sp>
        <p:nvSpPr>
          <p:cNvPr id="25" name="Text 21">
            <a:extLst>
              <a:ext uri="{FF2B5EF4-FFF2-40B4-BE49-F238E27FC236}">
                <a16:creationId xmlns:a16="http://schemas.microsoft.com/office/drawing/2014/main" id="{6C48B48B-58CA-43BE-A002-6BE923DB93BF}"/>
              </a:ext>
            </a:extLst>
          </p:cNvPr>
          <p:cNvSpPr>
            <a:spLocks noGrp="1"/>
          </p:cNvSpPr>
          <p:nvPr/>
        </p:nvSpPr>
        <p:spPr>
          <a:xfrm>
            <a:off x="8928100" y="3746500"/>
            <a:ext cx="2540000" cy="762000"/>
          </a:xfrm>
          <a:prstGeom prst="rect">
            <a:avLst/>
          </a:prstGeom>
          <a:noFill/>
        </p:spPr>
        <p:txBody>
          <a:bodyPr wrap="square" lIns="0" tIns="0" rIns="0" bIns="0" anchor="t"/>
          <a:lstStyle/>
          <a:p>
            <a:pPr marL="0" indent="0" algn="l">
              <a:lnSpc>
                <a:spcPct val="120000"/>
              </a:lnSpc>
              <a:buNone/>
            </a:pPr>
            <a:r>
              <a:rPr sz="1200">
                <a:solidFill>
                  <a:srgbClr val="333333"/>
                </a:solidFill>
                <a:latin typeface="Arial"/>
                <a:ea typeface="Arial"/>
                <a:cs typeface="Arial"/>
              </a:rPr>
              <a:t>Luke Skywalker, Han Solo, Leia Organa and Chewbacca. A curated selection.</a:t>
            </a:r>
            <a:endParaRPr sz="1200"/>
          </a:p>
        </p:txBody>
      </p:sp>
      <p:sp>
        <p:nvSpPr>
          <p:cNvPr id="26" name="Text 22">
            <a:extLst>
              <a:ext uri="{FF2B5EF4-FFF2-40B4-BE49-F238E27FC236}">
                <a16:creationId xmlns:a16="http://schemas.microsoft.com/office/drawing/2014/main" id="{3707F1BD-322E-44EC-8C33-BD61B5AA21CD}"/>
              </a:ext>
            </a:extLst>
          </p:cNvPr>
          <p:cNvSpPr>
            <a:spLocks noGrp="1"/>
          </p:cNvSpPr>
          <p:nvPr/>
        </p:nvSpPr>
        <p:spPr>
          <a:xfrm>
            <a:off x="3492500" y="3111500"/>
            <a:ext cx="1111250" cy="215900"/>
          </a:xfrm>
          <a:prstGeom prst="rect">
            <a:avLst/>
          </a:prstGeom>
          <a:noFill/>
        </p:spPr>
        <p:txBody>
          <a:bodyPr wrap="square" lIns="0" tIns="0" rIns="0" bIns="0" anchor="t"/>
          <a:lstStyle/>
          <a:p>
            <a:pPr marL="0" indent="0" algn="ctr">
              <a:lnSpc>
                <a:spcPct val="110000"/>
              </a:lnSpc>
              <a:buNone/>
            </a:pPr>
            <a:r>
              <a:rPr sz="1100" b="1">
                <a:solidFill>
                  <a:srgbClr val="6B6B6B"/>
                </a:solidFill>
                <a:latin typeface="Arial"/>
                <a:ea typeface="Arial"/>
                <a:cs typeface="Arial"/>
              </a:rPr>
              <a:t>many-to-many</a:t>
            </a:r>
            <a:endParaRPr sz="1100"/>
          </a:p>
        </p:txBody>
      </p:sp>
      <p:sp>
        <p:nvSpPr>
          <p:cNvPr id="27" name="Shape 23">
            <a:extLst>
              <a:ext uri="{FF2B5EF4-FFF2-40B4-BE49-F238E27FC236}">
                <a16:creationId xmlns:a16="http://schemas.microsoft.com/office/drawing/2014/main" id="{C8782F7B-0DA8-4A3D-B65E-FF423AA3EC3C}"/>
              </a:ext>
            </a:extLst>
          </p:cNvPr>
          <p:cNvSpPr>
            <a:spLocks noGrp="1"/>
          </p:cNvSpPr>
          <p:nvPr/>
        </p:nvSpPr>
        <p:spPr>
          <a:xfrm>
            <a:off x="3568700" y="3403600"/>
            <a:ext cx="457200" cy="203200"/>
          </a:xfrm>
          <a:prstGeom prst="leftArrow">
            <a:avLst/>
          </a:prstGeom>
          <a:solidFill>
            <a:srgbClr val="DA1884"/>
          </a:solidFill>
        </p:spPr>
        <p:txBody>
          <a:bodyPr/>
          <a:lstStyle/>
          <a:p>
            <a:endParaRPr/>
          </a:p>
        </p:txBody>
      </p:sp>
      <p:sp>
        <p:nvSpPr>
          <p:cNvPr id="28" name="Shape 24">
            <a:extLst>
              <a:ext uri="{FF2B5EF4-FFF2-40B4-BE49-F238E27FC236}">
                <a16:creationId xmlns:a16="http://schemas.microsoft.com/office/drawing/2014/main" id="{402E3D21-253D-43F2-B756-E854E3999CEA}"/>
              </a:ext>
            </a:extLst>
          </p:cNvPr>
          <p:cNvSpPr>
            <a:spLocks noGrp="1"/>
          </p:cNvSpPr>
          <p:nvPr/>
        </p:nvSpPr>
        <p:spPr>
          <a:xfrm>
            <a:off x="4064000" y="3403600"/>
            <a:ext cx="457200" cy="203200"/>
          </a:xfrm>
          <a:prstGeom prst="rightArrow">
            <a:avLst/>
          </a:prstGeom>
          <a:solidFill>
            <a:srgbClr val="DA1884"/>
          </a:solidFill>
        </p:spPr>
        <p:txBody>
          <a:bodyPr/>
          <a:lstStyle/>
          <a:p>
            <a:endParaRPr/>
          </a:p>
        </p:txBody>
      </p:sp>
      <p:sp>
        <p:nvSpPr>
          <p:cNvPr id="29" name="Text 25">
            <a:extLst>
              <a:ext uri="{FF2B5EF4-FFF2-40B4-BE49-F238E27FC236}">
                <a16:creationId xmlns:a16="http://schemas.microsoft.com/office/drawing/2014/main" id="{8B16A9E8-6957-4709-885C-882E6D0A6382}"/>
              </a:ext>
            </a:extLst>
          </p:cNvPr>
          <p:cNvSpPr>
            <a:spLocks noGrp="1"/>
          </p:cNvSpPr>
          <p:nvPr/>
        </p:nvSpPr>
        <p:spPr>
          <a:xfrm>
            <a:off x="7588250" y="3111500"/>
            <a:ext cx="1111250" cy="215900"/>
          </a:xfrm>
          <a:prstGeom prst="rect">
            <a:avLst/>
          </a:prstGeom>
          <a:noFill/>
        </p:spPr>
        <p:txBody>
          <a:bodyPr wrap="square" lIns="0" tIns="0" rIns="0" bIns="0" anchor="t"/>
          <a:lstStyle/>
          <a:p>
            <a:pPr marL="0" indent="0" algn="ctr">
              <a:lnSpc>
                <a:spcPct val="110000"/>
              </a:lnSpc>
              <a:buNone/>
            </a:pPr>
            <a:r>
              <a:rPr sz="1100" b="1">
                <a:solidFill>
                  <a:srgbClr val="6B6B6B"/>
                </a:solidFill>
                <a:latin typeface="Arial"/>
                <a:ea typeface="Arial"/>
                <a:cs typeface="Arial"/>
              </a:rPr>
              <a:t>many-to-many</a:t>
            </a:r>
            <a:endParaRPr sz="1100"/>
          </a:p>
        </p:txBody>
      </p:sp>
      <p:sp>
        <p:nvSpPr>
          <p:cNvPr id="30" name="Shape 26">
            <a:extLst>
              <a:ext uri="{FF2B5EF4-FFF2-40B4-BE49-F238E27FC236}">
                <a16:creationId xmlns:a16="http://schemas.microsoft.com/office/drawing/2014/main" id="{BAEA76F1-59AE-4937-BBC3-07F998FA439D}"/>
              </a:ext>
            </a:extLst>
          </p:cNvPr>
          <p:cNvSpPr>
            <a:spLocks noGrp="1"/>
          </p:cNvSpPr>
          <p:nvPr/>
        </p:nvSpPr>
        <p:spPr>
          <a:xfrm>
            <a:off x="7664450" y="3403600"/>
            <a:ext cx="457200" cy="203200"/>
          </a:xfrm>
          <a:prstGeom prst="leftArrow">
            <a:avLst/>
          </a:prstGeom>
          <a:solidFill>
            <a:srgbClr val="DA1884"/>
          </a:solidFill>
        </p:spPr>
        <p:txBody>
          <a:bodyPr/>
          <a:lstStyle/>
          <a:p>
            <a:endParaRPr/>
          </a:p>
        </p:txBody>
      </p:sp>
      <p:sp>
        <p:nvSpPr>
          <p:cNvPr id="31" name="Shape 27">
            <a:extLst>
              <a:ext uri="{FF2B5EF4-FFF2-40B4-BE49-F238E27FC236}">
                <a16:creationId xmlns:a16="http://schemas.microsoft.com/office/drawing/2014/main" id="{F8140335-9A57-47D9-8E0A-A23E3C4673FE}"/>
              </a:ext>
            </a:extLst>
          </p:cNvPr>
          <p:cNvSpPr>
            <a:spLocks noGrp="1"/>
          </p:cNvSpPr>
          <p:nvPr/>
        </p:nvSpPr>
        <p:spPr>
          <a:xfrm>
            <a:off x="8159750" y="3403600"/>
            <a:ext cx="457200" cy="203200"/>
          </a:xfrm>
          <a:prstGeom prst="rightArrow">
            <a:avLst/>
          </a:prstGeom>
          <a:solidFill>
            <a:srgbClr val="DA1884"/>
          </a:solidFill>
        </p:spPr>
        <p:txBody>
          <a:bodyPr/>
          <a:lstStyle/>
          <a:p>
            <a:endParaRPr/>
          </a:p>
        </p:txBody>
      </p:sp>
      <p:sp>
        <p:nvSpPr>
          <p:cNvPr id="32" name="Shape 28">
            <a:extLst>
              <a:ext uri="{FF2B5EF4-FFF2-40B4-BE49-F238E27FC236}">
                <a16:creationId xmlns:a16="http://schemas.microsoft.com/office/drawing/2014/main" id="{EBF85EEB-BADA-42D9-B7DA-E3F527CF5F81}"/>
              </a:ext>
            </a:extLst>
          </p:cNvPr>
          <p:cNvSpPr>
            <a:spLocks noGrp="1"/>
          </p:cNvSpPr>
          <p:nvPr/>
        </p:nvSpPr>
        <p:spPr>
          <a:xfrm>
            <a:off x="508000" y="5016500"/>
            <a:ext cx="11176000" cy="6350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33" name="Shape 29">
            <a:extLst>
              <a:ext uri="{FF2B5EF4-FFF2-40B4-BE49-F238E27FC236}">
                <a16:creationId xmlns:a16="http://schemas.microsoft.com/office/drawing/2014/main" id="{B7F92C77-1972-443B-8A2C-E37E128CA30D}"/>
              </a:ext>
            </a:extLst>
          </p:cNvPr>
          <p:cNvSpPr>
            <a:spLocks noGrp="1"/>
          </p:cNvSpPr>
          <p:nvPr/>
        </p:nvSpPr>
        <p:spPr>
          <a:xfrm>
            <a:off x="508000" y="5016500"/>
            <a:ext cx="76200" cy="635000"/>
          </a:xfrm>
          <a:prstGeom prst="rect">
            <a:avLst/>
          </a:prstGeom>
          <a:solidFill>
            <a:srgbClr val="DA1884"/>
          </a:solidFill>
        </p:spPr>
        <p:txBody>
          <a:bodyPr/>
          <a:lstStyle/>
          <a:p>
            <a:endParaRPr/>
          </a:p>
        </p:txBody>
      </p:sp>
      <p:sp>
        <p:nvSpPr>
          <p:cNvPr id="34" name="Text 30">
            <a:extLst>
              <a:ext uri="{FF2B5EF4-FFF2-40B4-BE49-F238E27FC236}">
                <a16:creationId xmlns:a16="http://schemas.microsoft.com/office/drawing/2014/main" id="{965D368E-467A-42BF-AE9F-3AD9F860C097}"/>
              </a:ext>
            </a:extLst>
          </p:cNvPr>
          <p:cNvSpPr>
            <a:spLocks noGrp="1"/>
          </p:cNvSpPr>
          <p:nvPr/>
        </p:nvSpPr>
        <p:spPr>
          <a:xfrm>
            <a:off x="787400" y="5016500"/>
            <a:ext cx="10668000" cy="635000"/>
          </a:xfrm>
          <a:prstGeom prst="rect">
            <a:avLst/>
          </a:prstGeom>
          <a:noFill/>
        </p:spPr>
        <p:txBody>
          <a:bodyPr wrap="square" lIns="0" tIns="0" rIns="0" bIns="0" anchor="ctr"/>
          <a:lstStyle/>
          <a:p>
            <a:pPr marL="0" indent="0">
              <a:lnSpc>
                <a:spcPct val="115000"/>
              </a:lnSpc>
              <a:buNone/>
            </a:pPr>
            <a:r>
              <a:rPr sz="1200" b="1" dirty="0">
                <a:solidFill>
                  <a:srgbClr val="141414"/>
                </a:solidFill>
                <a:latin typeface="Arial"/>
                <a:ea typeface="Arial"/>
                <a:cs typeface="Arial"/>
              </a:rPr>
              <a:t>One immutable, in-memory catalog.  </a:t>
            </a:r>
            <a:r>
              <a:rPr sz="1200" dirty="0">
                <a:solidFill>
                  <a:srgbClr val="141414"/>
                </a:solidFill>
                <a:latin typeface="Arial"/>
                <a:ea typeface="Arial"/>
                <a:cs typeface="Arial"/>
              </a:rPr>
              <a:t>REST, GraphQL and gRPC all read the same seeded source. There is no database to configure, and all three protocols see identical data.</a:t>
            </a:r>
            <a:endParaRPr sz="1200" dirty="0"/>
          </a:p>
        </p:txBody>
      </p:sp>
    </p:spTree>
    <p:extLst>
      <p:ext uri="{BB962C8B-B14F-4D97-AF65-F5344CB8AC3E}">
        <p14:creationId xmlns:p14="http://schemas.microsoft.com/office/powerpoint/2010/main" val="11927809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a:extLst>
              <a:ext uri="{FF2B5EF4-FFF2-40B4-BE49-F238E27FC236}">
                <a16:creationId xmlns:a16="http://schemas.microsoft.com/office/drawing/2014/main" id="{B04F48EB-092C-40C3-AC6D-D94219CED30A}"/>
              </a:ext>
            </a:extLst>
          </p:cNvPr>
          <p:cNvPicPr>
            <a:picLocks noChangeAspect="1"/>
          </p:cNvPicPr>
          <p:nvPr/>
        </p:nvPicPr>
        <p:blipFill>
          <a:blip r:embed="rId3"/>
          <a:stretch>
            <a:fillRect/>
          </a:stretch>
        </p:blipFill>
        <p:spPr>
          <a:xfrm>
            <a:off x="508000" y="152400"/>
            <a:ext cx="990600" cy="406400"/>
          </a:xfrm>
          <a:prstGeom prst="rect">
            <a:avLst/>
          </a:prstGeom>
        </p:spPr>
      </p:pic>
      <p:sp>
        <p:nvSpPr>
          <p:cNvPr id="3" name="Text 0">
            <a:extLst>
              <a:ext uri="{FF2B5EF4-FFF2-40B4-BE49-F238E27FC236}">
                <a16:creationId xmlns:a16="http://schemas.microsoft.com/office/drawing/2014/main" id="{DD58D0A6-301E-4897-8F0E-7C5A831A987A}"/>
              </a:ext>
            </a:extLst>
          </p:cNvPr>
          <p:cNvSpPr>
            <a:spLocks noGrp="1"/>
          </p:cNvSpPr>
          <p:nvPr/>
        </p:nvSpPr>
        <p:spPr>
          <a:xfrm>
            <a:off x="3556000" y="406400"/>
            <a:ext cx="5080000" cy="190500"/>
          </a:xfrm>
          <a:prstGeom prst="rect">
            <a:avLst/>
          </a:prstGeom>
          <a:noFill/>
        </p:spPr>
        <p:txBody>
          <a:bodyPr wrap="square" lIns="0" tIns="0" rIns="0" bIns="0" anchor="t"/>
          <a:lstStyle/>
          <a:p>
            <a:pPr marL="0" indent="0" algn="ctr">
              <a:lnSpc>
                <a:spcPct val="110000"/>
              </a:lnSpc>
              <a:buNone/>
            </a:pPr>
            <a:r>
              <a:rPr sz="1000" dirty="0">
                <a:solidFill>
                  <a:srgbClr val="6B6B6B"/>
                </a:solidFill>
                <a:latin typeface="Arial"/>
                <a:ea typeface="Arial"/>
                <a:cs typeface="Arial"/>
              </a:rPr>
              <a:t>Protocol Studio  —  REST · GraphQL · gRPC</a:t>
            </a:r>
            <a:endParaRPr sz="1000" dirty="0"/>
          </a:p>
        </p:txBody>
      </p:sp>
      <p:sp>
        <p:nvSpPr>
          <p:cNvPr id="4" name="Text 1">
            <a:extLst>
              <a:ext uri="{FF2B5EF4-FFF2-40B4-BE49-F238E27FC236}">
                <a16:creationId xmlns:a16="http://schemas.microsoft.com/office/drawing/2014/main" id="{5CD1FD78-A4A3-45EE-926B-40EFFBC29D98}"/>
              </a:ext>
            </a:extLst>
          </p:cNvPr>
          <p:cNvSpPr>
            <a:spLocks noGrp="1"/>
          </p:cNvSpPr>
          <p:nvPr/>
        </p:nvSpPr>
        <p:spPr>
          <a:xfrm>
            <a:off x="6350000" y="406400"/>
            <a:ext cx="5334000" cy="190500"/>
          </a:xfrm>
          <a:prstGeom prst="rect">
            <a:avLst/>
          </a:prstGeom>
          <a:noFill/>
        </p:spPr>
        <p:txBody>
          <a:bodyPr wrap="square" lIns="0" tIns="0" rIns="0" bIns="0" anchor="t"/>
          <a:lstStyle/>
          <a:p>
            <a:pPr marL="0" indent="0" algn="r">
              <a:lnSpc>
                <a:spcPct val="110000"/>
              </a:lnSpc>
              <a:buNone/>
            </a:pPr>
            <a:r>
              <a:rPr sz="1000" b="1">
                <a:solidFill>
                  <a:srgbClr val="DA1884"/>
                </a:solidFill>
                <a:latin typeface="Arial"/>
                <a:ea typeface="Arial"/>
                <a:cs typeface="Arial"/>
              </a:rPr>
              <a:t>SECTION 02</a:t>
            </a:r>
            <a:endParaRPr sz="1000"/>
          </a:p>
        </p:txBody>
      </p:sp>
      <p:sp>
        <p:nvSpPr>
          <p:cNvPr id="5" name="Text 2">
            <a:extLst>
              <a:ext uri="{FF2B5EF4-FFF2-40B4-BE49-F238E27FC236}">
                <a16:creationId xmlns:a16="http://schemas.microsoft.com/office/drawing/2014/main" id="{1AF4AC3E-502F-486A-AE2A-4A07A7D496C8}"/>
              </a:ext>
            </a:extLst>
          </p:cNvPr>
          <p:cNvSpPr>
            <a:spLocks noGrp="1"/>
          </p:cNvSpPr>
          <p:nvPr/>
        </p:nvSpPr>
        <p:spPr>
          <a:xfrm>
            <a:off x="508000" y="6578600"/>
            <a:ext cx="8890000" cy="177800"/>
          </a:xfrm>
          <a:prstGeom prst="rect">
            <a:avLst/>
          </a:prstGeom>
          <a:noFill/>
        </p:spPr>
        <p:txBody>
          <a:bodyPr wrap="square" lIns="0" tIns="0" rIns="0" bIns="0" anchor="t"/>
          <a:lstStyle/>
          <a:p>
            <a:pPr marL="0" indent="0" algn="l">
              <a:lnSpc>
                <a:spcPct val="110000"/>
              </a:lnSpc>
              <a:buNone/>
            </a:pPr>
            <a:r>
              <a:rPr sz="900">
                <a:solidFill>
                  <a:srgbClr val="9E9E9E"/>
                </a:solidFill>
                <a:latin typeface="Arial"/>
                <a:ea typeface="Arial"/>
                <a:cs typeface="Arial"/>
              </a:rPr>
              <a:t>Insight Proprietary &amp; Confidential.  Do Not Copy or Distribute.  © 2026 Insight.  All Rights Reserved.</a:t>
            </a:r>
            <a:endParaRPr sz="900"/>
          </a:p>
        </p:txBody>
      </p:sp>
      <p:sp>
        <p:nvSpPr>
          <p:cNvPr id="6" name="Text 3">
            <a:extLst>
              <a:ext uri="{FF2B5EF4-FFF2-40B4-BE49-F238E27FC236}">
                <a16:creationId xmlns:a16="http://schemas.microsoft.com/office/drawing/2014/main" id="{5E331B93-4B91-472D-BC04-0D4E0E364568}"/>
              </a:ext>
            </a:extLst>
          </p:cNvPr>
          <p:cNvSpPr>
            <a:spLocks noGrp="1"/>
          </p:cNvSpPr>
          <p:nvPr/>
        </p:nvSpPr>
        <p:spPr>
          <a:xfrm>
            <a:off x="10922000" y="6578600"/>
            <a:ext cx="762000" cy="177800"/>
          </a:xfrm>
          <a:prstGeom prst="rect">
            <a:avLst/>
          </a:prstGeom>
          <a:noFill/>
        </p:spPr>
        <p:txBody>
          <a:bodyPr wrap="square" lIns="0" tIns="0" rIns="0" bIns="0" anchor="t"/>
          <a:lstStyle/>
          <a:p>
            <a:pPr marL="0" indent="0" algn="r">
              <a:lnSpc>
                <a:spcPct val="110000"/>
              </a:lnSpc>
              <a:buNone/>
            </a:pPr>
            <a:r>
              <a:rPr sz="900">
                <a:solidFill>
                  <a:srgbClr val="9E9E9E"/>
                </a:solidFill>
                <a:latin typeface="Arial"/>
                <a:ea typeface="Arial"/>
                <a:cs typeface="Arial"/>
              </a:rPr>
              <a:t>10</a:t>
            </a:r>
            <a:endParaRPr sz="900"/>
          </a:p>
        </p:txBody>
      </p:sp>
      <p:sp>
        <p:nvSpPr>
          <p:cNvPr id="7" name="Text 4">
            <a:extLst>
              <a:ext uri="{FF2B5EF4-FFF2-40B4-BE49-F238E27FC236}">
                <a16:creationId xmlns:a16="http://schemas.microsoft.com/office/drawing/2014/main" id="{C5C08A61-5B11-4251-B07B-684C43853827}"/>
              </a:ext>
            </a:extLst>
          </p:cNvPr>
          <p:cNvSpPr>
            <a:spLocks noGrp="1"/>
          </p:cNvSpPr>
          <p:nvPr/>
        </p:nvSpPr>
        <p:spPr>
          <a:xfrm>
            <a:off x="457200" y="1587500"/>
            <a:ext cx="5080000" cy="1651000"/>
          </a:xfrm>
          <a:prstGeom prst="rect">
            <a:avLst/>
          </a:prstGeom>
          <a:noFill/>
        </p:spPr>
        <p:txBody>
          <a:bodyPr wrap="square" lIns="0" tIns="0" rIns="0" bIns="0" anchor="t"/>
          <a:lstStyle/>
          <a:p>
            <a:pPr marL="0" indent="0" algn="l">
              <a:lnSpc>
                <a:spcPct val="90000"/>
              </a:lnSpc>
              <a:buNone/>
            </a:pPr>
            <a:r>
              <a:rPr sz="12000" b="1">
                <a:solidFill>
                  <a:srgbClr val="DA1884"/>
                </a:solidFill>
                <a:latin typeface="Arial"/>
                <a:ea typeface="Arial"/>
                <a:cs typeface="Arial"/>
              </a:rPr>
              <a:t>02</a:t>
            </a:r>
            <a:endParaRPr sz="12000"/>
          </a:p>
        </p:txBody>
      </p:sp>
      <p:sp>
        <p:nvSpPr>
          <p:cNvPr id="8" name="Text 5">
            <a:extLst>
              <a:ext uri="{FF2B5EF4-FFF2-40B4-BE49-F238E27FC236}">
                <a16:creationId xmlns:a16="http://schemas.microsoft.com/office/drawing/2014/main" id="{AFAF0C3C-EDE0-4473-9E26-6F54A4EFCDE1}"/>
              </a:ext>
            </a:extLst>
          </p:cNvPr>
          <p:cNvSpPr>
            <a:spLocks noGrp="1"/>
          </p:cNvSpPr>
          <p:nvPr/>
        </p:nvSpPr>
        <p:spPr>
          <a:xfrm>
            <a:off x="508000" y="3302000"/>
            <a:ext cx="5207000" cy="660400"/>
          </a:xfrm>
          <a:prstGeom prst="rect">
            <a:avLst/>
          </a:prstGeom>
          <a:noFill/>
        </p:spPr>
        <p:txBody>
          <a:bodyPr wrap="square" lIns="0" tIns="0" rIns="0" bIns="0" anchor="t"/>
          <a:lstStyle/>
          <a:p>
            <a:pPr marL="0" indent="0" algn="l">
              <a:lnSpc>
                <a:spcPct val="100000"/>
              </a:lnSpc>
              <a:buNone/>
            </a:pPr>
            <a:r>
              <a:rPr sz="4400" b="1">
                <a:solidFill>
                  <a:srgbClr val="141414"/>
                </a:solidFill>
                <a:latin typeface="Arial"/>
                <a:ea typeface="Arial"/>
                <a:cs typeface="Arial"/>
              </a:rPr>
              <a:t>The Protocols</a:t>
            </a:r>
            <a:endParaRPr sz="4400"/>
          </a:p>
        </p:txBody>
      </p:sp>
      <p:sp>
        <p:nvSpPr>
          <p:cNvPr id="9" name="Shape 6">
            <a:extLst>
              <a:ext uri="{FF2B5EF4-FFF2-40B4-BE49-F238E27FC236}">
                <a16:creationId xmlns:a16="http://schemas.microsoft.com/office/drawing/2014/main" id="{687F03A7-858F-4C5C-892C-02757B03DA2D}"/>
              </a:ext>
            </a:extLst>
          </p:cNvPr>
          <p:cNvSpPr>
            <a:spLocks noGrp="1"/>
          </p:cNvSpPr>
          <p:nvPr/>
        </p:nvSpPr>
        <p:spPr>
          <a:xfrm>
            <a:off x="508000" y="4140200"/>
            <a:ext cx="1016000" cy="50800"/>
          </a:xfrm>
          <a:prstGeom prst="rect">
            <a:avLst/>
          </a:prstGeom>
          <a:solidFill>
            <a:srgbClr val="DA1884"/>
          </a:solidFill>
        </p:spPr>
        <p:txBody>
          <a:bodyPr/>
          <a:lstStyle/>
          <a:p>
            <a:endParaRPr/>
          </a:p>
        </p:txBody>
      </p:sp>
      <p:sp>
        <p:nvSpPr>
          <p:cNvPr id="10" name="Text 7">
            <a:extLst>
              <a:ext uri="{FF2B5EF4-FFF2-40B4-BE49-F238E27FC236}">
                <a16:creationId xmlns:a16="http://schemas.microsoft.com/office/drawing/2014/main" id="{F7004E4A-9B66-45DB-B2A0-1D27DEA2DDA2}"/>
              </a:ext>
            </a:extLst>
          </p:cNvPr>
          <p:cNvSpPr>
            <a:spLocks noGrp="1"/>
          </p:cNvSpPr>
          <p:nvPr/>
        </p:nvSpPr>
        <p:spPr>
          <a:xfrm>
            <a:off x="508000" y="4368800"/>
            <a:ext cx="5207000" cy="635000"/>
          </a:xfrm>
          <a:prstGeom prst="rect">
            <a:avLst/>
          </a:prstGeom>
          <a:noFill/>
        </p:spPr>
        <p:txBody>
          <a:bodyPr wrap="square" lIns="0" tIns="0" rIns="0" bIns="0" anchor="t"/>
          <a:lstStyle/>
          <a:p>
            <a:pPr marL="0" indent="0" algn="l">
              <a:lnSpc>
                <a:spcPct val="125000"/>
              </a:lnSpc>
              <a:buNone/>
            </a:pPr>
            <a:r>
              <a:rPr sz="1500" dirty="0">
                <a:solidFill>
                  <a:srgbClr val="6B6B6B"/>
                </a:solidFill>
                <a:latin typeface="Arial"/>
                <a:ea typeface="Arial"/>
                <a:cs typeface="Arial"/>
              </a:rPr>
              <a:t>REST, GraphQL and gRPC: each in concept, then in working code.</a:t>
            </a:r>
            <a:endParaRPr sz="1500" dirty="0"/>
          </a:p>
        </p:txBody>
      </p:sp>
      <p:sp>
        <p:nvSpPr>
          <p:cNvPr id="11" name="Shape 8">
            <a:extLst>
              <a:ext uri="{FF2B5EF4-FFF2-40B4-BE49-F238E27FC236}">
                <a16:creationId xmlns:a16="http://schemas.microsoft.com/office/drawing/2014/main" id="{BFF16670-9E34-46ED-9FEA-CBC3657CA1AC}"/>
              </a:ext>
            </a:extLst>
          </p:cNvPr>
          <p:cNvSpPr>
            <a:spLocks noGrp="1"/>
          </p:cNvSpPr>
          <p:nvPr/>
        </p:nvSpPr>
        <p:spPr>
          <a:xfrm>
            <a:off x="6223000" y="2413000"/>
            <a:ext cx="5461000" cy="25400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12" name="Shape 9">
            <a:extLst>
              <a:ext uri="{FF2B5EF4-FFF2-40B4-BE49-F238E27FC236}">
                <a16:creationId xmlns:a16="http://schemas.microsoft.com/office/drawing/2014/main" id="{12E826B0-2A48-436B-BF35-548BBBD06267}"/>
              </a:ext>
            </a:extLst>
          </p:cNvPr>
          <p:cNvSpPr>
            <a:spLocks noGrp="1"/>
          </p:cNvSpPr>
          <p:nvPr/>
        </p:nvSpPr>
        <p:spPr>
          <a:xfrm>
            <a:off x="6223000" y="2413000"/>
            <a:ext cx="5461000" cy="50800"/>
          </a:xfrm>
          <a:prstGeom prst="rect">
            <a:avLst/>
          </a:prstGeom>
          <a:solidFill>
            <a:srgbClr val="DA1884"/>
          </a:solidFill>
        </p:spPr>
        <p:txBody>
          <a:bodyPr/>
          <a:lstStyle/>
          <a:p>
            <a:endParaRPr/>
          </a:p>
        </p:txBody>
      </p:sp>
      <p:sp>
        <p:nvSpPr>
          <p:cNvPr id="13" name="Text 10">
            <a:extLst>
              <a:ext uri="{FF2B5EF4-FFF2-40B4-BE49-F238E27FC236}">
                <a16:creationId xmlns:a16="http://schemas.microsoft.com/office/drawing/2014/main" id="{9E2A8ADB-5A08-4861-8C7F-11CB75E238E2}"/>
              </a:ext>
            </a:extLst>
          </p:cNvPr>
          <p:cNvSpPr>
            <a:spLocks noGrp="1"/>
          </p:cNvSpPr>
          <p:nvPr/>
        </p:nvSpPr>
        <p:spPr>
          <a:xfrm>
            <a:off x="6477000" y="2641600"/>
            <a:ext cx="4953000" cy="215900"/>
          </a:xfrm>
          <a:prstGeom prst="rect">
            <a:avLst/>
          </a:prstGeom>
          <a:noFill/>
        </p:spPr>
        <p:txBody>
          <a:bodyPr wrap="square" lIns="0" tIns="0" rIns="0" bIns="0" anchor="t"/>
          <a:lstStyle/>
          <a:p>
            <a:pPr marL="0" indent="0" algn="l">
              <a:lnSpc>
                <a:spcPct val="110000"/>
              </a:lnSpc>
              <a:buNone/>
            </a:pPr>
            <a:r>
              <a:rPr sz="1200" b="1">
                <a:solidFill>
                  <a:srgbClr val="DA1884"/>
                </a:solidFill>
                <a:latin typeface="Arial"/>
                <a:ea typeface="Arial"/>
                <a:cs typeface="Arial"/>
              </a:rPr>
              <a:t>IN THIS SECTION</a:t>
            </a:r>
            <a:endParaRPr sz="1200"/>
          </a:p>
        </p:txBody>
      </p:sp>
      <p:sp>
        <p:nvSpPr>
          <p:cNvPr id="14" name="Text 11">
            <a:extLst>
              <a:ext uri="{FF2B5EF4-FFF2-40B4-BE49-F238E27FC236}">
                <a16:creationId xmlns:a16="http://schemas.microsoft.com/office/drawing/2014/main" id="{B179B292-715D-4A43-9562-D56DA21244A0}"/>
              </a:ext>
            </a:extLst>
          </p:cNvPr>
          <p:cNvSpPr>
            <a:spLocks noGrp="1"/>
          </p:cNvSpPr>
          <p:nvPr/>
        </p:nvSpPr>
        <p:spPr>
          <a:xfrm>
            <a:off x="6477000" y="2997200"/>
            <a:ext cx="4953000" cy="406400"/>
          </a:xfrm>
          <a:prstGeom prst="rect">
            <a:avLst/>
          </a:prstGeom>
          <a:noFill/>
        </p:spPr>
        <p:txBody>
          <a:bodyPr wrap="square" lIns="0" tIns="0" rIns="0" bIns="0" anchor="t"/>
          <a:lstStyle/>
          <a:p>
            <a:pPr marL="0" indent="0" algn="l">
              <a:lnSpc>
                <a:spcPct val="115000"/>
              </a:lnSpc>
              <a:buNone/>
            </a:pPr>
            <a:r>
              <a:rPr sz="1300">
                <a:solidFill>
                  <a:srgbClr val="333333"/>
                </a:solidFill>
                <a:latin typeface="Arial"/>
                <a:ea typeface="Arial"/>
                <a:cs typeface="Arial"/>
              </a:rPr>
              <a:t>REST: resources over HTTP</a:t>
            </a:r>
            <a:endParaRPr sz="1300"/>
          </a:p>
        </p:txBody>
      </p:sp>
      <p:sp>
        <p:nvSpPr>
          <p:cNvPr id="15" name="Text 12">
            <a:extLst>
              <a:ext uri="{FF2B5EF4-FFF2-40B4-BE49-F238E27FC236}">
                <a16:creationId xmlns:a16="http://schemas.microsoft.com/office/drawing/2014/main" id="{E897190F-BD99-4090-9A4F-3AE86653237F}"/>
              </a:ext>
            </a:extLst>
          </p:cNvPr>
          <p:cNvSpPr>
            <a:spLocks noGrp="1"/>
          </p:cNvSpPr>
          <p:nvPr/>
        </p:nvSpPr>
        <p:spPr>
          <a:xfrm>
            <a:off x="6477000" y="3479800"/>
            <a:ext cx="4953000" cy="406400"/>
          </a:xfrm>
          <a:prstGeom prst="rect">
            <a:avLst/>
          </a:prstGeom>
          <a:noFill/>
        </p:spPr>
        <p:txBody>
          <a:bodyPr wrap="square" lIns="0" tIns="0" rIns="0" bIns="0" anchor="t"/>
          <a:lstStyle/>
          <a:p>
            <a:pPr marL="0" indent="0" algn="l">
              <a:lnSpc>
                <a:spcPct val="115000"/>
              </a:lnSpc>
              <a:buNone/>
            </a:pPr>
            <a:r>
              <a:rPr sz="1300">
                <a:solidFill>
                  <a:srgbClr val="333333"/>
                </a:solidFill>
                <a:latin typeface="Arial"/>
                <a:ea typeface="Arial"/>
                <a:cs typeface="Arial"/>
              </a:rPr>
              <a:t>GraphQL: client-shaped queries over one schema</a:t>
            </a:r>
            <a:endParaRPr sz="1300"/>
          </a:p>
        </p:txBody>
      </p:sp>
      <p:sp>
        <p:nvSpPr>
          <p:cNvPr id="16" name="Text 13">
            <a:extLst>
              <a:ext uri="{FF2B5EF4-FFF2-40B4-BE49-F238E27FC236}">
                <a16:creationId xmlns:a16="http://schemas.microsoft.com/office/drawing/2014/main" id="{1724E4AE-238E-4F27-A8E1-21418DA43FE0}"/>
              </a:ext>
            </a:extLst>
          </p:cNvPr>
          <p:cNvSpPr>
            <a:spLocks noGrp="1"/>
          </p:cNvSpPr>
          <p:nvPr/>
        </p:nvSpPr>
        <p:spPr>
          <a:xfrm>
            <a:off x="6477000" y="3962400"/>
            <a:ext cx="4953000" cy="406400"/>
          </a:xfrm>
          <a:prstGeom prst="rect">
            <a:avLst/>
          </a:prstGeom>
          <a:noFill/>
        </p:spPr>
        <p:txBody>
          <a:bodyPr wrap="square" lIns="0" tIns="0" rIns="0" bIns="0" anchor="t"/>
          <a:lstStyle/>
          <a:p>
            <a:pPr marL="0" indent="0" algn="l">
              <a:lnSpc>
                <a:spcPct val="115000"/>
              </a:lnSpc>
              <a:buNone/>
            </a:pPr>
            <a:r>
              <a:rPr sz="1300" dirty="0">
                <a:solidFill>
                  <a:srgbClr val="333333"/>
                </a:solidFill>
                <a:latin typeface="Arial"/>
                <a:ea typeface="Arial"/>
                <a:cs typeface="Arial"/>
              </a:rPr>
              <a:t>gRPC: typed contracts and streaming over HTTP/2</a:t>
            </a:r>
            <a:endParaRPr sz="1300" dirty="0"/>
          </a:p>
        </p:txBody>
      </p:sp>
      <p:sp>
        <p:nvSpPr>
          <p:cNvPr id="17" name="Text 14">
            <a:extLst>
              <a:ext uri="{FF2B5EF4-FFF2-40B4-BE49-F238E27FC236}">
                <a16:creationId xmlns:a16="http://schemas.microsoft.com/office/drawing/2014/main" id="{B37BEFD1-B6D4-4B13-9192-8FD0950FBC63}"/>
              </a:ext>
            </a:extLst>
          </p:cNvPr>
          <p:cNvSpPr>
            <a:spLocks noGrp="1"/>
          </p:cNvSpPr>
          <p:nvPr/>
        </p:nvSpPr>
        <p:spPr>
          <a:xfrm>
            <a:off x="6477000" y="4445000"/>
            <a:ext cx="4953000" cy="406400"/>
          </a:xfrm>
          <a:prstGeom prst="rect">
            <a:avLst/>
          </a:prstGeom>
          <a:noFill/>
        </p:spPr>
        <p:txBody>
          <a:bodyPr wrap="square" lIns="0" tIns="0" rIns="0" bIns="0" anchor="t"/>
          <a:lstStyle/>
          <a:p>
            <a:pPr marL="0" indent="0" algn="l">
              <a:lnSpc>
                <a:spcPct val="115000"/>
              </a:lnSpc>
              <a:buNone/>
            </a:pPr>
            <a:r>
              <a:rPr sz="1300">
                <a:solidFill>
                  <a:srgbClr val="333333"/>
                </a:solidFill>
                <a:latin typeface="Arial"/>
                <a:ea typeface="Arial"/>
                <a:cs typeface="Arial"/>
              </a:rPr>
              <a:t>Usage Comparison: history, learning curve and use cases</a:t>
            </a:r>
            <a:endParaRPr sz="1300"/>
          </a:p>
        </p:txBody>
      </p:sp>
    </p:spTree>
    <p:extLst>
      <p:ext uri="{BB962C8B-B14F-4D97-AF65-F5344CB8AC3E}">
        <p14:creationId xmlns:p14="http://schemas.microsoft.com/office/powerpoint/2010/main" val="12812537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a:extLst>
              <a:ext uri="{FF2B5EF4-FFF2-40B4-BE49-F238E27FC236}">
                <a16:creationId xmlns:a16="http://schemas.microsoft.com/office/drawing/2014/main" id="{CD0EB050-46CC-4C1A-B1B9-C9AA5B1977F2}"/>
              </a:ext>
            </a:extLst>
          </p:cNvPr>
          <p:cNvPicPr>
            <a:picLocks noChangeAspect="1"/>
          </p:cNvPicPr>
          <p:nvPr/>
        </p:nvPicPr>
        <p:blipFill>
          <a:blip r:embed="rId3"/>
          <a:stretch>
            <a:fillRect/>
          </a:stretch>
        </p:blipFill>
        <p:spPr>
          <a:xfrm>
            <a:off x="508000" y="152400"/>
            <a:ext cx="990600" cy="406400"/>
          </a:xfrm>
          <a:prstGeom prst="rect">
            <a:avLst/>
          </a:prstGeom>
        </p:spPr>
      </p:pic>
      <p:sp>
        <p:nvSpPr>
          <p:cNvPr id="3" name="Text 0">
            <a:extLst>
              <a:ext uri="{FF2B5EF4-FFF2-40B4-BE49-F238E27FC236}">
                <a16:creationId xmlns:a16="http://schemas.microsoft.com/office/drawing/2014/main" id="{B9F75789-1103-45A4-A8C1-3D2760C6B49B}"/>
              </a:ext>
            </a:extLst>
          </p:cNvPr>
          <p:cNvSpPr>
            <a:spLocks noGrp="1"/>
          </p:cNvSpPr>
          <p:nvPr/>
        </p:nvSpPr>
        <p:spPr>
          <a:xfrm>
            <a:off x="3556000" y="406400"/>
            <a:ext cx="5080000" cy="190500"/>
          </a:xfrm>
          <a:prstGeom prst="rect">
            <a:avLst/>
          </a:prstGeom>
          <a:noFill/>
        </p:spPr>
        <p:txBody>
          <a:bodyPr wrap="square" lIns="0" tIns="0" rIns="0" bIns="0" anchor="t"/>
          <a:lstStyle/>
          <a:p>
            <a:pPr marL="0" indent="0" algn="ctr">
              <a:lnSpc>
                <a:spcPct val="110000"/>
              </a:lnSpc>
              <a:buNone/>
            </a:pPr>
            <a:r>
              <a:rPr sz="1000" dirty="0">
                <a:solidFill>
                  <a:srgbClr val="6B6B6B"/>
                </a:solidFill>
                <a:latin typeface="Arial"/>
                <a:ea typeface="Arial"/>
                <a:cs typeface="Arial"/>
              </a:rPr>
              <a:t>Protocol Studio  —  REST · GraphQL · gRPC</a:t>
            </a:r>
            <a:endParaRPr sz="1000" dirty="0"/>
          </a:p>
        </p:txBody>
      </p:sp>
      <p:sp>
        <p:nvSpPr>
          <p:cNvPr id="4" name="Text 1">
            <a:extLst>
              <a:ext uri="{FF2B5EF4-FFF2-40B4-BE49-F238E27FC236}">
                <a16:creationId xmlns:a16="http://schemas.microsoft.com/office/drawing/2014/main" id="{385970F4-753C-47AA-B12D-A53751F51AD4}"/>
              </a:ext>
            </a:extLst>
          </p:cNvPr>
          <p:cNvSpPr>
            <a:spLocks noGrp="1"/>
          </p:cNvSpPr>
          <p:nvPr/>
        </p:nvSpPr>
        <p:spPr>
          <a:xfrm>
            <a:off x="6350000" y="406400"/>
            <a:ext cx="5334000" cy="190500"/>
          </a:xfrm>
          <a:prstGeom prst="rect">
            <a:avLst/>
          </a:prstGeom>
          <a:noFill/>
        </p:spPr>
        <p:txBody>
          <a:bodyPr wrap="square" lIns="0" tIns="0" rIns="0" bIns="0" anchor="t"/>
          <a:lstStyle/>
          <a:p>
            <a:pPr marL="0" indent="0" algn="r">
              <a:lnSpc>
                <a:spcPct val="110000"/>
              </a:lnSpc>
              <a:buNone/>
            </a:pPr>
            <a:r>
              <a:rPr sz="1000" b="1">
                <a:solidFill>
                  <a:srgbClr val="DA1884"/>
                </a:solidFill>
                <a:latin typeface="Arial"/>
                <a:ea typeface="Arial"/>
                <a:cs typeface="Arial"/>
              </a:rPr>
              <a:t>REST</a:t>
            </a:r>
            <a:endParaRPr sz="1000"/>
          </a:p>
        </p:txBody>
      </p:sp>
      <p:sp>
        <p:nvSpPr>
          <p:cNvPr id="5" name="Text 2">
            <a:extLst>
              <a:ext uri="{FF2B5EF4-FFF2-40B4-BE49-F238E27FC236}">
                <a16:creationId xmlns:a16="http://schemas.microsoft.com/office/drawing/2014/main" id="{043BC039-3288-471B-9BD1-E9D862AF947F}"/>
              </a:ext>
            </a:extLst>
          </p:cNvPr>
          <p:cNvSpPr>
            <a:spLocks noGrp="1"/>
          </p:cNvSpPr>
          <p:nvPr/>
        </p:nvSpPr>
        <p:spPr>
          <a:xfrm>
            <a:off x="508000" y="6578600"/>
            <a:ext cx="8890000" cy="177800"/>
          </a:xfrm>
          <a:prstGeom prst="rect">
            <a:avLst/>
          </a:prstGeom>
          <a:noFill/>
        </p:spPr>
        <p:txBody>
          <a:bodyPr wrap="square" lIns="0" tIns="0" rIns="0" bIns="0" anchor="t"/>
          <a:lstStyle/>
          <a:p>
            <a:pPr marL="0" indent="0" algn="l">
              <a:lnSpc>
                <a:spcPct val="110000"/>
              </a:lnSpc>
              <a:buNone/>
            </a:pPr>
            <a:r>
              <a:rPr sz="900">
                <a:solidFill>
                  <a:srgbClr val="9E9E9E"/>
                </a:solidFill>
                <a:latin typeface="Arial"/>
                <a:ea typeface="Arial"/>
                <a:cs typeface="Arial"/>
              </a:rPr>
              <a:t>Insight Proprietary &amp; Confidential.  Do Not Copy or Distribute.  © 2026 Insight.  All Rights Reserved.</a:t>
            </a:r>
            <a:endParaRPr sz="900"/>
          </a:p>
        </p:txBody>
      </p:sp>
      <p:sp>
        <p:nvSpPr>
          <p:cNvPr id="6" name="Text 3">
            <a:extLst>
              <a:ext uri="{FF2B5EF4-FFF2-40B4-BE49-F238E27FC236}">
                <a16:creationId xmlns:a16="http://schemas.microsoft.com/office/drawing/2014/main" id="{705B0A31-73F4-4394-A07A-1FD6C8B1B729}"/>
              </a:ext>
            </a:extLst>
          </p:cNvPr>
          <p:cNvSpPr>
            <a:spLocks noGrp="1"/>
          </p:cNvSpPr>
          <p:nvPr/>
        </p:nvSpPr>
        <p:spPr>
          <a:xfrm>
            <a:off x="10922000" y="6578600"/>
            <a:ext cx="762000" cy="177800"/>
          </a:xfrm>
          <a:prstGeom prst="rect">
            <a:avLst/>
          </a:prstGeom>
          <a:noFill/>
        </p:spPr>
        <p:txBody>
          <a:bodyPr wrap="square" lIns="0" tIns="0" rIns="0" bIns="0" anchor="t"/>
          <a:lstStyle/>
          <a:p>
            <a:pPr marL="0" indent="0" algn="r">
              <a:lnSpc>
                <a:spcPct val="110000"/>
              </a:lnSpc>
              <a:buNone/>
            </a:pPr>
            <a:r>
              <a:rPr sz="900">
                <a:solidFill>
                  <a:srgbClr val="9E9E9E"/>
                </a:solidFill>
                <a:latin typeface="Arial"/>
                <a:ea typeface="Arial"/>
                <a:cs typeface="Arial"/>
              </a:rPr>
              <a:t>11</a:t>
            </a:r>
            <a:endParaRPr sz="900"/>
          </a:p>
        </p:txBody>
      </p:sp>
      <p:sp>
        <p:nvSpPr>
          <p:cNvPr id="7" name="Text 4">
            <a:extLst>
              <a:ext uri="{FF2B5EF4-FFF2-40B4-BE49-F238E27FC236}">
                <a16:creationId xmlns:a16="http://schemas.microsoft.com/office/drawing/2014/main" id="{4CA8BFD4-CEE6-4B3F-BE0B-7B436E5301EA}"/>
              </a:ext>
            </a:extLst>
          </p:cNvPr>
          <p:cNvSpPr>
            <a:spLocks noGrp="1"/>
          </p:cNvSpPr>
          <p:nvPr/>
        </p:nvSpPr>
        <p:spPr>
          <a:xfrm>
            <a:off x="508000" y="889000"/>
            <a:ext cx="11176000" cy="215900"/>
          </a:xfrm>
          <a:prstGeom prst="rect">
            <a:avLst/>
          </a:prstGeom>
          <a:noFill/>
        </p:spPr>
        <p:txBody>
          <a:bodyPr wrap="square" lIns="0" tIns="0" rIns="0" bIns="0" anchor="t"/>
          <a:lstStyle/>
          <a:p>
            <a:pPr marL="0" indent="0" algn="l">
              <a:lnSpc>
                <a:spcPct val="110000"/>
              </a:lnSpc>
              <a:buNone/>
            </a:pPr>
            <a:r>
              <a:rPr sz="1200" b="1">
                <a:solidFill>
                  <a:srgbClr val="DA1884"/>
                </a:solidFill>
                <a:latin typeface="Arial"/>
                <a:ea typeface="Arial"/>
                <a:cs typeface="Arial"/>
              </a:rPr>
              <a:t>REST · HOW IT WORKS</a:t>
            </a:r>
            <a:endParaRPr sz="1200"/>
          </a:p>
        </p:txBody>
      </p:sp>
      <p:sp>
        <p:nvSpPr>
          <p:cNvPr id="8" name="Text 5">
            <a:extLst>
              <a:ext uri="{FF2B5EF4-FFF2-40B4-BE49-F238E27FC236}">
                <a16:creationId xmlns:a16="http://schemas.microsoft.com/office/drawing/2014/main" id="{4896A61E-A83A-4784-9B19-0663C8A18671}"/>
              </a:ext>
            </a:extLst>
          </p:cNvPr>
          <p:cNvSpPr>
            <a:spLocks noGrp="1"/>
          </p:cNvSpPr>
          <p:nvPr/>
        </p:nvSpPr>
        <p:spPr>
          <a:xfrm>
            <a:off x="508000" y="1130300"/>
            <a:ext cx="11176000" cy="482600"/>
          </a:xfrm>
          <a:prstGeom prst="rect">
            <a:avLst/>
          </a:prstGeom>
          <a:noFill/>
        </p:spPr>
        <p:txBody>
          <a:bodyPr wrap="square" lIns="0" tIns="0" rIns="0" bIns="0" anchor="t"/>
          <a:lstStyle/>
          <a:p>
            <a:pPr marL="0" indent="0" algn="l">
              <a:lnSpc>
                <a:spcPct val="110000"/>
              </a:lnSpc>
              <a:buNone/>
            </a:pPr>
            <a:r>
              <a:rPr sz="3000" b="1">
                <a:solidFill>
                  <a:srgbClr val="141414"/>
                </a:solidFill>
                <a:latin typeface="Arial"/>
                <a:ea typeface="Arial"/>
                <a:cs typeface="Arial"/>
              </a:rPr>
              <a:t>REST: Resources Over HTTP</a:t>
            </a:r>
            <a:endParaRPr sz="3000"/>
          </a:p>
        </p:txBody>
      </p:sp>
      <p:sp>
        <p:nvSpPr>
          <p:cNvPr id="9" name="Text 6">
            <a:extLst>
              <a:ext uri="{FF2B5EF4-FFF2-40B4-BE49-F238E27FC236}">
                <a16:creationId xmlns:a16="http://schemas.microsoft.com/office/drawing/2014/main" id="{06FEA5B1-7EBA-48FF-A212-B206203B5D86}"/>
              </a:ext>
            </a:extLst>
          </p:cNvPr>
          <p:cNvSpPr>
            <a:spLocks noGrp="1"/>
          </p:cNvSpPr>
          <p:nvPr/>
        </p:nvSpPr>
        <p:spPr>
          <a:xfrm>
            <a:off x="508000" y="1663700"/>
            <a:ext cx="11176000" cy="254000"/>
          </a:xfrm>
          <a:prstGeom prst="rect">
            <a:avLst/>
          </a:prstGeom>
          <a:noFill/>
        </p:spPr>
        <p:txBody>
          <a:bodyPr wrap="square" lIns="0" tIns="0" rIns="0" bIns="0" anchor="t"/>
          <a:lstStyle/>
          <a:p>
            <a:pPr marL="0" indent="0" algn="l">
              <a:lnSpc>
                <a:spcPct val="110000"/>
              </a:lnSpc>
              <a:buNone/>
            </a:pPr>
            <a:r>
              <a:rPr sz="1400">
                <a:solidFill>
                  <a:srgbClr val="6B6B6B"/>
                </a:solidFill>
                <a:latin typeface="Arial"/>
                <a:ea typeface="Arial"/>
                <a:cs typeface="Arial"/>
              </a:rPr>
              <a:t>Every resource gets a URL and HTTP verbs carry the intent. Its simplicity is both the strength and the ceiling.</a:t>
            </a:r>
            <a:endParaRPr sz="1400"/>
          </a:p>
        </p:txBody>
      </p:sp>
      <p:sp>
        <p:nvSpPr>
          <p:cNvPr id="11" name="Shape 7">
            <a:extLst>
              <a:ext uri="{FF2B5EF4-FFF2-40B4-BE49-F238E27FC236}">
                <a16:creationId xmlns:a16="http://schemas.microsoft.com/office/drawing/2014/main" id="{528555B6-801A-47CE-9014-17CAC61A0478}"/>
              </a:ext>
            </a:extLst>
          </p:cNvPr>
          <p:cNvSpPr>
            <a:spLocks noGrp="1"/>
          </p:cNvSpPr>
          <p:nvPr/>
        </p:nvSpPr>
        <p:spPr>
          <a:xfrm>
            <a:off x="508000" y="2159000"/>
            <a:ext cx="5486400" cy="27940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12" name="Shape 8">
            <a:extLst>
              <a:ext uri="{FF2B5EF4-FFF2-40B4-BE49-F238E27FC236}">
                <a16:creationId xmlns:a16="http://schemas.microsoft.com/office/drawing/2014/main" id="{04F3321B-D1AB-4ABD-93D2-15BC5DB4B7C5}"/>
              </a:ext>
            </a:extLst>
          </p:cNvPr>
          <p:cNvSpPr>
            <a:spLocks noGrp="1"/>
          </p:cNvSpPr>
          <p:nvPr/>
        </p:nvSpPr>
        <p:spPr>
          <a:xfrm>
            <a:off x="508000" y="2159000"/>
            <a:ext cx="5486400" cy="406400"/>
          </a:xfrm>
          <a:prstGeom prst="rect">
            <a:avLst/>
          </a:prstGeom>
          <a:solidFill>
            <a:srgbClr val="DA1884"/>
          </a:solidFill>
        </p:spPr>
        <p:txBody>
          <a:bodyPr/>
          <a:lstStyle/>
          <a:p>
            <a:endParaRPr/>
          </a:p>
        </p:txBody>
      </p:sp>
      <p:sp>
        <p:nvSpPr>
          <p:cNvPr id="13" name="Text 9">
            <a:extLst>
              <a:ext uri="{FF2B5EF4-FFF2-40B4-BE49-F238E27FC236}">
                <a16:creationId xmlns:a16="http://schemas.microsoft.com/office/drawing/2014/main" id="{261DDA72-0BB6-4EE0-BD8B-35370D011E15}"/>
              </a:ext>
            </a:extLst>
          </p:cNvPr>
          <p:cNvSpPr>
            <a:spLocks noGrp="1"/>
          </p:cNvSpPr>
          <p:nvPr/>
        </p:nvSpPr>
        <p:spPr>
          <a:xfrm>
            <a:off x="736600" y="2159000"/>
            <a:ext cx="5029200" cy="406400"/>
          </a:xfrm>
          <a:prstGeom prst="rect">
            <a:avLst/>
          </a:prstGeom>
          <a:noFill/>
        </p:spPr>
        <p:txBody>
          <a:bodyPr wrap="square" lIns="0" tIns="0" rIns="0" bIns="0" anchor="ctr"/>
          <a:lstStyle/>
          <a:p>
            <a:pPr marL="0" indent="0" algn="l">
              <a:lnSpc>
                <a:spcPct val="110000"/>
              </a:lnSpc>
              <a:buNone/>
            </a:pPr>
            <a:r>
              <a:rPr sz="1300" b="1">
                <a:solidFill>
                  <a:srgbClr val="FFFFFF"/>
                </a:solidFill>
                <a:latin typeface="Arial"/>
                <a:ea typeface="Arial"/>
                <a:cs typeface="Arial"/>
              </a:rPr>
              <a:t>Where REST shines</a:t>
            </a:r>
            <a:endParaRPr sz="1300"/>
          </a:p>
        </p:txBody>
      </p:sp>
      <p:sp>
        <p:nvSpPr>
          <p:cNvPr id="14" name="Text 10">
            <a:extLst>
              <a:ext uri="{FF2B5EF4-FFF2-40B4-BE49-F238E27FC236}">
                <a16:creationId xmlns:a16="http://schemas.microsoft.com/office/drawing/2014/main" id="{891E898A-EB22-487A-80FB-3678098BB658}"/>
              </a:ext>
            </a:extLst>
          </p:cNvPr>
          <p:cNvSpPr>
            <a:spLocks noGrp="1"/>
          </p:cNvSpPr>
          <p:nvPr/>
        </p:nvSpPr>
        <p:spPr>
          <a:xfrm>
            <a:off x="736600" y="2743200"/>
            <a:ext cx="5029200" cy="2057400"/>
          </a:xfrm>
          <a:prstGeom prst="rect">
            <a:avLst/>
          </a:prstGeom>
          <a:noFill/>
        </p:spPr>
        <p:txBody>
          <a:bodyPr wrap="square" lIns="0" tIns="0" rIns="0" bIns="0" anchor="t"/>
          <a:lstStyle/>
          <a:p>
            <a:pPr marL="342900" indent="-342900">
              <a:lnSpc>
                <a:spcPct val="115000"/>
              </a:lnSpc>
              <a:spcAft>
                <a:spcPts val="1000"/>
              </a:spcAft>
              <a:buSzPct val="100000"/>
              <a:buChar char="•"/>
            </a:pPr>
            <a:r>
              <a:rPr sz="1200">
                <a:solidFill>
                  <a:srgbClr val="333333"/>
                </a:solidFill>
                <a:latin typeface="Arial"/>
                <a:ea typeface="Arial"/>
                <a:cs typeface="Arial"/>
              </a:rPr>
              <a:t>Addressable resources with standard verbs and status codes</a:t>
            </a:r>
            <a:endParaRPr sz="1200"/>
          </a:p>
          <a:p>
            <a:pPr marL="342900" indent="-342900">
              <a:lnSpc>
                <a:spcPct val="115000"/>
              </a:lnSpc>
              <a:spcAft>
                <a:spcPts val="1000"/>
              </a:spcAft>
              <a:buSzPct val="100000"/>
              <a:buChar char="•"/>
            </a:pPr>
            <a:r>
              <a:rPr sz="1200">
                <a:solidFill>
                  <a:srgbClr val="333333"/>
                </a:solidFill>
                <a:latin typeface="Arial"/>
                <a:ea typeface="Arial"/>
                <a:cs typeface="Arial"/>
              </a:rPr>
              <a:t>Native HTTP caching through browsers, CDNs and proxies</a:t>
            </a:r>
            <a:endParaRPr sz="1200"/>
          </a:p>
          <a:p>
            <a:pPr marL="342900" indent="-342900">
              <a:lnSpc>
                <a:spcPct val="115000"/>
              </a:lnSpc>
              <a:spcAft>
                <a:spcPts val="1000"/>
              </a:spcAft>
              <a:buSzPct val="100000"/>
              <a:buChar char="•"/>
            </a:pPr>
            <a:r>
              <a:rPr sz="1200">
                <a:solidFill>
                  <a:srgbClr val="333333"/>
                </a:solidFill>
                <a:latin typeface="Arial"/>
                <a:ea typeface="Arial"/>
                <a:cs typeface="Arial"/>
              </a:rPr>
              <a:t>Universal tooling: curl, OpenAPI, gateways and API management</a:t>
            </a:r>
            <a:endParaRPr sz="1200"/>
          </a:p>
          <a:p>
            <a:pPr marL="342900" indent="-342900">
              <a:lnSpc>
                <a:spcPct val="115000"/>
              </a:lnSpc>
              <a:spcAft>
                <a:spcPts val="1000"/>
              </a:spcAft>
              <a:buSzPct val="100000"/>
              <a:buChar char="•"/>
            </a:pPr>
            <a:r>
              <a:rPr sz="1200">
                <a:solidFill>
                  <a:srgbClr val="333333"/>
                </a:solidFill>
                <a:latin typeface="Arial"/>
                <a:ea typeface="Arial"/>
                <a:cs typeface="Arial"/>
              </a:rPr>
              <a:t>The lowest barrier for partners and public consumers</a:t>
            </a:r>
            <a:endParaRPr sz="1200"/>
          </a:p>
        </p:txBody>
      </p:sp>
      <p:sp>
        <p:nvSpPr>
          <p:cNvPr id="15" name="Shape 11">
            <a:extLst>
              <a:ext uri="{FF2B5EF4-FFF2-40B4-BE49-F238E27FC236}">
                <a16:creationId xmlns:a16="http://schemas.microsoft.com/office/drawing/2014/main" id="{CD35B93E-EDF4-41F0-9ABF-7E354B351A83}"/>
              </a:ext>
            </a:extLst>
          </p:cNvPr>
          <p:cNvSpPr>
            <a:spLocks noGrp="1"/>
          </p:cNvSpPr>
          <p:nvPr/>
        </p:nvSpPr>
        <p:spPr>
          <a:xfrm>
            <a:off x="6197600" y="2159000"/>
            <a:ext cx="5486400" cy="27940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16" name="Shape 12">
            <a:extLst>
              <a:ext uri="{FF2B5EF4-FFF2-40B4-BE49-F238E27FC236}">
                <a16:creationId xmlns:a16="http://schemas.microsoft.com/office/drawing/2014/main" id="{64C6D88A-A3AF-405B-B926-1AEFA8F0F5A4}"/>
              </a:ext>
            </a:extLst>
          </p:cNvPr>
          <p:cNvSpPr>
            <a:spLocks noGrp="1"/>
          </p:cNvSpPr>
          <p:nvPr/>
        </p:nvSpPr>
        <p:spPr>
          <a:xfrm>
            <a:off x="6197600" y="2159000"/>
            <a:ext cx="5486400" cy="406400"/>
          </a:xfrm>
          <a:prstGeom prst="rect">
            <a:avLst/>
          </a:prstGeom>
          <a:solidFill>
            <a:srgbClr val="A1005D"/>
          </a:solidFill>
        </p:spPr>
        <p:txBody>
          <a:bodyPr/>
          <a:lstStyle/>
          <a:p>
            <a:endParaRPr/>
          </a:p>
        </p:txBody>
      </p:sp>
      <p:sp>
        <p:nvSpPr>
          <p:cNvPr id="17" name="Text 13">
            <a:extLst>
              <a:ext uri="{FF2B5EF4-FFF2-40B4-BE49-F238E27FC236}">
                <a16:creationId xmlns:a16="http://schemas.microsoft.com/office/drawing/2014/main" id="{E7FA65B2-DE89-4F88-A45D-4C05A8788171}"/>
              </a:ext>
            </a:extLst>
          </p:cNvPr>
          <p:cNvSpPr>
            <a:spLocks noGrp="1"/>
          </p:cNvSpPr>
          <p:nvPr/>
        </p:nvSpPr>
        <p:spPr>
          <a:xfrm>
            <a:off x="6426200" y="2159000"/>
            <a:ext cx="5029200" cy="406400"/>
          </a:xfrm>
          <a:prstGeom prst="rect">
            <a:avLst/>
          </a:prstGeom>
          <a:noFill/>
        </p:spPr>
        <p:txBody>
          <a:bodyPr wrap="square" lIns="0" tIns="0" rIns="0" bIns="0" anchor="ctr"/>
          <a:lstStyle/>
          <a:p>
            <a:pPr marL="0" indent="0" algn="l">
              <a:lnSpc>
                <a:spcPct val="110000"/>
              </a:lnSpc>
              <a:buNone/>
            </a:pPr>
            <a:r>
              <a:rPr sz="1300" b="1">
                <a:solidFill>
                  <a:srgbClr val="FFFFFF"/>
                </a:solidFill>
                <a:latin typeface="Arial"/>
                <a:ea typeface="Arial"/>
                <a:cs typeface="Arial"/>
              </a:rPr>
              <a:t>Where it strains</a:t>
            </a:r>
            <a:endParaRPr sz="1300"/>
          </a:p>
        </p:txBody>
      </p:sp>
      <p:sp>
        <p:nvSpPr>
          <p:cNvPr id="18" name="Text 14">
            <a:extLst>
              <a:ext uri="{FF2B5EF4-FFF2-40B4-BE49-F238E27FC236}">
                <a16:creationId xmlns:a16="http://schemas.microsoft.com/office/drawing/2014/main" id="{60009AE9-5DC4-4B94-8ADD-F66F77523B43}"/>
              </a:ext>
            </a:extLst>
          </p:cNvPr>
          <p:cNvSpPr>
            <a:spLocks noGrp="1"/>
          </p:cNvSpPr>
          <p:nvPr/>
        </p:nvSpPr>
        <p:spPr>
          <a:xfrm>
            <a:off x="6426200" y="2743200"/>
            <a:ext cx="5029200" cy="2057400"/>
          </a:xfrm>
          <a:prstGeom prst="rect">
            <a:avLst/>
          </a:prstGeom>
          <a:noFill/>
        </p:spPr>
        <p:txBody>
          <a:bodyPr wrap="square" lIns="0" tIns="0" rIns="0" bIns="0" anchor="t"/>
          <a:lstStyle/>
          <a:p>
            <a:pPr marL="342900" indent="-342900">
              <a:lnSpc>
                <a:spcPct val="115000"/>
              </a:lnSpc>
              <a:spcAft>
                <a:spcPts val="1000"/>
              </a:spcAft>
              <a:buSzPct val="100000"/>
              <a:buChar char="•"/>
            </a:pPr>
            <a:r>
              <a:rPr sz="1200">
                <a:solidFill>
                  <a:srgbClr val="333333"/>
                </a:solidFill>
                <a:latin typeface="Arial"/>
                <a:ea typeface="Arial"/>
                <a:cs typeface="Arial"/>
              </a:rPr>
              <a:t>Over-fetching: fixed payloads return fields you do not need</a:t>
            </a:r>
            <a:endParaRPr sz="1200"/>
          </a:p>
          <a:p>
            <a:pPr marL="342900" indent="-342900">
              <a:lnSpc>
                <a:spcPct val="115000"/>
              </a:lnSpc>
              <a:spcAft>
                <a:spcPts val="1000"/>
              </a:spcAft>
              <a:buSzPct val="100000"/>
              <a:buChar char="•"/>
            </a:pPr>
            <a:r>
              <a:rPr sz="1200">
                <a:solidFill>
                  <a:srgbClr val="333333"/>
                </a:solidFill>
                <a:latin typeface="Arial"/>
                <a:ea typeface="Arial"/>
                <a:cs typeface="Arial"/>
              </a:rPr>
              <a:t>Under-fetching: related data means extra round trips</a:t>
            </a:r>
            <a:endParaRPr sz="1200"/>
          </a:p>
          <a:p>
            <a:pPr marL="342900" indent="-342900">
              <a:lnSpc>
                <a:spcPct val="115000"/>
              </a:lnSpc>
              <a:spcAft>
                <a:spcPts val="1000"/>
              </a:spcAft>
              <a:buSzPct val="100000"/>
              <a:buChar char="•"/>
            </a:pPr>
            <a:r>
              <a:rPr sz="1200">
                <a:solidFill>
                  <a:srgbClr val="333333"/>
                </a:solidFill>
                <a:latin typeface="Arial"/>
                <a:ea typeface="Arial"/>
                <a:cs typeface="Arial"/>
              </a:rPr>
              <a:t>Versioning pressure as client needs diverge</a:t>
            </a:r>
            <a:endParaRPr sz="1200"/>
          </a:p>
          <a:p>
            <a:pPr marL="342900" indent="-342900">
              <a:lnSpc>
                <a:spcPct val="115000"/>
              </a:lnSpc>
              <a:spcAft>
                <a:spcPts val="1000"/>
              </a:spcAft>
              <a:buSzPct val="100000"/>
              <a:buChar char="•"/>
            </a:pPr>
            <a:r>
              <a:rPr sz="1200">
                <a:solidFill>
                  <a:srgbClr val="333333"/>
                </a:solidFill>
                <a:latin typeface="Arial"/>
                <a:ea typeface="Arial"/>
                <a:cs typeface="Arial"/>
              </a:rPr>
              <a:t>No first-class streaming (SSE or polling instead)</a:t>
            </a:r>
            <a:endParaRPr sz="1200"/>
          </a:p>
        </p:txBody>
      </p:sp>
      <p:sp>
        <p:nvSpPr>
          <p:cNvPr id="19" name="Shape 15">
            <a:extLst>
              <a:ext uri="{FF2B5EF4-FFF2-40B4-BE49-F238E27FC236}">
                <a16:creationId xmlns:a16="http://schemas.microsoft.com/office/drawing/2014/main" id="{1C14B748-9D57-4E71-99D2-D299A130D33F}"/>
              </a:ext>
            </a:extLst>
          </p:cNvPr>
          <p:cNvSpPr>
            <a:spLocks noGrp="1"/>
          </p:cNvSpPr>
          <p:nvPr/>
        </p:nvSpPr>
        <p:spPr>
          <a:xfrm>
            <a:off x="508000" y="5207000"/>
            <a:ext cx="11176000" cy="6350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20" name="Shape 16">
            <a:extLst>
              <a:ext uri="{FF2B5EF4-FFF2-40B4-BE49-F238E27FC236}">
                <a16:creationId xmlns:a16="http://schemas.microsoft.com/office/drawing/2014/main" id="{F6E2F620-7648-4CCF-B5A5-B2E4DC49DBE2}"/>
              </a:ext>
            </a:extLst>
          </p:cNvPr>
          <p:cNvSpPr>
            <a:spLocks noGrp="1"/>
          </p:cNvSpPr>
          <p:nvPr/>
        </p:nvSpPr>
        <p:spPr>
          <a:xfrm>
            <a:off x="508000" y="5207000"/>
            <a:ext cx="76200" cy="635000"/>
          </a:xfrm>
          <a:prstGeom prst="rect">
            <a:avLst/>
          </a:prstGeom>
          <a:solidFill>
            <a:srgbClr val="DA1884"/>
          </a:solidFill>
        </p:spPr>
        <p:txBody>
          <a:bodyPr/>
          <a:lstStyle/>
          <a:p>
            <a:endParaRPr/>
          </a:p>
        </p:txBody>
      </p:sp>
      <p:sp>
        <p:nvSpPr>
          <p:cNvPr id="21" name="Text 17">
            <a:extLst>
              <a:ext uri="{FF2B5EF4-FFF2-40B4-BE49-F238E27FC236}">
                <a16:creationId xmlns:a16="http://schemas.microsoft.com/office/drawing/2014/main" id="{4EC1EA47-50B2-446A-BDD8-005D535DF12F}"/>
              </a:ext>
            </a:extLst>
          </p:cNvPr>
          <p:cNvSpPr>
            <a:spLocks noGrp="1"/>
          </p:cNvSpPr>
          <p:nvPr/>
        </p:nvSpPr>
        <p:spPr>
          <a:xfrm>
            <a:off x="787400" y="5207000"/>
            <a:ext cx="10668000" cy="635000"/>
          </a:xfrm>
          <a:prstGeom prst="rect">
            <a:avLst/>
          </a:prstGeom>
          <a:noFill/>
        </p:spPr>
        <p:txBody>
          <a:bodyPr wrap="square" lIns="0" tIns="0" rIns="0" bIns="0" anchor="ctr"/>
          <a:lstStyle/>
          <a:p>
            <a:pPr marL="0" indent="0">
              <a:lnSpc>
                <a:spcPct val="115000"/>
              </a:lnSpc>
              <a:buNone/>
            </a:pPr>
            <a:r>
              <a:rPr sz="1200" b="1">
                <a:solidFill>
                  <a:srgbClr val="141414"/>
                </a:solidFill>
                <a:latin typeface="Arial"/>
                <a:ea typeface="Arial"/>
                <a:cs typeface="Arial"/>
              </a:rPr>
              <a:t>Use REST for  </a:t>
            </a:r>
            <a:r>
              <a:rPr sz="1200">
                <a:solidFill>
                  <a:srgbClr val="141414"/>
                </a:solidFill>
                <a:latin typeface="Arial"/>
                <a:ea typeface="Arial"/>
                <a:cs typeface="Arial"/>
              </a:rPr>
              <a:t>simple, cacheable, stateless resource APIs, especially ones you publish to others.</a:t>
            </a:r>
            <a:endParaRPr sz="1200"/>
          </a:p>
        </p:txBody>
      </p:sp>
    </p:spTree>
    <p:extLst>
      <p:ext uri="{BB962C8B-B14F-4D97-AF65-F5344CB8AC3E}">
        <p14:creationId xmlns:p14="http://schemas.microsoft.com/office/powerpoint/2010/main" val="10418177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a:extLst>
              <a:ext uri="{FF2B5EF4-FFF2-40B4-BE49-F238E27FC236}">
                <a16:creationId xmlns:a16="http://schemas.microsoft.com/office/drawing/2014/main" id="{011A4A8F-4630-4B62-BB6B-614F1D5D8B8C}"/>
              </a:ext>
            </a:extLst>
          </p:cNvPr>
          <p:cNvPicPr>
            <a:picLocks noChangeAspect="1"/>
          </p:cNvPicPr>
          <p:nvPr/>
        </p:nvPicPr>
        <p:blipFill>
          <a:blip r:embed="rId3"/>
          <a:stretch>
            <a:fillRect/>
          </a:stretch>
        </p:blipFill>
        <p:spPr>
          <a:xfrm>
            <a:off x="508000" y="152400"/>
            <a:ext cx="990600" cy="406400"/>
          </a:xfrm>
          <a:prstGeom prst="rect">
            <a:avLst/>
          </a:prstGeom>
        </p:spPr>
      </p:pic>
      <p:sp>
        <p:nvSpPr>
          <p:cNvPr id="3" name="Text 0">
            <a:extLst>
              <a:ext uri="{FF2B5EF4-FFF2-40B4-BE49-F238E27FC236}">
                <a16:creationId xmlns:a16="http://schemas.microsoft.com/office/drawing/2014/main" id="{5C3825F0-069D-4D41-8C16-AE6DEDA4FA70}"/>
              </a:ext>
            </a:extLst>
          </p:cNvPr>
          <p:cNvSpPr>
            <a:spLocks noGrp="1"/>
          </p:cNvSpPr>
          <p:nvPr/>
        </p:nvSpPr>
        <p:spPr>
          <a:xfrm>
            <a:off x="3556000" y="406400"/>
            <a:ext cx="5080000" cy="190500"/>
          </a:xfrm>
          <a:prstGeom prst="rect">
            <a:avLst/>
          </a:prstGeom>
          <a:noFill/>
        </p:spPr>
        <p:txBody>
          <a:bodyPr wrap="square" lIns="0" tIns="0" rIns="0" bIns="0" anchor="t"/>
          <a:lstStyle/>
          <a:p>
            <a:pPr marL="0" indent="0" algn="ctr">
              <a:lnSpc>
                <a:spcPct val="110000"/>
              </a:lnSpc>
              <a:buNone/>
            </a:pPr>
            <a:r>
              <a:rPr sz="1000" dirty="0">
                <a:solidFill>
                  <a:srgbClr val="6B6B6B"/>
                </a:solidFill>
                <a:latin typeface="Arial"/>
                <a:ea typeface="Arial"/>
                <a:cs typeface="Arial"/>
              </a:rPr>
              <a:t>Protocol Studio  —  REST · GraphQL · gRPC</a:t>
            </a:r>
            <a:endParaRPr sz="1000" dirty="0"/>
          </a:p>
        </p:txBody>
      </p:sp>
      <p:sp>
        <p:nvSpPr>
          <p:cNvPr id="4" name="Text 1">
            <a:extLst>
              <a:ext uri="{FF2B5EF4-FFF2-40B4-BE49-F238E27FC236}">
                <a16:creationId xmlns:a16="http://schemas.microsoft.com/office/drawing/2014/main" id="{9DA18C09-8139-4EF5-98DF-4E85C3A3C16F}"/>
              </a:ext>
            </a:extLst>
          </p:cNvPr>
          <p:cNvSpPr>
            <a:spLocks noGrp="1"/>
          </p:cNvSpPr>
          <p:nvPr/>
        </p:nvSpPr>
        <p:spPr>
          <a:xfrm>
            <a:off x="6350000" y="406400"/>
            <a:ext cx="5334000" cy="190500"/>
          </a:xfrm>
          <a:prstGeom prst="rect">
            <a:avLst/>
          </a:prstGeom>
          <a:noFill/>
        </p:spPr>
        <p:txBody>
          <a:bodyPr wrap="square" lIns="0" tIns="0" rIns="0" bIns="0" anchor="t"/>
          <a:lstStyle/>
          <a:p>
            <a:pPr marL="0" indent="0" algn="r">
              <a:lnSpc>
                <a:spcPct val="110000"/>
              </a:lnSpc>
              <a:buNone/>
            </a:pPr>
            <a:r>
              <a:rPr sz="1000" b="1">
                <a:solidFill>
                  <a:srgbClr val="DA1884"/>
                </a:solidFill>
                <a:latin typeface="Arial"/>
                <a:ea typeface="Arial"/>
                <a:cs typeface="Arial"/>
              </a:rPr>
              <a:t>REST</a:t>
            </a:r>
            <a:endParaRPr sz="1000"/>
          </a:p>
        </p:txBody>
      </p:sp>
      <p:sp>
        <p:nvSpPr>
          <p:cNvPr id="5" name="Text 2">
            <a:extLst>
              <a:ext uri="{FF2B5EF4-FFF2-40B4-BE49-F238E27FC236}">
                <a16:creationId xmlns:a16="http://schemas.microsoft.com/office/drawing/2014/main" id="{712A11FA-5928-4C54-A31E-CEA18CAD6901}"/>
              </a:ext>
            </a:extLst>
          </p:cNvPr>
          <p:cNvSpPr>
            <a:spLocks noGrp="1"/>
          </p:cNvSpPr>
          <p:nvPr/>
        </p:nvSpPr>
        <p:spPr>
          <a:xfrm>
            <a:off x="508000" y="6578600"/>
            <a:ext cx="8890000" cy="177800"/>
          </a:xfrm>
          <a:prstGeom prst="rect">
            <a:avLst/>
          </a:prstGeom>
          <a:noFill/>
        </p:spPr>
        <p:txBody>
          <a:bodyPr wrap="square" lIns="0" tIns="0" rIns="0" bIns="0" anchor="t"/>
          <a:lstStyle/>
          <a:p>
            <a:pPr marL="0" indent="0" algn="l">
              <a:lnSpc>
                <a:spcPct val="110000"/>
              </a:lnSpc>
              <a:buNone/>
            </a:pPr>
            <a:r>
              <a:rPr sz="900">
                <a:solidFill>
                  <a:srgbClr val="9E9E9E"/>
                </a:solidFill>
                <a:latin typeface="Arial"/>
                <a:ea typeface="Arial"/>
                <a:cs typeface="Arial"/>
              </a:rPr>
              <a:t>Insight Proprietary &amp; Confidential.  Do Not Copy or Distribute.  © 2026 Insight.  All Rights Reserved.</a:t>
            </a:r>
            <a:endParaRPr sz="900"/>
          </a:p>
        </p:txBody>
      </p:sp>
      <p:sp>
        <p:nvSpPr>
          <p:cNvPr id="6" name="Text 3">
            <a:extLst>
              <a:ext uri="{FF2B5EF4-FFF2-40B4-BE49-F238E27FC236}">
                <a16:creationId xmlns:a16="http://schemas.microsoft.com/office/drawing/2014/main" id="{581E265B-B9EF-46A3-AA37-D792786B3B83}"/>
              </a:ext>
            </a:extLst>
          </p:cNvPr>
          <p:cNvSpPr>
            <a:spLocks noGrp="1"/>
          </p:cNvSpPr>
          <p:nvPr/>
        </p:nvSpPr>
        <p:spPr>
          <a:xfrm>
            <a:off x="10922000" y="6578600"/>
            <a:ext cx="762000" cy="177800"/>
          </a:xfrm>
          <a:prstGeom prst="rect">
            <a:avLst/>
          </a:prstGeom>
          <a:noFill/>
        </p:spPr>
        <p:txBody>
          <a:bodyPr wrap="square" lIns="0" tIns="0" rIns="0" bIns="0" anchor="t"/>
          <a:lstStyle/>
          <a:p>
            <a:pPr marL="0" indent="0" algn="r">
              <a:lnSpc>
                <a:spcPct val="110000"/>
              </a:lnSpc>
              <a:buNone/>
            </a:pPr>
            <a:r>
              <a:rPr sz="900">
                <a:solidFill>
                  <a:srgbClr val="9E9E9E"/>
                </a:solidFill>
                <a:latin typeface="Arial"/>
                <a:ea typeface="Arial"/>
                <a:cs typeface="Arial"/>
              </a:rPr>
              <a:t>12</a:t>
            </a:r>
            <a:endParaRPr sz="900"/>
          </a:p>
        </p:txBody>
      </p:sp>
      <p:sp>
        <p:nvSpPr>
          <p:cNvPr id="7" name="Text 4">
            <a:extLst>
              <a:ext uri="{FF2B5EF4-FFF2-40B4-BE49-F238E27FC236}">
                <a16:creationId xmlns:a16="http://schemas.microsoft.com/office/drawing/2014/main" id="{485F7D32-92FF-4F87-9D4B-BFC7B9AB7D94}"/>
              </a:ext>
            </a:extLst>
          </p:cNvPr>
          <p:cNvSpPr>
            <a:spLocks noGrp="1"/>
          </p:cNvSpPr>
          <p:nvPr/>
        </p:nvSpPr>
        <p:spPr>
          <a:xfrm>
            <a:off x="508000" y="889000"/>
            <a:ext cx="11176000" cy="215900"/>
          </a:xfrm>
          <a:prstGeom prst="rect">
            <a:avLst/>
          </a:prstGeom>
          <a:noFill/>
        </p:spPr>
        <p:txBody>
          <a:bodyPr wrap="square" lIns="0" tIns="0" rIns="0" bIns="0" anchor="t"/>
          <a:lstStyle/>
          <a:p>
            <a:pPr marL="0" indent="0" algn="l">
              <a:lnSpc>
                <a:spcPct val="110000"/>
              </a:lnSpc>
              <a:buNone/>
            </a:pPr>
            <a:r>
              <a:rPr sz="1200" b="1">
                <a:solidFill>
                  <a:srgbClr val="DA1884"/>
                </a:solidFill>
                <a:latin typeface="Arial"/>
                <a:ea typeface="Arial"/>
                <a:cs typeface="Arial"/>
              </a:rPr>
              <a:t>REST · IN THE DEMO</a:t>
            </a:r>
            <a:endParaRPr sz="1200"/>
          </a:p>
        </p:txBody>
      </p:sp>
      <p:sp>
        <p:nvSpPr>
          <p:cNvPr id="8" name="Text 5">
            <a:extLst>
              <a:ext uri="{FF2B5EF4-FFF2-40B4-BE49-F238E27FC236}">
                <a16:creationId xmlns:a16="http://schemas.microsoft.com/office/drawing/2014/main" id="{9F9F6078-6716-4641-8A34-7653AEAD9C61}"/>
              </a:ext>
            </a:extLst>
          </p:cNvPr>
          <p:cNvSpPr>
            <a:spLocks noGrp="1"/>
          </p:cNvSpPr>
          <p:nvPr/>
        </p:nvSpPr>
        <p:spPr>
          <a:xfrm>
            <a:off x="508000" y="1130300"/>
            <a:ext cx="11176000" cy="482600"/>
          </a:xfrm>
          <a:prstGeom prst="rect">
            <a:avLst/>
          </a:prstGeom>
          <a:noFill/>
        </p:spPr>
        <p:txBody>
          <a:bodyPr wrap="square" lIns="0" tIns="0" rIns="0" bIns="0" anchor="t"/>
          <a:lstStyle/>
          <a:p>
            <a:pPr marL="0" indent="0" algn="l">
              <a:lnSpc>
                <a:spcPct val="110000"/>
              </a:lnSpc>
              <a:buNone/>
            </a:pPr>
            <a:r>
              <a:rPr sz="3000" b="1">
                <a:solidFill>
                  <a:srgbClr val="141414"/>
                </a:solidFill>
                <a:latin typeface="Arial"/>
                <a:ea typeface="Arial"/>
                <a:cs typeface="Arial"/>
              </a:rPr>
              <a:t>REST in Protocol Studio</a:t>
            </a:r>
            <a:endParaRPr sz="3000"/>
          </a:p>
        </p:txBody>
      </p:sp>
      <p:sp>
        <p:nvSpPr>
          <p:cNvPr id="9" name="Text 6">
            <a:extLst>
              <a:ext uri="{FF2B5EF4-FFF2-40B4-BE49-F238E27FC236}">
                <a16:creationId xmlns:a16="http://schemas.microsoft.com/office/drawing/2014/main" id="{B5BA9816-70C8-41CC-BEC0-2528EAFF1320}"/>
              </a:ext>
            </a:extLst>
          </p:cNvPr>
          <p:cNvSpPr>
            <a:spLocks noGrp="1"/>
          </p:cNvSpPr>
          <p:nvPr/>
        </p:nvSpPr>
        <p:spPr>
          <a:xfrm>
            <a:off x="508000" y="1663700"/>
            <a:ext cx="11176000" cy="254000"/>
          </a:xfrm>
          <a:prstGeom prst="rect">
            <a:avLst/>
          </a:prstGeom>
          <a:noFill/>
        </p:spPr>
        <p:txBody>
          <a:bodyPr wrap="square" lIns="0" tIns="0" rIns="0" bIns="0" anchor="t"/>
          <a:lstStyle/>
          <a:p>
            <a:pPr marL="0" indent="0" algn="l">
              <a:lnSpc>
                <a:spcPct val="110000"/>
              </a:lnSpc>
              <a:buNone/>
            </a:pPr>
            <a:r>
              <a:rPr sz="1400">
                <a:solidFill>
                  <a:srgbClr val="6B6B6B"/>
                </a:solidFill>
                <a:latin typeface="Arial"/>
                <a:ea typeface="Arial"/>
                <a:cs typeface="Arial"/>
              </a:rPr>
              <a:t>Single-resource lookups route here: one URL per resource and a cacheable JSON response.</a:t>
            </a:r>
            <a:endParaRPr sz="1400"/>
          </a:p>
        </p:txBody>
      </p:sp>
      <p:sp>
        <p:nvSpPr>
          <p:cNvPr id="11" name="Shape 7">
            <a:extLst>
              <a:ext uri="{FF2B5EF4-FFF2-40B4-BE49-F238E27FC236}">
                <a16:creationId xmlns:a16="http://schemas.microsoft.com/office/drawing/2014/main" id="{64C849D8-C4EC-4C36-B533-19C93ECAE2BB}"/>
              </a:ext>
            </a:extLst>
          </p:cNvPr>
          <p:cNvSpPr>
            <a:spLocks noGrp="1"/>
          </p:cNvSpPr>
          <p:nvPr/>
        </p:nvSpPr>
        <p:spPr>
          <a:xfrm>
            <a:off x="508000" y="2159000"/>
            <a:ext cx="5588000" cy="3937000"/>
          </a:xfrm>
          <a:prstGeom prst="rect">
            <a:avLst/>
          </a:prstGeom>
          <a:solidFill>
            <a:srgbClr val="1B1B1F"/>
          </a:solidFill>
          <a:effectLst>
            <a:outerShdw blurRad="50800" dist="25400" dir="5400000" algn="bl" rotWithShape="0">
              <a:srgbClr val="000000">
                <a:alpha val="18000"/>
              </a:srgbClr>
            </a:outerShdw>
          </a:effectLst>
        </p:spPr>
        <p:txBody>
          <a:bodyPr/>
          <a:lstStyle/>
          <a:p>
            <a:endParaRPr/>
          </a:p>
        </p:txBody>
      </p:sp>
      <p:sp>
        <p:nvSpPr>
          <p:cNvPr id="12" name="Shape 8">
            <a:extLst>
              <a:ext uri="{FF2B5EF4-FFF2-40B4-BE49-F238E27FC236}">
                <a16:creationId xmlns:a16="http://schemas.microsoft.com/office/drawing/2014/main" id="{932CD2DB-C323-4B28-9C24-46D9AC5E7E04}"/>
              </a:ext>
            </a:extLst>
          </p:cNvPr>
          <p:cNvSpPr>
            <a:spLocks noGrp="1"/>
          </p:cNvSpPr>
          <p:nvPr/>
        </p:nvSpPr>
        <p:spPr>
          <a:xfrm>
            <a:off x="508000" y="2159000"/>
            <a:ext cx="5588000" cy="355600"/>
          </a:xfrm>
          <a:prstGeom prst="rect">
            <a:avLst/>
          </a:prstGeom>
          <a:solidFill>
            <a:srgbClr val="DA1884"/>
          </a:solidFill>
        </p:spPr>
        <p:txBody>
          <a:bodyPr/>
          <a:lstStyle/>
          <a:p>
            <a:endParaRPr/>
          </a:p>
        </p:txBody>
      </p:sp>
      <p:sp>
        <p:nvSpPr>
          <p:cNvPr id="13" name="Text 9">
            <a:extLst>
              <a:ext uri="{FF2B5EF4-FFF2-40B4-BE49-F238E27FC236}">
                <a16:creationId xmlns:a16="http://schemas.microsoft.com/office/drawing/2014/main" id="{A77ECBC8-E502-47AD-9504-31DB3BFF310F}"/>
              </a:ext>
            </a:extLst>
          </p:cNvPr>
          <p:cNvSpPr>
            <a:spLocks noGrp="1"/>
          </p:cNvSpPr>
          <p:nvPr/>
        </p:nvSpPr>
        <p:spPr>
          <a:xfrm>
            <a:off x="711200" y="2159000"/>
            <a:ext cx="5181600" cy="355600"/>
          </a:xfrm>
          <a:prstGeom prst="rect">
            <a:avLst/>
          </a:prstGeom>
          <a:noFill/>
        </p:spPr>
        <p:txBody>
          <a:bodyPr wrap="square" lIns="0" tIns="0" rIns="0" bIns="0" anchor="ctr"/>
          <a:lstStyle/>
          <a:p>
            <a:pPr marL="0" indent="0" algn="l">
              <a:lnSpc>
                <a:spcPct val="110000"/>
              </a:lnSpc>
              <a:buNone/>
            </a:pPr>
            <a:r>
              <a:rPr sz="1200" b="1">
                <a:solidFill>
                  <a:srgbClr val="FFFFFF"/>
                </a:solidFill>
                <a:latin typeface="Arial"/>
                <a:ea typeface="Arial"/>
                <a:cs typeface="Arial"/>
              </a:rPr>
              <a:t>REQUEST · RESPONSE</a:t>
            </a:r>
            <a:endParaRPr sz="1200"/>
          </a:p>
        </p:txBody>
      </p:sp>
      <p:sp>
        <p:nvSpPr>
          <p:cNvPr id="14" name="Text 10">
            <a:extLst>
              <a:ext uri="{FF2B5EF4-FFF2-40B4-BE49-F238E27FC236}">
                <a16:creationId xmlns:a16="http://schemas.microsoft.com/office/drawing/2014/main" id="{4D1E09D7-5654-4313-9C7F-B549B12F5200}"/>
              </a:ext>
            </a:extLst>
          </p:cNvPr>
          <p:cNvSpPr>
            <a:spLocks noGrp="1"/>
          </p:cNvSpPr>
          <p:nvPr/>
        </p:nvSpPr>
        <p:spPr>
          <a:xfrm>
            <a:off x="711200" y="2667000"/>
            <a:ext cx="5181600" cy="3276600"/>
          </a:xfrm>
          <a:prstGeom prst="rect">
            <a:avLst/>
          </a:prstGeom>
          <a:noFill/>
        </p:spPr>
        <p:txBody>
          <a:bodyPr wrap="square" lIns="0" tIns="0" rIns="0" bIns="0" anchor="t"/>
          <a:lstStyle/>
          <a:p>
            <a:pPr marL="0" indent="0">
              <a:lnSpc>
                <a:spcPct val="120000"/>
              </a:lnSpc>
              <a:buNone/>
            </a:pPr>
            <a:r>
              <a:rPr sz="1200">
                <a:solidFill>
                  <a:srgbClr val="EDEDED"/>
                </a:solidFill>
                <a:latin typeface="Consolas"/>
                <a:ea typeface="Consolas"/>
                <a:cs typeface="Consolas"/>
              </a:rPr>
              <a:t>GET /api/catalog/starships/ship:5</a:t>
            </a:r>
            <a:endParaRPr sz="1200"/>
          </a:p>
          <a:p>
            <a:pPr marL="0" indent="0">
              <a:lnSpc>
                <a:spcPct val="120000"/>
              </a:lnSpc>
              <a:buNone/>
            </a:pPr>
            <a:r>
              <a:rPr sz="1200">
                <a:solidFill>
                  <a:srgbClr val="EDEDED"/>
                </a:solidFill>
                <a:latin typeface="Consolas"/>
                <a:ea typeface="Consolas"/>
                <a:cs typeface="Consolas"/>
              </a:rPr>
              <a:t> </a:t>
            </a:r>
            <a:endParaRPr sz="1200"/>
          </a:p>
          <a:p>
            <a:pPr marL="0" indent="0">
              <a:lnSpc>
                <a:spcPct val="120000"/>
              </a:lnSpc>
              <a:buNone/>
            </a:pPr>
            <a:r>
              <a:rPr sz="1200">
                <a:solidFill>
                  <a:srgbClr val="EDEDED"/>
                </a:solidFill>
                <a:latin typeface="Consolas"/>
                <a:ea typeface="Consolas"/>
                <a:cs typeface="Consolas"/>
              </a:rPr>
              <a:t>200 OK</a:t>
            </a:r>
            <a:endParaRPr sz="1200"/>
          </a:p>
          <a:p>
            <a:pPr marL="0" indent="0">
              <a:lnSpc>
                <a:spcPct val="120000"/>
              </a:lnSpc>
              <a:buNone/>
            </a:pPr>
            <a:r>
              <a:rPr sz="1200">
                <a:solidFill>
                  <a:srgbClr val="EDEDED"/>
                </a:solidFill>
                <a:latin typeface="Consolas"/>
                <a:ea typeface="Consolas"/>
                <a:cs typeface="Consolas"/>
              </a:rPr>
              <a:t>Cache-Control: max-age=300</a:t>
            </a:r>
            <a:endParaRPr sz="1200"/>
          </a:p>
          <a:p>
            <a:pPr marL="0" indent="0">
              <a:lnSpc>
                <a:spcPct val="120000"/>
              </a:lnSpc>
              <a:buNone/>
            </a:pPr>
            <a:r>
              <a:rPr sz="1200">
                <a:solidFill>
                  <a:srgbClr val="EDEDED"/>
                </a:solidFill>
                <a:latin typeface="Consolas"/>
                <a:ea typeface="Consolas"/>
                <a:cs typeface="Consolas"/>
              </a:rPr>
              <a:t>[</a:t>
            </a:r>
            <a:endParaRPr sz="1200"/>
          </a:p>
          <a:p>
            <a:pPr marL="0" indent="0">
              <a:lnSpc>
                <a:spcPct val="120000"/>
              </a:lnSpc>
              <a:buNone/>
            </a:pPr>
            <a:r>
              <a:rPr sz="1200">
                <a:solidFill>
                  <a:srgbClr val="EDEDED"/>
                </a:solidFill>
                <a:latin typeface="Consolas"/>
                <a:ea typeface="Consolas"/>
                <a:cs typeface="Consolas"/>
              </a:rPr>
              <a:t>  {</a:t>
            </a:r>
            <a:endParaRPr sz="1200"/>
          </a:p>
          <a:p>
            <a:pPr marL="0" indent="0">
              <a:lnSpc>
                <a:spcPct val="120000"/>
              </a:lnSpc>
              <a:buNone/>
            </a:pPr>
            <a:r>
              <a:rPr sz="1200">
                <a:solidFill>
                  <a:srgbClr val="EDEDED"/>
                </a:solidFill>
                <a:latin typeface="Consolas"/>
                <a:ea typeface="Consolas"/>
                <a:cs typeface="Consolas"/>
              </a:rPr>
              <a:t>    "id": "5",</a:t>
            </a:r>
            <a:endParaRPr sz="1200"/>
          </a:p>
          <a:p>
            <a:pPr marL="0" indent="0">
              <a:lnSpc>
                <a:spcPct val="120000"/>
              </a:lnSpc>
              <a:buNone/>
            </a:pPr>
            <a:r>
              <a:rPr sz="1200">
                <a:solidFill>
                  <a:srgbClr val="EDEDED"/>
                </a:solidFill>
                <a:latin typeface="Consolas"/>
                <a:ea typeface="Consolas"/>
                <a:cs typeface="Consolas"/>
              </a:rPr>
              <a:t>    "name": "Millennium Falcon",</a:t>
            </a:r>
            <a:endParaRPr sz="1200"/>
          </a:p>
          <a:p>
            <a:pPr marL="0" indent="0">
              <a:lnSpc>
                <a:spcPct val="120000"/>
              </a:lnSpc>
              <a:buNone/>
            </a:pPr>
            <a:r>
              <a:rPr sz="1200">
                <a:solidFill>
                  <a:srgbClr val="EDEDED"/>
                </a:solidFill>
                <a:latin typeface="Consolas"/>
                <a:ea typeface="Consolas"/>
                <a:cs typeface="Consolas"/>
              </a:rPr>
              <a:t>    "maxSpeed": 1050,</a:t>
            </a:r>
            <a:endParaRPr sz="1200"/>
          </a:p>
          <a:p>
            <a:pPr marL="0" indent="0">
              <a:lnSpc>
                <a:spcPct val="120000"/>
              </a:lnSpc>
              <a:buNone/>
            </a:pPr>
            <a:r>
              <a:rPr sz="1200">
                <a:solidFill>
                  <a:srgbClr val="EDEDED"/>
                </a:solidFill>
                <a:latin typeface="Consolas"/>
                <a:ea typeface="Consolas"/>
                <a:cs typeface="Consolas"/>
              </a:rPr>
              <a:t>    "length": 34.37,</a:t>
            </a:r>
            <a:endParaRPr sz="1200"/>
          </a:p>
          <a:p>
            <a:pPr marL="0" indent="0">
              <a:lnSpc>
                <a:spcPct val="120000"/>
              </a:lnSpc>
              <a:buNone/>
            </a:pPr>
            <a:r>
              <a:rPr sz="1200">
                <a:solidFill>
                  <a:srgbClr val="EDEDED"/>
                </a:solidFill>
                <a:latin typeface="Consolas"/>
                <a:ea typeface="Consolas"/>
                <a:cs typeface="Consolas"/>
              </a:rPr>
              <a:t>    "films": [ … ],</a:t>
            </a:r>
            <a:endParaRPr sz="1200"/>
          </a:p>
          <a:p>
            <a:pPr marL="0" indent="0">
              <a:lnSpc>
                <a:spcPct val="120000"/>
              </a:lnSpc>
              <a:buNone/>
            </a:pPr>
            <a:r>
              <a:rPr sz="1200">
                <a:solidFill>
                  <a:srgbClr val="EDEDED"/>
                </a:solidFill>
                <a:latin typeface="Consolas"/>
                <a:ea typeface="Consolas"/>
                <a:cs typeface="Consolas"/>
              </a:rPr>
              <a:t>    "crew": [ … ]</a:t>
            </a:r>
          </a:p>
          <a:p>
            <a:pPr marL="0" indent="0">
              <a:lnSpc>
                <a:spcPct val="120000"/>
              </a:lnSpc>
              <a:buNone/>
            </a:pPr>
            <a:r>
              <a:rPr sz="1200">
                <a:solidFill>
                  <a:srgbClr val="EDEDED"/>
                </a:solidFill>
                <a:latin typeface="Consolas"/>
                <a:ea typeface="Consolas"/>
                <a:cs typeface="Consolas"/>
              </a:rPr>
              <a:t>  }</a:t>
            </a:r>
            <a:endParaRPr sz="1200"/>
          </a:p>
          <a:p>
            <a:pPr marL="0" indent="0">
              <a:lnSpc>
                <a:spcPct val="120000"/>
              </a:lnSpc>
              <a:buNone/>
            </a:pPr>
            <a:r>
              <a:rPr sz="1200">
                <a:solidFill>
                  <a:srgbClr val="EDEDED"/>
                </a:solidFill>
                <a:latin typeface="Consolas"/>
                <a:ea typeface="Consolas"/>
                <a:cs typeface="Consolas"/>
              </a:rPr>
              <a:t>]</a:t>
            </a:r>
            <a:endParaRPr sz="1200"/>
          </a:p>
        </p:txBody>
      </p:sp>
      <p:sp>
        <p:nvSpPr>
          <p:cNvPr id="15" name="Shape 11">
            <a:extLst>
              <a:ext uri="{FF2B5EF4-FFF2-40B4-BE49-F238E27FC236}">
                <a16:creationId xmlns:a16="http://schemas.microsoft.com/office/drawing/2014/main" id="{ECDE7127-21A8-4F0A-B2CB-6BB367CD22D8}"/>
              </a:ext>
            </a:extLst>
          </p:cNvPr>
          <p:cNvSpPr>
            <a:spLocks noGrp="1"/>
          </p:cNvSpPr>
          <p:nvPr/>
        </p:nvSpPr>
        <p:spPr>
          <a:xfrm>
            <a:off x="6299200" y="2159000"/>
            <a:ext cx="5384800" cy="8890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16" name="Shape 12">
            <a:extLst>
              <a:ext uri="{FF2B5EF4-FFF2-40B4-BE49-F238E27FC236}">
                <a16:creationId xmlns:a16="http://schemas.microsoft.com/office/drawing/2014/main" id="{F359E34B-97E6-4F98-B3CF-10C24406DE7E}"/>
              </a:ext>
            </a:extLst>
          </p:cNvPr>
          <p:cNvSpPr>
            <a:spLocks noGrp="1"/>
          </p:cNvSpPr>
          <p:nvPr/>
        </p:nvSpPr>
        <p:spPr>
          <a:xfrm>
            <a:off x="6299200" y="2159000"/>
            <a:ext cx="63500" cy="889000"/>
          </a:xfrm>
          <a:prstGeom prst="rect">
            <a:avLst/>
          </a:prstGeom>
          <a:solidFill>
            <a:srgbClr val="DA1884"/>
          </a:solidFill>
        </p:spPr>
        <p:txBody>
          <a:bodyPr/>
          <a:lstStyle/>
          <a:p>
            <a:endParaRPr/>
          </a:p>
        </p:txBody>
      </p:sp>
      <p:sp>
        <p:nvSpPr>
          <p:cNvPr id="17" name="Text 13">
            <a:extLst>
              <a:ext uri="{FF2B5EF4-FFF2-40B4-BE49-F238E27FC236}">
                <a16:creationId xmlns:a16="http://schemas.microsoft.com/office/drawing/2014/main" id="{B76415E4-23B6-48E9-B74D-348041A20292}"/>
              </a:ext>
            </a:extLst>
          </p:cNvPr>
          <p:cNvSpPr>
            <a:spLocks noGrp="1"/>
          </p:cNvSpPr>
          <p:nvPr/>
        </p:nvSpPr>
        <p:spPr>
          <a:xfrm>
            <a:off x="6527800" y="2311400"/>
            <a:ext cx="381000" cy="279400"/>
          </a:xfrm>
          <a:prstGeom prst="rect">
            <a:avLst/>
          </a:prstGeom>
          <a:noFill/>
        </p:spPr>
        <p:txBody>
          <a:bodyPr wrap="square" lIns="0" tIns="0" rIns="0" bIns="0" anchor="t"/>
          <a:lstStyle/>
          <a:p>
            <a:pPr marL="0" indent="0" algn="l">
              <a:lnSpc>
                <a:spcPct val="110000"/>
              </a:lnSpc>
              <a:buNone/>
            </a:pPr>
            <a:r>
              <a:rPr sz="1600" b="1">
                <a:solidFill>
                  <a:srgbClr val="DA1884"/>
                </a:solidFill>
                <a:latin typeface="Arial"/>
                <a:ea typeface="Arial"/>
                <a:cs typeface="Arial"/>
              </a:rPr>
              <a:t>01</a:t>
            </a:r>
            <a:endParaRPr sz="1600"/>
          </a:p>
        </p:txBody>
      </p:sp>
      <p:sp>
        <p:nvSpPr>
          <p:cNvPr id="18" name="Text 14">
            <a:extLst>
              <a:ext uri="{FF2B5EF4-FFF2-40B4-BE49-F238E27FC236}">
                <a16:creationId xmlns:a16="http://schemas.microsoft.com/office/drawing/2014/main" id="{1812F63D-E7F4-4690-9D3B-2A75982D3860}"/>
              </a:ext>
            </a:extLst>
          </p:cNvPr>
          <p:cNvSpPr>
            <a:spLocks noGrp="1"/>
          </p:cNvSpPr>
          <p:nvPr/>
        </p:nvSpPr>
        <p:spPr>
          <a:xfrm>
            <a:off x="7035800" y="2311400"/>
            <a:ext cx="4445000" cy="635000"/>
          </a:xfrm>
          <a:prstGeom prst="rect">
            <a:avLst/>
          </a:prstGeom>
          <a:noFill/>
        </p:spPr>
        <p:txBody>
          <a:bodyPr wrap="square" lIns="0" tIns="0" rIns="0" bIns="0" anchor="t"/>
          <a:lstStyle/>
          <a:p>
            <a:pPr marL="0" indent="0">
              <a:lnSpc>
                <a:spcPct val="115000"/>
              </a:lnSpc>
              <a:spcAft>
                <a:spcPts val="400"/>
              </a:spcAft>
              <a:buNone/>
            </a:pPr>
            <a:r>
              <a:rPr sz="1300" b="1" dirty="0">
                <a:solidFill>
                  <a:srgbClr val="141414"/>
                </a:solidFill>
                <a:latin typeface="Arial"/>
                <a:ea typeface="Arial"/>
                <a:cs typeface="Arial"/>
              </a:rPr>
              <a:t>One route per resource</a:t>
            </a:r>
            <a:endParaRPr sz="1300" dirty="0"/>
          </a:p>
          <a:p>
            <a:pPr marL="0" indent="0">
              <a:lnSpc>
                <a:spcPct val="115000"/>
              </a:lnSpc>
              <a:buNone/>
            </a:pPr>
            <a:r>
              <a:rPr sz="1200" dirty="0">
                <a:solidFill>
                  <a:srgbClr val="333333"/>
                </a:solidFill>
                <a:latin typeface="Arial"/>
                <a:ea typeface="Arial"/>
                <a:cs typeface="Arial"/>
              </a:rPr>
              <a:t>/starships/{target}, /films/{id} and /cast/{id} on Spring MVC.</a:t>
            </a:r>
            <a:endParaRPr sz="1300" dirty="0"/>
          </a:p>
        </p:txBody>
      </p:sp>
      <p:sp>
        <p:nvSpPr>
          <p:cNvPr id="19" name="Shape 15">
            <a:extLst>
              <a:ext uri="{FF2B5EF4-FFF2-40B4-BE49-F238E27FC236}">
                <a16:creationId xmlns:a16="http://schemas.microsoft.com/office/drawing/2014/main" id="{9C04BDE6-61A0-452B-8B0C-A6FC08AB6812}"/>
              </a:ext>
            </a:extLst>
          </p:cNvPr>
          <p:cNvSpPr>
            <a:spLocks noGrp="1"/>
          </p:cNvSpPr>
          <p:nvPr/>
        </p:nvSpPr>
        <p:spPr>
          <a:xfrm>
            <a:off x="6299200" y="3149600"/>
            <a:ext cx="5384800" cy="8890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20" name="Shape 16">
            <a:extLst>
              <a:ext uri="{FF2B5EF4-FFF2-40B4-BE49-F238E27FC236}">
                <a16:creationId xmlns:a16="http://schemas.microsoft.com/office/drawing/2014/main" id="{92FDBF76-8EE5-4D0F-A397-B446ECFA57E2}"/>
              </a:ext>
            </a:extLst>
          </p:cNvPr>
          <p:cNvSpPr>
            <a:spLocks noGrp="1"/>
          </p:cNvSpPr>
          <p:nvPr/>
        </p:nvSpPr>
        <p:spPr>
          <a:xfrm>
            <a:off x="6299200" y="3149600"/>
            <a:ext cx="63500" cy="889000"/>
          </a:xfrm>
          <a:prstGeom prst="rect">
            <a:avLst/>
          </a:prstGeom>
          <a:solidFill>
            <a:srgbClr val="DA1884"/>
          </a:solidFill>
        </p:spPr>
        <p:txBody>
          <a:bodyPr/>
          <a:lstStyle/>
          <a:p>
            <a:endParaRPr/>
          </a:p>
        </p:txBody>
      </p:sp>
      <p:sp>
        <p:nvSpPr>
          <p:cNvPr id="21" name="Text 17">
            <a:extLst>
              <a:ext uri="{FF2B5EF4-FFF2-40B4-BE49-F238E27FC236}">
                <a16:creationId xmlns:a16="http://schemas.microsoft.com/office/drawing/2014/main" id="{026632E0-36FF-4073-B07F-E573A578BF2D}"/>
              </a:ext>
            </a:extLst>
          </p:cNvPr>
          <p:cNvSpPr>
            <a:spLocks noGrp="1"/>
          </p:cNvSpPr>
          <p:nvPr/>
        </p:nvSpPr>
        <p:spPr>
          <a:xfrm>
            <a:off x="6527800" y="3302000"/>
            <a:ext cx="381000" cy="279400"/>
          </a:xfrm>
          <a:prstGeom prst="rect">
            <a:avLst/>
          </a:prstGeom>
          <a:noFill/>
        </p:spPr>
        <p:txBody>
          <a:bodyPr wrap="square" lIns="0" tIns="0" rIns="0" bIns="0" anchor="t"/>
          <a:lstStyle/>
          <a:p>
            <a:pPr marL="0" indent="0" algn="l">
              <a:lnSpc>
                <a:spcPct val="110000"/>
              </a:lnSpc>
              <a:buNone/>
            </a:pPr>
            <a:r>
              <a:rPr sz="1600" b="1">
                <a:solidFill>
                  <a:srgbClr val="DA1884"/>
                </a:solidFill>
                <a:latin typeface="Arial"/>
                <a:ea typeface="Arial"/>
                <a:cs typeface="Arial"/>
              </a:rPr>
              <a:t>02</a:t>
            </a:r>
            <a:endParaRPr sz="1600"/>
          </a:p>
        </p:txBody>
      </p:sp>
      <p:sp>
        <p:nvSpPr>
          <p:cNvPr id="22" name="Text 18">
            <a:extLst>
              <a:ext uri="{FF2B5EF4-FFF2-40B4-BE49-F238E27FC236}">
                <a16:creationId xmlns:a16="http://schemas.microsoft.com/office/drawing/2014/main" id="{F467DB33-6288-4A05-9243-32F435923F1C}"/>
              </a:ext>
            </a:extLst>
          </p:cNvPr>
          <p:cNvSpPr>
            <a:spLocks noGrp="1"/>
          </p:cNvSpPr>
          <p:nvPr/>
        </p:nvSpPr>
        <p:spPr>
          <a:xfrm>
            <a:off x="7035800" y="3302000"/>
            <a:ext cx="4445000" cy="635000"/>
          </a:xfrm>
          <a:prstGeom prst="rect">
            <a:avLst/>
          </a:prstGeom>
          <a:noFill/>
        </p:spPr>
        <p:txBody>
          <a:bodyPr wrap="square" lIns="0" tIns="0" rIns="0" bIns="0" anchor="t"/>
          <a:lstStyle/>
          <a:p>
            <a:pPr marL="0" indent="0">
              <a:lnSpc>
                <a:spcPct val="115000"/>
              </a:lnSpc>
              <a:spcAft>
                <a:spcPts val="400"/>
              </a:spcAft>
              <a:buNone/>
            </a:pPr>
            <a:r>
              <a:rPr sz="1300" b="1">
                <a:solidFill>
                  <a:srgbClr val="141414"/>
                </a:solidFill>
                <a:latin typeface="Arial"/>
                <a:ea typeface="Arial"/>
                <a:cs typeface="Arial"/>
              </a:rPr>
              <a:t>Cacheable by default</a:t>
            </a:r>
            <a:endParaRPr sz="1300"/>
          </a:p>
          <a:p>
            <a:pPr marL="0" indent="0">
              <a:lnSpc>
                <a:spcPct val="115000"/>
              </a:lnSpc>
              <a:buNone/>
            </a:pPr>
            <a:r>
              <a:rPr sz="1200">
                <a:solidFill>
                  <a:srgbClr val="333333"/>
                </a:solidFill>
                <a:latin typeface="Arial"/>
                <a:ea typeface="Arial"/>
                <a:cs typeface="Arial"/>
              </a:rPr>
              <a:t>Starship reads send Cache-Control: max-age=300.</a:t>
            </a:r>
            <a:endParaRPr sz="1300"/>
          </a:p>
        </p:txBody>
      </p:sp>
      <p:sp>
        <p:nvSpPr>
          <p:cNvPr id="23" name="Shape 19">
            <a:extLst>
              <a:ext uri="{FF2B5EF4-FFF2-40B4-BE49-F238E27FC236}">
                <a16:creationId xmlns:a16="http://schemas.microsoft.com/office/drawing/2014/main" id="{99349EEA-AD1F-426E-9CAE-C41C472A79A0}"/>
              </a:ext>
            </a:extLst>
          </p:cNvPr>
          <p:cNvSpPr>
            <a:spLocks noGrp="1"/>
          </p:cNvSpPr>
          <p:nvPr/>
        </p:nvSpPr>
        <p:spPr>
          <a:xfrm>
            <a:off x="6299200" y="4140200"/>
            <a:ext cx="5384800" cy="8890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24" name="Shape 20">
            <a:extLst>
              <a:ext uri="{FF2B5EF4-FFF2-40B4-BE49-F238E27FC236}">
                <a16:creationId xmlns:a16="http://schemas.microsoft.com/office/drawing/2014/main" id="{693FEACB-C71C-4624-83DA-AFB396E5ACAF}"/>
              </a:ext>
            </a:extLst>
          </p:cNvPr>
          <p:cNvSpPr>
            <a:spLocks noGrp="1"/>
          </p:cNvSpPr>
          <p:nvPr/>
        </p:nvSpPr>
        <p:spPr>
          <a:xfrm>
            <a:off x="6299200" y="4140200"/>
            <a:ext cx="63500" cy="889000"/>
          </a:xfrm>
          <a:prstGeom prst="rect">
            <a:avLst/>
          </a:prstGeom>
          <a:solidFill>
            <a:srgbClr val="DA1884"/>
          </a:solidFill>
        </p:spPr>
        <p:txBody>
          <a:bodyPr/>
          <a:lstStyle/>
          <a:p>
            <a:endParaRPr/>
          </a:p>
        </p:txBody>
      </p:sp>
      <p:sp>
        <p:nvSpPr>
          <p:cNvPr id="25" name="Text 21">
            <a:extLst>
              <a:ext uri="{FF2B5EF4-FFF2-40B4-BE49-F238E27FC236}">
                <a16:creationId xmlns:a16="http://schemas.microsoft.com/office/drawing/2014/main" id="{C6EC2361-3806-4A31-9CA9-6572BA5F834E}"/>
              </a:ext>
            </a:extLst>
          </p:cNvPr>
          <p:cNvSpPr>
            <a:spLocks noGrp="1"/>
          </p:cNvSpPr>
          <p:nvPr/>
        </p:nvSpPr>
        <p:spPr>
          <a:xfrm>
            <a:off x="6527800" y="4292600"/>
            <a:ext cx="381000" cy="279400"/>
          </a:xfrm>
          <a:prstGeom prst="rect">
            <a:avLst/>
          </a:prstGeom>
          <a:noFill/>
        </p:spPr>
        <p:txBody>
          <a:bodyPr wrap="square" lIns="0" tIns="0" rIns="0" bIns="0" anchor="t"/>
          <a:lstStyle/>
          <a:p>
            <a:pPr marL="0" indent="0" algn="l">
              <a:lnSpc>
                <a:spcPct val="110000"/>
              </a:lnSpc>
              <a:buNone/>
            </a:pPr>
            <a:r>
              <a:rPr sz="1600" b="1">
                <a:solidFill>
                  <a:srgbClr val="DA1884"/>
                </a:solidFill>
                <a:latin typeface="Arial"/>
                <a:ea typeface="Arial"/>
                <a:cs typeface="Arial"/>
              </a:rPr>
              <a:t>03</a:t>
            </a:r>
            <a:endParaRPr sz="1600"/>
          </a:p>
        </p:txBody>
      </p:sp>
      <p:sp>
        <p:nvSpPr>
          <p:cNvPr id="26" name="Text 22">
            <a:extLst>
              <a:ext uri="{FF2B5EF4-FFF2-40B4-BE49-F238E27FC236}">
                <a16:creationId xmlns:a16="http://schemas.microsoft.com/office/drawing/2014/main" id="{CACE3486-CF76-453B-89B6-763E66902924}"/>
              </a:ext>
            </a:extLst>
          </p:cNvPr>
          <p:cNvSpPr>
            <a:spLocks noGrp="1"/>
          </p:cNvSpPr>
          <p:nvPr/>
        </p:nvSpPr>
        <p:spPr>
          <a:xfrm>
            <a:off x="7035800" y="4292600"/>
            <a:ext cx="4445000" cy="635000"/>
          </a:xfrm>
          <a:prstGeom prst="rect">
            <a:avLst/>
          </a:prstGeom>
          <a:noFill/>
        </p:spPr>
        <p:txBody>
          <a:bodyPr wrap="square" lIns="0" tIns="0" rIns="0" bIns="0" anchor="t"/>
          <a:lstStyle/>
          <a:p>
            <a:pPr marL="0" indent="0">
              <a:lnSpc>
                <a:spcPct val="115000"/>
              </a:lnSpc>
              <a:spcAft>
                <a:spcPts val="400"/>
              </a:spcAft>
              <a:buNone/>
            </a:pPr>
            <a:r>
              <a:rPr sz="1300" b="1">
                <a:solidFill>
                  <a:srgbClr val="141414"/>
                </a:solidFill>
                <a:latin typeface="Arial"/>
                <a:ea typeface="Arial"/>
                <a:cs typeface="Arial"/>
              </a:rPr>
              <a:t>Picked for simple lookups</a:t>
            </a:r>
            <a:endParaRPr sz="1300"/>
          </a:p>
          <a:p>
            <a:pPr marL="0" indent="0">
              <a:lnSpc>
                <a:spcPct val="115000"/>
              </a:lnSpc>
              <a:buNone/>
            </a:pPr>
            <a:r>
              <a:rPr sz="1200">
                <a:solidFill>
                  <a:srgbClr val="333333"/>
                </a:solidFill>
                <a:latin typeface="Arial"/>
                <a:ea typeface="Arial"/>
                <a:cs typeface="Arial"/>
              </a:rPr>
              <a:t>The router sends speed, length and detail questions here.</a:t>
            </a:r>
            <a:endParaRPr sz="1300"/>
          </a:p>
        </p:txBody>
      </p:sp>
      <p:sp>
        <p:nvSpPr>
          <p:cNvPr id="27" name="Shape 23">
            <a:extLst>
              <a:ext uri="{FF2B5EF4-FFF2-40B4-BE49-F238E27FC236}">
                <a16:creationId xmlns:a16="http://schemas.microsoft.com/office/drawing/2014/main" id="{9AAE5798-6898-4ED6-9CE8-EAD537F25DF4}"/>
              </a:ext>
            </a:extLst>
          </p:cNvPr>
          <p:cNvSpPr>
            <a:spLocks noGrp="1"/>
          </p:cNvSpPr>
          <p:nvPr/>
        </p:nvSpPr>
        <p:spPr>
          <a:xfrm>
            <a:off x="6299200" y="5130800"/>
            <a:ext cx="5384800" cy="7874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28" name="Shape 24">
            <a:extLst>
              <a:ext uri="{FF2B5EF4-FFF2-40B4-BE49-F238E27FC236}">
                <a16:creationId xmlns:a16="http://schemas.microsoft.com/office/drawing/2014/main" id="{C78A6666-60B4-4B57-B9D0-6A650E235D34}"/>
              </a:ext>
            </a:extLst>
          </p:cNvPr>
          <p:cNvSpPr>
            <a:spLocks noGrp="1"/>
          </p:cNvSpPr>
          <p:nvPr/>
        </p:nvSpPr>
        <p:spPr>
          <a:xfrm>
            <a:off x="6299200" y="5130800"/>
            <a:ext cx="76200" cy="787400"/>
          </a:xfrm>
          <a:prstGeom prst="rect">
            <a:avLst/>
          </a:prstGeom>
          <a:solidFill>
            <a:srgbClr val="DA1884"/>
          </a:solidFill>
        </p:spPr>
        <p:txBody>
          <a:bodyPr/>
          <a:lstStyle/>
          <a:p>
            <a:endParaRPr/>
          </a:p>
        </p:txBody>
      </p:sp>
      <p:sp>
        <p:nvSpPr>
          <p:cNvPr id="29" name="Text 25">
            <a:extLst>
              <a:ext uri="{FF2B5EF4-FFF2-40B4-BE49-F238E27FC236}">
                <a16:creationId xmlns:a16="http://schemas.microsoft.com/office/drawing/2014/main" id="{E13BFD11-E1BE-4C40-AB00-D6A7887AA7EE}"/>
              </a:ext>
            </a:extLst>
          </p:cNvPr>
          <p:cNvSpPr>
            <a:spLocks noGrp="1"/>
          </p:cNvSpPr>
          <p:nvPr/>
        </p:nvSpPr>
        <p:spPr>
          <a:xfrm>
            <a:off x="6578600" y="5130800"/>
            <a:ext cx="4876800" cy="787400"/>
          </a:xfrm>
          <a:prstGeom prst="rect">
            <a:avLst/>
          </a:prstGeom>
          <a:noFill/>
        </p:spPr>
        <p:txBody>
          <a:bodyPr wrap="square" lIns="0" tIns="0" rIns="0" bIns="0" anchor="ctr"/>
          <a:lstStyle/>
          <a:p>
            <a:pPr marL="0" indent="0">
              <a:lnSpc>
                <a:spcPct val="115000"/>
              </a:lnSpc>
              <a:buNone/>
            </a:pPr>
            <a:r>
              <a:rPr sz="1200" b="1">
                <a:solidFill>
                  <a:srgbClr val="141414"/>
                </a:solidFill>
                <a:latin typeface="Arial"/>
                <a:ea typeface="Arial"/>
                <a:cs typeface="Arial"/>
              </a:rPr>
              <a:t>Try it:  </a:t>
            </a:r>
            <a:r>
              <a:rPr sz="1200">
                <a:solidFill>
                  <a:srgbClr val="141414"/>
                </a:solidFill>
                <a:latin typeface="Arial"/>
                <a:ea typeface="Arial"/>
                <a:cs typeface="Arial"/>
              </a:rPr>
              <a:t>“Tell me about the Millennium Falcon.”</a:t>
            </a:r>
            <a:endParaRPr sz="1200"/>
          </a:p>
        </p:txBody>
      </p:sp>
    </p:spTree>
    <p:extLst>
      <p:ext uri="{BB962C8B-B14F-4D97-AF65-F5344CB8AC3E}">
        <p14:creationId xmlns:p14="http://schemas.microsoft.com/office/powerpoint/2010/main" val="9738343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a:extLst>
              <a:ext uri="{FF2B5EF4-FFF2-40B4-BE49-F238E27FC236}">
                <a16:creationId xmlns:a16="http://schemas.microsoft.com/office/drawing/2014/main" id="{2225E67C-86A9-4091-8A26-9328B9273265}"/>
              </a:ext>
            </a:extLst>
          </p:cNvPr>
          <p:cNvPicPr>
            <a:picLocks noChangeAspect="1"/>
          </p:cNvPicPr>
          <p:nvPr/>
        </p:nvPicPr>
        <p:blipFill>
          <a:blip r:embed="rId3"/>
          <a:stretch>
            <a:fillRect/>
          </a:stretch>
        </p:blipFill>
        <p:spPr>
          <a:xfrm>
            <a:off x="508000" y="152400"/>
            <a:ext cx="990600" cy="406400"/>
          </a:xfrm>
          <a:prstGeom prst="rect">
            <a:avLst/>
          </a:prstGeom>
        </p:spPr>
      </p:pic>
      <p:sp>
        <p:nvSpPr>
          <p:cNvPr id="3" name="Text 0">
            <a:extLst>
              <a:ext uri="{FF2B5EF4-FFF2-40B4-BE49-F238E27FC236}">
                <a16:creationId xmlns:a16="http://schemas.microsoft.com/office/drawing/2014/main" id="{1202205A-EC68-458C-AFA9-A6FFE6E5D4A9}"/>
              </a:ext>
            </a:extLst>
          </p:cNvPr>
          <p:cNvSpPr>
            <a:spLocks noGrp="1"/>
          </p:cNvSpPr>
          <p:nvPr/>
        </p:nvSpPr>
        <p:spPr>
          <a:xfrm>
            <a:off x="3556000" y="406400"/>
            <a:ext cx="5080000" cy="190500"/>
          </a:xfrm>
          <a:prstGeom prst="rect">
            <a:avLst/>
          </a:prstGeom>
          <a:noFill/>
        </p:spPr>
        <p:txBody>
          <a:bodyPr wrap="square" lIns="0" tIns="0" rIns="0" bIns="0" anchor="t"/>
          <a:lstStyle/>
          <a:p>
            <a:pPr marL="0" indent="0" algn="ctr">
              <a:lnSpc>
                <a:spcPct val="110000"/>
              </a:lnSpc>
              <a:buNone/>
            </a:pPr>
            <a:r>
              <a:rPr sz="1000" dirty="0">
                <a:solidFill>
                  <a:srgbClr val="6B6B6B"/>
                </a:solidFill>
                <a:latin typeface="Arial"/>
                <a:ea typeface="Arial"/>
                <a:cs typeface="Arial"/>
              </a:rPr>
              <a:t>Protocol Studio  —  REST · GraphQL · gRPC</a:t>
            </a:r>
            <a:endParaRPr sz="1000" dirty="0"/>
          </a:p>
        </p:txBody>
      </p:sp>
      <p:sp>
        <p:nvSpPr>
          <p:cNvPr id="4" name="Text 1">
            <a:extLst>
              <a:ext uri="{FF2B5EF4-FFF2-40B4-BE49-F238E27FC236}">
                <a16:creationId xmlns:a16="http://schemas.microsoft.com/office/drawing/2014/main" id="{44916043-EB48-4C51-A488-2D64B0645AFA}"/>
              </a:ext>
            </a:extLst>
          </p:cNvPr>
          <p:cNvSpPr>
            <a:spLocks noGrp="1"/>
          </p:cNvSpPr>
          <p:nvPr/>
        </p:nvSpPr>
        <p:spPr>
          <a:xfrm>
            <a:off x="6350000" y="406400"/>
            <a:ext cx="5334000" cy="190500"/>
          </a:xfrm>
          <a:prstGeom prst="rect">
            <a:avLst/>
          </a:prstGeom>
          <a:noFill/>
        </p:spPr>
        <p:txBody>
          <a:bodyPr wrap="square" lIns="0" tIns="0" rIns="0" bIns="0" anchor="t"/>
          <a:lstStyle/>
          <a:p>
            <a:pPr marL="0" indent="0" algn="r">
              <a:lnSpc>
                <a:spcPct val="110000"/>
              </a:lnSpc>
              <a:buNone/>
            </a:pPr>
            <a:r>
              <a:rPr sz="1000" b="1">
                <a:solidFill>
                  <a:srgbClr val="DA1884"/>
                </a:solidFill>
                <a:latin typeface="Arial"/>
                <a:ea typeface="Arial"/>
                <a:cs typeface="Arial"/>
              </a:rPr>
              <a:t>GRAPHQL</a:t>
            </a:r>
            <a:endParaRPr sz="1000"/>
          </a:p>
        </p:txBody>
      </p:sp>
      <p:sp>
        <p:nvSpPr>
          <p:cNvPr id="5" name="Text 2">
            <a:extLst>
              <a:ext uri="{FF2B5EF4-FFF2-40B4-BE49-F238E27FC236}">
                <a16:creationId xmlns:a16="http://schemas.microsoft.com/office/drawing/2014/main" id="{50395DC2-04BE-49A4-90FE-5206676E7DFF}"/>
              </a:ext>
            </a:extLst>
          </p:cNvPr>
          <p:cNvSpPr>
            <a:spLocks noGrp="1"/>
          </p:cNvSpPr>
          <p:nvPr/>
        </p:nvSpPr>
        <p:spPr>
          <a:xfrm>
            <a:off x="508000" y="6578600"/>
            <a:ext cx="8890000" cy="177800"/>
          </a:xfrm>
          <a:prstGeom prst="rect">
            <a:avLst/>
          </a:prstGeom>
          <a:noFill/>
        </p:spPr>
        <p:txBody>
          <a:bodyPr wrap="square" lIns="0" tIns="0" rIns="0" bIns="0" anchor="t"/>
          <a:lstStyle/>
          <a:p>
            <a:pPr marL="0" indent="0" algn="l">
              <a:lnSpc>
                <a:spcPct val="110000"/>
              </a:lnSpc>
              <a:buNone/>
            </a:pPr>
            <a:r>
              <a:rPr sz="900">
                <a:solidFill>
                  <a:srgbClr val="9E9E9E"/>
                </a:solidFill>
                <a:latin typeface="Arial"/>
                <a:ea typeface="Arial"/>
                <a:cs typeface="Arial"/>
              </a:rPr>
              <a:t>Insight Proprietary &amp; Confidential.  Do Not Copy or Distribute.  © 2026 Insight.  All Rights Reserved.</a:t>
            </a:r>
            <a:endParaRPr sz="900"/>
          </a:p>
        </p:txBody>
      </p:sp>
      <p:sp>
        <p:nvSpPr>
          <p:cNvPr id="6" name="Text 3">
            <a:extLst>
              <a:ext uri="{FF2B5EF4-FFF2-40B4-BE49-F238E27FC236}">
                <a16:creationId xmlns:a16="http://schemas.microsoft.com/office/drawing/2014/main" id="{C4A191A1-C27A-4A86-9130-BC2300B24DAE}"/>
              </a:ext>
            </a:extLst>
          </p:cNvPr>
          <p:cNvSpPr>
            <a:spLocks noGrp="1"/>
          </p:cNvSpPr>
          <p:nvPr/>
        </p:nvSpPr>
        <p:spPr>
          <a:xfrm>
            <a:off x="10922000" y="6578600"/>
            <a:ext cx="762000" cy="177800"/>
          </a:xfrm>
          <a:prstGeom prst="rect">
            <a:avLst/>
          </a:prstGeom>
          <a:noFill/>
        </p:spPr>
        <p:txBody>
          <a:bodyPr wrap="square" lIns="0" tIns="0" rIns="0" bIns="0" anchor="t"/>
          <a:lstStyle/>
          <a:p>
            <a:pPr marL="0" indent="0" algn="r">
              <a:lnSpc>
                <a:spcPct val="110000"/>
              </a:lnSpc>
              <a:buNone/>
            </a:pPr>
            <a:r>
              <a:rPr sz="900">
                <a:solidFill>
                  <a:srgbClr val="9E9E9E"/>
                </a:solidFill>
                <a:latin typeface="Arial"/>
                <a:ea typeface="Arial"/>
                <a:cs typeface="Arial"/>
              </a:rPr>
              <a:t>13</a:t>
            </a:r>
            <a:endParaRPr sz="900"/>
          </a:p>
        </p:txBody>
      </p:sp>
      <p:sp>
        <p:nvSpPr>
          <p:cNvPr id="7" name="Text 4">
            <a:extLst>
              <a:ext uri="{FF2B5EF4-FFF2-40B4-BE49-F238E27FC236}">
                <a16:creationId xmlns:a16="http://schemas.microsoft.com/office/drawing/2014/main" id="{4D2CBC25-D6C1-4FFB-83AF-C4608736FA1C}"/>
              </a:ext>
            </a:extLst>
          </p:cNvPr>
          <p:cNvSpPr>
            <a:spLocks noGrp="1"/>
          </p:cNvSpPr>
          <p:nvPr/>
        </p:nvSpPr>
        <p:spPr>
          <a:xfrm>
            <a:off x="508000" y="889000"/>
            <a:ext cx="11176000" cy="215900"/>
          </a:xfrm>
          <a:prstGeom prst="rect">
            <a:avLst/>
          </a:prstGeom>
          <a:noFill/>
        </p:spPr>
        <p:txBody>
          <a:bodyPr wrap="square" lIns="0" tIns="0" rIns="0" bIns="0" anchor="t"/>
          <a:lstStyle/>
          <a:p>
            <a:pPr marL="0" indent="0" algn="l">
              <a:lnSpc>
                <a:spcPct val="110000"/>
              </a:lnSpc>
              <a:buNone/>
            </a:pPr>
            <a:r>
              <a:rPr sz="1200" b="1">
                <a:solidFill>
                  <a:srgbClr val="DA1884"/>
                </a:solidFill>
                <a:latin typeface="Arial"/>
                <a:ea typeface="Arial"/>
                <a:cs typeface="Arial"/>
              </a:rPr>
              <a:t>GRAPHQL · HOW IT WORKS</a:t>
            </a:r>
            <a:endParaRPr sz="1200"/>
          </a:p>
        </p:txBody>
      </p:sp>
      <p:sp>
        <p:nvSpPr>
          <p:cNvPr id="8" name="Text 5">
            <a:extLst>
              <a:ext uri="{FF2B5EF4-FFF2-40B4-BE49-F238E27FC236}">
                <a16:creationId xmlns:a16="http://schemas.microsoft.com/office/drawing/2014/main" id="{886670DE-AD11-40FE-806B-BC520C1147F5}"/>
              </a:ext>
            </a:extLst>
          </p:cNvPr>
          <p:cNvSpPr>
            <a:spLocks noGrp="1"/>
          </p:cNvSpPr>
          <p:nvPr/>
        </p:nvSpPr>
        <p:spPr>
          <a:xfrm>
            <a:off x="508000" y="1130300"/>
            <a:ext cx="11176000" cy="482600"/>
          </a:xfrm>
          <a:prstGeom prst="rect">
            <a:avLst/>
          </a:prstGeom>
          <a:noFill/>
        </p:spPr>
        <p:txBody>
          <a:bodyPr wrap="square" lIns="0" tIns="0" rIns="0" bIns="0" anchor="t"/>
          <a:lstStyle/>
          <a:p>
            <a:pPr marL="0" indent="0" algn="l">
              <a:lnSpc>
                <a:spcPct val="110000"/>
              </a:lnSpc>
              <a:buNone/>
            </a:pPr>
            <a:r>
              <a:rPr sz="3000" b="1">
                <a:solidFill>
                  <a:srgbClr val="141414"/>
                </a:solidFill>
                <a:latin typeface="Arial"/>
                <a:ea typeface="Arial"/>
                <a:cs typeface="Arial"/>
              </a:rPr>
              <a:t>GraphQL: Ask for Exactly What You Need</a:t>
            </a:r>
            <a:endParaRPr sz="3000"/>
          </a:p>
        </p:txBody>
      </p:sp>
      <p:sp>
        <p:nvSpPr>
          <p:cNvPr id="9" name="Text 6">
            <a:extLst>
              <a:ext uri="{FF2B5EF4-FFF2-40B4-BE49-F238E27FC236}">
                <a16:creationId xmlns:a16="http://schemas.microsoft.com/office/drawing/2014/main" id="{D38EF1E0-5A2F-4E0E-A377-7C11B0C720AD}"/>
              </a:ext>
            </a:extLst>
          </p:cNvPr>
          <p:cNvSpPr>
            <a:spLocks noGrp="1"/>
          </p:cNvSpPr>
          <p:nvPr/>
        </p:nvSpPr>
        <p:spPr>
          <a:xfrm>
            <a:off x="508000" y="1663700"/>
            <a:ext cx="11176000" cy="254000"/>
          </a:xfrm>
          <a:prstGeom prst="rect">
            <a:avLst/>
          </a:prstGeom>
          <a:noFill/>
        </p:spPr>
        <p:txBody>
          <a:bodyPr wrap="square" lIns="0" tIns="0" rIns="0" bIns="0" anchor="t"/>
          <a:lstStyle/>
          <a:p>
            <a:pPr marL="0" indent="0" algn="l">
              <a:lnSpc>
                <a:spcPct val="110000"/>
              </a:lnSpc>
              <a:buNone/>
            </a:pPr>
            <a:r>
              <a:rPr sz="1400">
                <a:solidFill>
                  <a:srgbClr val="6B6B6B"/>
                </a:solidFill>
                <a:latin typeface="Arial"/>
                <a:ea typeface="Arial"/>
                <a:cs typeface="Arial"/>
              </a:rPr>
              <a:t>One endpoint and one typed schema. The client decides the shape of the response.</a:t>
            </a:r>
            <a:endParaRPr sz="1400"/>
          </a:p>
        </p:txBody>
      </p:sp>
      <p:sp>
        <p:nvSpPr>
          <p:cNvPr id="11" name="Shape 7">
            <a:extLst>
              <a:ext uri="{FF2B5EF4-FFF2-40B4-BE49-F238E27FC236}">
                <a16:creationId xmlns:a16="http://schemas.microsoft.com/office/drawing/2014/main" id="{26E42B86-1A84-4700-B9F1-92B4E24B0AEC}"/>
              </a:ext>
            </a:extLst>
          </p:cNvPr>
          <p:cNvSpPr>
            <a:spLocks noGrp="1"/>
          </p:cNvSpPr>
          <p:nvPr/>
        </p:nvSpPr>
        <p:spPr>
          <a:xfrm>
            <a:off x="508000" y="2159000"/>
            <a:ext cx="5486400" cy="27940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12" name="Shape 8">
            <a:extLst>
              <a:ext uri="{FF2B5EF4-FFF2-40B4-BE49-F238E27FC236}">
                <a16:creationId xmlns:a16="http://schemas.microsoft.com/office/drawing/2014/main" id="{6259FCEB-EFDE-442C-BAB7-455CC6651571}"/>
              </a:ext>
            </a:extLst>
          </p:cNvPr>
          <p:cNvSpPr>
            <a:spLocks noGrp="1"/>
          </p:cNvSpPr>
          <p:nvPr/>
        </p:nvSpPr>
        <p:spPr>
          <a:xfrm>
            <a:off x="508000" y="2159000"/>
            <a:ext cx="5486400" cy="406400"/>
          </a:xfrm>
          <a:prstGeom prst="rect">
            <a:avLst/>
          </a:prstGeom>
          <a:solidFill>
            <a:srgbClr val="DA1884"/>
          </a:solidFill>
        </p:spPr>
        <p:txBody>
          <a:bodyPr/>
          <a:lstStyle/>
          <a:p>
            <a:endParaRPr/>
          </a:p>
        </p:txBody>
      </p:sp>
      <p:sp>
        <p:nvSpPr>
          <p:cNvPr id="13" name="Text 9">
            <a:extLst>
              <a:ext uri="{FF2B5EF4-FFF2-40B4-BE49-F238E27FC236}">
                <a16:creationId xmlns:a16="http://schemas.microsoft.com/office/drawing/2014/main" id="{75A5C1CE-F6F6-4AB5-98D7-B9E20D211E1F}"/>
              </a:ext>
            </a:extLst>
          </p:cNvPr>
          <p:cNvSpPr>
            <a:spLocks noGrp="1"/>
          </p:cNvSpPr>
          <p:nvPr/>
        </p:nvSpPr>
        <p:spPr>
          <a:xfrm>
            <a:off x="736600" y="2159000"/>
            <a:ext cx="5029200" cy="406400"/>
          </a:xfrm>
          <a:prstGeom prst="rect">
            <a:avLst/>
          </a:prstGeom>
          <a:noFill/>
        </p:spPr>
        <p:txBody>
          <a:bodyPr wrap="square" lIns="0" tIns="0" rIns="0" bIns="0" anchor="ctr"/>
          <a:lstStyle/>
          <a:p>
            <a:pPr marL="0" indent="0" algn="l">
              <a:lnSpc>
                <a:spcPct val="110000"/>
              </a:lnSpc>
              <a:buNone/>
            </a:pPr>
            <a:r>
              <a:rPr sz="1300" b="1">
                <a:solidFill>
                  <a:srgbClr val="FFFFFF"/>
                </a:solidFill>
                <a:latin typeface="Arial"/>
                <a:ea typeface="Arial"/>
                <a:cs typeface="Arial"/>
              </a:rPr>
              <a:t>Where GraphQL shines</a:t>
            </a:r>
            <a:endParaRPr sz="1300"/>
          </a:p>
        </p:txBody>
      </p:sp>
      <p:sp>
        <p:nvSpPr>
          <p:cNvPr id="14" name="Text 10">
            <a:extLst>
              <a:ext uri="{FF2B5EF4-FFF2-40B4-BE49-F238E27FC236}">
                <a16:creationId xmlns:a16="http://schemas.microsoft.com/office/drawing/2014/main" id="{00320705-90B6-4447-BDD0-5620AD82A2C7}"/>
              </a:ext>
            </a:extLst>
          </p:cNvPr>
          <p:cNvSpPr>
            <a:spLocks noGrp="1"/>
          </p:cNvSpPr>
          <p:nvPr/>
        </p:nvSpPr>
        <p:spPr>
          <a:xfrm>
            <a:off x="736600" y="2743200"/>
            <a:ext cx="5029200" cy="2057400"/>
          </a:xfrm>
          <a:prstGeom prst="rect">
            <a:avLst/>
          </a:prstGeom>
          <a:noFill/>
        </p:spPr>
        <p:txBody>
          <a:bodyPr wrap="square" lIns="0" tIns="0" rIns="0" bIns="0" anchor="t"/>
          <a:lstStyle/>
          <a:p>
            <a:pPr marL="342900" indent="-342900">
              <a:lnSpc>
                <a:spcPct val="115000"/>
              </a:lnSpc>
              <a:spcAft>
                <a:spcPts val="1000"/>
              </a:spcAft>
              <a:buSzPct val="100000"/>
              <a:buChar char="•"/>
            </a:pPr>
            <a:r>
              <a:rPr sz="1200">
                <a:solidFill>
                  <a:srgbClr val="333333"/>
                </a:solidFill>
                <a:latin typeface="Arial"/>
                <a:ea typeface="Arial"/>
                <a:cs typeface="Arial"/>
              </a:rPr>
              <a:t>A single typed schema (SDL) that describes the whole graph</a:t>
            </a:r>
            <a:endParaRPr sz="1200"/>
          </a:p>
          <a:p>
            <a:pPr marL="342900" indent="-342900">
              <a:lnSpc>
                <a:spcPct val="115000"/>
              </a:lnSpc>
              <a:spcAft>
                <a:spcPts val="1000"/>
              </a:spcAft>
              <a:buSzPct val="100000"/>
              <a:buChar char="•"/>
            </a:pPr>
            <a:r>
              <a:rPr sz="1200">
                <a:solidFill>
                  <a:srgbClr val="333333"/>
                </a:solidFill>
                <a:latin typeface="Arial"/>
                <a:ea typeface="Arial"/>
                <a:cs typeface="Arial"/>
              </a:rPr>
              <a:t>Clients select exactly the fields a screen needs</a:t>
            </a:r>
            <a:endParaRPr sz="1200"/>
          </a:p>
          <a:p>
            <a:pPr marL="342900" indent="-342900">
              <a:lnSpc>
                <a:spcPct val="115000"/>
              </a:lnSpc>
              <a:spcAft>
                <a:spcPts val="1000"/>
              </a:spcAft>
              <a:buSzPct val="100000"/>
              <a:buChar char="•"/>
            </a:pPr>
            <a:r>
              <a:rPr sz="1200">
                <a:solidFill>
                  <a:srgbClr val="333333"/>
                </a:solidFill>
                <a:latin typeface="Arial"/>
                <a:ea typeface="Arial"/>
                <a:cs typeface="Arial"/>
              </a:rPr>
              <a:t>Nested relationships resolved in one round trip</a:t>
            </a:r>
            <a:endParaRPr sz="1200"/>
          </a:p>
          <a:p>
            <a:pPr marL="342900" indent="-342900">
              <a:lnSpc>
                <a:spcPct val="115000"/>
              </a:lnSpc>
              <a:spcAft>
                <a:spcPts val="1000"/>
              </a:spcAft>
              <a:buSzPct val="100000"/>
              <a:buChar char="•"/>
            </a:pPr>
            <a:r>
              <a:rPr sz="1200">
                <a:solidFill>
                  <a:srgbClr val="333333"/>
                </a:solidFill>
                <a:latin typeface="Arial"/>
                <a:ea typeface="Arial"/>
                <a:cs typeface="Arial"/>
              </a:rPr>
              <a:t>Introspection powers tooling, docs and code generation</a:t>
            </a:r>
            <a:endParaRPr sz="1200"/>
          </a:p>
        </p:txBody>
      </p:sp>
      <p:sp>
        <p:nvSpPr>
          <p:cNvPr id="15" name="Shape 11">
            <a:extLst>
              <a:ext uri="{FF2B5EF4-FFF2-40B4-BE49-F238E27FC236}">
                <a16:creationId xmlns:a16="http://schemas.microsoft.com/office/drawing/2014/main" id="{5630B5A4-A410-44F2-A426-6C7B9FE50C6E}"/>
              </a:ext>
            </a:extLst>
          </p:cNvPr>
          <p:cNvSpPr>
            <a:spLocks noGrp="1"/>
          </p:cNvSpPr>
          <p:nvPr/>
        </p:nvSpPr>
        <p:spPr>
          <a:xfrm>
            <a:off x="6197600" y="2159000"/>
            <a:ext cx="5486400" cy="27940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16" name="Shape 12">
            <a:extLst>
              <a:ext uri="{FF2B5EF4-FFF2-40B4-BE49-F238E27FC236}">
                <a16:creationId xmlns:a16="http://schemas.microsoft.com/office/drawing/2014/main" id="{03309B05-1867-4057-802C-16D10F1D0EB6}"/>
              </a:ext>
            </a:extLst>
          </p:cNvPr>
          <p:cNvSpPr>
            <a:spLocks noGrp="1"/>
          </p:cNvSpPr>
          <p:nvPr/>
        </p:nvSpPr>
        <p:spPr>
          <a:xfrm>
            <a:off x="6197600" y="2159000"/>
            <a:ext cx="5486400" cy="406400"/>
          </a:xfrm>
          <a:prstGeom prst="rect">
            <a:avLst/>
          </a:prstGeom>
          <a:solidFill>
            <a:srgbClr val="A1005D"/>
          </a:solidFill>
        </p:spPr>
        <p:txBody>
          <a:bodyPr/>
          <a:lstStyle/>
          <a:p>
            <a:endParaRPr/>
          </a:p>
        </p:txBody>
      </p:sp>
      <p:sp>
        <p:nvSpPr>
          <p:cNvPr id="17" name="Text 13">
            <a:extLst>
              <a:ext uri="{FF2B5EF4-FFF2-40B4-BE49-F238E27FC236}">
                <a16:creationId xmlns:a16="http://schemas.microsoft.com/office/drawing/2014/main" id="{C6B84ADC-832C-4A08-8F79-21D510E3B09F}"/>
              </a:ext>
            </a:extLst>
          </p:cNvPr>
          <p:cNvSpPr>
            <a:spLocks noGrp="1"/>
          </p:cNvSpPr>
          <p:nvPr/>
        </p:nvSpPr>
        <p:spPr>
          <a:xfrm>
            <a:off x="6426200" y="2159000"/>
            <a:ext cx="5029200" cy="406400"/>
          </a:xfrm>
          <a:prstGeom prst="rect">
            <a:avLst/>
          </a:prstGeom>
          <a:noFill/>
        </p:spPr>
        <p:txBody>
          <a:bodyPr wrap="square" lIns="0" tIns="0" rIns="0" bIns="0" anchor="ctr"/>
          <a:lstStyle/>
          <a:p>
            <a:pPr marL="0" indent="0" algn="l">
              <a:lnSpc>
                <a:spcPct val="110000"/>
              </a:lnSpc>
              <a:buNone/>
            </a:pPr>
            <a:r>
              <a:rPr sz="1300" b="1">
                <a:solidFill>
                  <a:srgbClr val="FFFFFF"/>
                </a:solidFill>
                <a:latin typeface="Arial"/>
                <a:ea typeface="Arial"/>
                <a:cs typeface="Arial"/>
              </a:rPr>
              <a:t>Where it strains</a:t>
            </a:r>
            <a:endParaRPr sz="1300"/>
          </a:p>
        </p:txBody>
      </p:sp>
      <p:sp>
        <p:nvSpPr>
          <p:cNvPr id="18" name="Text 14">
            <a:extLst>
              <a:ext uri="{FF2B5EF4-FFF2-40B4-BE49-F238E27FC236}">
                <a16:creationId xmlns:a16="http://schemas.microsoft.com/office/drawing/2014/main" id="{964794EE-26B9-4B98-992F-D22F277970C6}"/>
              </a:ext>
            </a:extLst>
          </p:cNvPr>
          <p:cNvSpPr>
            <a:spLocks noGrp="1"/>
          </p:cNvSpPr>
          <p:nvPr/>
        </p:nvSpPr>
        <p:spPr>
          <a:xfrm>
            <a:off x="6426200" y="2743200"/>
            <a:ext cx="5029200" cy="2057400"/>
          </a:xfrm>
          <a:prstGeom prst="rect">
            <a:avLst/>
          </a:prstGeom>
          <a:noFill/>
        </p:spPr>
        <p:txBody>
          <a:bodyPr wrap="square" lIns="0" tIns="0" rIns="0" bIns="0" anchor="t"/>
          <a:lstStyle/>
          <a:p>
            <a:pPr marL="342900" indent="-342900">
              <a:lnSpc>
                <a:spcPct val="115000"/>
              </a:lnSpc>
              <a:spcAft>
                <a:spcPts val="1000"/>
              </a:spcAft>
              <a:buSzPct val="100000"/>
              <a:buChar char="•"/>
            </a:pPr>
            <a:r>
              <a:rPr sz="1200">
                <a:solidFill>
                  <a:srgbClr val="333333"/>
                </a:solidFill>
                <a:latin typeface="Arial"/>
                <a:ea typeface="Arial"/>
                <a:cs typeface="Arial"/>
              </a:rPr>
              <a:t>HTTP caching is harder: POST to one URL</a:t>
            </a:r>
            <a:endParaRPr sz="1200"/>
          </a:p>
          <a:p>
            <a:pPr marL="342900" indent="-342900">
              <a:lnSpc>
                <a:spcPct val="115000"/>
              </a:lnSpc>
              <a:spcAft>
                <a:spcPts val="1000"/>
              </a:spcAft>
              <a:buSzPct val="100000"/>
              <a:buChar char="•"/>
            </a:pPr>
            <a:r>
              <a:rPr sz="1200">
                <a:solidFill>
                  <a:srgbClr val="333333"/>
                </a:solidFill>
                <a:latin typeface="Arial"/>
                <a:ea typeface="Arial"/>
                <a:cs typeface="Arial"/>
              </a:rPr>
              <a:t>N+1 resolver load without batching such as DataLoader</a:t>
            </a:r>
            <a:endParaRPr sz="1200"/>
          </a:p>
          <a:p>
            <a:pPr marL="342900" indent="-342900">
              <a:lnSpc>
                <a:spcPct val="115000"/>
              </a:lnSpc>
              <a:spcAft>
                <a:spcPts val="1000"/>
              </a:spcAft>
              <a:buSzPct val="100000"/>
              <a:buChar char="•"/>
            </a:pPr>
            <a:r>
              <a:rPr sz="1200">
                <a:solidFill>
                  <a:srgbClr val="333333"/>
                </a:solidFill>
                <a:latin typeface="Arial"/>
                <a:ea typeface="Arial"/>
                <a:cs typeface="Arial"/>
              </a:rPr>
              <a:t>Public APIs need query depth and cost limits</a:t>
            </a:r>
            <a:endParaRPr sz="1200"/>
          </a:p>
          <a:p>
            <a:pPr marL="342900" indent="-342900">
              <a:lnSpc>
                <a:spcPct val="115000"/>
              </a:lnSpc>
              <a:spcAft>
                <a:spcPts val="1000"/>
              </a:spcAft>
              <a:buSzPct val="100000"/>
              <a:buChar char="•"/>
            </a:pPr>
            <a:r>
              <a:rPr sz="1200">
                <a:solidFill>
                  <a:srgbClr val="333333"/>
                </a:solidFill>
                <a:latin typeface="Arial"/>
                <a:ea typeface="Arial"/>
                <a:cs typeface="Arial"/>
              </a:rPr>
              <a:t>More server-side complexity to operate and secure</a:t>
            </a:r>
            <a:endParaRPr sz="1200"/>
          </a:p>
        </p:txBody>
      </p:sp>
      <p:sp>
        <p:nvSpPr>
          <p:cNvPr id="19" name="Shape 15">
            <a:extLst>
              <a:ext uri="{FF2B5EF4-FFF2-40B4-BE49-F238E27FC236}">
                <a16:creationId xmlns:a16="http://schemas.microsoft.com/office/drawing/2014/main" id="{D764C26E-2620-4749-9C65-339ABD372059}"/>
              </a:ext>
            </a:extLst>
          </p:cNvPr>
          <p:cNvSpPr>
            <a:spLocks noGrp="1"/>
          </p:cNvSpPr>
          <p:nvPr/>
        </p:nvSpPr>
        <p:spPr>
          <a:xfrm>
            <a:off x="508000" y="5207000"/>
            <a:ext cx="11176000" cy="6350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20" name="Shape 16">
            <a:extLst>
              <a:ext uri="{FF2B5EF4-FFF2-40B4-BE49-F238E27FC236}">
                <a16:creationId xmlns:a16="http://schemas.microsoft.com/office/drawing/2014/main" id="{17F2A86D-46C4-4ABB-8161-7472CDCE541F}"/>
              </a:ext>
            </a:extLst>
          </p:cNvPr>
          <p:cNvSpPr>
            <a:spLocks noGrp="1"/>
          </p:cNvSpPr>
          <p:nvPr/>
        </p:nvSpPr>
        <p:spPr>
          <a:xfrm>
            <a:off x="508000" y="5207000"/>
            <a:ext cx="76200" cy="635000"/>
          </a:xfrm>
          <a:prstGeom prst="rect">
            <a:avLst/>
          </a:prstGeom>
          <a:solidFill>
            <a:srgbClr val="DA1884"/>
          </a:solidFill>
        </p:spPr>
        <p:txBody>
          <a:bodyPr/>
          <a:lstStyle/>
          <a:p>
            <a:endParaRPr/>
          </a:p>
        </p:txBody>
      </p:sp>
      <p:sp>
        <p:nvSpPr>
          <p:cNvPr id="21" name="Text 17">
            <a:extLst>
              <a:ext uri="{FF2B5EF4-FFF2-40B4-BE49-F238E27FC236}">
                <a16:creationId xmlns:a16="http://schemas.microsoft.com/office/drawing/2014/main" id="{C54E4F4A-187D-4DE3-A42C-0D271FEB6A53}"/>
              </a:ext>
            </a:extLst>
          </p:cNvPr>
          <p:cNvSpPr>
            <a:spLocks noGrp="1"/>
          </p:cNvSpPr>
          <p:nvPr/>
        </p:nvSpPr>
        <p:spPr>
          <a:xfrm>
            <a:off x="787400" y="5207000"/>
            <a:ext cx="10668000" cy="635000"/>
          </a:xfrm>
          <a:prstGeom prst="rect">
            <a:avLst/>
          </a:prstGeom>
          <a:noFill/>
        </p:spPr>
        <p:txBody>
          <a:bodyPr wrap="square" lIns="0" tIns="0" rIns="0" bIns="0" anchor="ctr"/>
          <a:lstStyle/>
          <a:p>
            <a:pPr marL="0" indent="0">
              <a:lnSpc>
                <a:spcPct val="115000"/>
              </a:lnSpc>
              <a:buNone/>
            </a:pPr>
            <a:r>
              <a:rPr sz="1200" b="1">
                <a:solidFill>
                  <a:srgbClr val="141414"/>
                </a:solidFill>
                <a:latin typeface="Arial"/>
                <a:ea typeface="Arial"/>
                <a:cs typeface="Arial"/>
              </a:rPr>
              <a:t>Use GraphQL for  </a:t>
            </a:r>
            <a:r>
              <a:rPr sz="1200">
                <a:solidFill>
                  <a:srgbClr val="141414"/>
                </a:solidFill>
                <a:latin typeface="Arial"/>
                <a:ea typeface="Arial"/>
                <a:cs typeface="Arial"/>
              </a:rPr>
              <a:t>client-driven screens that stitch related data: BFFs, mobile apps and micro-frontends.</a:t>
            </a:r>
            <a:endParaRPr sz="1200"/>
          </a:p>
        </p:txBody>
      </p:sp>
    </p:spTree>
    <p:extLst>
      <p:ext uri="{BB962C8B-B14F-4D97-AF65-F5344CB8AC3E}">
        <p14:creationId xmlns:p14="http://schemas.microsoft.com/office/powerpoint/2010/main" val="16455487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a:extLst>
              <a:ext uri="{FF2B5EF4-FFF2-40B4-BE49-F238E27FC236}">
                <a16:creationId xmlns:a16="http://schemas.microsoft.com/office/drawing/2014/main" id="{7F15A5F9-E00D-4F22-BFE3-7C7E54C00AE5}"/>
              </a:ext>
            </a:extLst>
          </p:cNvPr>
          <p:cNvPicPr>
            <a:picLocks noChangeAspect="1"/>
          </p:cNvPicPr>
          <p:nvPr/>
        </p:nvPicPr>
        <p:blipFill>
          <a:blip r:embed="rId3"/>
          <a:stretch>
            <a:fillRect/>
          </a:stretch>
        </p:blipFill>
        <p:spPr>
          <a:xfrm>
            <a:off x="508000" y="152400"/>
            <a:ext cx="990600" cy="406400"/>
          </a:xfrm>
          <a:prstGeom prst="rect">
            <a:avLst/>
          </a:prstGeom>
        </p:spPr>
      </p:pic>
      <p:sp>
        <p:nvSpPr>
          <p:cNvPr id="3" name="Text 0">
            <a:extLst>
              <a:ext uri="{FF2B5EF4-FFF2-40B4-BE49-F238E27FC236}">
                <a16:creationId xmlns:a16="http://schemas.microsoft.com/office/drawing/2014/main" id="{70EC3D4F-237A-4455-A56D-82D0EAD999A2}"/>
              </a:ext>
            </a:extLst>
          </p:cNvPr>
          <p:cNvSpPr>
            <a:spLocks noGrp="1"/>
          </p:cNvSpPr>
          <p:nvPr/>
        </p:nvSpPr>
        <p:spPr>
          <a:xfrm>
            <a:off x="3556000" y="406400"/>
            <a:ext cx="5080000" cy="190500"/>
          </a:xfrm>
          <a:prstGeom prst="rect">
            <a:avLst/>
          </a:prstGeom>
          <a:noFill/>
        </p:spPr>
        <p:txBody>
          <a:bodyPr wrap="square" lIns="0" tIns="0" rIns="0" bIns="0" anchor="t"/>
          <a:lstStyle/>
          <a:p>
            <a:pPr marL="0" indent="0" algn="ctr">
              <a:lnSpc>
                <a:spcPct val="110000"/>
              </a:lnSpc>
              <a:buNone/>
            </a:pPr>
            <a:r>
              <a:rPr sz="1000" dirty="0">
                <a:solidFill>
                  <a:srgbClr val="6B6B6B"/>
                </a:solidFill>
                <a:latin typeface="Arial"/>
                <a:ea typeface="Arial"/>
                <a:cs typeface="Arial"/>
              </a:rPr>
              <a:t>Protocol Studio  —  REST · GraphQL · gRPC</a:t>
            </a:r>
            <a:endParaRPr sz="1000" dirty="0"/>
          </a:p>
        </p:txBody>
      </p:sp>
      <p:sp>
        <p:nvSpPr>
          <p:cNvPr id="4" name="Text 1">
            <a:extLst>
              <a:ext uri="{FF2B5EF4-FFF2-40B4-BE49-F238E27FC236}">
                <a16:creationId xmlns:a16="http://schemas.microsoft.com/office/drawing/2014/main" id="{2A1EBFBF-FAB3-469B-8267-B4AE64727DDF}"/>
              </a:ext>
            </a:extLst>
          </p:cNvPr>
          <p:cNvSpPr>
            <a:spLocks noGrp="1"/>
          </p:cNvSpPr>
          <p:nvPr/>
        </p:nvSpPr>
        <p:spPr>
          <a:xfrm>
            <a:off x="6350000" y="406400"/>
            <a:ext cx="5334000" cy="190500"/>
          </a:xfrm>
          <a:prstGeom prst="rect">
            <a:avLst/>
          </a:prstGeom>
          <a:noFill/>
        </p:spPr>
        <p:txBody>
          <a:bodyPr wrap="square" lIns="0" tIns="0" rIns="0" bIns="0" anchor="t"/>
          <a:lstStyle/>
          <a:p>
            <a:pPr marL="0" indent="0" algn="r">
              <a:lnSpc>
                <a:spcPct val="110000"/>
              </a:lnSpc>
              <a:buNone/>
            </a:pPr>
            <a:r>
              <a:rPr sz="1000" b="1">
                <a:solidFill>
                  <a:srgbClr val="DA1884"/>
                </a:solidFill>
                <a:latin typeface="Arial"/>
                <a:ea typeface="Arial"/>
                <a:cs typeface="Arial"/>
              </a:rPr>
              <a:t>GRAPHQL</a:t>
            </a:r>
            <a:endParaRPr sz="1000"/>
          </a:p>
        </p:txBody>
      </p:sp>
      <p:sp>
        <p:nvSpPr>
          <p:cNvPr id="5" name="Text 2">
            <a:extLst>
              <a:ext uri="{FF2B5EF4-FFF2-40B4-BE49-F238E27FC236}">
                <a16:creationId xmlns:a16="http://schemas.microsoft.com/office/drawing/2014/main" id="{158ADDD5-A38C-47E0-B4B3-2AE9D22C418E}"/>
              </a:ext>
            </a:extLst>
          </p:cNvPr>
          <p:cNvSpPr>
            <a:spLocks noGrp="1"/>
          </p:cNvSpPr>
          <p:nvPr/>
        </p:nvSpPr>
        <p:spPr>
          <a:xfrm>
            <a:off x="508000" y="6578600"/>
            <a:ext cx="8890000" cy="177800"/>
          </a:xfrm>
          <a:prstGeom prst="rect">
            <a:avLst/>
          </a:prstGeom>
          <a:noFill/>
        </p:spPr>
        <p:txBody>
          <a:bodyPr wrap="square" lIns="0" tIns="0" rIns="0" bIns="0" anchor="t"/>
          <a:lstStyle/>
          <a:p>
            <a:pPr marL="0" indent="0" algn="l">
              <a:lnSpc>
                <a:spcPct val="110000"/>
              </a:lnSpc>
              <a:buNone/>
            </a:pPr>
            <a:r>
              <a:rPr sz="900">
                <a:solidFill>
                  <a:srgbClr val="9E9E9E"/>
                </a:solidFill>
                <a:latin typeface="Arial"/>
                <a:ea typeface="Arial"/>
                <a:cs typeface="Arial"/>
              </a:rPr>
              <a:t>Insight Proprietary &amp; Confidential.  Do Not Copy or Distribute.  © 2026 Insight.  All Rights Reserved.</a:t>
            </a:r>
            <a:endParaRPr sz="900"/>
          </a:p>
        </p:txBody>
      </p:sp>
      <p:sp>
        <p:nvSpPr>
          <p:cNvPr id="6" name="Text 3">
            <a:extLst>
              <a:ext uri="{FF2B5EF4-FFF2-40B4-BE49-F238E27FC236}">
                <a16:creationId xmlns:a16="http://schemas.microsoft.com/office/drawing/2014/main" id="{3D76060A-4528-4BC0-A587-2FC787613F09}"/>
              </a:ext>
            </a:extLst>
          </p:cNvPr>
          <p:cNvSpPr>
            <a:spLocks noGrp="1"/>
          </p:cNvSpPr>
          <p:nvPr/>
        </p:nvSpPr>
        <p:spPr>
          <a:xfrm>
            <a:off x="10922000" y="6578600"/>
            <a:ext cx="762000" cy="177800"/>
          </a:xfrm>
          <a:prstGeom prst="rect">
            <a:avLst/>
          </a:prstGeom>
          <a:noFill/>
        </p:spPr>
        <p:txBody>
          <a:bodyPr wrap="square" lIns="0" tIns="0" rIns="0" bIns="0" anchor="t"/>
          <a:lstStyle/>
          <a:p>
            <a:pPr marL="0" indent="0" algn="r">
              <a:lnSpc>
                <a:spcPct val="110000"/>
              </a:lnSpc>
              <a:buNone/>
            </a:pPr>
            <a:r>
              <a:rPr sz="900">
                <a:solidFill>
                  <a:srgbClr val="9E9E9E"/>
                </a:solidFill>
                <a:latin typeface="Arial"/>
                <a:ea typeface="Arial"/>
                <a:cs typeface="Arial"/>
              </a:rPr>
              <a:t>14</a:t>
            </a:r>
            <a:endParaRPr sz="900"/>
          </a:p>
        </p:txBody>
      </p:sp>
      <p:sp>
        <p:nvSpPr>
          <p:cNvPr id="7" name="Text 4">
            <a:extLst>
              <a:ext uri="{FF2B5EF4-FFF2-40B4-BE49-F238E27FC236}">
                <a16:creationId xmlns:a16="http://schemas.microsoft.com/office/drawing/2014/main" id="{6BC30426-45B8-439D-BCE8-802037E3BA50}"/>
              </a:ext>
            </a:extLst>
          </p:cNvPr>
          <p:cNvSpPr>
            <a:spLocks noGrp="1"/>
          </p:cNvSpPr>
          <p:nvPr/>
        </p:nvSpPr>
        <p:spPr>
          <a:xfrm>
            <a:off x="508000" y="889000"/>
            <a:ext cx="11176000" cy="215900"/>
          </a:xfrm>
          <a:prstGeom prst="rect">
            <a:avLst/>
          </a:prstGeom>
          <a:noFill/>
        </p:spPr>
        <p:txBody>
          <a:bodyPr wrap="square" lIns="0" tIns="0" rIns="0" bIns="0" anchor="t"/>
          <a:lstStyle/>
          <a:p>
            <a:pPr marL="0" indent="0" algn="l">
              <a:lnSpc>
                <a:spcPct val="110000"/>
              </a:lnSpc>
              <a:buNone/>
            </a:pPr>
            <a:r>
              <a:rPr sz="1200" b="1">
                <a:solidFill>
                  <a:srgbClr val="DA1884"/>
                </a:solidFill>
                <a:latin typeface="Arial"/>
                <a:ea typeface="Arial"/>
                <a:cs typeface="Arial"/>
              </a:rPr>
              <a:t>GRAPHQL · IN THE DEMO</a:t>
            </a:r>
            <a:endParaRPr sz="1200"/>
          </a:p>
        </p:txBody>
      </p:sp>
      <p:sp>
        <p:nvSpPr>
          <p:cNvPr id="8" name="Text 5">
            <a:extLst>
              <a:ext uri="{FF2B5EF4-FFF2-40B4-BE49-F238E27FC236}">
                <a16:creationId xmlns:a16="http://schemas.microsoft.com/office/drawing/2014/main" id="{224787FF-20CA-4812-93A2-627E8C0C4CE9}"/>
              </a:ext>
            </a:extLst>
          </p:cNvPr>
          <p:cNvSpPr>
            <a:spLocks noGrp="1"/>
          </p:cNvSpPr>
          <p:nvPr/>
        </p:nvSpPr>
        <p:spPr>
          <a:xfrm>
            <a:off x="508000" y="1130300"/>
            <a:ext cx="11176000" cy="482600"/>
          </a:xfrm>
          <a:prstGeom prst="rect">
            <a:avLst/>
          </a:prstGeom>
          <a:noFill/>
        </p:spPr>
        <p:txBody>
          <a:bodyPr wrap="square" lIns="0" tIns="0" rIns="0" bIns="0" anchor="t"/>
          <a:lstStyle/>
          <a:p>
            <a:pPr marL="0" indent="0" algn="l">
              <a:lnSpc>
                <a:spcPct val="110000"/>
              </a:lnSpc>
              <a:buNone/>
            </a:pPr>
            <a:r>
              <a:rPr sz="3000" b="1">
                <a:solidFill>
                  <a:srgbClr val="141414"/>
                </a:solidFill>
                <a:latin typeface="Arial"/>
                <a:ea typeface="Arial"/>
                <a:cs typeface="Arial"/>
              </a:rPr>
              <a:t>GraphQL in Protocol Studio</a:t>
            </a:r>
            <a:endParaRPr sz="3000"/>
          </a:p>
        </p:txBody>
      </p:sp>
      <p:sp>
        <p:nvSpPr>
          <p:cNvPr id="9" name="Text 6">
            <a:extLst>
              <a:ext uri="{FF2B5EF4-FFF2-40B4-BE49-F238E27FC236}">
                <a16:creationId xmlns:a16="http://schemas.microsoft.com/office/drawing/2014/main" id="{E0972BA2-C688-41D9-A6F7-A22F40D3A0FF}"/>
              </a:ext>
            </a:extLst>
          </p:cNvPr>
          <p:cNvSpPr>
            <a:spLocks noGrp="1"/>
          </p:cNvSpPr>
          <p:nvPr/>
        </p:nvSpPr>
        <p:spPr>
          <a:xfrm>
            <a:off x="508000" y="1663700"/>
            <a:ext cx="11176000" cy="254000"/>
          </a:xfrm>
          <a:prstGeom prst="rect">
            <a:avLst/>
          </a:prstGeom>
          <a:noFill/>
        </p:spPr>
        <p:txBody>
          <a:bodyPr wrap="square" lIns="0" tIns="0" rIns="0" bIns="0" anchor="t"/>
          <a:lstStyle/>
          <a:p>
            <a:pPr marL="0" indent="0" algn="l">
              <a:lnSpc>
                <a:spcPct val="110000"/>
              </a:lnSpc>
              <a:buNone/>
            </a:pPr>
            <a:r>
              <a:rPr sz="1400">
                <a:solidFill>
                  <a:srgbClr val="6B6B6B"/>
                </a:solidFill>
                <a:latin typeface="Arial"/>
                <a:ea typeface="Arial"/>
                <a:cs typeface="Arial"/>
              </a:rPr>
              <a:t>One query returns a film's ships and characters. Crew questions use a separate operation.</a:t>
            </a:r>
            <a:endParaRPr sz="1400"/>
          </a:p>
        </p:txBody>
      </p:sp>
      <p:sp>
        <p:nvSpPr>
          <p:cNvPr id="11" name="Shape 7">
            <a:extLst>
              <a:ext uri="{FF2B5EF4-FFF2-40B4-BE49-F238E27FC236}">
                <a16:creationId xmlns:a16="http://schemas.microsoft.com/office/drawing/2014/main" id="{16167697-B23E-47D5-AB30-808E7E49C543}"/>
              </a:ext>
            </a:extLst>
          </p:cNvPr>
          <p:cNvSpPr>
            <a:spLocks noGrp="1"/>
          </p:cNvSpPr>
          <p:nvPr/>
        </p:nvSpPr>
        <p:spPr>
          <a:xfrm>
            <a:off x="508000" y="2159000"/>
            <a:ext cx="5588000" cy="3937000"/>
          </a:xfrm>
          <a:prstGeom prst="rect">
            <a:avLst/>
          </a:prstGeom>
          <a:solidFill>
            <a:srgbClr val="1B1B1F"/>
          </a:solidFill>
          <a:effectLst>
            <a:outerShdw blurRad="50800" dist="25400" dir="5400000" algn="bl" rotWithShape="0">
              <a:srgbClr val="000000">
                <a:alpha val="18000"/>
              </a:srgbClr>
            </a:outerShdw>
          </a:effectLst>
        </p:spPr>
        <p:txBody>
          <a:bodyPr/>
          <a:lstStyle/>
          <a:p>
            <a:endParaRPr/>
          </a:p>
        </p:txBody>
      </p:sp>
      <p:sp>
        <p:nvSpPr>
          <p:cNvPr id="12" name="Shape 8">
            <a:extLst>
              <a:ext uri="{FF2B5EF4-FFF2-40B4-BE49-F238E27FC236}">
                <a16:creationId xmlns:a16="http://schemas.microsoft.com/office/drawing/2014/main" id="{6FD590DC-0955-411E-A8BA-DF53C9F6D318}"/>
              </a:ext>
            </a:extLst>
          </p:cNvPr>
          <p:cNvSpPr>
            <a:spLocks noGrp="1"/>
          </p:cNvSpPr>
          <p:nvPr/>
        </p:nvSpPr>
        <p:spPr>
          <a:xfrm>
            <a:off x="508000" y="2159000"/>
            <a:ext cx="5588000" cy="355600"/>
          </a:xfrm>
          <a:prstGeom prst="rect">
            <a:avLst/>
          </a:prstGeom>
          <a:solidFill>
            <a:srgbClr val="DA1884"/>
          </a:solidFill>
        </p:spPr>
        <p:txBody>
          <a:bodyPr/>
          <a:lstStyle/>
          <a:p>
            <a:endParaRPr/>
          </a:p>
        </p:txBody>
      </p:sp>
      <p:sp>
        <p:nvSpPr>
          <p:cNvPr id="13" name="Text 9">
            <a:extLst>
              <a:ext uri="{FF2B5EF4-FFF2-40B4-BE49-F238E27FC236}">
                <a16:creationId xmlns:a16="http://schemas.microsoft.com/office/drawing/2014/main" id="{1B634359-5C9E-4827-A703-425CCDFCE093}"/>
              </a:ext>
            </a:extLst>
          </p:cNvPr>
          <p:cNvSpPr>
            <a:spLocks noGrp="1"/>
          </p:cNvSpPr>
          <p:nvPr/>
        </p:nvSpPr>
        <p:spPr>
          <a:xfrm>
            <a:off x="711200" y="2159000"/>
            <a:ext cx="5181600" cy="355600"/>
          </a:xfrm>
          <a:prstGeom prst="rect">
            <a:avLst/>
          </a:prstGeom>
          <a:noFill/>
        </p:spPr>
        <p:txBody>
          <a:bodyPr wrap="square" lIns="0" tIns="0" rIns="0" bIns="0" anchor="ctr"/>
          <a:lstStyle/>
          <a:p>
            <a:pPr marL="0" indent="0" algn="l">
              <a:lnSpc>
                <a:spcPct val="110000"/>
              </a:lnSpc>
              <a:buNone/>
            </a:pPr>
            <a:r>
              <a:rPr sz="1200" b="1">
                <a:solidFill>
                  <a:srgbClr val="FFFFFF"/>
                </a:solidFill>
                <a:latin typeface="Arial"/>
                <a:ea typeface="Arial"/>
                <a:cs typeface="Arial"/>
              </a:rPr>
              <a:t>POST /GRAPHQL</a:t>
            </a:r>
            <a:endParaRPr sz="1200"/>
          </a:p>
        </p:txBody>
      </p:sp>
      <p:sp>
        <p:nvSpPr>
          <p:cNvPr id="14" name="Text 10">
            <a:extLst>
              <a:ext uri="{FF2B5EF4-FFF2-40B4-BE49-F238E27FC236}">
                <a16:creationId xmlns:a16="http://schemas.microsoft.com/office/drawing/2014/main" id="{7A11F897-2336-4BCD-BA84-24D977F7D032}"/>
              </a:ext>
            </a:extLst>
          </p:cNvPr>
          <p:cNvSpPr>
            <a:spLocks noGrp="1"/>
          </p:cNvSpPr>
          <p:nvPr/>
        </p:nvSpPr>
        <p:spPr>
          <a:xfrm>
            <a:off x="711200" y="2667000"/>
            <a:ext cx="5181600" cy="3276600"/>
          </a:xfrm>
          <a:prstGeom prst="rect">
            <a:avLst/>
          </a:prstGeom>
          <a:noFill/>
        </p:spPr>
        <p:txBody>
          <a:bodyPr wrap="square" lIns="0" tIns="0" rIns="0" bIns="0" anchor="t"/>
          <a:lstStyle/>
          <a:p>
            <a:pPr marL="0" indent="0">
              <a:lnSpc>
                <a:spcPct val="120000"/>
              </a:lnSpc>
              <a:buNone/>
            </a:pPr>
            <a:r>
              <a:rPr sz="1200">
                <a:solidFill>
                  <a:srgbClr val="EDEDED"/>
                </a:solidFill>
                <a:latin typeface="Consolas"/>
                <a:ea typeface="Consolas"/>
                <a:cs typeface="Consolas"/>
              </a:rPr>
              <a:t>query FilmShipsCast($target: String!) {</a:t>
            </a:r>
            <a:endParaRPr sz="1200"/>
          </a:p>
          <a:p>
            <a:pPr marL="0" indent="0">
              <a:lnSpc>
                <a:spcPct val="120000"/>
              </a:lnSpc>
              <a:buNone/>
            </a:pPr>
            <a:r>
              <a:rPr sz="1200">
                <a:solidFill>
                  <a:srgbClr val="EDEDED"/>
                </a:solidFill>
                <a:latin typeface="Consolas"/>
                <a:ea typeface="Consolas"/>
                <a:cs typeface="Consolas"/>
              </a:rPr>
              <a:t>  films(target: $target) {</a:t>
            </a:r>
          </a:p>
          <a:p>
            <a:pPr marL="0" indent="0">
              <a:lnSpc>
                <a:spcPct val="120000"/>
              </a:lnSpc>
              <a:buNone/>
            </a:pPr>
            <a:r>
              <a:rPr sz="1200">
                <a:solidFill>
                  <a:srgbClr val="EDEDED"/>
                </a:solidFill>
                <a:latin typeface="Consolas"/>
                <a:ea typeface="Consolas"/>
                <a:cs typeface="Consolas"/>
              </a:rPr>
              <a:t>    title</a:t>
            </a:r>
          </a:p>
          <a:p>
            <a:pPr marL="0" indent="0">
              <a:lnSpc>
                <a:spcPct val="120000"/>
              </a:lnSpc>
              <a:buNone/>
            </a:pPr>
            <a:r>
              <a:rPr sz="1200">
                <a:solidFill>
                  <a:srgbClr val="EDEDED"/>
                </a:solidFill>
                <a:latin typeface="Consolas"/>
                <a:ea typeface="Consolas"/>
                <a:cs typeface="Consolas"/>
              </a:rPr>
              <a:t>    cast { name }</a:t>
            </a:r>
          </a:p>
          <a:p>
            <a:pPr marL="0" indent="0">
              <a:lnSpc>
                <a:spcPct val="120000"/>
              </a:lnSpc>
              <a:buNone/>
            </a:pPr>
            <a:r>
              <a:rPr sz="1200">
                <a:solidFill>
                  <a:srgbClr val="EDEDED"/>
                </a:solidFill>
                <a:latin typeface="Consolas"/>
                <a:ea typeface="Consolas"/>
                <a:cs typeface="Consolas"/>
              </a:rPr>
              <a:t>  }</a:t>
            </a:r>
          </a:p>
          <a:p>
            <a:pPr marL="0" indent="0">
              <a:lnSpc>
                <a:spcPct val="120000"/>
              </a:lnSpc>
              <a:buNone/>
            </a:pPr>
            <a:r>
              <a:rPr sz="1200">
                <a:solidFill>
                  <a:srgbClr val="EDEDED"/>
                </a:solidFill>
                <a:latin typeface="Consolas"/>
                <a:ea typeface="Consolas"/>
                <a:cs typeface="Consolas"/>
              </a:rPr>
              <a:t>  starships(target: $target) { name }</a:t>
            </a:r>
          </a:p>
          <a:p>
            <a:pPr marL="0" indent="0">
              <a:lnSpc>
                <a:spcPct val="120000"/>
              </a:lnSpc>
              <a:buNone/>
            </a:pPr>
            <a:r>
              <a:rPr sz="1200">
                <a:solidFill>
                  <a:srgbClr val="EDEDED"/>
                </a:solidFill>
                <a:latin typeface="Consolas"/>
                <a:ea typeface="Consolas"/>
                <a:cs typeface="Consolas"/>
              </a:rPr>
              <a:t>}</a:t>
            </a:r>
          </a:p>
          <a:p>
            <a:pPr marL="0" indent="0">
              <a:lnSpc>
                <a:spcPct val="120000"/>
              </a:lnSpc>
              <a:buNone/>
            </a:pPr>
            <a:endParaRPr sz="1200">
              <a:solidFill>
                <a:srgbClr val="EDEDED"/>
              </a:solidFill>
              <a:latin typeface="Consolas"/>
              <a:ea typeface="Consolas"/>
              <a:cs typeface="Consolas"/>
            </a:endParaRPr>
          </a:p>
          <a:p>
            <a:pPr marL="0" indent="0">
              <a:lnSpc>
                <a:spcPct val="120000"/>
              </a:lnSpc>
              <a:buNone/>
            </a:pPr>
            <a:r>
              <a:rPr sz="1200">
                <a:solidFill>
                  <a:srgbClr val="EDEDED"/>
                </a:solidFill>
                <a:latin typeface="Consolas"/>
                <a:ea typeface="Consolas"/>
                <a:cs typeface="Consolas"/>
              </a:rPr>
              <a:t># variables: { "target": "film:1" }</a:t>
            </a:r>
          </a:p>
        </p:txBody>
      </p:sp>
      <p:sp>
        <p:nvSpPr>
          <p:cNvPr id="15" name="Shape 11">
            <a:extLst>
              <a:ext uri="{FF2B5EF4-FFF2-40B4-BE49-F238E27FC236}">
                <a16:creationId xmlns:a16="http://schemas.microsoft.com/office/drawing/2014/main" id="{E4C01528-28C3-4849-9535-CEBC61422E71}"/>
              </a:ext>
            </a:extLst>
          </p:cNvPr>
          <p:cNvSpPr>
            <a:spLocks noGrp="1"/>
          </p:cNvSpPr>
          <p:nvPr/>
        </p:nvSpPr>
        <p:spPr>
          <a:xfrm>
            <a:off x="6299200" y="2159000"/>
            <a:ext cx="5384800" cy="8890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16" name="Shape 12">
            <a:extLst>
              <a:ext uri="{FF2B5EF4-FFF2-40B4-BE49-F238E27FC236}">
                <a16:creationId xmlns:a16="http://schemas.microsoft.com/office/drawing/2014/main" id="{B524A78F-F217-4CEA-878B-C4DAD686822C}"/>
              </a:ext>
            </a:extLst>
          </p:cNvPr>
          <p:cNvSpPr>
            <a:spLocks noGrp="1"/>
          </p:cNvSpPr>
          <p:nvPr/>
        </p:nvSpPr>
        <p:spPr>
          <a:xfrm>
            <a:off x="6299200" y="2159000"/>
            <a:ext cx="63500" cy="889000"/>
          </a:xfrm>
          <a:prstGeom prst="rect">
            <a:avLst/>
          </a:prstGeom>
          <a:solidFill>
            <a:srgbClr val="DA1884"/>
          </a:solidFill>
        </p:spPr>
        <p:txBody>
          <a:bodyPr/>
          <a:lstStyle/>
          <a:p>
            <a:endParaRPr/>
          </a:p>
        </p:txBody>
      </p:sp>
      <p:sp>
        <p:nvSpPr>
          <p:cNvPr id="17" name="Text 13">
            <a:extLst>
              <a:ext uri="{FF2B5EF4-FFF2-40B4-BE49-F238E27FC236}">
                <a16:creationId xmlns:a16="http://schemas.microsoft.com/office/drawing/2014/main" id="{0FAE010A-1578-4F6D-A50F-362D8212ED0B}"/>
              </a:ext>
            </a:extLst>
          </p:cNvPr>
          <p:cNvSpPr>
            <a:spLocks noGrp="1"/>
          </p:cNvSpPr>
          <p:nvPr/>
        </p:nvSpPr>
        <p:spPr>
          <a:xfrm>
            <a:off x="6527800" y="2311400"/>
            <a:ext cx="381000" cy="279400"/>
          </a:xfrm>
          <a:prstGeom prst="rect">
            <a:avLst/>
          </a:prstGeom>
          <a:noFill/>
        </p:spPr>
        <p:txBody>
          <a:bodyPr wrap="square" lIns="0" tIns="0" rIns="0" bIns="0" anchor="t"/>
          <a:lstStyle/>
          <a:p>
            <a:pPr marL="0" indent="0" algn="l">
              <a:lnSpc>
                <a:spcPct val="110000"/>
              </a:lnSpc>
              <a:buNone/>
            </a:pPr>
            <a:r>
              <a:rPr sz="1600" b="1">
                <a:solidFill>
                  <a:srgbClr val="DA1884"/>
                </a:solidFill>
                <a:latin typeface="Arial"/>
                <a:ea typeface="Arial"/>
                <a:cs typeface="Arial"/>
              </a:rPr>
              <a:t>01</a:t>
            </a:r>
            <a:endParaRPr sz="1600"/>
          </a:p>
        </p:txBody>
      </p:sp>
      <p:sp>
        <p:nvSpPr>
          <p:cNvPr id="18" name="Text 14">
            <a:extLst>
              <a:ext uri="{FF2B5EF4-FFF2-40B4-BE49-F238E27FC236}">
                <a16:creationId xmlns:a16="http://schemas.microsoft.com/office/drawing/2014/main" id="{BEDB2FCF-7253-4A40-AC6C-FBD93F63345B}"/>
              </a:ext>
            </a:extLst>
          </p:cNvPr>
          <p:cNvSpPr>
            <a:spLocks noGrp="1"/>
          </p:cNvSpPr>
          <p:nvPr/>
        </p:nvSpPr>
        <p:spPr>
          <a:xfrm>
            <a:off x="7035800" y="2311400"/>
            <a:ext cx="4445000" cy="635000"/>
          </a:xfrm>
          <a:prstGeom prst="rect">
            <a:avLst/>
          </a:prstGeom>
          <a:noFill/>
        </p:spPr>
        <p:txBody>
          <a:bodyPr wrap="square" lIns="0" tIns="0" rIns="0" bIns="0" anchor="t"/>
          <a:lstStyle/>
          <a:p>
            <a:pPr marL="0" indent="0">
              <a:lnSpc>
                <a:spcPct val="115000"/>
              </a:lnSpc>
              <a:spcAft>
                <a:spcPts val="400"/>
              </a:spcAft>
              <a:buNone/>
            </a:pPr>
            <a:r>
              <a:rPr sz="1300" b="1">
                <a:solidFill>
                  <a:srgbClr val="141414"/>
                </a:solidFill>
                <a:latin typeface="Arial"/>
                <a:ea typeface="Arial"/>
                <a:cs typeface="Arial"/>
              </a:rPr>
              <a:t>One request, linked records</a:t>
            </a:r>
            <a:endParaRPr sz="1300"/>
          </a:p>
          <a:p>
            <a:pPr marL="0" indent="0">
              <a:lnSpc>
                <a:spcPct val="115000"/>
              </a:lnSpc>
              <a:buNone/>
            </a:pPr>
            <a:r>
              <a:rPr sz="1200">
                <a:solidFill>
                  <a:srgbClr val="333333"/>
                </a:solidFill>
                <a:latin typeface="Arial"/>
                <a:ea typeface="Arial"/>
                <a:cs typeface="Arial"/>
              </a:rPr>
              <a:t>Film title, character names and ship names in one query.</a:t>
            </a:r>
            <a:endParaRPr sz="1300"/>
          </a:p>
        </p:txBody>
      </p:sp>
      <p:sp>
        <p:nvSpPr>
          <p:cNvPr id="19" name="Shape 15">
            <a:extLst>
              <a:ext uri="{FF2B5EF4-FFF2-40B4-BE49-F238E27FC236}">
                <a16:creationId xmlns:a16="http://schemas.microsoft.com/office/drawing/2014/main" id="{2F52A8C4-92CD-4F92-AB30-94BAAD69D02E}"/>
              </a:ext>
            </a:extLst>
          </p:cNvPr>
          <p:cNvSpPr>
            <a:spLocks noGrp="1"/>
          </p:cNvSpPr>
          <p:nvPr/>
        </p:nvSpPr>
        <p:spPr>
          <a:xfrm>
            <a:off x="6299200" y="3149600"/>
            <a:ext cx="5384800" cy="8890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20" name="Shape 16">
            <a:extLst>
              <a:ext uri="{FF2B5EF4-FFF2-40B4-BE49-F238E27FC236}">
                <a16:creationId xmlns:a16="http://schemas.microsoft.com/office/drawing/2014/main" id="{D351BEB2-49E7-42BA-BCDC-5A0E7DF0300A}"/>
              </a:ext>
            </a:extLst>
          </p:cNvPr>
          <p:cNvSpPr>
            <a:spLocks noGrp="1"/>
          </p:cNvSpPr>
          <p:nvPr/>
        </p:nvSpPr>
        <p:spPr>
          <a:xfrm>
            <a:off x="6299200" y="3149600"/>
            <a:ext cx="63500" cy="889000"/>
          </a:xfrm>
          <a:prstGeom prst="rect">
            <a:avLst/>
          </a:prstGeom>
          <a:solidFill>
            <a:srgbClr val="DA1884"/>
          </a:solidFill>
        </p:spPr>
        <p:txBody>
          <a:bodyPr/>
          <a:lstStyle/>
          <a:p>
            <a:endParaRPr/>
          </a:p>
        </p:txBody>
      </p:sp>
      <p:sp>
        <p:nvSpPr>
          <p:cNvPr id="21" name="Text 17">
            <a:extLst>
              <a:ext uri="{FF2B5EF4-FFF2-40B4-BE49-F238E27FC236}">
                <a16:creationId xmlns:a16="http://schemas.microsoft.com/office/drawing/2014/main" id="{1ABBF981-259C-43CE-A859-A500C423EE92}"/>
              </a:ext>
            </a:extLst>
          </p:cNvPr>
          <p:cNvSpPr>
            <a:spLocks noGrp="1"/>
          </p:cNvSpPr>
          <p:nvPr/>
        </p:nvSpPr>
        <p:spPr>
          <a:xfrm>
            <a:off x="6527800" y="3302000"/>
            <a:ext cx="381000" cy="279400"/>
          </a:xfrm>
          <a:prstGeom prst="rect">
            <a:avLst/>
          </a:prstGeom>
          <a:noFill/>
        </p:spPr>
        <p:txBody>
          <a:bodyPr wrap="square" lIns="0" tIns="0" rIns="0" bIns="0" anchor="t"/>
          <a:lstStyle/>
          <a:p>
            <a:pPr marL="0" indent="0" algn="l">
              <a:lnSpc>
                <a:spcPct val="110000"/>
              </a:lnSpc>
              <a:buNone/>
            </a:pPr>
            <a:r>
              <a:rPr sz="1600" b="1">
                <a:solidFill>
                  <a:srgbClr val="DA1884"/>
                </a:solidFill>
                <a:latin typeface="Arial"/>
                <a:ea typeface="Arial"/>
                <a:cs typeface="Arial"/>
              </a:rPr>
              <a:t>02</a:t>
            </a:r>
            <a:endParaRPr sz="1600"/>
          </a:p>
        </p:txBody>
      </p:sp>
      <p:sp>
        <p:nvSpPr>
          <p:cNvPr id="22" name="Text 18">
            <a:extLst>
              <a:ext uri="{FF2B5EF4-FFF2-40B4-BE49-F238E27FC236}">
                <a16:creationId xmlns:a16="http://schemas.microsoft.com/office/drawing/2014/main" id="{C52CC297-E6D0-49A7-9B75-95E2EF548C3D}"/>
              </a:ext>
            </a:extLst>
          </p:cNvPr>
          <p:cNvSpPr>
            <a:spLocks noGrp="1"/>
          </p:cNvSpPr>
          <p:nvPr/>
        </p:nvSpPr>
        <p:spPr>
          <a:xfrm>
            <a:off x="7035800" y="3302000"/>
            <a:ext cx="4445000" cy="635000"/>
          </a:xfrm>
          <a:prstGeom prst="rect">
            <a:avLst/>
          </a:prstGeom>
          <a:noFill/>
        </p:spPr>
        <p:txBody>
          <a:bodyPr wrap="square" lIns="0" tIns="0" rIns="0" bIns="0" anchor="t"/>
          <a:lstStyle/>
          <a:p>
            <a:pPr marL="0" indent="0">
              <a:lnSpc>
                <a:spcPct val="115000"/>
              </a:lnSpc>
              <a:spcAft>
                <a:spcPts val="400"/>
              </a:spcAft>
              <a:buNone/>
            </a:pPr>
            <a:r>
              <a:rPr sz="1300" b="1" dirty="0">
                <a:solidFill>
                  <a:srgbClr val="141414"/>
                </a:solidFill>
                <a:latin typeface="Arial"/>
                <a:ea typeface="Arial"/>
                <a:cs typeface="Arial"/>
              </a:rPr>
              <a:t>Measured against REST</a:t>
            </a:r>
            <a:endParaRPr sz="1300" dirty="0"/>
          </a:p>
          <a:p>
            <a:pPr marL="0" indent="0">
              <a:lnSpc>
                <a:spcPct val="115000"/>
              </a:lnSpc>
              <a:buNone/>
            </a:pPr>
            <a:r>
              <a:rPr sz="1200" dirty="0">
                <a:solidFill>
                  <a:srgbClr val="333333"/>
                </a:solidFill>
                <a:latin typeface="Arial"/>
                <a:ea typeface="Arial"/>
                <a:cs typeface="Arial"/>
              </a:rPr>
              <a:t>Both need one request. GraphQL selects fields, while REST includes nested records.</a:t>
            </a:r>
            <a:endParaRPr sz="1300" dirty="0"/>
          </a:p>
        </p:txBody>
      </p:sp>
      <p:sp>
        <p:nvSpPr>
          <p:cNvPr id="23" name="Shape 19">
            <a:extLst>
              <a:ext uri="{FF2B5EF4-FFF2-40B4-BE49-F238E27FC236}">
                <a16:creationId xmlns:a16="http://schemas.microsoft.com/office/drawing/2014/main" id="{57C597F8-DA4A-46DC-9F80-252F95E373BC}"/>
              </a:ext>
            </a:extLst>
          </p:cNvPr>
          <p:cNvSpPr>
            <a:spLocks noGrp="1"/>
          </p:cNvSpPr>
          <p:nvPr/>
        </p:nvSpPr>
        <p:spPr>
          <a:xfrm>
            <a:off x="6299200" y="4140200"/>
            <a:ext cx="5384800" cy="8890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24" name="Shape 20">
            <a:extLst>
              <a:ext uri="{FF2B5EF4-FFF2-40B4-BE49-F238E27FC236}">
                <a16:creationId xmlns:a16="http://schemas.microsoft.com/office/drawing/2014/main" id="{5FBD22B9-B7EB-4BC5-A595-14A99D1E125C}"/>
              </a:ext>
            </a:extLst>
          </p:cNvPr>
          <p:cNvSpPr>
            <a:spLocks noGrp="1"/>
          </p:cNvSpPr>
          <p:nvPr/>
        </p:nvSpPr>
        <p:spPr>
          <a:xfrm>
            <a:off x="6299200" y="4140200"/>
            <a:ext cx="63500" cy="889000"/>
          </a:xfrm>
          <a:prstGeom prst="rect">
            <a:avLst/>
          </a:prstGeom>
          <a:solidFill>
            <a:srgbClr val="DA1884"/>
          </a:solidFill>
        </p:spPr>
        <p:txBody>
          <a:bodyPr/>
          <a:lstStyle/>
          <a:p>
            <a:endParaRPr/>
          </a:p>
        </p:txBody>
      </p:sp>
      <p:sp>
        <p:nvSpPr>
          <p:cNvPr id="25" name="Text 21">
            <a:extLst>
              <a:ext uri="{FF2B5EF4-FFF2-40B4-BE49-F238E27FC236}">
                <a16:creationId xmlns:a16="http://schemas.microsoft.com/office/drawing/2014/main" id="{2ADDB858-2EB5-4365-AC09-8512A74A87CF}"/>
              </a:ext>
            </a:extLst>
          </p:cNvPr>
          <p:cNvSpPr>
            <a:spLocks noGrp="1"/>
          </p:cNvSpPr>
          <p:nvPr/>
        </p:nvSpPr>
        <p:spPr>
          <a:xfrm>
            <a:off x="6527800" y="4292600"/>
            <a:ext cx="381000" cy="279400"/>
          </a:xfrm>
          <a:prstGeom prst="rect">
            <a:avLst/>
          </a:prstGeom>
          <a:noFill/>
        </p:spPr>
        <p:txBody>
          <a:bodyPr wrap="square" lIns="0" tIns="0" rIns="0" bIns="0" anchor="t"/>
          <a:lstStyle/>
          <a:p>
            <a:pPr marL="0" indent="0" algn="l">
              <a:lnSpc>
                <a:spcPct val="110000"/>
              </a:lnSpc>
              <a:buNone/>
            </a:pPr>
            <a:r>
              <a:rPr sz="1600" b="1">
                <a:solidFill>
                  <a:srgbClr val="DA1884"/>
                </a:solidFill>
                <a:latin typeface="Arial"/>
                <a:ea typeface="Arial"/>
                <a:cs typeface="Arial"/>
              </a:rPr>
              <a:t>03</a:t>
            </a:r>
            <a:endParaRPr sz="1600"/>
          </a:p>
        </p:txBody>
      </p:sp>
      <p:sp>
        <p:nvSpPr>
          <p:cNvPr id="26" name="Text 22">
            <a:extLst>
              <a:ext uri="{FF2B5EF4-FFF2-40B4-BE49-F238E27FC236}">
                <a16:creationId xmlns:a16="http://schemas.microsoft.com/office/drawing/2014/main" id="{F485770D-DA09-4CE4-8E46-049177BDDF2B}"/>
              </a:ext>
            </a:extLst>
          </p:cNvPr>
          <p:cNvSpPr>
            <a:spLocks noGrp="1"/>
          </p:cNvSpPr>
          <p:nvPr/>
        </p:nvSpPr>
        <p:spPr>
          <a:xfrm>
            <a:off x="7035800" y="4292600"/>
            <a:ext cx="4445000" cy="635000"/>
          </a:xfrm>
          <a:prstGeom prst="rect">
            <a:avLst/>
          </a:prstGeom>
          <a:noFill/>
        </p:spPr>
        <p:txBody>
          <a:bodyPr wrap="square" lIns="0" tIns="0" rIns="0" bIns="0" anchor="t"/>
          <a:lstStyle/>
          <a:p>
            <a:pPr marL="0" indent="0">
              <a:lnSpc>
                <a:spcPct val="115000"/>
              </a:lnSpc>
              <a:spcAft>
                <a:spcPts val="400"/>
              </a:spcAft>
              <a:buNone/>
            </a:pPr>
            <a:r>
              <a:rPr sz="1300" b="1">
                <a:solidFill>
                  <a:srgbClr val="141414"/>
                </a:solidFill>
                <a:latin typeface="Arial"/>
                <a:ea typeface="Arial"/>
                <a:cs typeface="Arial"/>
              </a:rPr>
              <a:t>Cast and crew operations</a:t>
            </a:r>
            <a:endParaRPr sz="1300"/>
          </a:p>
          <a:p>
            <a:pPr marL="0" indent="0">
              <a:lnSpc>
                <a:spcPct val="115000"/>
              </a:lnSpc>
              <a:buNone/>
            </a:pPr>
            <a:r>
              <a:rPr sz="1200">
                <a:solidFill>
                  <a:srgbClr val="333333"/>
                </a:solidFill>
                <a:latin typeface="Arial"/>
                <a:ea typeface="Arial"/>
                <a:cs typeface="Arial"/>
              </a:rPr>
              <a:t>Cast lists name film characters. Crew queries return documented assignments.</a:t>
            </a:r>
            <a:endParaRPr sz="1300"/>
          </a:p>
        </p:txBody>
      </p:sp>
      <p:sp>
        <p:nvSpPr>
          <p:cNvPr id="27" name="Shape 23">
            <a:extLst>
              <a:ext uri="{FF2B5EF4-FFF2-40B4-BE49-F238E27FC236}">
                <a16:creationId xmlns:a16="http://schemas.microsoft.com/office/drawing/2014/main" id="{208F6C30-B09F-4898-B8BA-C603C45EADB8}"/>
              </a:ext>
            </a:extLst>
          </p:cNvPr>
          <p:cNvSpPr>
            <a:spLocks noGrp="1"/>
          </p:cNvSpPr>
          <p:nvPr/>
        </p:nvSpPr>
        <p:spPr>
          <a:xfrm>
            <a:off x="6299200" y="5130800"/>
            <a:ext cx="5384800" cy="7874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28" name="Shape 24">
            <a:extLst>
              <a:ext uri="{FF2B5EF4-FFF2-40B4-BE49-F238E27FC236}">
                <a16:creationId xmlns:a16="http://schemas.microsoft.com/office/drawing/2014/main" id="{7A86BE0F-3724-4415-BF5B-9D230C339F2D}"/>
              </a:ext>
            </a:extLst>
          </p:cNvPr>
          <p:cNvSpPr>
            <a:spLocks noGrp="1"/>
          </p:cNvSpPr>
          <p:nvPr/>
        </p:nvSpPr>
        <p:spPr>
          <a:xfrm>
            <a:off x="6299200" y="5130800"/>
            <a:ext cx="76200" cy="787400"/>
          </a:xfrm>
          <a:prstGeom prst="rect">
            <a:avLst/>
          </a:prstGeom>
          <a:solidFill>
            <a:srgbClr val="DA1884"/>
          </a:solidFill>
        </p:spPr>
        <p:txBody>
          <a:bodyPr/>
          <a:lstStyle/>
          <a:p>
            <a:endParaRPr/>
          </a:p>
        </p:txBody>
      </p:sp>
      <p:sp>
        <p:nvSpPr>
          <p:cNvPr id="29" name="Text 25">
            <a:extLst>
              <a:ext uri="{FF2B5EF4-FFF2-40B4-BE49-F238E27FC236}">
                <a16:creationId xmlns:a16="http://schemas.microsoft.com/office/drawing/2014/main" id="{B05ABDFB-7E0B-46E5-AA87-75FF52141051}"/>
              </a:ext>
            </a:extLst>
          </p:cNvPr>
          <p:cNvSpPr>
            <a:spLocks noGrp="1"/>
          </p:cNvSpPr>
          <p:nvPr/>
        </p:nvSpPr>
        <p:spPr>
          <a:xfrm>
            <a:off x="6578600" y="5130800"/>
            <a:ext cx="4876800" cy="787400"/>
          </a:xfrm>
          <a:prstGeom prst="rect">
            <a:avLst/>
          </a:prstGeom>
          <a:noFill/>
        </p:spPr>
        <p:txBody>
          <a:bodyPr wrap="square" lIns="0" tIns="0" rIns="0" bIns="0" anchor="ctr"/>
          <a:lstStyle/>
          <a:p>
            <a:pPr marL="0" indent="0">
              <a:lnSpc>
                <a:spcPct val="115000"/>
              </a:lnSpc>
              <a:buNone/>
            </a:pPr>
            <a:r>
              <a:rPr sz="1200" b="1">
                <a:solidFill>
                  <a:srgbClr val="141414"/>
                </a:solidFill>
                <a:latin typeface="Arial"/>
                <a:ea typeface="Arial"/>
                <a:cs typeface="Arial"/>
              </a:rPr>
              <a:t>Try it:  </a:t>
            </a:r>
            <a:r>
              <a:rPr sz="1200">
                <a:solidFill>
                  <a:srgbClr val="141414"/>
                </a:solidFill>
                <a:latin typeface="Arial"/>
                <a:ea typeface="Arial"/>
                <a:cs typeface="Arial"/>
              </a:rPr>
              <a:t>“Which starships appear in A New Hope, and who is in its cast?”</a:t>
            </a:r>
            <a:endParaRPr sz="1200"/>
          </a:p>
        </p:txBody>
      </p:sp>
    </p:spTree>
    <p:extLst>
      <p:ext uri="{BB962C8B-B14F-4D97-AF65-F5344CB8AC3E}">
        <p14:creationId xmlns:p14="http://schemas.microsoft.com/office/powerpoint/2010/main" val="1286427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a:extLst>
              <a:ext uri="{FF2B5EF4-FFF2-40B4-BE49-F238E27FC236}">
                <a16:creationId xmlns:a16="http://schemas.microsoft.com/office/drawing/2014/main" id="{6948A719-10BB-4388-938B-60F6D6A67237}"/>
              </a:ext>
            </a:extLst>
          </p:cNvPr>
          <p:cNvPicPr>
            <a:picLocks noChangeAspect="1"/>
          </p:cNvPicPr>
          <p:nvPr/>
        </p:nvPicPr>
        <p:blipFill>
          <a:blip r:embed="rId3"/>
          <a:stretch>
            <a:fillRect/>
          </a:stretch>
        </p:blipFill>
        <p:spPr>
          <a:xfrm>
            <a:off x="508000" y="152400"/>
            <a:ext cx="990600" cy="406400"/>
          </a:xfrm>
          <a:prstGeom prst="rect">
            <a:avLst/>
          </a:prstGeom>
        </p:spPr>
      </p:pic>
      <p:sp>
        <p:nvSpPr>
          <p:cNvPr id="3" name="Text 0">
            <a:extLst>
              <a:ext uri="{FF2B5EF4-FFF2-40B4-BE49-F238E27FC236}">
                <a16:creationId xmlns:a16="http://schemas.microsoft.com/office/drawing/2014/main" id="{D887F5CF-4971-4302-B500-44A3A2FFFEE0}"/>
              </a:ext>
            </a:extLst>
          </p:cNvPr>
          <p:cNvSpPr>
            <a:spLocks noGrp="1"/>
          </p:cNvSpPr>
          <p:nvPr/>
        </p:nvSpPr>
        <p:spPr>
          <a:xfrm>
            <a:off x="3556000" y="406400"/>
            <a:ext cx="5080000" cy="190500"/>
          </a:xfrm>
          <a:prstGeom prst="rect">
            <a:avLst/>
          </a:prstGeom>
          <a:noFill/>
        </p:spPr>
        <p:txBody>
          <a:bodyPr wrap="square" lIns="0" tIns="0" rIns="0" bIns="0" anchor="t"/>
          <a:lstStyle/>
          <a:p>
            <a:pPr marL="0" indent="0" algn="ctr">
              <a:lnSpc>
                <a:spcPct val="110000"/>
              </a:lnSpc>
              <a:buNone/>
            </a:pPr>
            <a:r>
              <a:rPr sz="1000" dirty="0">
                <a:solidFill>
                  <a:srgbClr val="6B6B6B"/>
                </a:solidFill>
                <a:latin typeface="Arial"/>
                <a:ea typeface="Arial"/>
                <a:cs typeface="Arial"/>
              </a:rPr>
              <a:t>Protocol Studio  —  REST · GraphQL · gRPC</a:t>
            </a:r>
            <a:endParaRPr sz="1000" dirty="0"/>
          </a:p>
        </p:txBody>
      </p:sp>
      <p:sp>
        <p:nvSpPr>
          <p:cNvPr id="4" name="Text 1">
            <a:extLst>
              <a:ext uri="{FF2B5EF4-FFF2-40B4-BE49-F238E27FC236}">
                <a16:creationId xmlns:a16="http://schemas.microsoft.com/office/drawing/2014/main" id="{2ABC35A0-13ED-4982-B23D-211EB115C36C}"/>
              </a:ext>
            </a:extLst>
          </p:cNvPr>
          <p:cNvSpPr>
            <a:spLocks noGrp="1"/>
          </p:cNvSpPr>
          <p:nvPr/>
        </p:nvSpPr>
        <p:spPr>
          <a:xfrm>
            <a:off x="6350000" y="406400"/>
            <a:ext cx="5334000" cy="190500"/>
          </a:xfrm>
          <a:prstGeom prst="rect">
            <a:avLst/>
          </a:prstGeom>
          <a:noFill/>
        </p:spPr>
        <p:txBody>
          <a:bodyPr wrap="square" lIns="0" tIns="0" rIns="0" bIns="0" anchor="t"/>
          <a:lstStyle/>
          <a:p>
            <a:pPr marL="0" indent="0" algn="r">
              <a:lnSpc>
                <a:spcPct val="110000"/>
              </a:lnSpc>
              <a:buNone/>
            </a:pPr>
            <a:r>
              <a:rPr sz="1000" b="1" dirty="0">
                <a:solidFill>
                  <a:srgbClr val="DA1884"/>
                </a:solidFill>
                <a:latin typeface="Arial"/>
                <a:ea typeface="Arial"/>
                <a:cs typeface="Arial"/>
              </a:rPr>
              <a:t>GRPC</a:t>
            </a:r>
            <a:endParaRPr sz="1000" dirty="0"/>
          </a:p>
        </p:txBody>
      </p:sp>
      <p:sp>
        <p:nvSpPr>
          <p:cNvPr id="5" name="Text 2">
            <a:extLst>
              <a:ext uri="{FF2B5EF4-FFF2-40B4-BE49-F238E27FC236}">
                <a16:creationId xmlns:a16="http://schemas.microsoft.com/office/drawing/2014/main" id="{27E95D3D-8DDC-45E0-BCB2-DDD8DE36AD2C}"/>
              </a:ext>
            </a:extLst>
          </p:cNvPr>
          <p:cNvSpPr>
            <a:spLocks noGrp="1"/>
          </p:cNvSpPr>
          <p:nvPr/>
        </p:nvSpPr>
        <p:spPr>
          <a:xfrm>
            <a:off x="508000" y="6578600"/>
            <a:ext cx="8890000" cy="177800"/>
          </a:xfrm>
          <a:prstGeom prst="rect">
            <a:avLst/>
          </a:prstGeom>
          <a:noFill/>
        </p:spPr>
        <p:txBody>
          <a:bodyPr wrap="square" lIns="0" tIns="0" rIns="0" bIns="0" anchor="t"/>
          <a:lstStyle/>
          <a:p>
            <a:pPr marL="0" indent="0" algn="l">
              <a:lnSpc>
                <a:spcPct val="110000"/>
              </a:lnSpc>
              <a:buNone/>
            </a:pPr>
            <a:r>
              <a:rPr sz="900">
                <a:solidFill>
                  <a:srgbClr val="9E9E9E"/>
                </a:solidFill>
                <a:latin typeface="Arial"/>
                <a:ea typeface="Arial"/>
                <a:cs typeface="Arial"/>
              </a:rPr>
              <a:t>Insight Proprietary &amp; Confidential.  Do Not Copy or Distribute.  © 2026 Insight.  All Rights Reserved.</a:t>
            </a:r>
            <a:endParaRPr sz="900"/>
          </a:p>
        </p:txBody>
      </p:sp>
      <p:sp>
        <p:nvSpPr>
          <p:cNvPr id="6" name="Text 3">
            <a:extLst>
              <a:ext uri="{FF2B5EF4-FFF2-40B4-BE49-F238E27FC236}">
                <a16:creationId xmlns:a16="http://schemas.microsoft.com/office/drawing/2014/main" id="{F254D188-E0E4-408E-A34E-545DA87108CE}"/>
              </a:ext>
            </a:extLst>
          </p:cNvPr>
          <p:cNvSpPr>
            <a:spLocks noGrp="1"/>
          </p:cNvSpPr>
          <p:nvPr/>
        </p:nvSpPr>
        <p:spPr>
          <a:xfrm>
            <a:off x="10922000" y="6578600"/>
            <a:ext cx="762000" cy="177800"/>
          </a:xfrm>
          <a:prstGeom prst="rect">
            <a:avLst/>
          </a:prstGeom>
          <a:noFill/>
        </p:spPr>
        <p:txBody>
          <a:bodyPr wrap="square" lIns="0" tIns="0" rIns="0" bIns="0" anchor="t"/>
          <a:lstStyle/>
          <a:p>
            <a:pPr marL="0" indent="0" algn="r">
              <a:lnSpc>
                <a:spcPct val="110000"/>
              </a:lnSpc>
              <a:buNone/>
            </a:pPr>
            <a:r>
              <a:rPr sz="900">
                <a:solidFill>
                  <a:srgbClr val="9E9E9E"/>
                </a:solidFill>
                <a:latin typeface="Arial"/>
                <a:ea typeface="Arial"/>
                <a:cs typeface="Arial"/>
              </a:rPr>
              <a:t>15</a:t>
            </a:r>
            <a:endParaRPr sz="900"/>
          </a:p>
        </p:txBody>
      </p:sp>
      <p:sp>
        <p:nvSpPr>
          <p:cNvPr id="7" name="Text 4">
            <a:extLst>
              <a:ext uri="{FF2B5EF4-FFF2-40B4-BE49-F238E27FC236}">
                <a16:creationId xmlns:a16="http://schemas.microsoft.com/office/drawing/2014/main" id="{EF00EA14-FB27-4829-940F-715D1CE3414D}"/>
              </a:ext>
            </a:extLst>
          </p:cNvPr>
          <p:cNvSpPr>
            <a:spLocks noGrp="1"/>
          </p:cNvSpPr>
          <p:nvPr/>
        </p:nvSpPr>
        <p:spPr>
          <a:xfrm>
            <a:off x="508000" y="889000"/>
            <a:ext cx="11176000" cy="215900"/>
          </a:xfrm>
          <a:prstGeom prst="rect">
            <a:avLst/>
          </a:prstGeom>
          <a:noFill/>
        </p:spPr>
        <p:txBody>
          <a:bodyPr wrap="square" lIns="0" tIns="0" rIns="0" bIns="0" anchor="t"/>
          <a:lstStyle/>
          <a:p>
            <a:pPr marL="0" indent="0" algn="l">
              <a:lnSpc>
                <a:spcPct val="110000"/>
              </a:lnSpc>
              <a:buNone/>
            </a:pPr>
            <a:r>
              <a:rPr sz="1200" b="1" dirty="0">
                <a:solidFill>
                  <a:srgbClr val="DA1884"/>
                </a:solidFill>
                <a:latin typeface="Arial"/>
                <a:ea typeface="Arial"/>
                <a:cs typeface="Arial"/>
              </a:rPr>
              <a:t>GRPC · HOW IT WORKS</a:t>
            </a:r>
            <a:endParaRPr sz="1200" dirty="0"/>
          </a:p>
        </p:txBody>
      </p:sp>
      <p:sp>
        <p:nvSpPr>
          <p:cNvPr id="8" name="Text 5">
            <a:extLst>
              <a:ext uri="{FF2B5EF4-FFF2-40B4-BE49-F238E27FC236}">
                <a16:creationId xmlns:a16="http://schemas.microsoft.com/office/drawing/2014/main" id="{FED03D74-9C2F-4D50-884C-0DA321E404A9}"/>
              </a:ext>
            </a:extLst>
          </p:cNvPr>
          <p:cNvSpPr>
            <a:spLocks noGrp="1"/>
          </p:cNvSpPr>
          <p:nvPr/>
        </p:nvSpPr>
        <p:spPr>
          <a:xfrm>
            <a:off x="508000" y="1130300"/>
            <a:ext cx="11176000" cy="482600"/>
          </a:xfrm>
          <a:prstGeom prst="rect">
            <a:avLst/>
          </a:prstGeom>
          <a:noFill/>
        </p:spPr>
        <p:txBody>
          <a:bodyPr wrap="square" lIns="0" tIns="0" rIns="0" bIns="0" anchor="t"/>
          <a:lstStyle/>
          <a:p>
            <a:pPr marL="0" indent="0" algn="l">
              <a:lnSpc>
                <a:spcPct val="110000"/>
              </a:lnSpc>
              <a:buNone/>
            </a:pPr>
            <a:r>
              <a:rPr sz="3000" b="1" dirty="0">
                <a:solidFill>
                  <a:srgbClr val="141414"/>
                </a:solidFill>
                <a:latin typeface="Arial"/>
                <a:ea typeface="Arial"/>
                <a:cs typeface="Arial"/>
              </a:rPr>
              <a:t>gRPC: Typed Contracts, Streaming by Default</a:t>
            </a:r>
            <a:endParaRPr sz="3000" dirty="0"/>
          </a:p>
        </p:txBody>
      </p:sp>
      <p:sp>
        <p:nvSpPr>
          <p:cNvPr id="9" name="Text 6">
            <a:extLst>
              <a:ext uri="{FF2B5EF4-FFF2-40B4-BE49-F238E27FC236}">
                <a16:creationId xmlns:a16="http://schemas.microsoft.com/office/drawing/2014/main" id="{F2D15E5E-E401-4A93-8DD4-C34FFF30E9A8}"/>
              </a:ext>
            </a:extLst>
          </p:cNvPr>
          <p:cNvSpPr>
            <a:spLocks noGrp="1"/>
          </p:cNvSpPr>
          <p:nvPr/>
        </p:nvSpPr>
        <p:spPr>
          <a:xfrm>
            <a:off x="508000" y="1663700"/>
            <a:ext cx="11176000" cy="254000"/>
          </a:xfrm>
          <a:prstGeom prst="rect">
            <a:avLst/>
          </a:prstGeom>
          <a:noFill/>
        </p:spPr>
        <p:txBody>
          <a:bodyPr wrap="square" lIns="0" tIns="0" rIns="0" bIns="0" anchor="t"/>
          <a:lstStyle/>
          <a:p>
            <a:pPr marL="0" indent="0" algn="l">
              <a:lnSpc>
                <a:spcPct val="110000"/>
              </a:lnSpc>
              <a:buNone/>
            </a:pPr>
            <a:r>
              <a:rPr sz="1400">
                <a:solidFill>
                  <a:srgbClr val="6B6B6B"/>
                </a:solidFill>
                <a:latin typeface="Arial"/>
                <a:ea typeface="Arial"/>
                <a:cs typeface="Arial"/>
              </a:rPr>
              <a:t>Contract-first RPC over HTTP/2 with compact Protobuf messages and four call types.</a:t>
            </a:r>
            <a:endParaRPr sz="1400"/>
          </a:p>
        </p:txBody>
      </p:sp>
      <p:sp>
        <p:nvSpPr>
          <p:cNvPr id="11" name="Shape 7">
            <a:extLst>
              <a:ext uri="{FF2B5EF4-FFF2-40B4-BE49-F238E27FC236}">
                <a16:creationId xmlns:a16="http://schemas.microsoft.com/office/drawing/2014/main" id="{1E478EB3-616D-44DE-8BD0-1D6D1A81D419}"/>
              </a:ext>
            </a:extLst>
          </p:cNvPr>
          <p:cNvSpPr>
            <a:spLocks noGrp="1"/>
          </p:cNvSpPr>
          <p:nvPr/>
        </p:nvSpPr>
        <p:spPr>
          <a:xfrm>
            <a:off x="508000" y="2159000"/>
            <a:ext cx="5486400" cy="27940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12" name="Shape 8">
            <a:extLst>
              <a:ext uri="{FF2B5EF4-FFF2-40B4-BE49-F238E27FC236}">
                <a16:creationId xmlns:a16="http://schemas.microsoft.com/office/drawing/2014/main" id="{067D9920-F49F-447F-8DA2-25470D2B3FB4}"/>
              </a:ext>
            </a:extLst>
          </p:cNvPr>
          <p:cNvSpPr>
            <a:spLocks noGrp="1"/>
          </p:cNvSpPr>
          <p:nvPr/>
        </p:nvSpPr>
        <p:spPr>
          <a:xfrm>
            <a:off x="508000" y="2159000"/>
            <a:ext cx="5486400" cy="406400"/>
          </a:xfrm>
          <a:prstGeom prst="rect">
            <a:avLst/>
          </a:prstGeom>
          <a:solidFill>
            <a:srgbClr val="DA1884"/>
          </a:solidFill>
        </p:spPr>
        <p:txBody>
          <a:bodyPr/>
          <a:lstStyle/>
          <a:p>
            <a:endParaRPr/>
          </a:p>
        </p:txBody>
      </p:sp>
      <p:sp>
        <p:nvSpPr>
          <p:cNvPr id="13" name="Text 9">
            <a:extLst>
              <a:ext uri="{FF2B5EF4-FFF2-40B4-BE49-F238E27FC236}">
                <a16:creationId xmlns:a16="http://schemas.microsoft.com/office/drawing/2014/main" id="{50E86671-B539-4815-9492-54B9A682AD4B}"/>
              </a:ext>
            </a:extLst>
          </p:cNvPr>
          <p:cNvSpPr>
            <a:spLocks noGrp="1"/>
          </p:cNvSpPr>
          <p:nvPr/>
        </p:nvSpPr>
        <p:spPr>
          <a:xfrm>
            <a:off x="736600" y="2159000"/>
            <a:ext cx="5029200" cy="406400"/>
          </a:xfrm>
          <a:prstGeom prst="rect">
            <a:avLst/>
          </a:prstGeom>
          <a:noFill/>
        </p:spPr>
        <p:txBody>
          <a:bodyPr wrap="square" lIns="0" tIns="0" rIns="0" bIns="0" anchor="ctr"/>
          <a:lstStyle/>
          <a:p>
            <a:pPr marL="0" indent="0" algn="l">
              <a:lnSpc>
                <a:spcPct val="110000"/>
              </a:lnSpc>
              <a:buNone/>
            </a:pPr>
            <a:r>
              <a:rPr sz="1300" b="1" dirty="0">
                <a:solidFill>
                  <a:srgbClr val="FFFFFF"/>
                </a:solidFill>
                <a:latin typeface="Arial"/>
                <a:ea typeface="Arial"/>
                <a:cs typeface="Arial"/>
              </a:rPr>
              <a:t>Where gRPC shines</a:t>
            </a:r>
            <a:endParaRPr sz="1300" dirty="0"/>
          </a:p>
        </p:txBody>
      </p:sp>
      <p:sp>
        <p:nvSpPr>
          <p:cNvPr id="14" name="Text 10">
            <a:extLst>
              <a:ext uri="{FF2B5EF4-FFF2-40B4-BE49-F238E27FC236}">
                <a16:creationId xmlns:a16="http://schemas.microsoft.com/office/drawing/2014/main" id="{6103BC91-8E89-45E3-98E8-32835034EA2B}"/>
              </a:ext>
            </a:extLst>
          </p:cNvPr>
          <p:cNvSpPr>
            <a:spLocks noGrp="1"/>
          </p:cNvSpPr>
          <p:nvPr/>
        </p:nvSpPr>
        <p:spPr>
          <a:xfrm>
            <a:off x="736600" y="2743200"/>
            <a:ext cx="5029200" cy="2057400"/>
          </a:xfrm>
          <a:prstGeom prst="rect">
            <a:avLst/>
          </a:prstGeom>
          <a:noFill/>
        </p:spPr>
        <p:txBody>
          <a:bodyPr wrap="square" lIns="0" tIns="0" rIns="0" bIns="0" anchor="t"/>
          <a:lstStyle/>
          <a:p>
            <a:pPr marL="342900" indent="-342900">
              <a:lnSpc>
                <a:spcPct val="115000"/>
              </a:lnSpc>
              <a:spcAft>
                <a:spcPts val="1000"/>
              </a:spcAft>
              <a:buSzPct val="100000"/>
              <a:buChar char="•"/>
            </a:pPr>
            <a:r>
              <a:rPr sz="1200">
                <a:solidFill>
                  <a:srgbClr val="333333"/>
                </a:solidFill>
                <a:latin typeface="Arial"/>
                <a:ea typeface="Arial"/>
                <a:cs typeface="Arial"/>
              </a:rPr>
              <a:t>Contract-first .proto files with generated clients in many languages</a:t>
            </a:r>
            <a:endParaRPr sz="1200"/>
          </a:p>
          <a:p>
            <a:pPr marL="342900" indent="-342900">
              <a:lnSpc>
                <a:spcPct val="115000"/>
              </a:lnSpc>
              <a:spcAft>
                <a:spcPts val="1000"/>
              </a:spcAft>
              <a:buSzPct val="100000"/>
              <a:buChar char="•"/>
            </a:pPr>
            <a:r>
              <a:rPr sz="1200">
                <a:solidFill>
                  <a:srgbClr val="333333"/>
                </a:solidFill>
                <a:latin typeface="Arial"/>
                <a:ea typeface="Arial"/>
                <a:cs typeface="Arial"/>
              </a:rPr>
              <a:t>Compact binary Protobuf with HTTP/2 multiplexing</a:t>
            </a:r>
            <a:endParaRPr sz="1200"/>
          </a:p>
          <a:p>
            <a:pPr marL="342900" indent="-342900">
              <a:lnSpc>
                <a:spcPct val="115000"/>
              </a:lnSpc>
              <a:spcAft>
                <a:spcPts val="1000"/>
              </a:spcAft>
              <a:buSzPct val="100000"/>
              <a:buChar char="•"/>
            </a:pPr>
            <a:r>
              <a:rPr sz="1200">
                <a:solidFill>
                  <a:srgbClr val="333333"/>
                </a:solidFill>
                <a:latin typeface="Arial"/>
                <a:ea typeface="Arial"/>
                <a:cs typeface="Arial"/>
              </a:rPr>
              <a:t>Unary, server, client and bidirectional streaming</a:t>
            </a:r>
            <a:endParaRPr sz="1200"/>
          </a:p>
          <a:p>
            <a:pPr marL="342900" indent="-342900">
              <a:lnSpc>
                <a:spcPct val="115000"/>
              </a:lnSpc>
              <a:spcAft>
                <a:spcPts val="1000"/>
              </a:spcAft>
              <a:buSzPct val="100000"/>
              <a:buChar char="•"/>
            </a:pPr>
            <a:r>
              <a:rPr sz="1200">
                <a:solidFill>
                  <a:srgbClr val="333333"/>
                </a:solidFill>
                <a:latin typeface="Arial"/>
                <a:ea typeface="Arial"/>
                <a:cs typeface="Arial"/>
              </a:rPr>
              <a:t>Deadlines, cancellation and metadata built in</a:t>
            </a:r>
            <a:endParaRPr sz="1200"/>
          </a:p>
        </p:txBody>
      </p:sp>
      <p:sp>
        <p:nvSpPr>
          <p:cNvPr id="15" name="Shape 11">
            <a:extLst>
              <a:ext uri="{FF2B5EF4-FFF2-40B4-BE49-F238E27FC236}">
                <a16:creationId xmlns:a16="http://schemas.microsoft.com/office/drawing/2014/main" id="{C3E31C9B-ECF7-4A19-9843-4E1A534D2ED0}"/>
              </a:ext>
            </a:extLst>
          </p:cNvPr>
          <p:cNvSpPr>
            <a:spLocks noGrp="1"/>
          </p:cNvSpPr>
          <p:nvPr/>
        </p:nvSpPr>
        <p:spPr>
          <a:xfrm>
            <a:off x="6197600" y="2159000"/>
            <a:ext cx="5486400" cy="27940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16" name="Shape 12">
            <a:extLst>
              <a:ext uri="{FF2B5EF4-FFF2-40B4-BE49-F238E27FC236}">
                <a16:creationId xmlns:a16="http://schemas.microsoft.com/office/drawing/2014/main" id="{F268FDC3-C42C-49CD-9CB4-D56474EAC5AE}"/>
              </a:ext>
            </a:extLst>
          </p:cNvPr>
          <p:cNvSpPr>
            <a:spLocks noGrp="1"/>
          </p:cNvSpPr>
          <p:nvPr/>
        </p:nvSpPr>
        <p:spPr>
          <a:xfrm>
            <a:off x="6197600" y="2159000"/>
            <a:ext cx="5486400" cy="406400"/>
          </a:xfrm>
          <a:prstGeom prst="rect">
            <a:avLst/>
          </a:prstGeom>
          <a:solidFill>
            <a:srgbClr val="A1005D"/>
          </a:solidFill>
        </p:spPr>
        <p:txBody>
          <a:bodyPr/>
          <a:lstStyle/>
          <a:p>
            <a:endParaRPr/>
          </a:p>
        </p:txBody>
      </p:sp>
      <p:sp>
        <p:nvSpPr>
          <p:cNvPr id="17" name="Text 13">
            <a:extLst>
              <a:ext uri="{FF2B5EF4-FFF2-40B4-BE49-F238E27FC236}">
                <a16:creationId xmlns:a16="http://schemas.microsoft.com/office/drawing/2014/main" id="{7FE7CC19-B58C-423A-AF1C-4BFF7700DB61}"/>
              </a:ext>
            </a:extLst>
          </p:cNvPr>
          <p:cNvSpPr>
            <a:spLocks noGrp="1"/>
          </p:cNvSpPr>
          <p:nvPr/>
        </p:nvSpPr>
        <p:spPr>
          <a:xfrm>
            <a:off x="6426200" y="2159000"/>
            <a:ext cx="5029200" cy="406400"/>
          </a:xfrm>
          <a:prstGeom prst="rect">
            <a:avLst/>
          </a:prstGeom>
          <a:noFill/>
        </p:spPr>
        <p:txBody>
          <a:bodyPr wrap="square" lIns="0" tIns="0" rIns="0" bIns="0" anchor="ctr"/>
          <a:lstStyle/>
          <a:p>
            <a:pPr marL="0" indent="0" algn="l">
              <a:lnSpc>
                <a:spcPct val="110000"/>
              </a:lnSpc>
              <a:buNone/>
            </a:pPr>
            <a:r>
              <a:rPr sz="1300" b="1">
                <a:solidFill>
                  <a:srgbClr val="FFFFFF"/>
                </a:solidFill>
                <a:latin typeface="Arial"/>
                <a:ea typeface="Arial"/>
                <a:cs typeface="Arial"/>
              </a:rPr>
              <a:t>Where it strains</a:t>
            </a:r>
            <a:endParaRPr sz="1300"/>
          </a:p>
        </p:txBody>
      </p:sp>
      <p:sp>
        <p:nvSpPr>
          <p:cNvPr id="18" name="Text 14">
            <a:extLst>
              <a:ext uri="{FF2B5EF4-FFF2-40B4-BE49-F238E27FC236}">
                <a16:creationId xmlns:a16="http://schemas.microsoft.com/office/drawing/2014/main" id="{3C54E77C-192C-4D0B-AEAF-05DA9602BD80}"/>
              </a:ext>
            </a:extLst>
          </p:cNvPr>
          <p:cNvSpPr>
            <a:spLocks noGrp="1"/>
          </p:cNvSpPr>
          <p:nvPr/>
        </p:nvSpPr>
        <p:spPr>
          <a:xfrm>
            <a:off x="6426200" y="2743200"/>
            <a:ext cx="5029200" cy="2057400"/>
          </a:xfrm>
          <a:prstGeom prst="rect">
            <a:avLst/>
          </a:prstGeom>
          <a:noFill/>
        </p:spPr>
        <p:txBody>
          <a:bodyPr wrap="square" lIns="0" tIns="0" rIns="0" bIns="0" anchor="t"/>
          <a:lstStyle/>
          <a:p>
            <a:pPr marL="342900" indent="-342900">
              <a:lnSpc>
                <a:spcPct val="115000"/>
              </a:lnSpc>
              <a:spcAft>
                <a:spcPts val="1000"/>
              </a:spcAft>
              <a:buSzPct val="100000"/>
              <a:buChar char="•"/>
            </a:pPr>
            <a:r>
              <a:rPr sz="1200">
                <a:solidFill>
                  <a:srgbClr val="333333"/>
                </a:solidFill>
                <a:latin typeface="Arial"/>
                <a:ea typeface="Arial"/>
                <a:cs typeface="Arial"/>
              </a:rPr>
              <a:t>Browsers need gRPC-Web or an HTTP bridge</a:t>
            </a:r>
            <a:endParaRPr sz="1200"/>
          </a:p>
          <a:p>
            <a:pPr marL="342900" indent="-342900">
              <a:lnSpc>
                <a:spcPct val="115000"/>
              </a:lnSpc>
              <a:spcAft>
                <a:spcPts val="1000"/>
              </a:spcAft>
              <a:buSzPct val="100000"/>
              <a:buChar char="•"/>
            </a:pPr>
            <a:r>
              <a:rPr sz="1200">
                <a:solidFill>
                  <a:srgbClr val="333333"/>
                </a:solidFill>
                <a:latin typeface="Arial"/>
                <a:ea typeface="Arial"/>
                <a:cs typeface="Arial"/>
              </a:rPr>
              <a:t>Binary payloads are harder to read and debug</a:t>
            </a:r>
            <a:endParaRPr sz="1200"/>
          </a:p>
          <a:p>
            <a:pPr marL="342900" indent="-342900">
              <a:lnSpc>
                <a:spcPct val="115000"/>
              </a:lnSpc>
              <a:spcAft>
                <a:spcPts val="1000"/>
              </a:spcAft>
              <a:buSzPct val="100000"/>
              <a:buChar char="•"/>
            </a:pPr>
            <a:r>
              <a:rPr sz="1200">
                <a:solidFill>
                  <a:srgbClr val="333333"/>
                </a:solidFill>
                <a:latin typeface="Arial"/>
                <a:ea typeface="Arial"/>
                <a:cs typeface="Arial"/>
              </a:rPr>
              <a:t>HTTP/2 end to end through proxies and load balancers</a:t>
            </a:r>
            <a:endParaRPr sz="1200"/>
          </a:p>
          <a:p>
            <a:pPr marL="342900" indent="-342900">
              <a:lnSpc>
                <a:spcPct val="115000"/>
              </a:lnSpc>
              <a:spcAft>
                <a:spcPts val="1000"/>
              </a:spcAft>
              <a:buSzPct val="100000"/>
              <a:buChar char="•"/>
            </a:pPr>
            <a:r>
              <a:rPr sz="1200">
                <a:solidFill>
                  <a:srgbClr val="333333"/>
                </a:solidFill>
                <a:latin typeface="Arial"/>
                <a:ea typeface="Arial"/>
                <a:cs typeface="Arial"/>
              </a:rPr>
              <a:t>Schema discipline: field numbers are forever</a:t>
            </a:r>
            <a:endParaRPr sz="1200"/>
          </a:p>
        </p:txBody>
      </p:sp>
      <p:sp>
        <p:nvSpPr>
          <p:cNvPr id="19" name="Shape 15">
            <a:extLst>
              <a:ext uri="{FF2B5EF4-FFF2-40B4-BE49-F238E27FC236}">
                <a16:creationId xmlns:a16="http://schemas.microsoft.com/office/drawing/2014/main" id="{C52DD8AD-05BA-4ECC-8415-FDF38438B3BE}"/>
              </a:ext>
            </a:extLst>
          </p:cNvPr>
          <p:cNvSpPr>
            <a:spLocks noGrp="1"/>
          </p:cNvSpPr>
          <p:nvPr/>
        </p:nvSpPr>
        <p:spPr>
          <a:xfrm>
            <a:off x="508000" y="5207000"/>
            <a:ext cx="11176000" cy="6350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20" name="Shape 16">
            <a:extLst>
              <a:ext uri="{FF2B5EF4-FFF2-40B4-BE49-F238E27FC236}">
                <a16:creationId xmlns:a16="http://schemas.microsoft.com/office/drawing/2014/main" id="{AFDFDD92-609C-4D35-B0F7-D9B2DBF43176}"/>
              </a:ext>
            </a:extLst>
          </p:cNvPr>
          <p:cNvSpPr>
            <a:spLocks noGrp="1"/>
          </p:cNvSpPr>
          <p:nvPr/>
        </p:nvSpPr>
        <p:spPr>
          <a:xfrm>
            <a:off x="508000" y="5207000"/>
            <a:ext cx="76200" cy="635000"/>
          </a:xfrm>
          <a:prstGeom prst="rect">
            <a:avLst/>
          </a:prstGeom>
          <a:solidFill>
            <a:srgbClr val="DA1884"/>
          </a:solidFill>
        </p:spPr>
        <p:txBody>
          <a:bodyPr/>
          <a:lstStyle/>
          <a:p>
            <a:endParaRPr/>
          </a:p>
        </p:txBody>
      </p:sp>
      <p:sp>
        <p:nvSpPr>
          <p:cNvPr id="21" name="Text 17">
            <a:extLst>
              <a:ext uri="{FF2B5EF4-FFF2-40B4-BE49-F238E27FC236}">
                <a16:creationId xmlns:a16="http://schemas.microsoft.com/office/drawing/2014/main" id="{EE0E242A-F5C7-49AA-8B3D-5967721C4589}"/>
              </a:ext>
            </a:extLst>
          </p:cNvPr>
          <p:cNvSpPr>
            <a:spLocks noGrp="1"/>
          </p:cNvSpPr>
          <p:nvPr/>
        </p:nvSpPr>
        <p:spPr>
          <a:xfrm>
            <a:off x="787400" y="5207000"/>
            <a:ext cx="10668000" cy="635000"/>
          </a:xfrm>
          <a:prstGeom prst="rect">
            <a:avLst/>
          </a:prstGeom>
          <a:noFill/>
        </p:spPr>
        <p:txBody>
          <a:bodyPr wrap="square" lIns="0" tIns="0" rIns="0" bIns="0" anchor="ctr"/>
          <a:lstStyle/>
          <a:p>
            <a:pPr marL="0" indent="0">
              <a:lnSpc>
                <a:spcPct val="115000"/>
              </a:lnSpc>
              <a:buNone/>
            </a:pPr>
            <a:r>
              <a:rPr sz="1200" b="1" dirty="0">
                <a:solidFill>
                  <a:srgbClr val="141414"/>
                </a:solidFill>
                <a:latin typeface="Arial"/>
                <a:ea typeface="Arial"/>
                <a:cs typeface="Arial"/>
              </a:rPr>
              <a:t>Use gRPC for  </a:t>
            </a:r>
            <a:r>
              <a:rPr sz="1200" dirty="0">
                <a:solidFill>
                  <a:srgbClr val="141414"/>
                </a:solidFill>
                <a:latin typeface="Arial"/>
                <a:ea typeface="Arial"/>
                <a:cs typeface="Arial"/>
              </a:rPr>
              <a:t>internal service-to-service calls, low-latency paths and real-time streams.</a:t>
            </a:r>
            <a:endParaRPr sz="1200" dirty="0"/>
          </a:p>
        </p:txBody>
      </p:sp>
    </p:spTree>
    <p:extLst>
      <p:ext uri="{BB962C8B-B14F-4D97-AF65-F5344CB8AC3E}">
        <p14:creationId xmlns:p14="http://schemas.microsoft.com/office/powerpoint/2010/main" val="3894392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a:extLst>
              <a:ext uri="{FF2B5EF4-FFF2-40B4-BE49-F238E27FC236}">
                <a16:creationId xmlns:a16="http://schemas.microsoft.com/office/drawing/2014/main" id="{BA9A913E-CD69-45B8-A7BE-91FB0E574178}"/>
              </a:ext>
            </a:extLst>
          </p:cNvPr>
          <p:cNvPicPr>
            <a:picLocks noChangeAspect="1"/>
          </p:cNvPicPr>
          <p:nvPr/>
        </p:nvPicPr>
        <p:blipFill>
          <a:blip r:embed="rId4"/>
          <a:stretch>
            <a:fillRect/>
          </a:stretch>
        </p:blipFill>
        <p:spPr>
          <a:xfrm>
            <a:off x="508000" y="152400"/>
            <a:ext cx="990600" cy="406400"/>
          </a:xfrm>
          <a:prstGeom prst="rect">
            <a:avLst/>
          </a:prstGeom>
        </p:spPr>
      </p:pic>
      <p:sp>
        <p:nvSpPr>
          <p:cNvPr id="3" name="Text 0">
            <a:extLst>
              <a:ext uri="{FF2B5EF4-FFF2-40B4-BE49-F238E27FC236}">
                <a16:creationId xmlns:a16="http://schemas.microsoft.com/office/drawing/2014/main" id="{A9B3823C-7020-4F39-BF5A-B49634649DFB}"/>
              </a:ext>
            </a:extLst>
          </p:cNvPr>
          <p:cNvSpPr>
            <a:spLocks noGrp="1"/>
          </p:cNvSpPr>
          <p:nvPr/>
        </p:nvSpPr>
        <p:spPr>
          <a:xfrm>
            <a:off x="3556000" y="406400"/>
            <a:ext cx="5080000" cy="190500"/>
          </a:xfrm>
          <a:prstGeom prst="rect">
            <a:avLst/>
          </a:prstGeom>
          <a:noFill/>
        </p:spPr>
        <p:txBody>
          <a:bodyPr wrap="square" lIns="0" tIns="0" rIns="0" bIns="0" anchor="t"/>
          <a:lstStyle/>
          <a:p>
            <a:pPr marL="0" indent="0" algn="ctr">
              <a:lnSpc>
                <a:spcPct val="110000"/>
              </a:lnSpc>
              <a:buNone/>
            </a:pPr>
            <a:r>
              <a:rPr sz="1000" dirty="0">
                <a:solidFill>
                  <a:srgbClr val="6B6B6B"/>
                </a:solidFill>
                <a:latin typeface="Arial"/>
                <a:ea typeface="Arial"/>
                <a:cs typeface="Arial"/>
              </a:rPr>
              <a:t>Protocol Studio  —  REST · GraphQL · gRPC</a:t>
            </a:r>
            <a:endParaRPr sz="1000" dirty="0"/>
          </a:p>
        </p:txBody>
      </p:sp>
      <p:sp>
        <p:nvSpPr>
          <p:cNvPr id="4" name="Text 1">
            <a:extLst>
              <a:ext uri="{FF2B5EF4-FFF2-40B4-BE49-F238E27FC236}">
                <a16:creationId xmlns:a16="http://schemas.microsoft.com/office/drawing/2014/main" id="{73CCA750-BF91-4DC1-B7CC-800DECD03C79}"/>
              </a:ext>
            </a:extLst>
          </p:cNvPr>
          <p:cNvSpPr>
            <a:spLocks noGrp="1"/>
          </p:cNvSpPr>
          <p:nvPr/>
        </p:nvSpPr>
        <p:spPr>
          <a:xfrm>
            <a:off x="6350000" y="406400"/>
            <a:ext cx="5334000" cy="190500"/>
          </a:xfrm>
          <a:prstGeom prst="rect">
            <a:avLst/>
          </a:prstGeom>
          <a:noFill/>
        </p:spPr>
        <p:txBody>
          <a:bodyPr wrap="square" lIns="0" tIns="0" rIns="0" bIns="0" anchor="t"/>
          <a:lstStyle/>
          <a:p>
            <a:pPr marL="0" indent="0" algn="r">
              <a:lnSpc>
                <a:spcPct val="110000"/>
              </a:lnSpc>
              <a:buNone/>
            </a:pPr>
            <a:r>
              <a:rPr sz="1000" b="1" dirty="0">
                <a:solidFill>
                  <a:srgbClr val="DA1884"/>
                </a:solidFill>
                <a:latin typeface="Arial"/>
                <a:ea typeface="Arial"/>
                <a:cs typeface="Arial"/>
              </a:rPr>
              <a:t>GRPC</a:t>
            </a:r>
            <a:endParaRPr sz="1000" dirty="0"/>
          </a:p>
        </p:txBody>
      </p:sp>
      <p:sp>
        <p:nvSpPr>
          <p:cNvPr id="5" name="Text 2">
            <a:extLst>
              <a:ext uri="{FF2B5EF4-FFF2-40B4-BE49-F238E27FC236}">
                <a16:creationId xmlns:a16="http://schemas.microsoft.com/office/drawing/2014/main" id="{0140C38E-8F8E-4F46-A932-DF35BE88200D}"/>
              </a:ext>
            </a:extLst>
          </p:cNvPr>
          <p:cNvSpPr>
            <a:spLocks noGrp="1"/>
          </p:cNvSpPr>
          <p:nvPr/>
        </p:nvSpPr>
        <p:spPr>
          <a:xfrm>
            <a:off x="508000" y="6578600"/>
            <a:ext cx="8890000" cy="177800"/>
          </a:xfrm>
          <a:prstGeom prst="rect">
            <a:avLst/>
          </a:prstGeom>
          <a:noFill/>
        </p:spPr>
        <p:txBody>
          <a:bodyPr wrap="square" lIns="0" tIns="0" rIns="0" bIns="0" anchor="t"/>
          <a:lstStyle/>
          <a:p>
            <a:pPr marL="0" indent="0" algn="l">
              <a:lnSpc>
                <a:spcPct val="110000"/>
              </a:lnSpc>
              <a:buNone/>
            </a:pPr>
            <a:r>
              <a:rPr sz="900">
                <a:solidFill>
                  <a:srgbClr val="9E9E9E"/>
                </a:solidFill>
                <a:latin typeface="Arial"/>
                <a:ea typeface="Arial"/>
                <a:cs typeface="Arial"/>
              </a:rPr>
              <a:t>Insight Proprietary &amp; Confidential.  Do Not Copy or Distribute.  © 2026 Insight.  All Rights Reserved.</a:t>
            </a:r>
            <a:endParaRPr sz="900"/>
          </a:p>
        </p:txBody>
      </p:sp>
      <p:sp>
        <p:nvSpPr>
          <p:cNvPr id="6" name="Text 3">
            <a:extLst>
              <a:ext uri="{FF2B5EF4-FFF2-40B4-BE49-F238E27FC236}">
                <a16:creationId xmlns:a16="http://schemas.microsoft.com/office/drawing/2014/main" id="{B80EB8F3-98BB-4F8F-85DD-8F80BFB192F5}"/>
              </a:ext>
            </a:extLst>
          </p:cNvPr>
          <p:cNvSpPr>
            <a:spLocks noGrp="1"/>
          </p:cNvSpPr>
          <p:nvPr/>
        </p:nvSpPr>
        <p:spPr>
          <a:xfrm>
            <a:off x="10922000" y="6578600"/>
            <a:ext cx="762000" cy="177800"/>
          </a:xfrm>
          <a:prstGeom prst="rect">
            <a:avLst/>
          </a:prstGeom>
          <a:noFill/>
        </p:spPr>
        <p:txBody>
          <a:bodyPr wrap="square" lIns="0" tIns="0" rIns="0" bIns="0" anchor="t"/>
          <a:lstStyle/>
          <a:p>
            <a:pPr marL="0" indent="0" algn="r">
              <a:lnSpc>
                <a:spcPct val="110000"/>
              </a:lnSpc>
              <a:buNone/>
            </a:pPr>
            <a:r>
              <a:rPr sz="900">
                <a:solidFill>
                  <a:srgbClr val="9E9E9E"/>
                </a:solidFill>
                <a:latin typeface="Arial"/>
                <a:ea typeface="Arial"/>
                <a:cs typeface="Arial"/>
              </a:rPr>
              <a:t>16</a:t>
            </a:r>
            <a:endParaRPr sz="900"/>
          </a:p>
        </p:txBody>
      </p:sp>
      <p:sp>
        <p:nvSpPr>
          <p:cNvPr id="7" name="Text 4">
            <a:extLst>
              <a:ext uri="{FF2B5EF4-FFF2-40B4-BE49-F238E27FC236}">
                <a16:creationId xmlns:a16="http://schemas.microsoft.com/office/drawing/2014/main" id="{2DB7256D-C636-42CD-B5F4-01FD9159BF7E}"/>
              </a:ext>
            </a:extLst>
          </p:cNvPr>
          <p:cNvSpPr>
            <a:spLocks noGrp="1"/>
          </p:cNvSpPr>
          <p:nvPr/>
        </p:nvSpPr>
        <p:spPr>
          <a:xfrm>
            <a:off x="508000" y="889000"/>
            <a:ext cx="11176000" cy="215900"/>
          </a:xfrm>
          <a:prstGeom prst="rect">
            <a:avLst/>
          </a:prstGeom>
          <a:noFill/>
        </p:spPr>
        <p:txBody>
          <a:bodyPr wrap="square" lIns="0" tIns="0" rIns="0" bIns="0" anchor="t"/>
          <a:lstStyle/>
          <a:p>
            <a:pPr marL="0" indent="0" algn="l">
              <a:lnSpc>
                <a:spcPct val="110000"/>
              </a:lnSpc>
              <a:buNone/>
            </a:pPr>
            <a:r>
              <a:rPr sz="1200" b="1" dirty="0">
                <a:solidFill>
                  <a:srgbClr val="DA1884"/>
                </a:solidFill>
                <a:latin typeface="Arial"/>
                <a:ea typeface="Arial"/>
                <a:cs typeface="Arial"/>
              </a:rPr>
              <a:t>GRPC · IN THE DEMO</a:t>
            </a:r>
            <a:endParaRPr sz="1200" dirty="0"/>
          </a:p>
        </p:txBody>
      </p:sp>
      <p:sp>
        <p:nvSpPr>
          <p:cNvPr id="8" name="Text 5">
            <a:extLst>
              <a:ext uri="{FF2B5EF4-FFF2-40B4-BE49-F238E27FC236}">
                <a16:creationId xmlns:a16="http://schemas.microsoft.com/office/drawing/2014/main" id="{6AB606DA-049C-4BA2-AE7C-7EA314CC8066}"/>
              </a:ext>
            </a:extLst>
          </p:cNvPr>
          <p:cNvSpPr>
            <a:spLocks noGrp="1"/>
          </p:cNvSpPr>
          <p:nvPr/>
        </p:nvSpPr>
        <p:spPr>
          <a:xfrm>
            <a:off x="508000" y="1130300"/>
            <a:ext cx="11176000" cy="482600"/>
          </a:xfrm>
          <a:prstGeom prst="rect">
            <a:avLst/>
          </a:prstGeom>
          <a:noFill/>
        </p:spPr>
        <p:txBody>
          <a:bodyPr wrap="square" lIns="0" tIns="0" rIns="0" bIns="0" anchor="t"/>
          <a:lstStyle/>
          <a:p>
            <a:pPr marL="0" indent="0" algn="l">
              <a:lnSpc>
                <a:spcPct val="110000"/>
              </a:lnSpc>
              <a:buNone/>
            </a:pPr>
            <a:r>
              <a:rPr sz="3000" b="1" dirty="0">
                <a:solidFill>
                  <a:srgbClr val="141414"/>
                </a:solidFill>
                <a:latin typeface="Arial"/>
                <a:ea typeface="Arial"/>
                <a:cs typeface="Arial"/>
              </a:rPr>
              <a:t>gRPC in Protocol Studio</a:t>
            </a:r>
            <a:endParaRPr sz="3000" dirty="0"/>
          </a:p>
        </p:txBody>
      </p:sp>
      <p:sp>
        <p:nvSpPr>
          <p:cNvPr id="9" name="Text 6">
            <a:extLst>
              <a:ext uri="{FF2B5EF4-FFF2-40B4-BE49-F238E27FC236}">
                <a16:creationId xmlns:a16="http://schemas.microsoft.com/office/drawing/2014/main" id="{825442CD-6547-47FD-821B-9A15712CEA82}"/>
              </a:ext>
            </a:extLst>
          </p:cNvPr>
          <p:cNvSpPr>
            <a:spLocks noGrp="1"/>
          </p:cNvSpPr>
          <p:nvPr/>
        </p:nvSpPr>
        <p:spPr>
          <a:xfrm>
            <a:off x="508000" y="1663700"/>
            <a:ext cx="11176000" cy="254000"/>
          </a:xfrm>
          <a:prstGeom prst="rect">
            <a:avLst/>
          </a:prstGeom>
          <a:noFill/>
        </p:spPr>
        <p:txBody>
          <a:bodyPr wrap="square" lIns="0" tIns="0" rIns="0" bIns="0" anchor="t"/>
          <a:lstStyle/>
          <a:p>
            <a:pPr marL="0" indent="0" algn="l">
              <a:lnSpc>
                <a:spcPct val="110000"/>
              </a:lnSpc>
              <a:buNone/>
            </a:pPr>
            <a:r>
              <a:rPr sz="1400">
                <a:solidFill>
                  <a:srgbClr val="6B6B6B"/>
                </a:solidFill>
                <a:latin typeface="Arial"/>
                <a:ea typeface="Arial"/>
                <a:cs typeface="Arial"/>
              </a:rPr>
              <a:t>Track a simulated Falcon flight: one request, 21 updates, about 40 seconds.</a:t>
            </a:r>
            <a:endParaRPr sz="1400"/>
          </a:p>
        </p:txBody>
      </p:sp>
      <p:sp>
        <p:nvSpPr>
          <p:cNvPr id="11" name="Shape 7">
            <a:extLst>
              <a:ext uri="{FF2B5EF4-FFF2-40B4-BE49-F238E27FC236}">
                <a16:creationId xmlns:a16="http://schemas.microsoft.com/office/drawing/2014/main" id="{EF26F99C-4864-427C-9407-343F4B30CA2C}"/>
              </a:ext>
            </a:extLst>
          </p:cNvPr>
          <p:cNvSpPr>
            <a:spLocks noGrp="1"/>
          </p:cNvSpPr>
          <p:nvPr/>
        </p:nvSpPr>
        <p:spPr>
          <a:xfrm>
            <a:off x="508000" y="2159000"/>
            <a:ext cx="5588000" cy="3937000"/>
          </a:xfrm>
          <a:prstGeom prst="rect">
            <a:avLst/>
          </a:prstGeom>
          <a:solidFill>
            <a:srgbClr val="1B1B1F"/>
          </a:solidFill>
          <a:effectLst>
            <a:outerShdw blurRad="50800" dist="25400" dir="5400000" algn="bl" rotWithShape="0">
              <a:srgbClr val="000000">
                <a:alpha val="18000"/>
              </a:srgbClr>
            </a:outerShdw>
          </a:effectLst>
        </p:spPr>
        <p:txBody>
          <a:bodyPr/>
          <a:lstStyle/>
          <a:p>
            <a:endParaRPr/>
          </a:p>
        </p:txBody>
      </p:sp>
      <p:sp>
        <p:nvSpPr>
          <p:cNvPr id="12" name="Shape 8">
            <a:extLst>
              <a:ext uri="{FF2B5EF4-FFF2-40B4-BE49-F238E27FC236}">
                <a16:creationId xmlns:a16="http://schemas.microsoft.com/office/drawing/2014/main" id="{8BDF813D-E7C0-44DF-AB45-D33ACF131B7A}"/>
              </a:ext>
            </a:extLst>
          </p:cNvPr>
          <p:cNvSpPr>
            <a:spLocks noGrp="1"/>
          </p:cNvSpPr>
          <p:nvPr/>
        </p:nvSpPr>
        <p:spPr>
          <a:xfrm>
            <a:off x="508000" y="2159000"/>
            <a:ext cx="5588000" cy="355600"/>
          </a:xfrm>
          <a:prstGeom prst="rect">
            <a:avLst/>
          </a:prstGeom>
          <a:solidFill>
            <a:srgbClr val="DA1884"/>
          </a:solidFill>
        </p:spPr>
        <p:txBody>
          <a:bodyPr/>
          <a:lstStyle/>
          <a:p>
            <a:endParaRPr/>
          </a:p>
        </p:txBody>
      </p:sp>
      <p:sp>
        <p:nvSpPr>
          <p:cNvPr id="13" name="Text 9">
            <a:extLst>
              <a:ext uri="{FF2B5EF4-FFF2-40B4-BE49-F238E27FC236}">
                <a16:creationId xmlns:a16="http://schemas.microsoft.com/office/drawing/2014/main" id="{A0B7B05F-2369-419B-91B4-FF1EF168AF34}"/>
              </a:ext>
            </a:extLst>
          </p:cNvPr>
          <p:cNvSpPr>
            <a:spLocks noGrp="1"/>
          </p:cNvSpPr>
          <p:nvPr/>
        </p:nvSpPr>
        <p:spPr>
          <a:xfrm>
            <a:off x="711200" y="2159000"/>
            <a:ext cx="5181600" cy="355600"/>
          </a:xfrm>
          <a:prstGeom prst="rect">
            <a:avLst/>
          </a:prstGeom>
          <a:noFill/>
        </p:spPr>
        <p:txBody>
          <a:bodyPr wrap="square" lIns="0" tIns="0" rIns="0" bIns="0" anchor="ctr"/>
          <a:lstStyle/>
          <a:p>
            <a:pPr marL="0" indent="0" algn="l">
              <a:lnSpc>
                <a:spcPct val="110000"/>
              </a:lnSpc>
              <a:buNone/>
            </a:pPr>
            <a:r>
              <a:rPr sz="1200" b="1">
                <a:solidFill>
                  <a:srgbClr val="FFFFFF"/>
                </a:solidFill>
                <a:latin typeface="Arial"/>
                <a:ea typeface="Arial"/>
                <a:cs typeface="Arial"/>
              </a:rPr>
              <a:t>CATALOG.PROTO</a:t>
            </a:r>
            <a:endParaRPr sz="1200"/>
          </a:p>
        </p:txBody>
      </p:sp>
      <p:sp>
        <p:nvSpPr>
          <p:cNvPr id="14" name="Text 10">
            <a:extLst>
              <a:ext uri="{FF2B5EF4-FFF2-40B4-BE49-F238E27FC236}">
                <a16:creationId xmlns:a16="http://schemas.microsoft.com/office/drawing/2014/main" id="{1CE9F498-97FE-481A-90ED-43DEF1C44B93}"/>
              </a:ext>
            </a:extLst>
          </p:cNvPr>
          <p:cNvSpPr>
            <a:spLocks noGrp="1"/>
          </p:cNvSpPr>
          <p:nvPr/>
        </p:nvSpPr>
        <p:spPr>
          <a:xfrm>
            <a:off x="711200" y="2667000"/>
            <a:ext cx="5181600" cy="3276600"/>
          </a:xfrm>
          <a:prstGeom prst="rect">
            <a:avLst/>
          </a:prstGeom>
          <a:noFill/>
        </p:spPr>
        <p:txBody>
          <a:bodyPr wrap="square" lIns="0" tIns="0" rIns="0" bIns="0" anchor="t"/>
          <a:lstStyle/>
          <a:p>
            <a:pPr marL="0" indent="0">
              <a:lnSpc>
                <a:spcPct val="120000"/>
              </a:lnSpc>
              <a:buNone/>
            </a:pPr>
            <a:r>
              <a:rPr sz="1200">
                <a:solidFill>
                  <a:srgbClr val="EDEDED"/>
                </a:solidFill>
                <a:latin typeface="Consolas"/>
                <a:ea typeface="Consolas"/>
                <a:cs typeface="Consolas"/>
              </a:rPr>
              <a:t>service StarshipTracker {</a:t>
            </a:r>
            <a:endParaRPr sz="1200"/>
          </a:p>
          <a:p>
            <a:pPr marL="0" indent="0">
              <a:lnSpc>
                <a:spcPct val="120000"/>
              </a:lnSpc>
              <a:buNone/>
            </a:pPr>
            <a:r>
              <a:rPr sz="1200">
                <a:solidFill>
                  <a:srgbClr val="EDEDED"/>
                </a:solidFill>
                <a:latin typeface="Consolas"/>
                <a:ea typeface="Consolas"/>
                <a:cs typeface="Consolas"/>
              </a:rPr>
              <a:t>  rpc Watch(WatchRequest)</a:t>
            </a:r>
          </a:p>
          <a:p>
            <a:pPr marL="0" indent="0">
              <a:lnSpc>
                <a:spcPct val="120000"/>
              </a:lnSpc>
              <a:buNone/>
            </a:pPr>
            <a:r>
              <a:rPr sz="1200">
                <a:solidFill>
                  <a:srgbClr val="EDEDED"/>
                </a:solidFill>
                <a:latin typeface="Consolas"/>
                <a:ea typeface="Consolas"/>
                <a:cs typeface="Consolas"/>
              </a:rPr>
              <a:t>      returns (stream TrackSnapshot);</a:t>
            </a:r>
          </a:p>
          <a:p>
            <a:pPr marL="0" indent="0">
              <a:lnSpc>
                <a:spcPct val="120000"/>
              </a:lnSpc>
              <a:buNone/>
            </a:pPr>
            <a:r>
              <a:rPr sz="1200">
                <a:solidFill>
                  <a:srgbClr val="EDEDED"/>
                </a:solidFill>
                <a:latin typeface="Consolas"/>
                <a:ea typeface="Consolas"/>
                <a:cs typeface="Consolas"/>
              </a:rPr>
              <a:t>}</a:t>
            </a:r>
          </a:p>
          <a:p>
            <a:pPr marL="0" indent="0">
              <a:lnSpc>
                <a:spcPct val="120000"/>
              </a:lnSpc>
              <a:buNone/>
            </a:pPr>
            <a:r>
              <a:rPr sz="1200">
                <a:solidFill>
                  <a:srgbClr val="EDEDED"/>
                </a:solidFill>
                <a:latin typeface="Consolas"/>
                <a:ea typeface="Consolas"/>
                <a:cs typeface="Consolas"/>
              </a:rPr>
              <a:t>message WatchRequest {</a:t>
            </a:r>
          </a:p>
          <a:p>
            <a:pPr marL="0" indent="0">
              <a:lnSpc>
                <a:spcPct val="120000"/>
              </a:lnSpc>
              <a:buNone/>
            </a:pPr>
            <a:r>
              <a:rPr sz="1200">
                <a:solidFill>
                  <a:srgbClr val="EDEDED"/>
                </a:solidFill>
                <a:latin typeface="Consolas"/>
                <a:ea typeface="Consolas"/>
                <a:cs typeface="Consolas"/>
              </a:rPr>
              <a:t>  string target = 1;</a:t>
            </a:r>
          </a:p>
          <a:p>
            <a:pPr marL="0" indent="0">
              <a:lnSpc>
                <a:spcPct val="120000"/>
              </a:lnSpc>
              <a:buNone/>
            </a:pPr>
            <a:r>
              <a:rPr sz="1200">
                <a:solidFill>
                  <a:srgbClr val="EDEDED"/>
                </a:solidFill>
                <a:latin typeface="Consolas"/>
                <a:ea typeface="Consolas"/>
                <a:cs typeface="Consolas"/>
              </a:rPr>
              <a:t>}</a:t>
            </a:r>
          </a:p>
          <a:p>
            <a:pPr marL="0" indent="0">
              <a:lnSpc>
                <a:spcPct val="120000"/>
              </a:lnSpc>
              <a:buNone/>
            </a:pPr>
            <a:r>
              <a:rPr sz="1200">
                <a:solidFill>
                  <a:srgbClr val="EDEDED"/>
                </a:solidFill>
                <a:latin typeface="Consolas"/>
                <a:ea typeface="Consolas"/>
                <a:cs typeface="Consolas"/>
              </a:rPr>
              <a:t>message TrackSnapshot {</a:t>
            </a:r>
          </a:p>
          <a:p>
            <a:pPr marL="0" indent="0">
              <a:lnSpc>
                <a:spcPct val="120000"/>
              </a:lnSpc>
              <a:buNone/>
            </a:pPr>
            <a:r>
              <a:rPr sz="1200">
                <a:solidFill>
                  <a:srgbClr val="EDEDED"/>
                </a:solidFill>
                <a:latin typeface="Consolas"/>
                <a:ea typeface="Consolas"/>
                <a:cs typeface="Consolas"/>
              </a:rPr>
              <a:t>  repeated TrackedShip starships = 1;</a:t>
            </a:r>
          </a:p>
          <a:p>
            <a:pPr marL="0" indent="0">
              <a:lnSpc>
                <a:spcPct val="120000"/>
              </a:lnSpc>
              <a:buNone/>
            </a:pPr>
            <a:r>
              <a:rPr sz="1200">
                <a:solidFill>
                  <a:srgbClr val="EDEDED"/>
                </a:solidFill>
                <a:latin typeface="Consolas"/>
                <a:ea typeface="Consolas"/>
                <a:cs typeface="Consolas"/>
              </a:rPr>
              <a:t>  int32 sequence = 2;</a:t>
            </a:r>
          </a:p>
          <a:p>
            <a:pPr marL="0" indent="0">
              <a:lnSpc>
                <a:spcPct val="120000"/>
              </a:lnSpc>
              <a:buNone/>
            </a:pPr>
            <a:r>
              <a:rPr sz="1200">
                <a:solidFill>
                  <a:srgbClr val="EDEDED"/>
                </a:solidFill>
                <a:latin typeface="Consolas"/>
                <a:ea typeface="Consolas"/>
                <a:cs typeface="Consolas"/>
              </a:rPr>
              <a:t>  string observed_at = 3;</a:t>
            </a:r>
          </a:p>
          <a:p>
            <a:pPr marL="0" indent="0">
              <a:lnSpc>
                <a:spcPct val="120000"/>
              </a:lnSpc>
              <a:buNone/>
            </a:pPr>
            <a:r>
              <a:rPr sz="1200">
                <a:solidFill>
                  <a:srgbClr val="EDEDED"/>
                </a:solidFill>
                <a:latin typeface="Consolas"/>
                <a:ea typeface="Consolas"/>
                <a:cs typeface="Consolas"/>
              </a:rPr>
              <a:t>  FlightState flight = 6;</a:t>
            </a:r>
          </a:p>
          <a:p>
            <a:pPr marL="0" indent="0">
              <a:lnSpc>
                <a:spcPct val="120000"/>
              </a:lnSpc>
              <a:buNone/>
            </a:pPr>
            <a:r>
              <a:rPr sz="1200">
                <a:solidFill>
                  <a:srgbClr val="EDEDED"/>
                </a:solidFill>
                <a:latin typeface="Consolas"/>
                <a:ea typeface="Consolas"/>
                <a:cs typeface="Consolas"/>
              </a:rPr>
              <a:t>}</a:t>
            </a:r>
          </a:p>
        </p:txBody>
      </p:sp>
      <p:sp>
        <p:nvSpPr>
          <p:cNvPr id="15" name="Shape 11">
            <a:extLst>
              <a:ext uri="{FF2B5EF4-FFF2-40B4-BE49-F238E27FC236}">
                <a16:creationId xmlns:a16="http://schemas.microsoft.com/office/drawing/2014/main" id="{DFDA5FD4-B3C0-4BD6-8913-B390A28B5E86}"/>
              </a:ext>
            </a:extLst>
          </p:cNvPr>
          <p:cNvSpPr>
            <a:spLocks noGrp="1"/>
          </p:cNvSpPr>
          <p:nvPr/>
        </p:nvSpPr>
        <p:spPr>
          <a:xfrm>
            <a:off x="6299200" y="2159000"/>
            <a:ext cx="5384800" cy="8890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16" name="Shape 12">
            <a:extLst>
              <a:ext uri="{FF2B5EF4-FFF2-40B4-BE49-F238E27FC236}">
                <a16:creationId xmlns:a16="http://schemas.microsoft.com/office/drawing/2014/main" id="{433CB626-67F9-44A3-952A-36089FBBA4C6}"/>
              </a:ext>
            </a:extLst>
          </p:cNvPr>
          <p:cNvSpPr>
            <a:spLocks noGrp="1"/>
          </p:cNvSpPr>
          <p:nvPr/>
        </p:nvSpPr>
        <p:spPr>
          <a:xfrm>
            <a:off x="6299200" y="2159000"/>
            <a:ext cx="63500" cy="889000"/>
          </a:xfrm>
          <a:prstGeom prst="rect">
            <a:avLst/>
          </a:prstGeom>
          <a:solidFill>
            <a:srgbClr val="DA1884"/>
          </a:solidFill>
        </p:spPr>
        <p:txBody>
          <a:bodyPr/>
          <a:lstStyle/>
          <a:p>
            <a:endParaRPr/>
          </a:p>
        </p:txBody>
      </p:sp>
      <p:sp>
        <p:nvSpPr>
          <p:cNvPr id="17" name="Text 13">
            <a:extLst>
              <a:ext uri="{FF2B5EF4-FFF2-40B4-BE49-F238E27FC236}">
                <a16:creationId xmlns:a16="http://schemas.microsoft.com/office/drawing/2014/main" id="{253611BF-A7BC-490E-B131-3E8EC7D2838A}"/>
              </a:ext>
            </a:extLst>
          </p:cNvPr>
          <p:cNvSpPr>
            <a:spLocks noGrp="1"/>
          </p:cNvSpPr>
          <p:nvPr/>
        </p:nvSpPr>
        <p:spPr>
          <a:xfrm>
            <a:off x="6527800" y="2311400"/>
            <a:ext cx="381000" cy="279400"/>
          </a:xfrm>
          <a:prstGeom prst="rect">
            <a:avLst/>
          </a:prstGeom>
          <a:noFill/>
        </p:spPr>
        <p:txBody>
          <a:bodyPr wrap="square" lIns="0" tIns="0" rIns="0" bIns="0" anchor="t"/>
          <a:lstStyle/>
          <a:p>
            <a:pPr marL="0" indent="0" algn="l">
              <a:lnSpc>
                <a:spcPct val="110000"/>
              </a:lnSpc>
              <a:buNone/>
            </a:pPr>
            <a:r>
              <a:rPr sz="1600" b="1">
                <a:solidFill>
                  <a:srgbClr val="DA1884"/>
                </a:solidFill>
                <a:latin typeface="Arial"/>
                <a:ea typeface="Arial"/>
                <a:cs typeface="Arial"/>
              </a:rPr>
              <a:t>01</a:t>
            </a:r>
            <a:endParaRPr sz="1600"/>
          </a:p>
        </p:txBody>
      </p:sp>
      <p:sp>
        <p:nvSpPr>
          <p:cNvPr id="18" name="Text 14">
            <a:extLst>
              <a:ext uri="{FF2B5EF4-FFF2-40B4-BE49-F238E27FC236}">
                <a16:creationId xmlns:a16="http://schemas.microsoft.com/office/drawing/2014/main" id="{EDC5784D-8C6A-4912-8126-D257537E8A21}"/>
              </a:ext>
            </a:extLst>
          </p:cNvPr>
          <p:cNvSpPr>
            <a:spLocks noGrp="1"/>
          </p:cNvSpPr>
          <p:nvPr/>
        </p:nvSpPr>
        <p:spPr>
          <a:xfrm>
            <a:off x="7035800" y="2311400"/>
            <a:ext cx="4445000" cy="635000"/>
          </a:xfrm>
          <a:prstGeom prst="rect">
            <a:avLst/>
          </a:prstGeom>
          <a:noFill/>
        </p:spPr>
        <p:txBody>
          <a:bodyPr wrap="square" lIns="0" tIns="0" rIns="0" bIns="0" anchor="t"/>
          <a:lstStyle/>
          <a:p>
            <a:pPr marL="0" indent="0">
              <a:lnSpc>
                <a:spcPct val="115000"/>
              </a:lnSpc>
              <a:spcAft>
                <a:spcPts val="400"/>
              </a:spcAft>
              <a:buNone/>
            </a:pPr>
            <a:r>
              <a:rPr sz="1300" b="1">
                <a:solidFill>
                  <a:srgbClr val="141414"/>
                </a:solidFill>
                <a:latin typeface="Arial"/>
                <a:ea typeface="Arial"/>
                <a:cs typeface="Arial"/>
              </a:rPr>
              <a:t>Subscribe once</a:t>
            </a:r>
            <a:endParaRPr sz="1300"/>
          </a:p>
          <a:p>
            <a:pPr marL="0" indent="0">
              <a:lnSpc>
                <a:spcPct val="115000"/>
              </a:lnSpc>
              <a:buNone/>
            </a:pPr>
            <a:r>
              <a:rPr sz="1200">
                <a:solidFill>
                  <a:srgbClr val="333333"/>
                </a:solidFill>
                <a:latin typeface="Arial"/>
                <a:ea typeface="Arial"/>
                <a:cs typeface="Arial"/>
              </a:rPr>
              <a:t>One request starts a server stream; location, pilot and shields change.</a:t>
            </a:r>
            <a:endParaRPr sz="1300"/>
          </a:p>
        </p:txBody>
      </p:sp>
      <p:sp>
        <p:nvSpPr>
          <p:cNvPr id="19" name="Shape 15">
            <a:extLst>
              <a:ext uri="{FF2B5EF4-FFF2-40B4-BE49-F238E27FC236}">
                <a16:creationId xmlns:a16="http://schemas.microsoft.com/office/drawing/2014/main" id="{182A9745-3BAF-4381-BB39-7149DD948477}"/>
              </a:ext>
            </a:extLst>
          </p:cNvPr>
          <p:cNvSpPr>
            <a:spLocks noGrp="1"/>
          </p:cNvSpPr>
          <p:nvPr/>
        </p:nvSpPr>
        <p:spPr>
          <a:xfrm>
            <a:off x="6299200" y="3149600"/>
            <a:ext cx="5384800" cy="8890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20" name="Shape 16">
            <a:extLst>
              <a:ext uri="{FF2B5EF4-FFF2-40B4-BE49-F238E27FC236}">
                <a16:creationId xmlns:a16="http://schemas.microsoft.com/office/drawing/2014/main" id="{4021188A-8315-4D75-807E-4915091B0A6D}"/>
              </a:ext>
            </a:extLst>
          </p:cNvPr>
          <p:cNvSpPr>
            <a:spLocks noGrp="1"/>
          </p:cNvSpPr>
          <p:nvPr/>
        </p:nvSpPr>
        <p:spPr>
          <a:xfrm>
            <a:off x="6299200" y="3149600"/>
            <a:ext cx="63500" cy="889000"/>
          </a:xfrm>
          <a:prstGeom prst="rect">
            <a:avLst/>
          </a:prstGeom>
          <a:solidFill>
            <a:srgbClr val="DA1884"/>
          </a:solidFill>
        </p:spPr>
        <p:txBody>
          <a:bodyPr/>
          <a:lstStyle/>
          <a:p>
            <a:endParaRPr/>
          </a:p>
        </p:txBody>
      </p:sp>
      <p:sp>
        <p:nvSpPr>
          <p:cNvPr id="21" name="Text 17">
            <a:extLst>
              <a:ext uri="{FF2B5EF4-FFF2-40B4-BE49-F238E27FC236}">
                <a16:creationId xmlns:a16="http://schemas.microsoft.com/office/drawing/2014/main" id="{BCB369D9-CF3E-47C1-9AD0-0C0916AB5054}"/>
              </a:ext>
            </a:extLst>
          </p:cNvPr>
          <p:cNvSpPr>
            <a:spLocks noGrp="1"/>
          </p:cNvSpPr>
          <p:nvPr/>
        </p:nvSpPr>
        <p:spPr>
          <a:xfrm>
            <a:off x="6527800" y="3302000"/>
            <a:ext cx="381000" cy="279400"/>
          </a:xfrm>
          <a:prstGeom prst="rect">
            <a:avLst/>
          </a:prstGeom>
          <a:noFill/>
        </p:spPr>
        <p:txBody>
          <a:bodyPr wrap="square" lIns="0" tIns="0" rIns="0" bIns="0" anchor="t"/>
          <a:lstStyle/>
          <a:p>
            <a:pPr marL="0" indent="0" algn="l">
              <a:lnSpc>
                <a:spcPct val="110000"/>
              </a:lnSpc>
              <a:buNone/>
            </a:pPr>
            <a:r>
              <a:rPr sz="1600" b="1">
                <a:solidFill>
                  <a:srgbClr val="DA1884"/>
                </a:solidFill>
                <a:latin typeface="Arial"/>
                <a:ea typeface="Arial"/>
                <a:cs typeface="Arial"/>
              </a:rPr>
              <a:t>02</a:t>
            </a:r>
            <a:endParaRPr sz="1600"/>
          </a:p>
        </p:txBody>
      </p:sp>
      <p:sp>
        <p:nvSpPr>
          <p:cNvPr id="22" name="Text 18">
            <a:extLst>
              <a:ext uri="{FF2B5EF4-FFF2-40B4-BE49-F238E27FC236}">
                <a16:creationId xmlns:a16="http://schemas.microsoft.com/office/drawing/2014/main" id="{9F5BD190-E03A-4FDB-8123-53582AAACB91}"/>
              </a:ext>
            </a:extLst>
          </p:cNvPr>
          <p:cNvSpPr>
            <a:spLocks noGrp="1"/>
          </p:cNvSpPr>
          <p:nvPr/>
        </p:nvSpPr>
        <p:spPr>
          <a:xfrm>
            <a:off x="7035800" y="3302000"/>
            <a:ext cx="4445000" cy="635000"/>
          </a:xfrm>
          <a:prstGeom prst="rect">
            <a:avLst/>
          </a:prstGeom>
          <a:noFill/>
        </p:spPr>
        <p:txBody>
          <a:bodyPr wrap="square" lIns="0" tIns="0" rIns="0" bIns="0" anchor="t"/>
          <a:lstStyle/>
          <a:p>
            <a:pPr marL="0" indent="0">
              <a:lnSpc>
                <a:spcPct val="115000"/>
              </a:lnSpc>
              <a:spcAft>
                <a:spcPts val="400"/>
              </a:spcAft>
              <a:buNone/>
            </a:pPr>
            <a:r>
              <a:rPr sz="1300" b="1" dirty="0">
                <a:solidFill>
                  <a:srgbClr val="141414"/>
                </a:solidFill>
                <a:latin typeface="Arial"/>
                <a:ea typeface="Arial"/>
                <a:cs typeface="Arial"/>
              </a:rPr>
              <a:t>Inspectable updates</a:t>
            </a:r>
            <a:endParaRPr sz="1300" dirty="0"/>
          </a:p>
          <a:p>
            <a:pPr marL="0" indent="0">
              <a:lnSpc>
                <a:spcPct val="115000"/>
              </a:lnSpc>
              <a:buNone/>
            </a:pPr>
            <a:r>
              <a:rPr sz="1200" dirty="0">
                <a:solidFill>
                  <a:srgbClr val="333333"/>
                </a:solidFill>
                <a:latin typeface="Arial"/>
                <a:ea typeface="Arial"/>
                <a:cs typeface="Arial"/>
              </a:rPr>
              <a:t>The timeline pairs each Protobuf payload, byte count and arrival time by sequence.</a:t>
            </a:r>
            <a:endParaRPr sz="1300" dirty="0"/>
          </a:p>
        </p:txBody>
      </p:sp>
      <p:sp>
        <p:nvSpPr>
          <p:cNvPr id="23" name="Shape 19">
            <a:extLst>
              <a:ext uri="{FF2B5EF4-FFF2-40B4-BE49-F238E27FC236}">
                <a16:creationId xmlns:a16="http://schemas.microsoft.com/office/drawing/2014/main" id="{06A9C8E7-DC35-4309-BDA6-A40D18142AA2}"/>
              </a:ext>
            </a:extLst>
          </p:cNvPr>
          <p:cNvSpPr>
            <a:spLocks noGrp="1"/>
          </p:cNvSpPr>
          <p:nvPr/>
        </p:nvSpPr>
        <p:spPr>
          <a:xfrm>
            <a:off x="6299200" y="4140200"/>
            <a:ext cx="5384800" cy="8890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24" name="Shape 20">
            <a:extLst>
              <a:ext uri="{FF2B5EF4-FFF2-40B4-BE49-F238E27FC236}">
                <a16:creationId xmlns:a16="http://schemas.microsoft.com/office/drawing/2014/main" id="{1A87F500-099F-4616-99E7-CAB064F89EA4}"/>
              </a:ext>
            </a:extLst>
          </p:cNvPr>
          <p:cNvSpPr>
            <a:spLocks noGrp="1"/>
          </p:cNvSpPr>
          <p:nvPr/>
        </p:nvSpPr>
        <p:spPr>
          <a:xfrm>
            <a:off x="6299200" y="4140200"/>
            <a:ext cx="63500" cy="889000"/>
          </a:xfrm>
          <a:prstGeom prst="rect">
            <a:avLst/>
          </a:prstGeom>
          <a:solidFill>
            <a:srgbClr val="DA1884"/>
          </a:solidFill>
        </p:spPr>
        <p:txBody>
          <a:bodyPr/>
          <a:lstStyle/>
          <a:p>
            <a:endParaRPr/>
          </a:p>
        </p:txBody>
      </p:sp>
      <p:sp>
        <p:nvSpPr>
          <p:cNvPr id="25" name="Text 21">
            <a:extLst>
              <a:ext uri="{FF2B5EF4-FFF2-40B4-BE49-F238E27FC236}">
                <a16:creationId xmlns:a16="http://schemas.microsoft.com/office/drawing/2014/main" id="{0B529FCE-10D4-4096-97A0-34E298E2512F}"/>
              </a:ext>
            </a:extLst>
          </p:cNvPr>
          <p:cNvSpPr>
            <a:spLocks noGrp="1"/>
          </p:cNvSpPr>
          <p:nvPr/>
        </p:nvSpPr>
        <p:spPr>
          <a:xfrm>
            <a:off x="6527800" y="4292600"/>
            <a:ext cx="381000" cy="279400"/>
          </a:xfrm>
          <a:prstGeom prst="rect">
            <a:avLst/>
          </a:prstGeom>
          <a:noFill/>
        </p:spPr>
        <p:txBody>
          <a:bodyPr wrap="square" lIns="0" tIns="0" rIns="0" bIns="0" anchor="t"/>
          <a:lstStyle/>
          <a:p>
            <a:pPr marL="0" indent="0" algn="l">
              <a:lnSpc>
                <a:spcPct val="110000"/>
              </a:lnSpc>
              <a:buNone/>
            </a:pPr>
            <a:r>
              <a:rPr sz="1600" b="1">
                <a:solidFill>
                  <a:srgbClr val="DA1884"/>
                </a:solidFill>
                <a:latin typeface="Arial"/>
                <a:ea typeface="Arial"/>
                <a:cs typeface="Arial"/>
              </a:rPr>
              <a:t>03</a:t>
            </a:r>
            <a:endParaRPr sz="1600"/>
          </a:p>
        </p:txBody>
      </p:sp>
      <p:sp>
        <p:nvSpPr>
          <p:cNvPr id="26" name="Text 22">
            <a:extLst>
              <a:ext uri="{FF2B5EF4-FFF2-40B4-BE49-F238E27FC236}">
                <a16:creationId xmlns:a16="http://schemas.microsoft.com/office/drawing/2014/main" id="{9288FD18-062B-420F-93D2-9AD643E65D29}"/>
              </a:ext>
            </a:extLst>
          </p:cNvPr>
          <p:cNvSpPr>
            <a:spLocks noGrp="1"/>
          </p:cNvSpPr>
          <p:nvPr/>
        </p:nvSpPr>
        <p:spPr>
          <a:xfrm>
            <a:off x="7035800" y="4292600"/>
            <a:ext cx="4445000" cy="635000"/>
          </a:xfrm>
          <a:prstGeom prst="rect">
            <a:avLst/>
          </a:prstGeom>
          <a:noFill/>
        </p:spPr>
        <p:txBody>
          <a:bodyPr wrap="square" lIns="0" tIns="0" rIns="0" bIns="0" anchor="t"/>
          <a:lstStyle/>
          <a:p>
            <a:pPr marL="0" indent="0">
              <a:lnSpc>
                <a:spcPct val="115000"/>
              </a:lnSpc>
              <a:spcAft>
                <a:spcPts val="400"/>
              </a:spcAft>
              <a:buNone/>
            </a:pPr>
            <a:r>
              <a:rPr sz="1300" b="1">
                <a:solidFill>
                  <a:srgbClr val="141414"/>
                </a:solidFill>
                <a:latin typeface="Arial"/>
                <a:ea typeface="Arial"/>
                <a:cs typeface="Arial"/>
              </a:rPr>
              <a:t>Bounded and honest</a:t>
            </a:r>
            <a:endParaRPr sz="1300"/>
          </a:p>
          <a:p>
            <a:pPr marL="0" indent="0">
              <a:lnSpc>
                <a:spcPct val="115000"/>
              </a:lnSpc>
              <a:buNone/>
            </a:pPr>
            <a:r>
              <a:rPr sz="1200">
                <a:solidFill>
                  <a:srgbClr val="333333"/>
                </a:solidFill>
                <a:latin typeface="Arial"/>
                <a:ea typeface="Arial"/>
                <a:cs typeface="Arial"/>
              </a:rPr>
              <a:t>A labeled, repeatable simulation. Stop anytime; replay the same flight.</a:t>
            </a:r>
            <a:endParaRPr sz="1300"/>
          </a:p>
        </p:txBody>
      </p:sp>
      <p:sp>
        <p:nvSpPr>
          <p:cNvPr id="27" name="Shape 23">
            <a:extLst>
              <a:ext uri="{FF2B5EF4-FFF2-40B4-BE49-F238E27FC236}">
                <a16:creationId xmlns:a16="http://schemas.microsoft.com/office/drawing/2014/main" id="{C5F3889D-AD5A-4B17-A3E1-D693E96157D2}"/>
              </a:ext>
            </a:extLst>
          </p:cNvPr>
          <p:cNvSpPr>
            <a:spLocks noGrp="1"/>
          </p:cNvSpPr>
          <p:nvPr/>
        </p:nvSpPr>
        <p:spPr>
          <a:xfrm>
            <a:off x="6299200" y="5130800"/>
            <a:ext cx="5384800" cy="7874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28" name="Shape 24">
            <a:extLst>
              <a:ext uri="{FF2B5EF4-FFF2-40B4-BE49-F238E27FC236}">
                <a16:creationId xmlns:a16="http://schemas.microsoft.com/office/drawing/2014/main" id="{295F0F0B-81D2-4D70-8456-F84E86B03FA3}"/>
              </a:ext>
            </a:extLst>
          </p:cNvPr>
          <p:cNvSpPr>
            <a:spLocks noGrp="1"/>
          </p:cNvSpPr>
          <p:nvPr/>
        </p:nvSpPr>
        <p:spPr>
          <a:xfrm>
            <a:off x="6299200" y="5130800"/>
            <a:ext cx="76200" cy="787400"/>
          </a:xfrm>
          <a:prstGeom prst="rect">
            <a:avLst/>
          </a:prstGeom>
          <a:solidFill>
            <a:srgbClr val="DA1884"/>
          </a:solidFill>
        </p:spPr>
        <p:txBody>
          <a:bodyPr/>
          <a:lstStyle/>
          <a:p>
            <a:endParaRPr/>
          </a:p>
        </p:txBody>
      </p:sp>
      <p:sp>
        <p:nvSpPr>
          <p:cNvPr id="29" name="Text 25">
            <a:extLst>
              <a:ext uri="{FF2B5EF4-FFF2-40B4-BE49-F238E27FC236}">
                <a16:creationId xmlns:a16="http://schemas.microsoft.com/office/drawing/2014/main" id="{A6F17ADE-F59F-4E2F-814C-6C074FBC01FE}"/>
              </a:ext>
            </a:extLst>
          </p:cNvPr>
          <p:cNvSpPr>
            <a:spLocks noGrp="1"/>
          </p:cNvSpPr>
          <p:nvPr/>
        </p:nvSpPr>
        <p:spPr>
          <a:xfrm>
            <a:off x="6578600" y="5130800"/>
            <a:ext cx="4876800" cy="787400"/>
          </a:xfrm>
          <a:prstGeom prst="rect">
            <a:avLst/>
          </a:prstGeom>
          <a:noFill/>
        </p:spPr>
        <p:txBody>
          <a:bodyPr wrap="square" lIns="0" tIns="0" rIns="0" bIns="0" anchor="ctr"/>
          <a:lstStyle/>
          <a:p>
            <a:pPr marL="0" indent="0">
              <a:lnSpc>
                <a:spcPct val="115000"/>
              </a:lnSpc>
              <a:buNone/>
            </a:pPr>
            <a:r>
              <a:rPr sz="1200" b="1">
                <a:solidFill>
                  <a:srgbClr val="141414"/>
                </a:solidFill>
                <a:latin typeface="Arial"/>
                <a:ea typeface="Arial"/>
                <a:cs typeface="Arial"/>
              </a:rPr>
              <a:t>Try it:  </a:t>
            </a:r>
            <a:r>
              <a:rPr sz="1200">
                <a:solidFill>
                  <a:srgbClr val="141414"/>
                </a:solidFill>
                <a:latin typeface="Arial"/>
                <a:ea typeface="Arial"/>
                <a:cs typeface="Arial"/>
              </a:rPr>
              <a:t>“Track the Millennium Falcon.”</a:t>
            </a:r>
            <a:endParaRPr sz="1200"/>
          </a:p>
        </p:txBody>
      </p:sp>
    </p:spTree>
    <p:extLst>
      <p:ext uri="{BB962C8B-B14F-4D97-AF65-F5344CB8AC3E}">
        <p14:creationId xmlns:p14="http://schemas.microsoft.com/office/powerpoint/2010/main" val="357842699"/>
      </p:ext>
    </p:extLst>
  </p:cSld>
  <p:clrMapOvr>
    <a:masterClrMapping/>
  </p:clrMapOvr>
  <p:extLst>
    <p:ext uri="{6950BFC3-D8DA-4A85-94F7-54DA5524770B}">
      <p188:commentRel xmlns:p188="http://schemas.microsoft.com/office/powerpoint/2018/8/main" r:id="rId3"/>
    </p:ext>
  </p:extLs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a:extLst>
              <a:ext uri="{FF2B5EF4-FFF2-40B4-BE49-F238E27FC236}">
                <a16:creationId xmlns:a16="http://schemas.microsoft.com/office/drawing/2014/main" id="{1C6E5641-7C84-4974-9607-3F6D820B6102}"/>
              </a:ext>
            </a:extLst>
          </p:cNvPr>
          <p:cNvPicPr>
            <a:picLocks noChangeAspect="1"/>
          </p:cNvPicPr>
          <p:nvPr/>
        </p:nvPicPr>
        <p:blipFill>
          <a:blip r:embed="rId3"/>
          <a:stretch>
            <a:fillRect/>
          </a:stretch>
        </p:blipFill>
        <p:spPr>
          <a:xfrm>
            <a:off x="508000" y="152400"/>
            <a:ext cx="990600" cy="406400"/>
          </a:xfrm>
          <a:prstGeom prst="rect">
            <a:avLst/>
          </a:prstGeom>
        </p:spPr>
      </p:pic>
      <p:sp>
        <p:nvSpPr>
          <p:cNvPr id="3" name="Text 0">
            <a:extLst>
              <a:ext uri="{FF2B5EF4-FFF2-40B4-BE49-F238E27FC236}">
                <a16:creationId xmlns:a16="http://schemas.microsoft.com/office/drawing/2014/main" id="{1C1DBAC5-8D25-45FB-A301-E8020C0F5CB9}"/>
              </a:ext>
            </a:extLst>
          </p:cNvPr>
          <p:cNvSpPr>
            <a:spLocks noGrp="1"/>
          </p:cNvSpPr>
          <p:nvPr/>
        </p:nvSpPr>
        <p:spPr>
          <a:xfrm>
            <a:off x="3556000" y="406400"/>
            <a:ext cx="5080000" cy="190500"/>
          </a:xfrm>
          <a:prstGeom prst="rect">
            <a:avLst/>
          </a:prstGeom>
          <a:noFill/>
        </p:spPr>
        <p:txBody>
          <a:bodyPr wrap="square" lIns="0" tIns="0" rIns="0" bIns="0" anchor="t"/>
          <a:lstStyle/>
          <a:p>
            <a:pPr marL="0" indent="0" algn="ctr">
              <a:lnSpc>
                <a:spcPct val="110000"/>
              </a:lnSpc>
              <a:buNone/>
            </a:pPr>
            <a:r>
              <a:rPr sz="1000" dirty="0">
                <a:solidFill>
                  <a:srgbClr val="6B6B6B"/>
                </a:solidFill>
                <a:latin typeface="Arial"/>
                <a:ea typeface="Arial"/>
                <a:cs typeface="Arial"/>
              </a:rPr>
              <a:t>Protocol Studio  —  REST · GraphQL · gRPC</a:t>
            </a:r>
            <a:endParaRPr sz="1000" dirty="0"/>
          </a:p>
        </p:txBody>
      </p:sp>
      <p:sp>
        <p:nvSpPr>
          <p:cNvPr id="4" name="Text 1">
            <a:extLst>
              <a:ext uri="{FF2B5EF4-FFF2-40B4-BE49-F238E27FC236}">
                <a16:creationId xmlns:a16="http://schemas.microsoft.com/office/drawing/2014/main" id="{70F2D321-DC4A-454F-AAEE-C9C4B555D151}"/>
              </a:ext>
            </a:extLst>
          </p:cNvPr>
          <p:cNvSpPr>
            <a:spLocks noGrp="1"/>
          </p:cNvSpPr>
          <p:nvPr/>
        </p:nvSpPr>
        <p:spPr>
          <a:xfrm>
            <a:off x="6350000" y="406400"/>
            <a:ext cx="5334000" cy="190500"/>
          </a:xfrm>
          <a:prstGeom prst="rect">
            <a:avLst/>
          </a:prstGeom>
          <a:noFill/>
        </p:spPr>
        <p:txBody>
          <a:bodyPr wrap="square" lIns="0" tIns="0" rIns="0" bIns="0" anchor="t"/>
          <a:lstStyle/>
          <a:p>
            <a:pPr marL="0" indent="0" algn="r">
              <a:lnSpc>
                <a:spcPct val="110000"/>
              </a:lnSpc>
              <a:buNone/>
            </a:pPr>
            <a:r>
              <a:rPr sz="1000" b="1">
                <a:solidFill>
                  <a:srgbClr val="DA1884"/>
                </a:solidFill>
                <a:latin typeface="Arial"/>
                <a:ea typeface="Arial"/>
                <a:cs typeface="Arial"/>
              </a:rPr>
              <a:t>THE PROTOCOLS</a:t>
            </a:r>
            <a:endParaRPr sz="1000"/>
          </a:p>
        </p:txBody>
      </p:sp>
      <p:sp>
        <p:nvSpPr>
          <p:cNvPr id="5" name="Text 2">
            <a:extLst>
              <a:ext uri="{FF2B5EF4-FFF2-40B4-BE49-F238E27FC236}">
                <a16:creationId xmlns:a16="http://schemas.microsoft.com/office/drawing/2014/main" id="{9AC6B01A-02FA-40F2-BDC9-535CDBEF661B}"/>
              </a:ext>
            </a:extLst>
          </p:cNvPr>
          <p:cNvSpPr>
            <a:spLocks noGrp="1"/>
          </p:cNvSpPr>
          <p:nvPr/>
        </p:nvSpPr>
        <p:spPr>
          <a:xfrm>
            <a:off x="508000" y="6578600"/>
            <a:ext cx="8890000" cy="177800"/>
          </a:xfrm>
          <a:prstGeom prst="rect">
            <a:avLst/>
          </a:prstGeom>
          <a:noFill/>
        </p:spPr>
        <p:txBody>
          <a:bodyPr wrap="square" lIns="0" tIns="0" rIns="0" bIns="0" anchor="t"/>
          <a:lstStyle/>
          <a:p>
            <a:pPr marL="0" indent="0" algn="l">
              <a:lnSpc>
                <a:spcPct val="110000"/>
              </a:lnSpc>
              <a:buNone/>
            </a:pPr>
            <a:r>
              <a:rPr sz="900">
                <a:solidFill>
                  <a:srgbClr val="9E9E9E"/>
                </a:solidFill>
                <a:latin typeface="Arial"/>
                <a:ea typeface="Arial"/>
                <a:cs typeface="Arial"/>
              </a:rPr>
              <a:t>Insight Proprietary &amp; Confidential.  Do Not Copy or Distribute.  © 2026 Insight.  All Rights Reserved.</a:t>
            </a:r>
            <a:endParaRPr sz="900"/>
          </a:p>
        </p:txBody>
      </p:sp>
      <p:sp>
        <p:nvSpPr>
          <p:cNvPr id="6" name="Text 3">
            <a:extLst>
              <a:ext uri="{FF2B5EF4-FFF2-40B4-BE49-F238E27FC236}">
                <a16:creationId xmlns:a16="http://schemas.microsoft.com/office/drawing/2014/main" id="{AD9365CB-1177-43A8-B586-EEFF8D44BC16}"/>
              </a:ext>
            </a:extLst>
          </p:cNvPr>
          <p:cNvSpPr>
            <a:spLocks noGrp="1"/>
          </p:cNvSpPr>
          <p:nvPr/>
        </p:nvSpPr>
        <p:spPr>
          <a:xfrm>
            <a:off x="10922000" y="6578600"/>
            <a:ext cx="762000" cy="177800"/>
          </a:xfrm>
          <a:prstGeom prst="rect">
            <a:avLst/>
          </a:prstGeom>
          <a:noFill/>
        </p:spPr>
        <p:txBody>
          <a:bodyPr wrap="square" lIns="0" tIns="0" rIns="0" bIns="0" anchor="t"/>
          <a:lstStyle/>
          <a:p>
            <a:pPr marL="0" indent="0" algn="r">
              <a:lnSpc>
                <a:spcPct val="110000"/>
              </a:lnSpc>
              <a:buNone/>
            </a:pPr>
            <a:r>
              <a:rPr sz="900">
                <a:solidFill>
                  <a:srgbClr val="9E9E9E"/>
                </a:solidFill>
                <a:latin typeface="Arial"/>
                <a:ea typeface="Arial"/>
                <a:cs typeface="Arial"/>
              </a:rPr>
              <a:t>17</a:t>
            </a:r>
            <a:endParaRPr sz="900"/>
          </a:p>
        </p:txBody>
      </p:sp>
      <p:sp>
        <p:nvSpPr>
          <p:cNvPr id="7" name="Text 4">
            <a:extLst>
              <a:ext uri="{FF2B5EF4-FFF2-40B4-BE49-F238E27FC236}">
                <a16:creationId xmlns:a16="http://schemas.microsoft.com/office/drawing/2014/main" id="{2068377C-C4E8-4276-AD4D-1A75722EDBAE}"/>
              </a:ext>
            </a:extLst>
          </p:cNvPr>
          <p:cNvSpPr>
            <a:spLocks noGrp="1"/>
          </p:cNvSpPr>
          <p:nvPr/>
        </p:nvSpPr>
        <p:spPr>
          <a:xfrm>
            <a:off x="508000" y="889000"/>
            <a:ext cx="11176000" cy="215900"/>
          </a:xfrm>
          <a:prstGeom prst="rect">
            <a:avLst/>
          </a:prstGeom>
          <a:noFill/>
        </p:spPr>
        <p:txBody>
          <a:bodyPr wrap="square" lIns="0" tIns="0" rIns="0" bIns="0" anchor="t"/>
          <a:lstStyle/>
          <a:p>
            <a:pPr marL="0" indent="0" algn="l">
              <a:lnSpc>
                <a:spcPct val="110000"/>
              </a:lnSpc>
              <a:buNone/>
            </a:pPr>
            <a:r>
              <a:rPr sz="1200" b="1">
                <a:solidFill>
                  <a:srgbClr val="DA1884"/>
                </a:solidFill>
                <a:latin typeface="Arial"/>
                <a:ea typeface="Arial"/>
                <a:cs typeface="Arial"/>
              </a:rPr>
              <a:t>USAGE COMPARISON</a:t>
            </a:r>
            <a:endParaRPr sz="1200"/>
          </a:p>
        </p:txBody>
      </p:sp>
      <p:sp>
        <p:nvSpPr>
          <p:cNvPr id="8" name="Text 5">
            <a:extLst>
              <a:ext uri="{FF2B5EF4-FFF2-40B4-BE49-F238E27FC236}">
                <a16:creationId xmlns:a16="http://schemas.microsoft.com/office/drawing/2014/main" id="{A69CEAFA-A606-4659-B925-CB41616ED355}"/>
              </a:ext>
            </a:extLst>
          </p:cNvPr>
          <p:cNvSpPr>
            <a:spLocks noGrp="1"/>
          </p:cNvSpPr>
          <p:nvPr/>
        </p:nvSpPr>
        <p:spPr>
          <a:xfrm>
            <a:off x="508000" y="1130300"/>
            <a:ext cx="11176000" cy="482600"/>
          </a:xfrm>
          <a:prstGeom prst="rect">
            <a:avLst/>
          </a:prstGeom>
          <a:noFill/>
        </p:spPr>
        <p:txBody>
          <a:bodyPr wrap="square" lIns="0" tIns="0" rIns="0" bIns="0" anchor="t"/>
          <a:lstStyle/>
          <a:p>
            <a:pPr marL="0" indent="0" algn="l">
              <a:lnSpc>
                <a:spcPct val="110000"/>
              </a:lnSpc>
              <a:buNone/>
            </a:pPr>
            <a:r>
              <a:rPr sz="3000" b="1">
                <a:solidFill>
                  <a:srgbClr val="141414"/>
                </a:solidFill>
                <a:latin typeface="Arial"/>
                <a:ea typeface="Arial"/>
                <a:cs typeface="Arial"/>
              </a:rPr>
              <a:t>Where Each Protocol Came From, and Where It Fits</a:t>
            </a:r>
            <a:endParaRPr sz="3000"/>
          </a:p>
        </p:txBody>
      </p:sp>
      <p:sp>
        <p:nvSpPr>
          <p:cNvPr id="9" name="Text 6">
            <a:extLst>
              <a:ext uri="{FF2B5EF4-FFF2-40B4-BE49-F238E27FC236}">
                <a16:creationId xmlns:a16="http://schemas.microsoft.com/office/drawing/2014/main" id="{6A2682F5-54C9-423E-BEC7-433D176287A9}"/>
              </a:ext>
            </a:extLst>
          </p:cNvPr>
          <p:cNvSpPr>
            <a:spLocks noGrp="1"/>
          </p:cNvSpPr>
          <p:nvPr/>
        </p:nvSpPr>
        <p:spPr>
          <a:xfrm>
            <a:off x="508000" y="1663700"/>
            <a:ext cx="11176000" cy="254000"/>
          </a:xfrm>
          <a:prstGeom prst="rect">
            <a:avLst/>
          </a:prstGeom>
          <a:noFill/>
        </p:spPr>
        <p:txBody>
          <a:bodyPr wrap="square" lIns="0" tIns="0" rIns="0" bIns="0" anchor="t"/>
          <a:lstStyle/>
          <a:p>
            <a:pPr marL="0" indent="0" algn="l">
              <a:lnSpc>
                <a:spcPct val="110000"/>
              </a:lnSpc>
              <a:buNone/>
            </a:pPr>
            <a:r>
              <a:rPr sz="1400">
                <a:solidFill>
                  <a:srgbClr val="6B6B6B"/>
                </a:solidFill>
                <a:latin typeface="Arial"/>
                <a:ea typeface="Arial"/>
                <a:cs typeface="Arial"/>
              </a:rPr>
              <a:t>Three decades of API design. Each protocol answered the problem of its moment.</a:t>
            </a:r>
            <a:endParaRPr sz="1400"/>
          </a:p>
        </p:txBody>
      </p:sp>
      <p:sp>
        <p:nvSpPr>
          <p:cNvPr id="11" name="Shape 7">
            <a:extLst>
              <a:ext uri="{FF2B5EF4-FFF2-40B4-BE49-F238E27FC236}">
                <a16:creationId xmlns:a16="http://schemas.microsoft.com/office/drawing/2014/main" id="{EA69A30F-51B5-46EB-A1E7-999788C1518E}"/>
              </a:ext>
            </a:extLst>
          </p:cNvPr>
          <p:cNvSpPr>
            <a:spLocks noGrp="1"/>
          </p:cNvSpPr>
          <p:nvPr/>
        </p:nvSpPr>
        <p:spPr>
          <a:xfrm>
            <a:off x="508000" y="2159000"/>
            <a:ext cx="2679700" cy="38100"/>
          </a:xfrm>
          <a:prstGeom prst="rect">
            <a:avLst/>
          </a:prstGeom>
          <a:solidFill>
            <a:srgbClr val="DA1884"/>
          </a:solidFill>
        </p:spPr>
        <p:txBody>
          <a:bodyPr/>
          <a:lstStyle/>
          <a:p>
            <a:endParaRPr/>
          </a:p>
        </p:txBody>
      </p:sp>
      <p:sp>
        <p:nvSpPr>
          <p:cNvPr id="12" name="Text 8">
            <a:extLst>
              <a:ext uri="{FF2B5EF4-FFF2-40B4-BE49-F238E27FC236}">
                <a16:creationId xmlns:a16="http://schemas.microsoft.com/office/drawing/2014/main" id="{02F394B9-8C46-49E4-88E9-FAA3A3CB60FB}"/>
              </a:ext>
            </a:extLst>
          </p:cNvPr>
          <p:cNvSpPr>
            <a:spLocks noGrp="1"/>
          </p:cNvSpPr>
          <p:nvPr/>
        </p:nvSpPr>
        <p:spPr>
          <a:xfrm>
            <a:off x="508000" y="2311400"/>
            <a:ext cx="2679700" cy="292100"/>
          </a:xfrm>
          <a:prstGeom prst="rect">
            <a:avLst/>
          </a:prstGeom>
          <a:noFill/>
        </p:spPr>
        <p:txBody>
          <a:bodyPr wrap="square" lIns="0" tIns="0" rIns="0" bIns="0" anchor="t"/>
          <a:lstStyle/>
          <a:p>
            <a:pPr marL="0" indent="0" algn="l">
              <a:lnSpc>
                <a:spcPct val="110000"/>
              </a:lnSpc>
              <a:buNone/>
            </a:pPr>
            <a:r>
              <a:rPr sz="1800" b="1">
                <a:solidFill>
                  <a:srgbClr val="DA1884"/>
                </a:solidFill>
                <a:latin typeface="Arial"/>
                <a:ea typeface="Arial"/>
                <a:cs typeface="Arial"/>
              </a:rPr>
              <a:t>2000</a:t>
            </a:r>
            <a:endParaRPr sz="1800"/>
          </a:p>
        </p:txBody>
      </p:sp>
      <p:sp>
        <p:nvSpPr>
          <p:cNvPr id="13" name="Text 9">
            <a:extLst>
              <a:ext uri="{FF2B5EF4-FFF2-40B4-BE49-F238E27FC236}">
                <a16:creationId xmlns:a16="http://schemas.microsoft.com/office/drawing/2014/main" id="{385A3AED-1187-4662-BE40-5542A95D750D}"/>
              </a:ext>
            </a:extLst>
          </p:cNvPr>
          <p:cNvSpPr>
            <a:spLocks noGrp="1"/>
          </p:cNvSpPr>
          <p:nvPr/>
        </p:nvSpPr>
        <p:spPr>
          <a:xfrm>
            <a:off x="508000" y="2654300"/>
            <a:ext cx="2540000" cy="444500"/>
          </a:xfrm>
          <a:prstGeom prst="rect">
            <a:avLst/>
          </a:prstGeom>
          <a:noFill/>
        </p:spPr>
        <p:txBody>
          <a:bodyPr wrap="square" lIns="0" tIns="0" rIns="0" bIns="0" anchor="t"/>
          <a:lstStyle/>
          <a:p>
            <a:pPr marL="0" indent="0" algn="l">
              <a:lnSpc>
                <a:spcPct val="120000"/>
              </a:lnSpc>
              <a:buNone/>
            </a:pPr>
            <a:r>
              <a:rPr sz="1200">
                <a:solidFill>
                  <a:srgbClr val="333333"/>
                </a:solidFill>
                <a:latin typeface="Arial"/>
                <a:ea typeface="Arial"/>
                <a:cs typeface="Arial"/>
              </a:rPr>
              <a:t>REST described in Roy Fielding's dissertation</a:t>
            </a:r>
            <a:endParaRPr sz="1200"/>
          </a:p>
        </p:txBody>
      </p:sp>
      <p:sp>
        <p:nvSpPr>
          <p:cNvPr id="14" name="Shape 10">
            <a:extLst>
              <a:ext uri="{FF2B5EF4-FFF2-40B4-BE49-F238E27FC236}">
                <a16:creationId xmlns:a16="http://schemas.microsoft.com/office/drawing/2014/main" id="{B86F59FA-5EA7-437F-993D-B482FAB02D61}"/>
              </a:ext>
            </a:extLst>
          </p:cNvPr>
          <p:cNvSpPr>
            <a:spLocks noGrp="1"/>
          </p:cNvSpPr>
          <p:nvPr/>
        </p:nvSpPr>
        <p:spPr>
          <a:xfrm>
            <a:off x="3340100" y="2159000"/>
            <a:ext cx="2679700" cy="38100"/>
          </a:xfrm>
          <a:prstGeom prst="rect">
            <a:avLst/>
          </a:prstGeom>
          <a:solidFill>
            <a:srgbClr val="DA1884"/>
          </a:solidFill>
        </p:spPr>
        <p:txBody>
          <a:bodyPr/>
          <a:lstStyle/>
          <a:p>
            <a:endParaRPr/>
          </a:p>
        </p:txBody>
      </p:sp>
      <p:sp>
        <p:nvSpPr>
          <p:cNvPr id="15" name="Text 11">
            <a:extLst>
              <a:ext uri="{FF2B5EF4-FFF2-40B4-BE49-F238E27FC236}">
                <a16:creationId xmlns:a16="http://schemas.microsoft.com/office/drawing/2014/main" id="{8C726186-FA68-428E-BFA1-147728A13C02}"/>
              </a:ext>
            </a:extLst>
          </p:cNvPr>
          <p:cNvSpPr>
            <a:spLocks noGrp="1"/>
          </p:cNvSpPr>
          <p:nvPr/>
        </p:nvSpPr>
        <p:spPr>
          <a:xfrm>
            <a:off x="3340100" y="2311400"/>
            <a:ext cx="2679700" cy="292100"/>
          </a:xfrm>
          <a:prstGeom prst="rect">
            <a:avLst/>
          </a:prstGeom>
          <a:noFill/>
        </p:spPr>
        <p:txBody>
          <a:bodyPr wrap="square" lIns="0" tIns="0" rIns="0" bIns="0" anchor="t"/>
          <a:lstStyle/>
          <a:p>
            <a:pPr marL="0" indent="0" algn="l">
              <a:lnSpc>
                <a:spcPct val="110000"/>
              </a:lnSpc>
              <a:buNone/>
            </a:pPr>
            <a:r>
              <a:rPr sz="1800" b="1">
                <a:solidFill>
                  <a:srgbClr val="DA1884"/>
                </a:solidFill>
                <a:latin typeface="Arial"/>
                <a:ea typeface="Arial"/>
                <a:cs typeface="Arial"/>
              </a:rPr>
              <a:t>2012</a:t>
            </a:r>
            <a:endParaRPr sz="1800"/>
          </a:p>
        </p:txBody>
      </p:sp>
      <p:sp>
        <p:nvSpPr>
          <p:cNvPr id="16" name="Text 12">
            <a:extLst>
              <a:ext uri="{FF2B5EF4-FFF2-40B4-BE49-F238E27FC236}">
                <a16:creationId xmlns:a16="http://schemas.microsoft.com/office/drawing/2014/main" id="{FA578879-B195-4E61-98AD-6773DA5FF5F9}"/>
              </a:ext>
            </a:extLst>
          </p:cNvPr>
          <p:cNvSpPr>
            <a:spLocks noGrp="1"/>
          </p:cNvSpPr>
          <p:nvPr/>
        </p:nvSpPr>
        <p:spPr>
          <a:xfrm>
            <a:off x="3340100" y="2654300"/>
            <a:ext cx="2540000" cy="444500"/>
          </a:xfrm>
          <a:prstGeom prst="rect">
            <a:avLst/>
          </a:prstGeom>
          <a:noFill/>
        </p:spPr>
        <p:txBody>
          <a:bodyPr wrap="square" lIns="0" tIns="0" rIns="0" bIns="0" anchor="t"/>
          <a:lstStyle/>
          <a:p>
            <a:pPr marL="0" indent="0" algn="l">
              <a:lnSpc>
                <a:spcPct val="120000"/>
              </a:lnSpc>
              <a:buNone/>
            </a:pPr>
            <a:r>
              <a:rPr sz="1200">
                <a:solidFill>
                  <a:srgbClr val="333333"/>
                </a:solidFill>
                <a:latin typeface="Arial"/>
                <a:ea typeface="Arial"/>
                <a:cs typeface="Arial"/>
              </a:rPr>
              <a:t>GraphQL built inside Facebook for mobile</a:t>
            </a:r>
            <a:endParaRPr sz="1200"/>
          </a:p>
        </p:txBody>
      </p:sp>
      <p:sp>
        <p:nvSpPr>
          <p:cNvPr id="17" name="Shape 13">
            <a:extLst>
              <a:ext uri="{FF2B5EF4-FFF2-40B4-BE49-F238E27FC236}">
                <a16:creationId xmlns:a16="http://schemas.microsoft.com/office/drawing/2014/main" id="{A565A8E3-FB52-4CB0-8A10-994B10FFC77E}"/>
              </a:ext>
            </a:extLst>
          </p:cNvPr>
          <p:cNvSpPr>
            <a:spLocks noGrp="1"/>
          </p:cNvSpPr>
          <p:nvPr/>
        </p:nvSpPr>
        <p:spPr>
          <a:xfrm>
            <a:off x="6172200" y="2159000"/>
            <a:ext cx="2679700" cy="38100"/>
          </a:xfrm>
          <a:prstGeom prst="rect">
            <a:avLst/>
          </a:prstGeom>
          <a:solidFill>
            <a:srgbClr val="DA1884"/>
          </a:solidFill>
        </p:spPr>
        <p:txBody>
          <a:bodyPr/>
          <a:lstStyle/>
          <a:p>
            <a:endParaRPr/>
          </a:p>
        </p:txBody>
      </p:sp>
      <p:sp>
        <p:nvSpPr>
          <p:cNvPr id="18" name="Text 14">
            <a:extLst>
              <a:ext uri="{FF2B5EF4-FFF2-40B4-BE49-F238E27FC236}">
                <a16:creationId xmlns:a16="http://schemas.microsoft.com/office/drawing/2014/main" id="{E961B294-74D5-473E-98C3-DB98D6DBF27F}"/>
              </a:ext>
            </a:extLst>
          </p:cNvPr>
          <p:cNvSpPr>
            <a:spLocks noGrp="1"/>
          </p:cNvSpPr>
          <p:nvPr/>
        </p:nvSpPr>
        <p:spPr>
          <a:xfrm>
            <a:off x="6172200" y="2311400"/>
            <a:ext cx="2679700" cy="292100"/>
          </a:xfrm>
          <a:prstGeom prst="rect">
            <a:avLst/>
          </a:prstGeom>
          <a:noFill/>
        </p:spPr>
        <p:txBody>
          <a:bodyPr wrap="square" lIns="0" tIns="0" rIns="0" bIns="0" anchor="t"/>
          <a:lstStyle/>
          <a:p>
            <a:pPr marL="0" indent="0" algn="l">
              <a:lnSpc>
                <a:spcPct val="110000"/>
              </a:lnSpc>
              <a:buNone/>
            </a:pPr>
            <a:r>
              <a:rPr sz="1800" b="1">
                <a:solidFill>
                  <a:srgbClr val="DA1884"/>
                </a:solidFill>
                <a:latin typeface="Arial"/>
                <a:ea typeface="Arial"/>
                <a:cs typeface="Arial"/>
              </a:rPr>
              <a:t>2015</a:t>
            </a:r>
            <a:endParaRPr sz="1800"/>
          </a:p>
        </p:txBody>
      </p:sp>
      <p:sp>
        <p:nvSpPr>
          <p:cNvPr id="19" name="Text 15">
            <a:extLst>
              <a:ext uri="{FF2B5EF4-FFF2-40B4-BE49-F238E27FC236}">
                <a16:creationId xmlns:a16="http://schemas.microsoft.com/office/drawing/2014/main" id="{26CBF3DA-C6C9-4E2F-99CF-9EF16D9B6DFD}"/>
              </a:ext>
            </a:extLst>
          </p:cNvPr>
          <p:cNvSpPr>
            <a:spLocks noGrp="1"/>
          </p:cNvSpPr>
          <p:nvPr/>
        </p:nvSpPr>
        <p:spPr>
          <a:xfrm>
            <a:off x="6172200" y="2654300"/>
            <a:ext cx="2540000" cy="444500"/>
          </a:xfrm>
          <a:prstGeom prst="rect">
            <a:avLst/>
          </a:prstGeom>
          <a:noFill/>
        </p:spPr>
        <p:txBody>
          <a:bodyPr wrap="square" lIns="0" tIns="0" rIns="0" bIns="0" anchor="t"/>
          <a:lstStyle/>
          <a:p>
            <a:pPr marL="0" indent="0" algn="l">
              <a:lnSpc>
                <a:spcPct val="120000"/>
              </a:lnSpc>
              <a:buNone/>
            </a:pPr>
            <a:r>
              <a:rPr sz="1200" dirty="0">
                <a:solidFill>
                  <a:srgbClr val="333333"/>
                </a:solidFill>
                <a:latin typeface="Arial"/>
                <a:ea typeface="Arial"/>
                <a:cs typeface="Arial"/>
              </a:rPr>
              <a:t>GraphQL spec published; gRPC open-sourced by Google</a:t>
            </a:r>
            <a:endParaRPr sz="1200" dirty="0"/>
          </a:p>
        </p:txBody>
      </p:sp>
      <p:sp>
        <p:nvSpPr>
          <p:cNvPr id="20" name="Shape 16">
            <a:extLst>
              <a:ext uri="{FF2B5EF4-FFF2-40B4-BE49-F238E27FC236}">
                <a16:creationId xmlns:a16="http://schemas.microsoft.com/office/drawing/2014/main" id="{C594A9B4-D15D-40EB-9A55-54C2BE0B14A4}"/>
              </a:ext>
            </a:extLst>
          </p:cNvPr>
          <p:cNvSpPr>
            <a:spLocks noGrp="1"/>
          </p:cNvSpPr>
          <p:nvPr/>
        </p:nvSpPr>
        <p:spPr>
          <a:xfrm>
            <a:off x="9004300" y="2159000"/>
            <a:ext cx="2679700" cy="38100"/>
          </a:xfrm>
          <a:prstGeom prst="rect">
            <a:avLst/>
          </a:prstGeom>
          <a:solidFill>
            <a:srgbClr val="DA1884"/>
          </a:solidFill>
        </p:spPr>
        <p:txBody>
          <a:bodyPr/>
          <a:lstStyle/>
          <a:p>
            <a:endParaRPr/>
          </a:p>
        </p:txBody>
      </p:sp>
      <p:sp>
        <p:nvSpPr>
          <p:cNvPr id="21" name="Text 17">
            <a:extLst>
              <a:ext uri="{FF2B5EF4-FFF2-40B4-BE49-F238E27FC236}">
                <a16:creationId xmlns:a16="http://schemas.microsoft.com/office/drawing/2014/main" id="{A5E3C2D6-4530-440D-82AA-3D423D91E77E}"/>
              </a:ext>
            </a:extLst>
          </p:cNvPr>
          <p:cNvSpPr>
            <a:spLocks noGrp="1"/>
          </p:cNvSpPr>
          <p:nvPr/>
        </p:nvSpPr>
        <p:spPr>
          <a:xfrm>
            <a:off x="9004300" y="2311400"/>
            <a:ext cx="2679700" cy="292100"/>
          </a:xfrm>
          <a:prstGeom prst="rect">
            <a:avLst/>
          </a:prstGeom>
          <a:noFill/>
        </p:spPr>
        <p:txBody>
          <a:bodyPr wrap="square" lIns="0" tIns="0" rIns="0" bIns="0" anchor="t"/>
          <a:lstStyle/>
          <a:p>
            <a:pPr marL="0" indent="0" algn="l">
              <a:lnSpc>
                <a:spcPct val="110000"/>
              </a:lnSpc>
              <a:buNone/>
            </a:pPr>
            <a:r>
              <a:rPr sz="1800" b="1">
                <a:solidFill>
                  <a:srgbClr val="DA1884"/>
                </a:solidFill>
                <a:latin typeface="Arial"/>
                <a:ea typeface="Arial"/>
                <a:cs typeface="Arial"/>
              </a:rPr>
              <a:t>2016</a:t>
            </a:r>
            <a:endParaRPr sz="1800"/>
          </a:p>
        </p:txBody>
      </p:sp>
      <p:sp>
        <p:nvSpPr>
          <p:cNvPr id="22" name="Text 18">
            <a:extLst>
              <a:ext uri="{FF2B5EF4-FFF2-40B4-BE49-F238E27FC236}">
                <a16:creationId xmlns:a16="http://schemas.microsoft.com/office/drawing/2014/main" id="{77D53191-2288-43F2-8372-34C1D77D9376}"/>
              </a:ext>
            </a:extLst>
          </p:cNvPr>
          <p:cNvSpPr>
            <a:spLocks noGrp="1"/>
          </p:cNvSpPr>
          <p:nvPr/>
        </p:nvSpPr>
        <p:spPr>
          <a:xfrm>
            <a:off x="9004300" y="2654300"/>
            <a:ext cx="2540000" cy="444500"/>
          </a:xfrm>
          <a:prstGeom prst="rect">
            <a:avLst/>
          </a:prstGeom>
          <a:noFill/>
        </p:spPr>
        <p:txBody>
          <a:bodyPr wrap="square" lIns="0" tIns="0" rIns="0" bIns="0" anchor="t"/>
          <a:lstStyle/>
          <a:p>
            <a:pPr marL="0" indent="0" algn="l">
              <a:lnSpc>
                <a:spcPct val="120000"/>
              </a:lnSpc>
              <a:buNone/>
            </a:pPr>
            <a:r>
              <a:rPr sz="1200" dirty="0">
                <a:solidFill>
                  <a:srgbClr val="333333"/>
                </a:solidFill>
                <a:latin typeface="Arial"/>
                <a:ea typeface="Arial"/>
                <a:cs typeface="Arial"/>
              </a:rPr>
              <a:t>gRPC 1.0 released; adopted by CNCF in 2017</a:t>
            </a:r>
            <a:endParaRPr sz="1200" dirty="0"/>
          </a:p>
        </p:txBody>
      </p:sp>
      <p:graphicFrame>
        <p:nvGraphicFramePr>
          <p:cNvPr id="10" name="Table 0">
            <a:extLst>
              <a:ext uri="{FF2B5EF4-FFF2-40B4-BE49-F238E27FC236}">
                <a16:creationId xmlns:a16="http://schemas.microsoft.com/office/drawing/2014/main" id="{8C16D335-96A2-47CB-AF8F-001B70309214}"/>
              </a:ext>
            </a:extLst>
          </p:cNvPr>
          <p:cNvGraphicFramePr/>
          <p:nvPr/>
        </p:nvGraphicFramePr>
        <p:xfrm>
          <a:off x="508000" y="3429000"/>
          <a:ext cx="11176000" cy="1930400"/>
        </p:xfrm>
        <a:graphic>
          <a:graphicData uri="http://schemas.openxmlformats.org/drawingml/2006/table">
            <a:tbl>
              <a:tblPr/>
              <a:tblGrid>
                <a:gridCol w="212344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gridCol w="3017520">
                  <a:extLst>
                    <a:ext uri="{9D8B030D-6E8A-4147-A177-3AD203B41FA5}">
                      <a16:colId xmlns:a16="http://schemas.microsoft.com/office/drawing/2014/main" val="20003"/>
                    </a:ext>
                  </a:extLst>
                </a:gridCol>
              </a:tblGrid>
              <a:tr h="482600">
                <a:tc>
                  <a:txBody>
                    <a:bodyPr/>
                    <a:lstStyle/>
                    <a:p>
                      <a:pPr marL="0" indent="0">
                        <a:buNone/>
                      </a:pP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DA1884"/>
                    </a:solidFill>
                  </a:tcPr>
                </a:tc>
                <a:tc>
                  <a:txBody>
                    <a:bodyPr/>
                    <a:lstStyle/>
                    <a:p>
                      <a:pPr marL="0" indent="0">
                        <a:buNone/>
                      </a:pPr>
                      <a:r>
                        <a:rPr sz="1200" b="1">
                          <a:solidFill>
                            <a:srgbClr val="FFFFFF"/>
                          </a:solidFill>
                          <a:latin typeface="Arial"/>
                          <a:ea typeface="Arial"/>
                          <a:cs typeface="Arial"/>
                        </a:rPr>
                        <a:t>REST</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DA1884"/>
                    </a:solidFill>
                  </a:tcPr>
                </a:tc>
                <a:tc>
                  <a:txBody>
                    <a:bodyPr/>
                    <a:lstStyle/>
                    <a:p>
                      <a:pPr marL="0" indent="0">
                        <a:buNone/>
                      </a:pPr>
                      <a:r>
                        <a:rPr sz="1200" b="1">
                          <a:solidFill>
                            <a:srgbClr val="FFFFFF"/>
                          </a:solidFill>
                          <a:latin typeface="Arial"/>
                          <a:ea typeface="Arial"/>
                          <a:cs typeface="Arial"/>
                        </a:rPr>
                        <a:t>GraphQL</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DA1884"/>
                    </a:solidFill>
                  </a:tcPr>
                </a:tc>
                <a:tc>
                  <a:txBody>
                    <a:bodyPr/>
                    <a:lstStyle/>
                    <a:p>
                      <a:pPr marL="0" indent="0">
                        <a:buNone/>
                      </a:pPr>
                      <a:r>
                        <a:rPr sz="1200" b="1" dirty="0">
                          <a:solidFill>
                            <a:srgbClr val="FFFFFF"/>
                          </a:solidFill>
                          <a:latin typeface="Arial"/>
                          <a:ea typeface="Arial"/>
                          <a:cs typeface="Arial"/>
                        </a:rPr>
                        <a:t>gRPC</a:t>
                      </a:r>
                      <a:endParaRPr sz="1200" dirty="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DA1884"/>
                    </a:solidFill>
                  </a:tcPr>
                </a:tc>
                <a:extLst>
                  <a:ext uri="{0D108BD9-81ED-4DB2-BD59-A6C34878D82A}">
                    <a16:rowId xmlns:a16="http://schemas.microsoft.com/office/drawing/2014/main" val="10000"/>
                  </a:ext>
                </a:extLst>
              </a:tr>
              <a:tr h="482600">
                <a:tc>
                  <a:txBody>
                    <a:bodyPr/>
                    <a:lstStyle/>
                    <a:p>
                      <a:pPr marL="0" indent="0">
                        <a:buNone/>
                      </a:pPr>
                      <a:r>
                        <a:rPr sz="1200" b="1">
                          <a:solidFill>
                            <a:srgbClr val="141414"/>
                          </a:solidFill>
                          <a:latin typeface="Arial"/>
                          <a:ea typeface="Arial"/>
                          <a:cs typeface="Arial"/>
                        </a:rPr>
                        <a:t>Learning curve</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tc>
                  <a:txBody>
                    <a:bodyPr/>
                    <a:lstStyle/>
                    <a:p>
                      <a:pPr marL="0" indent="0">
                        <a:buNone/>
                      </a:pPr>
                      <a:r>
                        <a:rPr sz="1200">
                          <a:solidFill>
                            <a:srgbClr val="333333"/>
                          </a:solidFill>
                          <a:latin typeface="Arial"/>
                          <a:ea typeface="Arial"/>
                          <a:cs typeface="Arial"/>
                        </a:rPr>
                        <a:t>Low</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tc>
                  <a:txBody>
                    <a:bodyPr/>
                    <a:lstStyle/>
                    <a:p>
                      <a:pPr marL="0" indent="0">
                        <a:buNone/>
                      </a:pPr>
                      <a:r>
                        <a:rPr sz="1200">
                          <a:solidFill>
                            <a:srgbClr val="333333"/>
                          </a:solidFill>
                          <a:latin typeface="Arial"/>
                          <a:ea typeface="Arial"/>
                          <a:cs typeface="Arial"/>
                        </a:rPr>
                        <a:t>Medium</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tc>
                  <a:txBody>
                    <a:bodyPr/>
                    <a:lstStyle/>
                    <a:p>
                      <a:pPr marL="0" indent="0">
                        <a:buNone/>
                      </a:pPr>
                      <a:r>
                        <a:rPr sz="1200">
                          <a:solidFill>
                            <a:srgbClr val="333333"/>
                          </a:solidFill>
                          <a:latin typeface="Arial"/>
                          <a:ea typeface="Arial"/>
                          <a:cs typeface="Arial"/>
                        </a:rPr>
                        <a:t>Medium: Protobuf and toolchain</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extLst>
                  <a:ext uri="{0D108BD9-81ED-4DB2-BD59-A6C34878D82A}">
                    <a16:rowId xmlns:a16="http://schemas.microsoft.com/office/drawing/2014/main" val="10001"/>
                  </a:ext>
                </a:extLst>
              </a:tr>
              <a:tr h="482600">
                <a:tc>
                  <a:txBody>
                    <a:bodyPr/>
                    <a:lstStyle/>
                    <a:p>
                      <a:pPr marL="0" indent="0">
                        <a:buNone/>
                      </a:pPr>
                      <a:r>
                        <a:rPr sz="1200" b="1">
                          <a:solidFill>
                            <a:srgbClr val="141414"/>
                          </a:solidFill>
                          <a:latin typeface="Arial"/>
                          <a:ea typeface="Arial"/>
                          <a:cs typeface="Arial"/>
                        </a:rPr>
                        <a:t>Ecosystem</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FFFFF"/>
                    </a:solidFill>
                  </a:tcPr>
                </a:tc>
                <a:tc>
                  <a:txBody>
                    <a:bodyPr/>
                    <a:lstStyle/>
                    <a:p>
                      <a:pPr marL="0" indent="0">
                        <a:buNone/>
                      </a:pPr>
                      <a:r>
                        <a:rPr sz="1200">
                          <a:solidFill>
                            <a:srgbClr val="333333"/>
                          </a:solidFill>
                          <a:latin typeface="Arial"/>
                          <a:ea typeface="Arial"/>
                          <a:cs typeface="Arial"/>
                        </a:rPr>
                        <a:t>Abundant</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FFFFF"/>
                    </a:solidFill>
                  </a:tcPr>
                </a:tc>
                <a:tc>
                  <a:txBody>
                    <a:bodyPr/>
                    <a:lstStyle/>
                    <a:p>
                      <a:pPr marL="0" indent="0">
                        <a:buNone/>
                      </a:pPr>
                      <a:r>
                        <a:rPr sz="1200">
                          <a:solidFill>
                            <a:srgbClr val="333333"/>
                          </a:solidFill>
                          <a:latin typeface="Arial"/>
                          <a:ea typeface="Arial"/>
                          <a:cs typeface="Arial"/>
                        </a:rPr>
                        <a:t>Mature and growing</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FFFFF"/>
                    </a:solidFill>
                  </a:tcPr>
                </a:tc>
                <a:tc>
                  <a:txBody>
                    <a:bodyPr/>
                    <a:lstStyle/>
                    <a:p>
                      <a:pPr marL="0" indent="0">
                        <a:buNone/>
                      </a:pPr>
                      <a:r>
                        <a:rPr sz="1200">
                          <a:solidFill>
                            <a:srgbClr val="333333"/>
                          </a:solidFill>
                          <a:latin typeface="Arial"/>
                          <a:ea typeface="Arial"/>
                          <a:cs typeface="Arial"/>
                        </a:rPr>
                        <a:t>Mature in cloud-native</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FFFFF"/>
                    </a:solidFill>
                  </a:tcPr>
                </a:tc>
                <a:extLst>
                  <a:ext uri="{0D108BD9-81ED-4DB2-BD59-A6C34878D82A}">
                    <a16:rowId xmlns:a16="http://schemas.microsoft.com/office/drawing/2014/main" val="10002"/>
                  </a:ext>
                </a:extLst>
              </a:tr>
              <a:tr h="482600">
                <a:tc>
                  <a:txBody>
                    <a:bodyPr/>
                    <a:lstStyle/>
                    <a:p>
                      <a:pPr marL="0" indent="0">
                        <a:buNone/>
                      </a:pPr>
                      <a:r>
                        <a:rPr sz="1200" b="1">
                          <a:solidFill>
                            <a:srgbClr val="141414"/>
                          </a:solidFill>
                          <a:latin typeface="Arial"/>
                          <a:ea typeface="Arial"/>
                          <a:cs typeface="Arial"/>
                        </a:rPr>
                        <a:t>Typical use cases</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tc>
                  <a:txBody>
                    <a:bodyPr/>
                    <a:lstStyle/>
                    <a:p>
                      <a:pPr marL="0" indent="0">
                        <a:buNone/>
                      </a:pPr>
                      <a:r>
                        <a:rPr sz="1200">
                          <a:solidFill>
                            <a:srgbClr val="333333"/>
                          </a:solidFill>
                          <a:latin typeface="Arial"/>
                          <a:ea typeface="Arial"/>
                          <a:cs typeface="Arial"/>
                        </a:rPr>
                        <a:t>Public APIs, identity, legacy integration</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tc>
                  <a:txBody>
                    <a:bodyPr/>
                    <a:lstStyle/>
                    <a:p>
                      <a:pPr marL="0" indent="0">
                        <a:buNone/>
                      </a:pPr>
                      <a:r>
                        <a:rPr sz="1200">
                          <a:solidFill>
                            <a:srgbClr val="333333"/>
                          </a:solidFill>
                          <a:latin typeface="Arial"/>
                          <a:ea typeface="Arial"/>
                          <a:cs typeface="Arial"/>
                        </a:rPr>
                        <a:t>Mobile, BFFs, micro-frontends, multi-tenant</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tc>
                  <a:txBody>
                    <a:bodyPr/>
                    <a:lstStyle/>
                    <a:p>
                      <a:pPr marL="0" indent="0">
                        <a:buNone/>
                      </a:pPr>
                      <a:r>
                        <a:rPr sz="1200">
                          <a:solidFill>
                            <a:srgbClr val="333333"/>
                          </a:solidFill>
                          <a:latin typeface="Arial"/>
                          <a:ea typeface="Arial"/>
                          <a:cs typeface="Arial"/>
                        </a:rPr>
                        <a:t>Microservices, IoT, real-time streams</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7826777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a:extLst>
              <a:ext uri="{FF2B5EF4-FFF2-40B4-BE49-F238E27FC236}">
                <a16:creationId xmlns:a16="http://schemas.microsoft.com/office/drawing/2014/main" id="{2BBE2181-90CF-40A0-9534-65C6823211A3}"/>
              </a:ext>
            </a:extLst>
          </p:cNvPr>
          <p:cNvPicPr>
            <a:picLocks noChangeAspect="1"/>
          </p:cNvPicPr>
          <p:nvPr/>
        </p:nvPicPr>
        <p:blipFill>
          <a:blip r:embed="rId4"/>
          <a:stretch>
            <a:fillRect/>
          </a:stretch>
        </p:blipFill>
        <p:spPr>
          <a:xfrm>
            <a:off x="508000" y="152400"/>
            <a:ext cx="990600" cy="406400"/>
          </a:xfrm>
          <a:prstGeom prst="rect">
            <a:avLst/>
          </a:prstGeom>
        </p:spPr>
      </p:pic>
      <p:sp>
        <p:nvSpPr>
          <p:cNvPr id="3" name="Text 0">
            <a:extLst>
              <a:ext uri="{FF2B5EF4-FFF2-40B4-BE49-F238E27FC236}">
                <a16:creationId xmlns:a16="http://schemas.microsoft.com/office/drawing/2014/main" id="{3AC30FC6-E3A9-41D3-BBC0-3E833C165ED8}"/>
              </a:ext>
            </a:extLst>
          </p:cNvPr>
          <p:cNvSpPr>
            <a:spLocks noGrp="1"/>
          </p:cNvSpPr>
          <p:nvPr/>
        </p:nvSpPr>
        <p:spPr>
          <a:xfrm>
            <a:off x="3556000" y="406400"/>
            <a:ext cx="5080000" cy="190500"/>
          </a:xfrm>
          <a:prstGeom prst="rect">
            <a:avLst/>
          </a:prstGeom>
          <a:noFill/>
        </p:spPr>
        <p:txBody>
          <a:bodyPr wrap="square" lIns="0" tIns="0" rIns="0" bIns="0" anchor="t"/>
          <a:lstStyle/>
          <a:p>
            <a:pPr marL="0" indent="0" algn="ctr">
              <a:lnSpc>
                <a:spcPct val="110000"/>
              </a:lnSpc>
              <a:buNone/>
            </a:pPr>
            <a:r>
              <a:rPr sz="1000" dirty="0">
                <a:solidFill>
                  <a:srgbClr val="6B6B6B"/>
                </a:solidFill>
                <a:latin typeface="Arial"/>
                <a:ea typeface="Arial"/>
                <a:cs typeface="Arial"/>
              </a:rPr>
              <a:t>Protocol Studio  —  REST · GraphQL · gRPC</a:t>
            </a:r>
            <a:endParaRPr sz="1000" dirty="0"/>
          </a:p>
        </p:txBody>
      </p:sp>
      <p:sp>
        <p:nvSpPr>
          <p:cNvPr id="4" name="Text 1">
            <a:extLst>
              <a:ext uri="{FF2B5EF4-FFF2-40B4-BE49-F238E27FC236}">
                <a16:creationId xmlns:a16="http://schemas.microsoft.com/office/drawing/2014/main" id="{531CA7E7-D87C-49B3-BA90-B2ACD3663CBA}"/>
              </a:ext>
            </a:extLst>
          </p:cNvPr>
          <p:cNvSpPr>
            <a:spLocks noGrp="1"/>
          </p:cNvSpPr>
          <p:nvPr/>
        </p:nvSpPr>
        <p:spPr>
          <a:xfrm>
            <a:off x="6350000" y="406400"/>
            <a:ext cx="5334000" cy="190500"/>
          </a:xfrm>
          <a:prstGeom prst="rect">
            <a:avLst/>
          </a:prstGeom>
          <a:noFill/>
        </p:spPr>
        <p:txBody>
          <a:bodyPr wrap="square" lIns="0" tIns="0" rIns="0" bIns="0" anchor="t"/>
          <a:lstStyle/>
          <a:p>
            <a:pPr marL="0" indent="0" algn="r">
              <a:lnSpc>
                <a:spcPct val="110000"/>
              </a:lnSpc>
              <a:buNone/>
            </a:pPr>
            <a:r>
              <a:rPr sz="1000" b="1">
                <a:solidFill>
                  <a:srgbClr val="DA1884"/>
                </a:solidFill>
                <a:latin typeface="Arial"/>
                <a:ea typeface="Arial"/>
                <a:cs typeface="Arial"/>
              </a:rPr>
              <a:t>SECTION 03</a:t>
            </a:r>
            <a:endParaRPr sz="1000"/>
          </a:p>
        </p:txBody>
      </p:sp>
      <p:sp>
        <p:nvSpPr>
          <p:cNvPr id="5" name="Text 2">
            <a:extLst>
              <a:ext uri="{FF2B5EF4-FFF2-40B4-BE49-F238E27FC236}">
                <a16:creationId xmlns:a16="http://schemas.microsoft.com/office/drawing/2014/main" id="{9FE413C5-4B55-4C1A-A536-A3DE4825018F}"/>
              </a:ext>
            </a:extLst>
          </p:cNvPr>
          <p:cNvSpPr>
            <a:spLocks noGrp="1"/>
          </p:cNvSpPr>
          <p:nvPr/>
        </p:nvSpPr>
        <p:spPr>
          <a:xfrm>
            <a:off x="508000" y="6578600"/>
            <a:ext cx="8890000" cy="177800"/>
          </a:xfrm>
          <a:prstGeom prst="rect">
            <a:avLst/>
          </a:prstGeom>
          <a:noFill/>
        </p:spPr>
        <p:txBody>
          <a:bodyPr wrap="square" lIns="0" tIns="0" rIns="0" bIns="0" anchor="t"/>
          <a:lstStyle/>
          <a:p>
            <a:pPr marL="0" indent="0" algn="l">
              <a:lnSpc>
                <a:spcPct val="110000"/>
              </a:lnSpc>
              <a:buNone/>
            </a:pPr>
            <a:r>
              <a:rPr sz="900">
                <a:solidFill>
                  <a:srgbClr val="9E9E9E"/>
                </a:solidFill>
                <a:latin typeface="Arial"/>
                <a:ea typeface="Arial"/>
                <a:cs typeface="Arial"/>
              </a:rPr>
              <a:t>Insight Proprietary &amp; Confidential.  Do Not Copy or Distribute.  © 2026 Insight.  All Rights Reserved.</a:t>
            </a:r>
            <a:endParaRPr sz="900"/>
          </a:p>
        </p:txBody>
      </p:sp>
      <p:sp>
        <p:nvSpPr>
          <p:cNvPr id="6" name="Text 3">
            <a:extLst>
              <a:ext uri="{FF2B5EF4-FFF2-40B4-BE49-F238E27FC236}">
                <a16:creationId xmlns:a16="http://schemas.microsoft.com/office/drawing/2014/main" id="{83A3A293-D935-4631-AA05-F660EEE1336F}"/>
              </a:ext>
            </a:extLst>
          </p:cNvPr>
          <p:cNvSpPr>
            <a:spLocks noGrp="1"/>
          </p:cNvSpPr>
          <p:nvPr/>
        </p:nvSpPr>
        <p:spPr>
          <a:xfrm>
            <a:off x="10922000" y="6578600"/>
            <a:ext cx="762000" cy="177800"/>
          </a:xfrm>
          <a:prstGeom prst="rect">
            <a:avLst/>
          </a:prstGeom>
          <a:noFill/>
        </p:spPr>
        <p:txBody>
          <a:bodyPr wrap="square" lIns="0" tIns="0" rIns="0" bIns="0" anchor="t"/>
          <a:lstStyle/>
          <a:p>
            <a:pPr marL="0" indent="0" algn="r">
              <a:lnSpc>
                <a:spcPct val="110000"/>
              </a:lnSpc>
              <a:buNone/>
            </a:pPr>
            <a:r>
              <a:rPr sz="900">
                <a:solidFill>
                  <a:srgbClr val="9E9E9E"/>
                </a:solidFill>
                <a:latin typeface="Arial"/>
                <a:ea typeface="Arial"/>
                <a:cs typeface="Arial"/>
              </a:rPr>
              <a:t>18</a:t>
            </a:r>
            <a:endParaRPr sz="900"/>
          </a:p>
        </p:txBody>
      </p:sp>
      <p:sp>
        <p:nvSpPr>
          <p:cNvPr id="7" name="Text 4">
            <a:extLst>
              <a:ext uri="{FF2B5EF4-FFF2-40B4-BE49-F238E27FC236}">
                <a16:creationId xmlns:a16="http://schemas.microsoft.com/office/drawing/2014/main" id="{6DB3E511-52CE-48E0-B6F7-CE8B032EBC59}"/>
              </a:ext>
            </a:extLst>
          </p:cNvPr>
          <p:cNvSpPr>
            <a:spLocks noGrp="1"/>
          </p:cNvSpPr>
          <p:nvPr/>
        </p:nvSpPr>
        <p:spPr>
          <a:xfrm>
            <a:off x="457200" y="1587500"/>
            <a:ext cx="5080000" cy="1651000"/>
          </a:xfrm>
          <a:prstGeom prst="rect">
            <a:avLst/>
          </a:prstGeom>
          <a:noFill/>
        </p:spPr>
        <p:txBody>
          <a:bodyPr wrap="square" lIns="0" tIns="0" rIns="0" bIns="0" anchor="t"/>
          <a:lstStyle/>
          <a:p>
            <a:pPr marL="0" indent="0" algn="l">
              <a:lnSpc>
                <a:spcPct val="90000"/>
              </a:lnSpc>
              <a:buNone/>
            </a:pPr>
            <a:r>
              <a:rPr sz="12000" b="1">
                <a:solidFill>
                  <a:srgbClr val="DA1884"/>
                </a:solidFill>
                <a:latin typeface="Arial"/>
                <a:ea typeface="Arial"/>
                <a:cs typeface="Arial"/>
              </a:rPr>
              <a:t>03</a:t>
            </a:r>
            <a:endParaRPr sz="12000"/>
          </a:p>
        </p:txBody>
      </p:sp>
      <p:sp>
        <p:nvSpPr>
          <p:cNvPr id="8" name="Text 5">
            <a:extLst>
              <a:ext uri="{FF2B5EF4-FFF2-40B4-BE49-F238E27FC236}">
                <a16:creationId xmlns:a16="http://schemas.microsoft.com/office/drawing/2014/main" id="{5EC281E2-138E-49CC-9EFF-4808FF4B2F06}"/>
              </a:ext>
            </a:extLst>
          </p:cNvPr>
          <p:cNvSpPr>
            <a:spLocks noGrp="1"/>
          </p:cNvSpPr>
          <p:nvPr/>
        </p:nvSpPr>
        <p:spPr>
          <a:xfrm>
            <a:off x="508000" y="3302000"/>
            <a:ext cx="5207000" cy="1320800"/>
          </a:xfrm>
          <a:prstGeom prst="rect">
            <a:avLst/>
          </a:prstGeom>
          <a:noFill/>
        </p:spPr>
        <p:txBody>
          <a:bodyPr wrap="square" lIns="0" tIns="0" rIns="0" bIns="0" anchor="t"/>
          <a:lstStyle/>
          <a:p>
            <a:pPr marL="0" indent="0" algn="l">
              <a:lnSpc>
                <a:spcPct val="100000"/>
              </a:lnSpc>
              <a:buNone/>
            </a:pPr>
            <a:r>
              <a:rPr sz="4400" b="1">
                <a:solidFill>
                  <a:srgbClr val="141414"/>
                </a:solidFill>
                <a:latin typeface="Arial"/>
                <a:ea typeface="Arial"/>
                <a:cs typeface="Arial"/>
              </a:rPr>
              <a:t>Demo &amp; Field Stories</a:t>
            </a:r>
            <a:endParaRPr sz="4400"/>
          </a:p>
        </p:txBody>
      </p:sp>
      <p:sp>
        <p:nvSpPr>
          <p:cNvPr id="9" name="Shape 6">
            <a:extLst>
              <a:ext uri="{FF2B5EF4-FFF2-40B4-BE49-F238E27FC236}">
                <a16:creationId xmlns:a16="http://schemas.microsoft.com/office/drawing/2014/main" id="{8B3FFB3C-11ED-4DA9-86E3-E1B7F85194A6}"/>
              </a:ext>
            </a:extLst>
          </p:cNvPr>
          <p:cNvSpPr>
            <a:spLocks noGrp="1"/>
          </p:cNvSpPr>
          <p:nvPr/>
        </p:nvSpPr>
        <p:spPr>
          <a:xfrm>
            <a:off x="508000" y="4800600"/>
            <a:ext cx="1016000" cy="50800"/>
          </a:xfrm>
          <a:prstGeom prst="rect">
            <a:avLst/>
          </a:prstGeom>
          <a:solidFill>
            <a:srgbClr val="DA1884"/>
          </a:solidFill>
        </p:spPr>
        <p:txBody>
          <a:bodyPr/>
          <a:lstStyle/>
          <a:p>
            <a:endParaRPr/>
          </a:p>
        </p:txBody>
      </p:sp>
      <p:sp>
        <p:nvSpPr>
          <p:cNvPr id="10" name="Text 7">
            <a:extLst>
              <a:ext uri="{FF2B5EF4-FFF2-40B4-BE49-F238E27FC236}">
                <a16:creationId xmlns:a16="http://schemas.microsoft.com/office/drawing/2014/main" id="{162AE712-9355-459F-B6E3-BBCE3F7FF1AF}"/>
              </a:ext>
            </a:extLst>
          </p:cNvPr>
          <p:cNvSpPr>
            <a:spLocks noGrp="1"/>
          </p:cNvSpPr>
          <p:nvPr/>
        </p:nvSpPr>
        <p:spPr>
          <a:xfrm>
            <a:off x="508000" y="5029200"/>
            <a:ext cx="5207000" cy="635000"/>
          </a:xfrm>
          <a:prstGeom prst="rect">
            <a:avLst/>
          </a:prstGeom>
          <a:noFill/>
        </p:spPr>
        <p:txBody>
          <a:bodyPr wrap="square" lIns="0" tIns="0" rIns="0" bIns="0" anchor="t"/>
          <a:lstStyle/>
          <a:p>
            <a:pPr marL="0" indent="0" algn="l">
              <a:lnSpc>
                <a:spcPct val="125000"/>
              </a:lnSpc>
              <a:buNone/>
            </a:pPr>
            <a:r>
              <a:rPr sz="1500">
                <a:solidFill>
                  <a:srgbClr val="6B6B6B"/>
                </a:solidFill>
                <a:latin typeface="Arial"/>
                <a:ea typeface="Arial"/>
                <a:cs typeface="Arial"/>
              </a:rPr>
              <a:t>Protocol Studio live, then where the choice mattered for clients.</a:t>
            </a:r>
            <a:endParaRPr sz="1500"/>
          </a:p>
        </p:txBody>
      </p:sp>
      <p:sp>
        <p:nvSpPr>
          <p:cNvPr id="11" name="Shape 8">
            <a:extLst>
              <a:ext uri="{FF2B5EF4-FFF2-40B4-BE49-F238E27FC236}">
                <a16:creationId xmlns:a16="http://schemas.microsoft.com/office/drawing/2014/main" id="{788DB8FF-FC1F-4367-85BC-52D541CE8182}"/>
              </a:ext>
            </a:extLst>
          </p:cNvPr>
          <p:cNvSpPr>
            <a:spLocks noGrp="1"/>
          </p:cNvSpPr>
          <p:nvPr/>
        </p:nvSpPr>
        <p:spPr>
          <a:xfrm>
            <a:off x="6223000" y="2654300"/>
            <a:ext cx="5461000" cy="20574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12" name="Shape 9">
            <a:extLst>
              <a:ext uri="{FF2B5EF4-FFF2-40B4-BE49-F238E27FC236}">
                <a16:creationId xmlns:a16="http://schemas.microsoft.com/office/drawing/2014/main" id="{2473AE0D-F8DD-4DC2-877F-C1239F7C1F9A}"/>
              </a:ext>
            </a:extLst>
          </p:cNvPr>
          <p:cNvSpPr>
            <a:spLocks noGrp="1"/>
          </p:cNvSpPr>
          <p:nvPr/>
        </p:nvSpPr>
        <p:spPr>
          <a:xfrm>
            <a:off x="6223000" y="2654300"/>
            <a:ext cx="5461000" cy="50800"/>
          </a:xfrm>
          <a:prstGeom prst="rect">
            <a:avLst/>
          </a:prstGeom>
          <a:solidFill>
            <a:srgbClr val="DA1884"/>
          </a:solidFill>
        </p:spPr>
        <p:txBody>
          <a:bodyPr/>
          <a:lstStyle/>
          <a:p>
            <a:endParaRPr/>
          </a:p>
        </p:txBody>
      </p:sp>
      <p:sp>
        <p:nvSpPr>
          <p:cNvPr id="13" name="Text 10">
            <a:extLst>
              <a:ext uri="{FF2B5EF4-FFF2-40B4-BE49-F238E27FC236}">
                <a16:creationId xmlns:a16="http://schemas.microsoft.com/office/drawing/2014/main" id="{CC7D36DA-C5A0-4BF3-98C8-52D45A3B9B75}"/>
              </a:ext>
            </a:extLst>
          </p:cNvPr>
          <p:cNvSpPr>
            <a:spLocks noGrp="1"/>
          </p:cNvSpPr>
          <p:nvPr/>
        </p:nvSpPr>
        <p:spPr>
          <a:xfrm>
            <a:off x="6477000" y="2882900"/>
            <a:ext cx="4953000" cy="215900"/>
          </a:xfrm>
          <a:prstGeom prst="rect">
            <a:avLst/>
          </a:prstGeom>
          <a:noFill/>
        </p:spPr>
        <p:txBody>
          <a:bodyPr wrap="square" lIns="0" tIns="0" rIns="0" bIns="0" anchor="t"/>
          <a:lstStyle/>
          <a:p>
            <a:pPr marL="0" indent="0" algn="l">
              <a:lnSpc>
                <a:spcPct val="110000"/>
              </a:lnSpc>
              <a:buNone/>
            </a:pPr>
            <a:r>
              <a:rPr sz="1200" b="1">
                <a:solidFill>
                  <a:srgbClr val="DA1884"/>
                </a:solidFill>
                <a:latin typeface="Arial"/>
                <a:ea typeface="Arial"/>
                <a:cs typeface="Arial"/>
              </a:rPr>
              <a:t>IN THIS SECTION</a:t>
            </a:r>
            <a:endParaRPr sz="1200"/>
          </a:p>
        </p:txBody>
      </p:sp>
      <p:sp>
        <p:nvSpPr>
          <p:cNvPr id="14" name="Text 11">
            <a:extLst>
              <a:ext uri="{FF2B5EF4-FFF2-40B4-BE49-F238E27FC236}">
                <a16:creationId xmlns:a16="http://schemas.microsoft.com/office/drawing/2014/main" id="{92944637-8C7F-45B0-9FA7-32213F3A8220}"/>
              </a:ext>
            </a:extLst>
          </p:cNvPr>
          <p:cNvSpPr>
            <a:spLocks noGrp="1"/>
          </p:cNvSpPr>
          <p:nvPr/>
        </p:nvSpPr>
        <p:spPr>
          <a:xfrm>
            <a:off x="6477000" y="3238500"/>
            <a:ext cx="4953000" cy="406400"/>
          </a:xfrm>
          <a:prstGeom prst="rect">
            <a:avLst/>
          </a:prstGeom>
          <a:noFill/>
        </p:spPr>
        <p:txBody>
          <a:bodyPr wrap="square" lIns="0" tIns="0" rIns="0" bIns="0" anchor="t"/>
          <a:lstStyle/>
          <a:p>
            <a:pPr marL="0" indent="0" algn="l">
              <a:lnSpc>
                <a:spcPct val="115000"/>
              </a:lnSpc>
              <a:buNone/>
            </a:pPr>
            <a:r>
              <a:rPr sz="1300">
                <a:solidFill>
                  <a:srgbClr val="333333"/>
                </a:solidFill>
                <a:latin typeface="Arial"/>
                <a:ea typeface="Arial"/>
                <a:cs typeface="Arial"/>
              </a:rPr>
              <a:t>Live demo: three questions, three protocols</a:t>
            </a:r>
            <a:endParaRPr sz="1300"/>
          </a:p>
        </p:txBody>
      </p:sp>
      <p:sp>
        <p:nvSpPr>
          <p:cNvPr id="15" name="Text 12">
            <a:extLst>
              <a:ext uri="{FF2B5EF4-FFF2-40B4-BE49-F238E27FC236}">
                <a16:creationId xmlns:a16="http://schemas.microsoft.com/office/drawing/2014/main" id="{3902F1EC-AA3B-4C4D-8152-DD1C8BC80302}"/>
              </a:ext>
            </a:extLst>
          </p:cNvPr>
          <p:cNvSpPr>
            <a:spLocks noGrp="1"/>
          </p:cNvSpPr>
          <p:nvPr/>
        </p:nvSpPr>
        <p:spPr>
          <a:xfrm>
            <a:off x="6477000" y="3721100"/>
            <a:ext cx="4953000" cy="406400"/>
          </a:xfrm>
          <a:prstGeom prst="rect">
            <a:avLst/>
          </a:prstGeom>
          <a:noFill/>
        </p:spPr>
        <p:txBody>
          <a:bodyPr wrap="square" lIns="0" tIns="0" rIns="0" bIns="0" anchor="t"/>
          <a:lstStyle/>
          <a:p>
            <a:pPr marL="0" indent="0" algn="l">
              <a:lnSpc>
                <a:spcPct val="115000"/>
              </a:lnSpc>
              <a:buNone/>
            </a:pPr>
            <a:r>
              <a:rPr sz="1300">
                <a:solidFill>
                  <a:srgbClr val="333333"/>
                </a:solidFill>
                <a:latin typeface="Arial"/>
                <a:ea typeface="Arial"/>
                <a:cs typeface="Arial"/>
              </a:rPr>
              <a:t>Port terminal operator: REST and GraphQL</a:t>
            </a:r>
            <a:endParaRPr sz="1300"/>
          </a:p>
        </p:txBody>
      </p:sp>
      <p:sp>
        <p:nvSpPr>
          <p:cNvPr id="16" name="Text 13">
            <a:extLst>
              <a:ext uri="{FF2B5EF4-FFF2-40B4-BE49-F238E27FC236}">
                <a16:creationId xmlns:a16="http://schemas.microsoft.com/office/drawing/2014/main" id="{37CC10C4-13D4-4BE0-B8CF-833DF44DF858}"/>
              </a:ext>
            </a:extLst>
          </p:cNvPr>
          <p:cNvSpPr>
            <a:spLocks noGrp="1"/>
          </p:cNvSpPr>
          <p:nvPr/>
        </p:nvSpPr>
        <p:spPr>
          <a:xfrm>
            <a:off x="6477000" y="4203700"/>
            <a:ext cx="4953000" cy="406400"/>
          </a:xfrm>
          <a:prstGeom prst="rect">
            <a:avLst/>
          </a:prstGeom>
          <a:noFill/>
        </p:spPr>
        <p:txBody>
          <a:bodyPr wrap="square" lIns="0" tIns="0" rIns="0" bIns="0" anchor="t"/>
          <a:lstStyle/>
          <a:p>
            <a:pPr marL="0" indent="0" algn="l">
              <a:lnSpc>
                <a:spcPct val="115000"/>
              </a:lnSpc>
              <a:buNone/>
            </a:pPr>
            <a:r>
              <a:rPr sz="1300" dirty="0">
                <a:solidFill>
                  <a:srgbClr val="333333"/>
                </a:solidFill>
                <a:latin typeface="Arial"/>
                <a:ea typeface="Arial"/>
                <a:cs typeface="Arial"/>
              </a:rPr>
              <a:t>Global retail coffee: gRPC at the edge</a:t>
            </a:r>
            <a:endParaRPr sz="1300" dirty="0"/>
          </a:p>
        </p:txBody>
      </p:sp>
    </p:spTree>
    <p:extLst>
      <p:ext uri="{BB962C8B-B14F-4D97-AF65-F5344CB8AC3E}">
        <p14:creationId xmlns:p14="http://schemas.microsoft.com/office/powerpoint/2010/main" val="795739552"/>
      </p:ext>
    </p:extLst>
  </p:cSld>
  <p:clrMapOvr>
    <a:masterClrMapping/>
  </p:clrMapOvr>
  <p:extLst>
    <p:ext uri="{6950BFC3-D8DA-4A85-94F7-54DA5524770B}">
      <p188:commentRel xmlns:p188="http://schemas.microsoft.com/office/powerpoint/2018/8/main" r:id="rId3"/>
    </p:ext>
  </p:extLs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a:extLst>
              <a:ext uri="{FF2B5EF4-FFF2-40B4-BE49-F238E27FC236}">
                <a16:creationId xmlns:a16="http://schemas.microsoft.com/office/drawing/2014/main" id="{0AE5F1A3-9511-433D-A88B-AEC019E4CA64}"/>
              </a:ext>
            </a:extLst>
          </p:cNvPr>
          <p:cNvPicPr>
            <a:picLocks noChangeAspect="1"/>
          </p:cNvPicPr>
          <p:nvPr/>
        </p:nvPicPr>
        <p:blipFill>
          <a:blip r:embed="rId4"/>
          <a:stretch>
            <a:fillRect/>
          </a:stretch>
        </p:blipFill>
        <p:spPr>
          <a:xfrm>
            <a:off x="508000" y="152400"/>
            <a:ext cx="990600" cy="406400"/>
          </a:xfrm>
          <a:prstGeom prst="rect">
            <a:avLst/>
          </a:prstGeom>
        </p:spPr>
      </p:pic>
      <p:sp>
        <p:nvSpPr>
          <p:cNvPr id="3" name="Text 0">
            <a:extLst>
              <a:ext uri="{FF2B5EF4-FFF2-40B4-BE49-F238E27FC236}">
                <a16:creationId xmlns:a16="http://schemas.microsoft.com/office/drawing/2014/main" id="{898B8EEB-F348-4407-A60D-457E8DFCF57D}"/>
              </a:ext>
            </a:extLst>
          </p:cNvPr>
          <p:cNvSpPr>
            <a:spLocks noGrp="1"/>
          </p:cNvSpPr>
          <p:nvPr/>
        </p:nvSpPr>
        <p:spPr>
          <a:xfrm>
            <a:off x="3556000" y="406400"/>
            <a:ext cx="5080000" cy="190500"/>
          </a:xfrm>
          <a:prstGeom prst="rect">
            <a:avLst/>
          </a:prstGeom>
          <a:noFill/>
        </p:spPr>
        <p:txBody>
          <a:bodyPr wrap="square" lIns="0" tIns="0" rIns="0" bIns="0" anchor="t"/>
          <a:lstStyle/>
          <a:p>
            <a:pPr marL="0" indent="0" algn="ctr">
              <a:lnSpc>
                <a:spcPct val="110000"/>
              </a:lnSpc>
              <a:buNone/>
            </a:pPr>
            <a:r>
              <a:rPr sz="1000" dirty="0">
                <a:solidFill>
                  <a:srgbClr val="6B6B6B"/>
                </a:solidFill>
                <a:latin typeface="Arial"/>
                <a:ea typeface="Arial"/>
                <a:cs typeface="Arial"/>
              </a:rPr>
              <a:t>Protocol Studio  —  REST · GraphQL · gRPC</a:t>
            </a:r>
            <a:endParaRPr sz="1000" dirty="0"/>
          </a:p>
        </p:txBody>
      </p:sp>
      <p:sp>
        <p:nvSpPr>
          <p:cNvPr id="4" name="Text 1">
            <a:extLst>
              <a:ext uri="{FF2B5EF4-FFF2-40B4-BE49-F238E27FC236}">
                <a16:creationId xmlns:a16="http://schemas.microsoft.com/office/drawing/2014/main" id="{10D42B30-5A70-4FFE-90B2-AD27F0D44B1C}"/>
              </a:ext>
            </a:extLst>
          </p:cNvPr>
          <p:cNvSpPr>
            <a:spLocks noGrp="1"/>
          </p:cNvSpPr>
          <p:nvPr/>
        </p:nvSpPr>
        <p:spPr>
          <a:xfrm>
            <a:off x="6350000" y="406400"/>
            <a:ext cx="5334000" cy="190500"/>
          </a:xfrm>
          <a:prstGeom prst="rect">
            <a:avLst/>
          </a:prstGeom>
          <a:noFill/>
        </p:spPr>
        <p:txBody>
          <a:bodyPr wrap="square" lIns="0" tIns="0" rIns="0" bIns="0" anchor="t"/>
          <a:lstStyle/>
          <a:p>
            <a:pPr marL="0" indent="0" algn="r">
              <a:lnSpc>
                <a:spcPct val="110000"/>
              </a:lnSpc>
              <a:buNone/>
            </a:pPr>
            <a:r>
              <a:rPr sz="1000" b="1">
                <a:solidFill>
                  <a:srgbClr val="DA1884"/>
                </a:solidFill>
                <a:latin typeface="Arial"/>
                <a:ea typeface="Arial"/>
                <a:cs typeface="Arial"/>
              </a:rPr>
              <a:t>LIVE DEMO</a:t>
            </a:r>
            <a:endParaRPr sz="1000"/>
          </a:p>
        </p:txBody>
      </p:sp>
      <p:sp>
        <p:nvSpPr>
          <p:cNvPr id="5" name="Text 2">
            <a:extLst>
              <a:ext uri="{FF2B5EF4-FFF2-40B4-BE49-F238E27FC236}">
                <a16:creationId xmlns:a16="http://schemas.microsoft.com/office/drawing/2014/main" id="{147463B8-476D-4AB7-9E74-F3317268F031}"/>
              </a:ext>
            </a:extLst>
          </p:cNvPr>
          <p:cNvSpPr>
            <a:spLocks noGrp="1"/>
          </p:cNvSpPr>
          <p:nvPr/>
        </p:nvSpPr>
        <p:spPr>
          <a:xfrm>
            <a:off x="508000" y="6578600"/>
            <a:ext cx="8890000" cy="177800"/>
          </a:xfrm>
          <a:prstGeom prst="rect">
            <a:avLst/>
          </a:prstGeom>
          <a:noFill/>
        </p:spPr>
        <p:txBody>
          <a:bodyPr wrap="square" lIns="0" tIns="0" rIns="0" bIns="0" anchor="t"/>
          <a:lstStyle/>
          <a:p>
            <a:pPr marL="0" indent="0" algn="l">
              <a:lnSpc>
                <a:spcPct val="110000"/>
              </a:lnSpc>
              <a:buNone/>
            </a:pPr>
            <a:r>
              <a:rPr sz="900">
                <a:solidFill>
                  <a:srgbClr val="9E9E9E"/>
                </a:solidFill>
                <a:latin typeface="Arial"/>
                <a:ea typeface="Arial"/>
                <a:cs typeface="Arial"/>
              </a:rPr>
              <a:t>Insight Proprietary &amp; Confidential.  Do Not Copy or Distribute.  © 2026 Insight.  All Rights Reserved.</a:t>
            </a:r>
            <a:endParaRPr sz="900"/>
          </a:p>
        </p:txBody>
      </p:sp>
      <p:sp>
        <p:nvSpPr>
          <p:cNvPr id="6" name="Text 3">
            <a:extLst>
              <a:ext uri="{FF2B5EF4-FFF2-40B4-BE49-F238E27FC236}">
                <a16:creationId xmlns:a16="http://schemas.microsoft.com/office/drawing/2014/main" id="{2815A659-1EA2-409E-8DEA-61C601F6C49F}"/>
              </a:ext>
            </a:extLst>
          </p:cNvPr>
          <p:cNvSpPr>
            <a:spLocks noGrp="1"/>
          </p:cNvSpPr>
          <p:nvPr/>
        </p:nvSpPr>
        <p:spPr>
          <a:xfrm>
            <a:off x="10922000" y="6578600"/>
            <a:ext cx="762000" cy="177800"/>
          </a:xfrm>
          <a:prstGeom prst="rect">
            <a:avLst/>
          </a:prstGeom>
          <a:noFill/>
        </p:spPr>
        <p:txBody>
          <a:bodyPr wrap="square" lIns="0" tIns="0" rIns="0" bIns="0" anchor="t"/>
          <a:lstStyle/>
          <a:p>
            <a:pPr marL="0" indent="0" algn="r">
              <a:lnSpc>
                <a:spcPct val="110000"/>
              </a:lnSpc>
              <a:buNone/>
            </a:pPr>
            <a:r>
              <a:rPr sz="900">
                <a:solidFill>
                  <a:srgbClr val="9E9E9E"/>
                </a:solidFill>
                <a:latin typeface="Arial"/>
                <a:ea typeface="Arial"/>
                <a:cs typeface="Arial"/>
              </a:rPr>
              <a:t>19</a:t>
            </a:r>
            <a:endParaRPr sz="900"/>
          </a:p>
        </p:txBody>
      </p:sp>
      <p:sp>
        <p:nvSpPr>
          <p:cNvPr id="7" name="Text 4">
            <a:extLst>
              <a:ext uri="{FF2B5EF4-FFF2-40B4-BE49-F238E27FC236}">
                <a16:creationId xmlns:a16="http://schemas.microsoft.com/office/drawing/2014/main" id="{8FBF82B2-B04D-407D-AE7B-2C258EF25CA5}"/>
              </a:ext>
            </a:extLst>
          </p:cNvPr>
          <p:cNvSpPr>
            <a:spLocks noGrp="1"/>
          </p:cNvSpPr>
          <p:nvPr/>
        </p:nvSpPr>
        <p:spPr>
          <a:xfrm>
            <a:off x="508000" y="889000"/>
            <a:ext cx="11176000" cy="215900"/>
          </a:xfrm>
          <a:prstGeom prst="rect">
            <a:avLst/>
          </a:prstGeom>
          <a:noFill/>
        </p:spPr>
        <p:txBody>
          <a:bodyPr wrap="square" lIns="0" tIns="0" rIns="0" bIns="0" anchor="t"/>
          <a:lstStyle/>
          <a:p>
            <a:pPr marL="0" indent="0" algn="l">
              <a:lnSpc>
                <a:spcPct val="110000"/>
              </a:lnSpc>
              <a:buNone/>
            </a:pPr>
            <a:r>
              <a:rPr sz="1200" b="1">
                <a:solidFill>
                  <a:srgbClr val="DA1884"/>
                </a:solidFill>
                <a:latin typeface="Arial"/>
                <a:ea typeface="Arial"/>
                <a:cs typeface="Arial"/>
              </a:rPr>
              <a:t>LIVE DEMO</a:t>
            </a:r>
            <a:endParaRPr sz="1200"/>
          </a:p>
        </p:txBody>
      </p:sp>
      <p:sp>
        <p:nvSpPr>
          <p:cNvPr id="8" name="Text 5">
            <a:extLst>
              <a:ext uri="{FF2B5EF4-FFF2-40B4-BE49-F238E27FC236}">
                <a16:creationId xmlns:a16="http://schemas.microsoft.com/office/drawing/2014/main" id="{264CEC44-61D3-445F-A145-9B27A01E7982}"/>
              </a:ext>
            </a:extLst>
          </p:cNvPr>
          <p:cNvSpPr>
            <a:spLocks noGrp="1"/>
          </p:cNvSpPr>
          <p:nvPr/>
        </p:nvSpPr>
        <p:spPr>
          <a:xfrm>
            <a:off x="508000" y="1130300"/>
            <a:ext cx="11176000" cy="482600"/>
          </a:xfrm>
          <a:prstGeom prst="rect">
            <a:avLst/>
          </a:prstGeom>
          <a:noFill/>
        </p:spPr>
        <p:txBody>
          <a:bodyPr wrap="square" lIns="0" tIns="0" rIns="0" bIns="0" anchor="t"/>
          <a:lstStyle/>
          <a:p>
            <a:pPr marL="0" indent="0" algn="l">
              <a:lnSpc>
                <a:spcPct val="110000"/>
              </a:lnSpc>
              <a:buNone/>
            </a:pPr>
            <a:r>
              <a:rPr sz="3000" b="1">
                <a:solidFill>
                  <a:srgbClr val="141414"/>
                </a:solidFill>
                <a:latin typeface="Arial"/>
                <a:ea typeface="Arial"/>
                <a:cs typeface="Arial"/>
              </a:rPr>
              <a:t>Demo: Let's Get Into the Code</a:t>
            </a:r>
            <a:endParaRPr sz="3000"/>
          </a:p>
        </p:txBody>
      </p:sp>
      <p:sp>
        <p:nvSpPr>
          <p:cNvPr id="9" name="Text 6">
            <a:extLst>
              <a:ext uri="{FF2B5EF4-FFF2-40B4-BE49-F238E27FC236}">
                <a16:creationId xmlns:a16="http://schemas.microsoft.com/office/drawing/2014/main" id="{2D7F2EDD-9F7E-4117-AF05-EA4E21321974}"/>
              </a:ext>
            </a:extLst>
          </p:cNvPr>
          <p:cNvSpPr>
            <a:spLocks noGrp="1"/>
          </p:cNvSpPr>
          <p:nvPr/>
        </p:nvSpPr>
        <p:spPr>
          <a:xfrm>
            <a:off x="508000" y="1663700"/>
            <a:ext cx="11176000" cy="254000"/>
          </a:xfrm>
          <a:prstGeom prst="rect">
            <a:avLst/>
          </a:prstGeom>
          <a:noFill/>
        </p:spPr>
        <p:txBody>
          <a:bodyPr wrap="square" lIns="0" tIns="0" rIns="0" bIns="0" anchor="t"/>
          <a:lstStyle/>
          <a:p>
            <a:pPr marL="0" indent="0" algn="l">
              <a:lnSpc>
                <a:spcPct val="110000"/>
              </a:lnSpc>
              <a:buNone/>
            </a:pPr>
            <a:r>
              <a:rPr sz="1400">
                <a:solidFill>
                  <a:srgbClr val="6B6B6B"/>
                </a:solidFill>
                <a:latin typeface="Arial"/>
                <a:ea typeface="Arial"/>
                <a:cs typeface="Arial"/>
              </a:rPr>
              <a:t>Ask a question, see the protocol and why it fits, then inspect the real request and response.</a:t>
            </a:r>
            <a:endParaRPr sz="1400"/>
          </a:p>
        </p:txBody>
      </p:sp>
      <p:sp>
        <p:nvSpPr>
          <p:cNvPr id="11" name="Shape 7">
            <a:extLst>
              <a:ext uri="{FF2B5EF4-FFF2-40B4-BE49-F238E27FC236}">
                <a16:creationId xmlns:a16="http://schemas.microsoft.com/office/drawing/2014/main" id="{10749DD9-FB88-4E32-9CC9-D3160DB993C6}"/>
              </a:ext>
            </a:extLst>
          </p:cNvPr>
          <p:cNvSpPr>
            <a:spLocks noGrp="1"/>
          </p:cNvSpPr>
          <p:nvPr/>
        </p:nvSpPr>
        <p:spPr>
          <a:xfrm>
            <a:off x="508000" y="2159000"/>
            <a:ext cx="3587750" cy="25400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12" name="Shape 8">
            <a:extLst>
              <a:ext uri="{FF2B5EF4-FFF2-40B4-BE49-F238E27FC236}">
                <a16:creationId xmlns:a16="http://schemas.microsoft.com/office/drawing/2014/main" id="{3FEF5379-B820-4D84-9C2D-C7C38B397771}"/>
              </a:ext>
            </a:extLst>
          </p:cNvPr>
          <p:cNvSpPr>
            <a:spLocks noGrp="1"/>
          </p:cNvSpPr>
          <p:nvPr/>
        </p:nvSpPr>
        <p:spPr>
          <a:xfrm>
            <a:off x="508000" y="2159000"/>
            <a:ext cx="3587750" cy="50800"/>
          </a:xfrm>
          <a:prstGeom prst="rect">
            <a:avLst/>
          </a:prstGeom>
          <a:solidFill>
            <a:srgbClr val="DA1884"/>
          </a:solidFill>
        </p:spPr>
        <p:txBody>
          <a:bodyPr/>
          <a:lstStyle/>
          <a:p>
            <a:endParaRPr/>
          </a:p>
        </p:txBody>
      </p:sp>
      <p:sp>
        <p:nvSpPr>
          <p:cNvPr id="13" name="Text 9">
            <a:extLst>
              <a:ext uri="{FF2B5EF4-FFF2-40B4-BE49-F238E27FC236}">
                <a16:creationId xmlns:a16="http://schemas.microsoft.com/office/drawing/2014/main" id="{48C9D11A-E77C-4C61-847B-CB7D2277350C}"/>
              </a:ext>
            </a:extLst>
          </p:cNvPr>
          <p:cNvSpPr>
            <a:spLocks noGrp="1"/>
          </p:cNvSpPr>
          <p:nvPr/>
        </p:nvSpPr>
        <p:spPr>
          <a:xfrm>
            <a:off x="736600" y="2387600"/>
            <a:ext cx="3130550" cy="2133600"/>
          </a:xfrm>
          <a:prstGeom prst="rect">
            <a:avLst/>
          </a:prstGeom>
          <a:noFill/>
        </p:spPr>
        <p:txBody>
          <a:bodyPr wrap="square" lIns="0" tIns="0" rIns="0" bIns="0" anchor="t"/>
          <a:lstStyle/>
          <a:p>
            <a:pPr marL="0" indent="0">
              <a:lnSpc>
                <a:spcPct val="115000"/>
              </a:lnSpc>
              <a:spcAft>
                <a:spcPts val="800"/>
              </a:spcAft>
              <a:buNone/>
            </a:pPr>
            <a:r>
              <a:rPr sz="1200" b="1">
                <a:solidFill>
                  <a:srgbClr val="DA1884"/>
                </a:solidFill>
                <a:latin typeface="Arial"/>
                <a:ea typeface="Arial"/>
                <a:cs typeface="Arial"/>
              </a:rPr>
              <a:t>REST · SIMPLE LOOKUP</a:t>
            </a:r>
            <a:endParaRPr sz="1200"/>
          </a:p>
          <a:p>
            <a:pPr marL="0" indent="0">
              <a:lnSpc>
                <a:spcPct val="115000"/>
              </a:lnSpc>
              <a:spcAft>
                <a:spcPts val="800"/>
              </a:spcAft>
              <a:buNone/>
            </a:pPr>
            <a:r>
              <a:rPr sz="1500" b="1">
                <a:solidFill>
                  <a:srgbClr val="141414"/>
                </a:solidFill>
                <a:latin typeface="Arial"/>
                <a:ea typeface="Arial"/>
                <a:cs typeface="Arial"/>
              </a:rPr>
              <a:t>“Tell me about the Millennium Falcon.”</a:t>
            </a:r>
            <a:endParaRPr sz="1200"/>
          </a:p>
          <a:p>
            <a:pPr marL="0" indent="0">
              <a:lnSpc>
                <a:spcPct val="115000"/>
              </a:lnSpc>
              <a:buNone/>
            </a:pPr>
            <a:r>
              <a:rPr sz="1200">
                <a:solidFill>
                  <a:srgbClr val="333333"/>
                </a:solidFill>
                <a:latin typeface="Arial"/>
                <a:ea typeface="Arial"/>
                <a:cs typeface="Arial"/>
              </a:rPr>
              <a:t>Routes to GET /api/catalog/starships/ship:5 and returns a cacheable JSON body.</a:t>
            </a:r>
            <a:endParaRPr sz="1200"/>
          </a:p>
        </p:txBody>
      </p:sp>
      <p:sp>
        <p:nvSpPr>
          <p:cNvPr id="14" name="Shape 10">
            <a:extLst>
              <a:ext uri="{FF2B5EF4-FFF2-40B4-BE49-F238E27FC236}">
                <a16:creationId xmlns:a16="http://schemas.microsoft.com/office/drawing/2014/main" id="{A6914ED6-C2DB-482F-97B1-4B0021D53761}"/>
              </a:ext>
            </a:extLst>
          </p:cNvPr>
          <p:cNvSpPr>
            <a:spLocks noGrp="1"/>
          </p:cNvSpPr>
          <p:nvPr/>
        </p:nvSpPr>
        <p:spPr>
          <a:xfrm>
            <a:off x="4298950" y="2159000"/>
            <a:ext cx="3587750" cy="25400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15" name="Shape 11">
            <a:extLst>
              <a:ext uri="{FF2B5EF4-FFF2-40B4-BE49-F238E27FC236}">
                <a16:creationId xmlns:a16="http://schemas.microsoft.com/office/drawing/2014/main" id="{C2684F43-5210-4048-A227-EB5770FBEBAC}"/>
              </a:ext>
            </a:extLst>
          </p:cNvPr>
          <p:cNvSpPr>
            <a:spLocks noGrp="1"/>
          </p:cNvSpPr>
          <p:nvPr/>
        </p:nvSpPr>
        <p:spPr>
          <a:xfrm>
            <a:off x="4298950" y="2159000"/>
            <a:ext cx="3587750" cy="50800"/>
          </a:xfrm>
          <a:prstGeom prst="rect">
            <a:avLst/>
          </a:prstGeom>
          <a:solidFill>
            <a:srgbClr val="DA1884"/>
          </a:solidFill>
        </p:spPr>
        <p:txBody>
          <a:bodyPr/>
          <a:lstStyle/>
          <a:p>
            <a:endParaRPr/>
          </a:p>
        </p:txBody>
      </p:sp>
      <p:sp>
        <p:nvSpPr>
          <p:cNvPr id="16" name="Text 12">
            <a:extLst>
              <a:ext uri="{FF2B5EF4-FFF2-40B4-BE49-F238E27FC236}">
                <a16:creationId xmlns:a16="http://schemas.microsoft.com/office/drawing/2014/main" id="{BBE30D59-2134-4480-86C0-4040FCAE421B}"/>
              </a:ext>
            </a:extLst>
          </p:cNvPr>
          <p:cNvSpPr>
            <a:spLocks noGrp="1"/>
          </p:cNvSpPr>
          <p:nvPr/>
        </p:nvSpPr>
        <p:spPr>
          <a:xfrm>
            <a:off x="4527550" y="2387600"/>
            <a:ext cx="3130550" cy="2133600"/>
          </a:xfrm>
          <a:prstGeom prst="rect">
            <a:avLst/>
          </a:prstGeom>
          <a:noFill/>
        </p:spPr>
        <p:txBody>
          <a:bodyPr wrap="square" lIns="0" tIns="0" rIns="0" bIns="0" anchor="t"/>
          <a:lstStyle/>
          <a:p>
            <a:pPr marL="0" indent="0">
              <a:lnSpc>
                <a:spcPct val="115000"/>
              </a:lnSpc>
              <a:spcAft>
                <a:spcPts val="800"/>
              </a:spcAft>
              <a:buNone/>
            </a:pPr>
            <a:r>
              <a:rPr sz="1200" b="1">
                <a:solidFill>
                  <a:srgbClr val="DA1884"/>
                </a:solidFill>
                <a:latin typeface="Arial"/>
                <a:ea typeface="Arial"/>
                <a:cs typeface="Arial"/>
              </a:rPr>
              <a:t>GRAPHQL · RELATIONSHIPS</a:t>
            </a:r>
            <a:endParaRPr sz="1200"/>
          </a:p>
          <a:p>
            <a:pPr marL="0" indent="0">
              <a:lnSpc>
                <a:spcPct val="115000"/>
              </a:lnSpc>
              <a:spcAft>
                <a:spcPts val="800"/>
              </a:spcAft>
              <a:buNone/>
            </a:pPr>
            <a:r>
              <a:rPr sz="1500" b="1">
                <a:solidFill>
                  <a:srgbClr val="141414"/>
                </a:solidFill>
                <a:latin typeface="Arial"/>
                <a:ea typeface="Arial"/>
                <a:cs typeface="Arial"/>
              </a:rPr>
              <a:t>“Which starships appear in A New Hope, and who is in its cast?”</a:t>
            </a:r>
            <a:endParaRPr sz="1200"/>
          </a:p>
          <a:p>
            <a:pPr marL="0" indent="0">
              <a:lnSpc>
                <a:spcPct val="115000"/>
              </a:lnSpc>
              <a:buNone/>
            </a:pPr>
            <a:r>
              <a:rPr sz="1200">
                <a:solidFill>
                  <a:srgbClr val="333333"/>
                </a:solidFill>
                <a:latin typeface="Arial"/>
                <a:ea typeface="Arial"/>
                <a:cs typeface="Arial"/>
              </a:rPr>
              <a:t>FilmShipsCast returns ship names and the film’s character cast.</a:t>
            </a:r>
            <a:endParaRPr sz="1200"/>
          </a:p>
        </p:txBody>
      </p:sp>
      <p:sp>
        <p:nvSpPr>
          <p:cNvPr id="17" name="Shape 13">
            <a:extLst>
              <a:ext uri="{FF2B5EF4-FFF2-40B4-BE49-F238E27FC236}">
                <a16:creationId xmlns:a16="http://schemas.microsoft.com/office/drawing/2014/main" id="{8347EEE1-46C5-4A61-990E-76F790EB1BA7}"/>
              </a:ext>
            </a:extLst>
          </p:cNvPr>
          <p:cNvSpPr>
            <a:spLocks noGrp="1"/>
          </p:cNvSpPr>
          <p:nvPr/>
        </p:nvSpPr>
        <p:spPr>
          <a:xfrm>
            <a:off x="8089900" y="2159000"/>
            <a:ext cx="3587750" cy="25400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18" name="Shape 14">
            <a:extLst>
              <a:ext uri="{FF2B5EF4-FFF2-40B4-BE49-F238E27FC236}">
                <a16:creationId xmlns:a16="http://schemas.microsoft.com/office/drawing/2014/main" id="{68686AB8-0A9A-4794-9A1B-CD552D746C5C}"/>
              </a:ext>
            </a:extLst>
          </p:cNvPr>
          <p:cNvSpPr>
            <a:spLocks noGrp="1"/>
          </p:cNvSpPr>
          <p:nvPr/>
        </p:nvSpPr>
        <p:spPr>
          <a:xfrm>
            <a:off x="8089900" y="2159000"/>
            <a:ext cx="3587750" cy="50800"/>
          </a:xfrm>
          <a:prstGeom prst="rect">
            <a:avLst/>
          </a:prstGeom>
          <a:solidFill>
            <a:srgbClr val="DA1884"/>
          </a:solidFill>
        </p:spPr>
        <p:txBody>
          <a:bodyPr/>
          <a:lstStyle/>
          <a:p>
            <a:endParaRPr/>
          </a:p>
        </p:txBody>
      </p:sp>
      <p:sp>
        <p:nvSpPr>
          <p:cNvPr id="19" name="Text 15">
            <a:extLst>
              <a:ext uri="{FF2B5EF4-FFF2-40B4-BE49-F238E27FC236}">
                <a16:creationId xmlns:a16="http://schemas.microsoft.com/office/drawing/2014/main" id="{6D16009E-5D46-46E8-83E8-1A08067772B5}"/>
              </a:ext>
            </a:extLst>
          </p:cNvPr>
          <p:cNvSpPr>
            <a:spLocks noGrp="1"/>
          </p:cNvSpPr>
          <p:nvPr/>
        </p:nvSpPr>
        <p:spPr>
          <a:xfrm>
            <a:off x="8318500" y="2387600"/>
            <a:ext cx="3130550" cy="2133600"/>
          </a:xfrm>
          <a:prstGeom prst="rect">
            <a:avLst/>
          </a:prstGeom>
          <a:noFill/>
        </p:spPr>
        <p:txBody>
          <a:bodyPr wrap="square" lIns="0" tIns="0" rIns="0" bIns="0" anchor="t"/>
          <a:lstStyle/>
          <a:p>
            <a:pPr marL="0" indent="0">
              <a:lnSpc>
                <a:spcPct val="115000"/>
              </a:lnSpc>
              <a:spcAft>
                <a:spcPts val="800"/>
              </a:spcAft>
              <a:buNone/>
            </a:pPr>
            <a:r>
              <a:rPr sz="1200" b="1" dirty="0">
                <a:solidFill>
                  <a:srgbClr val="DA1884"/>
                </a:solidFill>
                <a:latin typeface="Arial"/>
                <a:ea typeface="Arial"/>
                <a:cs typeface="Arial"/>
              </a:rPr>
              <a:t>GRPC · STREAMING</a:t>
            </a:r>
            <a:endParaRPr sz="1200" dirty="0"/>
          </a:p>
          <a:p>
            <a:pPr marL="0" indent="0">
              <a:lnSpc>
                <a:spcPct val="115000"/>
              </a:lnSpc>
              <a:spcAft>
                <a:spcPts val="800"/>
              </a:spcAft>
              <a:buNone/>
            </a:pPr>
            <a:r>
              <a:rPr sz="1500" b="1" dirty="0">
                <a:solidFill>
                  <a:srgbClr val="141414"/>
                </a:solidFill>
                <a:latin typeface="Arial"/>
                <a:ea typeface="Arial"/>
                <a:cs typeface="Arial"/>
              </a:rPr>
              <a:t>“Track the Millennium Falcon.”</a:t>
            </a:r>
            <a:endParaRPr sz="1200" dirty="0"/>
          </a:p>
          <a:p>
            <a:pPr marL="0" indent="0">
              <a:lnSpc>
                <a:spcPct val="115000"/>
              </a:lnSpc>
              <a:buNone/>
            </a:pPr>
            <a:r>
              <a:rPr sz="1200" dirty="0">
                <a:solidFill>
                  <a:srgbClr val="333333"/>
                </a:solidFill>
                <a:latin typeface="Arial"/>
                <a:ea typeface="Arial"/>
                <a:cs typeface="Arial"/>
              </a:rPr>
              <a:t>One Watch subscription streams a 40-second simulated flight into an updating chat card.</a:t>
            </a:r>
            <a:endParaRPr sz="1200" dirty="0"/>
          </a:p>
        </p:txBody>
      </p:sp>
      <p:sp>
        <p:nvSpPr>
          <p:cNvPr id="20" name="Shape 16">
            <a:extLst>
              <a:ext uri="{FF2B5EF4-FFF2-40B4-BE49-F238E27FC236}">
                <a16:creationId xmlns:a16="http://schemas.microsoft.com/office/drawing/2014/main" id="{4C6FA401-4D21-4D52-8897-90C5FB8916F5}"/>
              </a:ext>
            </a:extLst>
          </p:cNvPr>
          <p:cNvSpPr>
            <a:spLocks noGrp="1"/>
          </p:cNvSpPr>
          <p:nvPr/>
        </p:nvSpPr>
        <p:spPr>
          <a:xfrm>
            <a:off x="508000" y="4927600"/>
            <a:ext cx="5486400" cy="1168400"/>
          </a:xfrm>
          <a:prstGeom prst="rect">
            <a:avLst/>
          </a:prstGeom>
          <a:solidFill>
            <a:srgbClr val="1B1B1F"/>
          </a:solidFill>
          <a:effectLst>
            <a:outerShdw blurRad="50800" dist="25400" dir="5400000" algn="bl" rotWithShape="0">
              <a:srgbClr val="000000">
                <a:alpha val="18000"/>
              </a:srgbClr>
            </a:outerShdw>
          </a:effectLst>
        </p:spPr>
        <p:txBody>
          <a:bodyPr/>
          <a:lstStyle/>
          <a:p>
            <a:endParaRPr/>
          </a:p>
        </p:txBody>
      </p:sp>
      <p:sp>
        <p:nvSpPr>
          <p:cNvPr id="21" name="Shape 17">
            <a:extLst>
              <a:ext uri="{FF2B5EF4-FFF2-40B4-BE49-F238E27FC236}">
                <a16:creationId xmlns:a16="http://schemas.microsoft.com/office/drawing/2014/main" id="{3C876CED-FDD0-4490-9F43-FDF11B580AA9}"/>
              </a:ext>
            </a:extLst>
          </p:cNvPr>
          <p:cNvSpPr>
            <a:spLocks noGrp="1"/>
          </p:cNvSpPr>
          <p:nvPr/>
        </p:nvSpPr>
        <p:spPr>
          <a:xfrm>
            <a:off x="508000" y="4927600"/>
            <a:ext cx="5486400" cy="355600"/>
          </a:xfrm>
          <a:prstGeom prst="rect">
            <a:avLst/>
          </a:prstGeom>
          <a:solidFill>
            <a:srgbClr val="DA1884"/>
          </a:solidFill>
        </p:spPr>
        <p:txBody>
          <a:bodyPr/>
          <a:lstStyle/>
          <a:p>
            <a:endParaRPr/>
          </a:p>
        </p:txBody>
      </p:sp>
      <p:sp>
        <p:nvSpPr>
          <p:cNvPr id="22" name="Text 18">
            <a:extLst>
              <a:ext uri="{FF2B5EF4-FFF2-40B4-BE49-F238E27FC236}">
                <a16:creationId xmlns:a16="http://schemas.microsoft.com/office/drawing/2014/main" id="{8E2ACC18-9C87-43C3-BE16-6E8588C91920}"/>
              </a:ext>
            </a:extLst>
          </p:cNvPr>
          <p:cNvSpPr>
            <a:spLocks noGrp="1"/>
          </p:cNvSpPr>
          <p:nvPr/>
        </p:nvSpPr>
        <p:spPr>
          <a:xfrm>
            <a:off x="711200" y="4927600"/>
            <a:ext cx="5080000" cy="355600"/>
          </a:xfrm>
          <a:prstGeom prst="rect">
            <a:avLst/>
          </a:prstGeom>
          <a:noFill/>
        </p:spPr>
        <p:txBody>
          <a:bodyPr wrap="square" lIns="0" tIns="0" rIns="0" bIns="0" anchor="ctr"/>
          <a:lstStyle/>
          <a:p>
            <a:pPr marL="0" indent="0" algn="l">
              <a:lnSpc>
                <a:spcPct val="110000"/>
              </a:lnSpc>
              <a:buNone/>
            </a:pPr>
            <a:r>
              <a:rPr sz="1200" b="1">
                <a:solidFill>
                  <a:srgbClr val="FFFFFF"/>
                </a:solidFill>
                <a:latin typeface="Arial"/>
                <a:ea typeface="Arial"/>
                <a:cs typeface="Arial"/>
              </a:rPr>
              <a:t>RUN IT</a:t>
            </a:r>
            <a:endParaRPr sz="1200"/>
          </a:p>
        </p:txBody>
      </p:sp>
      <p:sp>
        <p:nvSpPr>
          <p:cNvPr id="23" name="Text 19">
            <a:extLst>
              <a:ext uri="{FF2B5EF4-FFF2-40B4-BE49-F238E27FC236}">
                <a16:creationId xmlns:a16="http://schemas.microsoft.com/office/drawing/2014/main" id="{CD9B6A3B-1FDE-4785-A362-59F08B430C2F}"/>
              </a:ext>
            </a:extLst>
          </p:cNvPr>
          <p:cNvSpPr>
            <a:spLocks noGrp="1"/>
          </p:cNvSpPr>
          <p:nvPr/>
        </p:nvSpPr>
        <p:spPr>
          <a:xfrm>
            <a:off x="711200" y="5435600"/>
            <a:ext cx="5080000" cy="508000"/>
          </a:xfrm>
          <a:prstGeom prst="rect">
            <a:avLst/>
          </a:prstGeom>
          <a:noFill/>
        </p:spPr>
        <p:txBody>
          <a:bodyPr wrap="square" lIns="0" tIns="0" rIns="0" bIns="0" anchor="t"/>
          <a:lstStyle/>
          <a:p>
            <a:pPr marL="0" indent="0">
              <a:lnSpc>
                <a:spcPct val="120000"/>
              </a:lnSpc>
              <a:buNone/>
            </a:pPr>
            <a:r>
              <a:rPr sz="1200">
                <a:solidFill>
                  <a:srgbClr val="EDEDED"/>
                </a:solidFill>
                <a:latin typeface="Consolas"/>
                <a:ea typeface="Consolas"/>
                <a:cs typeface="Consolas"/>
              </a:rPr>
              <a:t>docker compose up --build -d</a:t>
            </a:r>
            <a:endParaRPr sz="1200"/>
          </a:p>
          <a:p>
            <a:pPr marL="0" indent="0">
              <a:lnSpc>
                <a:spcPct val="120000"/>
              </a:lnSpc>
              <a:buNone/>
            </a:pPr>
            <a:r>
              <a:rPr sz="1200">
                <a:solidFill>
                  <a:srgbClr val="EDEDED"/>
                </a:solidFill>
                <a:latin typeface="Consolas"/>
                <a:ea typeface="Consolas"/>
                <a:cs typeface="Consolas"/>
              </a:rPr>
              <a:t>open http://localhost:3000</a:t>
            </a:r>
            <a:endParaRPr sz="1200"/>
          </a:p>
        </p:txBody>
      </p:sp>
      <p:sp>
        <p:nvSpPr>
          <p:cNvPr id="24" name="Text 20">
            <a:extLst>
              <a:ext uri="{FF2B5EF4-FFF2-40B4-BE49-F238E27FC236}">
                <a16:creationId xmlns:a16="http://schemas.microsoft.com/office/drawing/2014/main" id="{8DBBE1FF-B8F8-499D-AD9B-0268F8CAE953}"/>
              </a:ext>
            </a:extLst>
          </p:cNvPr>
          <p:cNvSpPr>
            <a:spLocks noGrp="1"/>
          </p:cNvSpPr>
          <p:nvPr/>
        </p:nvSpPr>
        <p:spPr>
          <a:xfrm>
            <a:off x="6400800" y="4953000"/>
            <a:ext cx="5283200" cy="215900"/>
          </a:xfrm>
          <a:prstGeom prst="rect">
            <a:avLst/>
          </a:prstGeom>
          <a:noFill/>
        </p:spPr>
        <p:txBody>
          <a:bodyPr wrap="square" lIns="0" tIns="0" rIns="0" bIns="0" anchor="t"/>
          <a:lstStyle/>
          <a:p>
            <a:pPr marL="0" indent="0" algn="l">
              <a:lnSpc>
                <a:spcPct val="110000"/>
              </a:lnSpc>
              <a:buNone/>
            </a:pPr>
            <a:r>
              <a:rPr sz="1200" b="1">
                <a:solidFill>
                  <a:srgbClr val="DA1884"/>
                </a:solidFill>
                <a:latin typeface="Arial"/>
                <a:ea typeface="Arial"/>
                <a:cs typeface="Arial"/>
              </a:rPr>
              <a:t>BUILT WITH</a:t>
            </a:r>
            <a:endParaRPr sz="1200"/>
          </a:p>
        </p:txBody>
      </p:sp>
      <p:sp>
        <p:nvSpPr>
          <p:cNvPr id="25" name="Text 21">
            <a:extLst>
              <a:ext uri="{FF2B5EF4-FFF2-40B4-BE49-F238E27FC236}">
                <a16:creationId xmlns:a16="http://schemas.microsoft.com/office/drawing/2014/main" id="{696A03C9-81D4-4717-9766-455214C2A1DF}"/>
              </a:ext>
            </a:extLst>
          </p:cNvPr>
          <p:cNvSpPr>
            <a:spLocks noGrp="1"/>
          </p:cNvSpPr>
          <p:nvPr/>
        </p:nvSpPr>
        <p:spPr>
          <a:xfrm>
            <a:off x="6400800" y="5232400"/>
            <a:ext cx="5283200" cy="825500"/>
          </a:xfrm>
          <a:prstGeom prst="rect">
            <a:avLst/>
          </a:prstGeom>
          <a:noFill/>
        </p:spPr>
        <p:txBody>
          <a:bodyPr wrap="square" lIns="0" tIns="0" rIns="0" bIns="0" anchor="t"/>
          <a:lstStyle/>
          <a:p>
            <a:pPr marL="0" indent="0" algn="l">
              <a:lnSpc>
                <a:spcPct val="130000"/>
              </a:lnSpc>
              <a:buNone/>
            </a:pPr>
            <a:r>
              <a:rPr sz="1200" dirty="0">
                <a:solidFill>
                  <a:srgbClr val="333333"/>
                </a:solidFill>
                <a:latin typeface="Arial"/>
                <a:ea typeface="Arial"/>
                <a:cs typeface="Arial"/>
              </a:rPr>
              <a:t>React 19 · TypeScript · assistant-</a:t>
            </a:r>
            <a:r>
              <a:rPr sz="1200" dirty="0" err="1">
                <a:solidFill>
                  <a:srgbClr val="333333"/>
                </a:solidFill>
                <a:latin typeface="Arial"/>
                <a:ea typeface="Arial"/>
                <a:cs typeface="Arial"/>
              </a:rPr>
              <a:t>ui</a:t>
            </a:r>
            <a:r>
              <a:rPr sz="1200" dirty="0">
                <a:solidFill>
                  <a:srgbClr val="333333"/>
                </a:solidFill>
                <a:latin typeface="Arial"/>
                <a:ea typeface="Arial"/>
                <a:cs typeface="Arial"/>
              </a:rPr>
              <a:t> · </a:t>
            </a:r>
            <a:r>
              <a:rPr sz="1200" dirty="0" err="1">
                <a:solidFill>
                  <a:srgbClr val="333333"/>
                </a:solidFill>
                <a:latin typeface="Arial"/>
                <a:ea typeface="Arial"/>
                <a:cs typeface="Arial"/>
              </a:rPr>
              <a:t>Zustand</a:t>
            </a:r>
            <a:r>
              <a:rPr sz="1200" dirty="0">
                <a:solidFill>
                  <a:srgbClr val="333333"/>
                </a:solidFill>
                <a:latin typeface="Arial"/>
                <a:ea typeface="Arial"/>
                <a:cs typeface="Arial"/>
              </a:rPr>
              <a:t> · Tailwind v4</a:t>
            </a:r>
            <a:endParaRPr sz="1200" dirty="0"/>
          </a:p>
          <a:p>
            <a:pPr marL="0" indent="0" algn="l">
              <a:lnSpc>
                <a:spcPct val="130000"/>
              </a:lnSpc>
              <a:buNone/>
            </a:pPr>
            <a:r>
              <a:rPr sz="1200" dirty="0">
                <a:solidFill>
                  <a:srgbClr val="333333"/>
                </a:solidFill>
                <a:latin typeface="Arial"/>
                <a:ea typeface="Arial"/>
                <a:cs typeface="Arial"/>
              </a:rPr>
              <a:t>Java 25 · Spring Boot 4.1 · Spring for GraphQL · </a:t>
            </a:r>
            <a:r>
              <a:rPr lang="en-US" sz="1200" dirty="0">
                <a:solidFill>
                  <a:srgbClr val="333333"/>
                </a:solidFill>
                <a:latin typeface="Arial"/>
                <a:ea typeface="Arial"/>
                <a:cs typeface="Arial"/>
              </a:rPr>
              <a:t>Spring for gRPC</a:t>
            </a:r>
            <a:endParaRPr sz="1200" dirty="0"/>
          </a:p>
          <a:p>
            <a:pPr marL="0" indent="0" algn="l">
              <a:lnSpc>
                <a:spcPct val="130000"/>
              </a:lnSpc>
              <a:buNone/>
            </a:pPr>
            <a:r>
              <a:rPr sz="1200" dirty="0" err="1">
                <a:solidFill>
                  <a:srgbClr val="333333"/>
                </a:solidFill>
                <a:latin typeface="Arial"/>
                <a:ea typeface="Arial"/>
                <a:cs typeface="Arial"/>
              </a:rPr>
              <a:t>Ollama</a:t>
            </a:r>
            <a:r>
              <a:rPr sz="1200" dirty="0">
                <a:solidFill>
                  <a:srgbClr val="333333"/>
                </a:solidFill>
                <a:latin typeface="Arial"/>
                <a:ea typeface="Arial"/>
                <a:cs typeface="Arial"/>
              </a:rPr>
              <a:t> (local) · </a:t>
            </a:r>
            <a:r>
              <a:rPr sz="1200" dirty="0" err="1">
                <a:solidFill>
                  <a:srgbClr val="333333"/>
                </a:solidFill>
                <a:latin typeface="Arial"/>
                <a:ea typeface="Arial"/>
                <a:cs typeface="Arial"/>
              </a:rPr>
              <a:t>Jev</a:t>
            </a:r>
            <a:r>
              <a:rPr sz="1200" dirty="0">
                <a:solidFill>
                  <a:srgbClr val="333333"/>
                </a:solidFill>
                <a:latin typeface="Arial"/>
                <a:ea typeface="Arial"/>
                <a:cs typeface="Arial"/>
              </a:rPr>
              <a:t> (optional, hosted)</a:t>
            </a:r>
            <a:endParaRPr sz="1200" dirty="0"/>
          </a:p>
        </p:txBody>
      </p:sp>
    </p:spTree>
    <p:extLst>
      <p:ext uri="{BB962C8B-B14F-4D97-AF65-F5344CB8AC3E}">
        <p14:creationId xmlns:p14="http://schemas.microsoft.com/office/powerpoint/2010/main" val="851204439"/>
      </p:ext>
    </p:extLst>
  </p:cSld>
  <p:clrMapOvr>
    <a:masterClrMapping/>
  </p:clrMapOvr>
  <p:extLst>
    <p:ext uri="{6950BFC3-D8DA-4A85-94F7-54DA5524770B}">
      <p188:commentRel xmlns:p188="http://schemas.microsoft.com/office/powerpoint/2018/8/main" r:id="rId3"/>
    </p:ext>
  </p:extLst>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4"/>
          <a:stretch>
            <a:fillRect/>
          </a:stretch>
        </p:blipFill>
        <p:spPr>
          <a:xfrm>
            <a:off x="508000" y="152400"/>
            <a:ext cx="990600" cy="406400"/>
          </a:xfrm>
          <a:prstGeom prst="rect">
            <a:avLst/>
          </a:prstGeom>
        </p:spPr>
      </p:pic>
      <p:sp>
        <p:nvSpPr>
          <p:cNvPr id="3" name="TextBox 2"/>
          <p:cNvSpPr txBox="1"/>
          <p:nvPr/>
        </p:nvSpPr>
        <p:spPr>
          <a:xfrm>
            <a:off x="3556000" y="406400"/>
            <a:ext cx="5080000" cy="190500"/>
          </a:xfrm>
          <a:prstGeom prst="rect">
            <a:avLst/>
          </a:prstGeom>
          <a:noFill/>
        </p:spPr>
        <p:txBody>
          <a:bodyPr wrap="square" lIns="0" tIns="0" rIns="0" bIns="0" anchor="t"/>
          <a:lstStyle/>
          <a:p>
            <a:pPr algn="ctr">
              <a:lnSpc>
                <a:spcPct val="112000"/>
              </a:lnSpc>
            </a:pPr>
            <a:r>
              <a:rPr sz="1000" b="0" i="0">
                <a:solidFill>
                  <a:srgbClr val="6B6B6B"/>
                </a:solidFill>
                <a:latin typeface="Arial"/>
              </a:rPr>
              <a:t>Protocol Studio  —  REST · GraphQL · gRPC</a:t>
            </a:r>
          </a:p>
        </p:txBody>
      </p:sp>
      <p:sp>
        <p:nvSpPr>
          <p:cNvPr id="4" name="TextBox 3"/>
          <p:cNvSpPr txBox="1"/>
          <p:nvPr/>
        </p:nvSpPr>
        <p:spPr>
          <a:xfrm>
            <a:off x="6350000" y="406400"/>
            <a:ext cx="5334000" cy="190500"/>
          </a:xfrm>
          <a:prstGeom prst="rect">
            <a:avLst/>
          </a:prstGeom>
          <a:noFill/>
        </p:spPr>
        <p:txBody>
          <a:bodyPr wrap="square" lIns="0" tIns="0" rIns="0" bIns="0" anchor="t"/>
          <a:lstStyle/>
          <a:p>
            <a:pPr algn="r">
              <a:lnSpc>
                <a:spcPct val="112000"/>
              </a:lnSpc>
            </a:pPr>
            <a:r>
              <a:rPr sz="1000" b="1" i="0">
                <a:solidFill>
                  <a:srgbClr val="DA1884"/>
                </a:solidFill>
                <a:latin typeface="Arial"/>
              </a:rPr>
              <a:t>CLIENT STORIES</a:t>
            </a:r>
          </a:p>
        </p:txBody>
      </p:sp>
      <p:sp>
        <p:nvSpPr>
          <p:cNvPr id="5" name="TextBox 4"/>
          <p:cNvSpPr txBox="1"/>
          <p:nvPr/>
        </p:nvSpPr>
        <p:spPr>
          <a:xfrm>
            <a:off x="508000" y="6578600"/>
            <a:ext cx="8890000" cy="177800"/>
          </a:xfrm>
          <a:prstGeom prst="rect">
            <a:avLst/>
          </a:prstGeom>
          <a:noFill/>
        </p:spPr>
        <p:txBody>
          <a:bodyPr wrap="square" lIns="0" tIns="0" rIns="0" bIns="0" anchor="t"/>
          <a:lstStyle/>
          <a:p>
            <a:pPr algn="l">
              <a:lnSpc>
                <a:spcPct val="112000"/>
              </a:lnSpc>
            </a:pPr>
            <a:r>
              <a:rPr sz="900" b="0" i="0">
                <a:solidFill>
                  <a:srgbClr val="9E9E9E"/>
                </a:solidFill>
                <a:latin typeface="Arial"/>
              </a:rPr>
              <a:t>Insight Proprietary &amp; Confidential.  Do Not Copy or Distribute.  © 2026 Insight.  All Rights Reserved.</a:t>
            </a:r>
          </a:p>
        </p:txBody>
      </p:sp>
      <p:sp>
        <p:nvSpPr>
          <p:cNvPr id="6" name="TextBox 5"/>
          <p:cNvSpPr txBox="1"/>
          <p:nvPr/>
        </p:nvSpPr>
        <p:spPr>
          <a:xfrm>
            <a:off x="10922000" y="6578600"/>
            <a:ext cx="762000" cy="177800"/>
          </a:xfrm>
          <a:prstGeom prst="rect">
            <a:avLst/>
          </a:prstGeom>
          <a:noFill/>
        </p:spPr>
        <p:txBody>
          <a:bodyPr wrap="square" lIns="0" tIns="0" rIns="0" bIns="0" anchor="t"/>
          <a:lstStyle/>
          <a:p>
            <a:pPr algn="r">
              <a:lnSpc>
                <a:spcPct val="112000"/>
              </a:lnSpc>
            </a:pPr>
            <a:r>
              <a:rPr sz="900" b="0" i="0">
                <a:solidFill>
                  <a:srgbClr val="9E9E9E"/>
                </a:solidFill>
                <a:latin typeface="Arial"/>
              </a:rPr>
              <a:t>20</a:t>
            </a:r>
          </a:p>
        </p:txBody>
      </p:sp>
      <p:sp>
        <p:nvSpPr>
          <p:cNvPr id="7" name="TextBox 6"/>
          <p:cNvSpPr txBox="1"/>
          <p:nvPr/>
        </p:nvSpPr>
        <p:spPr>
          <a:xfrm>
            <a:off x="508000" y="889000"/>
            <a:ext cx="11176000" cy="215900"/>
          </a:xfrm>
          <a:prstGeom prst="rect">
            <a:avLst/>
          </a:prstGeom>
          <a:noFill/>
        </p:spPr>
        <p:txBody>
          <a:bodyPr wrap="square" lIns="0" tIns="0" rIns="0" bIns="0" anchor="t"/>
          <a:lstStyle/>
          <a:p>
            <a:pPr algn="l">
              <a:lnSpc>
                <a:spcPct val="112000"/>
              </a:lnSpc>
            </a:pPr>
            <a:r>
              <a:rPr sz="1200" b="1" i="0">
                <a:solidFill>
                  <a:srgbClr val="DA1884"/>
                </a:solidFill>
                <a:latin typeface="Arial"/>
              </a:rPr>
              <a:t>CLIENT STORY · LOGISTICS</a:t>
            </a:r>
          </a:p>
        </p:txBody>
      </p:sp>
      <p:sp>
        <p:nvSpPr>
          <p:cNvPr id="8" name="TextBox 7"/>
          <p:cNvSpPr txBox="1"/>
          <p:nvPr/>
        </p:nvSpPr>
        <p:spPr>
          <a:xfrm>
            <a:off x="508000" y="1130300"/>
            <a:ext cx="11176000" cy="482600"/>
          </a:xfrm>
          <a:prstGeom prst="rect">
            <a:avLst/>
          </a:prstGeom>
          <a:noFill/>
        </p:spPr>
        <p:txBody>
          <a:bodyPr wrap="square" lIns="0" tIns="0" rIns="0" bIns="0" anchor="t"/>
          <a:lstStyle/>
          <a:p>
            <a:pPr algn="l">
              <a:lnSpc>
                <a:spcPct val="112000"/>
              </a:lnSpc>
            </a:pPr>
            <a:r>
              <a:rPr sz="3000" b="1" i="0">
                <a:solidFill>
                  <a:srgbClr val="141414"/>
                </a:solidFill>
                <a:latin typeface="Arial"/>
              </a:rPr>
              <a:t>Port Terminal Operator</a:t>
            </a:r>
          </a:p>
        </p:txBody>
      </p:sp>
      <p:sp>
        <p:nvSpPr>
          <p:cNvPr id="9" name="TextBox 8"/>
          <p:cNvSpPr txBox="1"/>
          <p:nvPr/>
        </p:nvSpPr>
        <p:spPr>
          <a:xfrm>
            <a:off x="508000" y="1663700"/>
            <a:ext cx="11176000" cy="254000"/>
          </a:xfrm>
          <a:prstGeom prst="rect">
            <a:avLst/>
          </a:prstGeom>
          <a:noFill/>
        </p:spPr>
        <p:txBody>
          <a:bodyPr wrap="square" lIns="0" tIns="0" rIns="0" bIns="0" anchor="t"/>
          <a:lstStyle/>
          <a:p>
            <a:pPr algn="l">
              <a:lnSpc>
                <a:spcPct val="112000"/>
              </a:lnSpc>
            </a:pPr>
            <a:r>
              <a:rPr sz="1400" b="0" i="0">
                <a:solidFill>
                  <a:srgbClr val="6B6B6B"/>
                </a:solidFill>
                <a:latin typeface="Arial"/>
              </a:rPr>
              <a:t>A leading U.S. marine terminal operator: a corporate website its marketing team can run.</a:t>
            </a:r>
          </a:p>
        </p:txBody>
      </p:sp>
      <p:sp>
        <p:nvSpPr>
          <p:cNvPr id="10" name="TextBox 9"/>
          <p:cNvSpPr txBox="1"/>
          <p:nvPr/>
        </p:nvSpPr>
        <p:spPr>
          <a:xfrm>
            <a:off x="508000" y="2159000"/>
            <a:ext cx="6731000" cy="571500"/>
          </a:xfrm>
          <a:prstGeom prst="rect">
            <a:avLst/>
          </a:prstGeom>
          <a:noFill/>
        </p:spPr>
        <p:txBody>
          <a:bodyPr wrap="square" lIns="0" tIns="0" rIns="0" bIns="0" anchor="t"/>
          <a:lstStyle/>
          <a:p>
            <a:pPr algn="l">
              <a:lnSpc>
                <a:spcPct val="120000"/>
              </a:lnSpc>
            </a:pPr>
            <a:r>
              <a:rPr sz="1500" b="1" i="0">
                <a:solidFill>
                  <a:srgbClr val="141414"/>
                </a:solidFill>
                <a:latin typeface="Arial"/>
              </a:rPr>
              <a:t>The client needed a modern, fast website that marketing could update without waiting on IT.</a:t>
            </a:r>
          </a:p>
        </p:txBody>
      </p:sp>
      <p:sp>
        <p:nvSpPr>
          <p:cNvPr id="11" name="Rectangle 10"/>
          <p:cNvSpPr/>
          <p:nvPr/>
        </p:nvSpPr>
        <p:spPr>
          <a:xfrm>
            <a:off x="508000" y="2870200"/>
            <a:ext cx="6731000" cy="2286000"/>
          </a:xfrm>
          <a:prstGeom prst="rect">
            <a:avLst/>
          </a:prstGeom>
          <a:solidFill>
            <a:srgbClr val="F4F4F4"/>
          </a:solidFill>
          <a:ln>
            <a:noFill/>
          </a:ln>
          <a:effectLst>
            <a:outerShdw blurRad="50800" dist="25400" dir="5400000" algn="t"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08000" y="2870200"/>
            <a:ext cx="6731000" cy="406400"/>
          </a:xfrm>
          <a:prstGeom prst="rect">
            <a:avLst/>
          </a:prstGeom>
          <a:solidFill>
            <a:srgbClr val="DA18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6600" y="2870200"/>
            <a:ext cx="6273800" cy="406400"/>
          </a:xfrm>
          <a:prstGeom prst="rect">
            <a:avLst/>
          </a:prstGeom>
          <a:noFill/>
        </p:spPr>
        <p:txBody>
          <a:bodyPr wrap="square" lIns="0" tIns="0" rIns="0" bIns="0" anchor="ctr"/>
          <a:lstStyle/>
          <a:p>
            <a:pPr algn="l">
              <a:lnSpc>
                <a:spcPct val="112000"/>
              </a:lnSpc>
            </a:pPr>
            <a:r>
              <a:rPr sz="1300" b="1" i="0">
                <a:solidFill>
                  <a:srgbClr val="FFFFFF"/>
                </a:solidFill>
                <a:latin typeface="Arial"/>
              </a:rPr>
              <a:t>The approach</a:t>
            </a:r>
          </a:p>
        </p:txBody>
      </p:sp>
      <p:sp>
        <p:nvSpPr>
          <p:cNvPr id="14" name="TextBox 13"/>
          <p:cNvSpPr txBox="1"/>
          <p:nvPr/>
        </p:nvSpPr>
        <p:spPr>
          <a:xfrm>
            <a:off x="736600" y="3454400"/>
            <a:ext cx="6273800" cy="1549400"/>
          </a:xfrm>
          <a:prstGeom prst="rect">
            <a:avLst/>
          </a:prstGeom>
          <a:noFill/>
        </p:spPr>
        <p:txBody>
          <a:bodyPr wrap="square" lIns="0" tIns="0" rIns="0" bIns="0" anchor="t"/>
          <a:lstStyle/>
          <a:p>
            <a:pPr marL="190500" indent="-190500" algn="l">
              <a:lnSpc>
                <a:spcPct val="115000"/>
              </a:lnSpc>
              <a:spcAft>
                <a:spcPts val="600"/>
              </a:spcAft>
              <a:buChar char="•"/>
            </a:pPr>
            <a:r>
              <a:rPr sz="1250" b="0" i="0" dirty="0">
                <a:solidFill>
                  <a:srgbClr val="333333"/>
                </a:solidFill>
                <a:latin typeface="Arial"/>
              </a:rPr>
              <a:t>Interactive UX workshops with key stakeholders to map user journeys and critical paths</a:t>
            </a:r>
          </a:p>
          <a:p>
            <a:pPr marL="190500" indent="-190500" algn="l">
              <a:lnSpc>
                <a:spcPct val="115000"/>
              </a:lnSpc>
              <a:spcAft>
                <a:spcPts val="600"/>
              </a:spcAft>
              <a:buChar char="•"/>
            </a:pPr>
            <a:r>
              <a:rPr sz="1250" b="0" i="0" dirty="0">
                <a:solidFill>
                  <a:srgbClr val="333333"/>
                </a:solidFill>
                <a:latin typeface="Arial"/>
              </a:rPr>
              <a:t>Wireframes built and refined in Figma, side by side with stakeholders</a:t>
            </a:r>
          </a:p>
          <a:p>
            <a:pPr marL="190500" indent="-190500" algn="l">
              <a:lnSpc>
                <a:spcPct val="115000"/>
              </a:lnSpc>
              <a:spcAft>
                <a:spcPts val="600"/>
              </a:spcAft>
              <a:buChar char="•"/>
            </a:pPr>
            <a:r>
              <a:rPr sz="1250" b="0" i="0" dirty="0">
                <a:solidFill>
                  <a:srgbClr val="333333"/>
                </a:solidFill>
                <a:latin typeface="Arial"/>
              </a:rPr>
              <a:t>Next.js front end hosted on Vercel, with zero-downtime deployments</a:t>
            </a:r>
          </a:p>
          <a:p>
            <a:pPr marL="190500" indent="-190500" algn="l">
              <a:lnSpc>
                <a:spcPct val="115000"/>
              </a:lnSpc>
              <a:spcAft>
                <a:spcPts val="600"/>
              </a:spcAft>
              <a:buChar char="•"/>
            </a:pPr>
            <a:r>
              <a:rPr sz="1250" b="0" i="0" dirty="0">
                <a:solidFill>
                  <a:srgbClr val="333333"/>
                </a:solidFill>
                <a:latin typeface="Arial"/>
              </a:rPr>
              <a:t>Strapi Cloud headless CMS with reusable components, so marketing builds new pages on its ow</a:t>
            </a:r>
            <a:r>
              <a:rPr lang="en-US" sz="1250" b="0" i="0" dirty="0">
                <a:solidFill>
                  <a:srgbClr val="333333"/>
                </a:solidFill>
                <a:latin typeface="Arial"/>
              </a:rPr>
              <a:t>n</a:t>
            </a:r>
            <a:endParaRPr sz="1250" b="0" i="0" dirty="0">
              <a:solidFill>
                <a:srgbClr val="333333"/>
              </a:solidFill>
              <a:latin typeface="Arial"/>
            </a:endParaRPr>
          </a:p>
        </p:txBody>
      </p:sp>
      <p:sp>
        <p:nvSpPr>
          <p:cNvPr id="15" name="Rectangle 14"/>
          <p:cNvSpPr/>
          <p:nvPr/>
        </p:nvSpPr>
        <p:spPr>
          <a:xfrm>
            <a:off x="508000" y="5334000"/>
            <a:ext cx="6731000" cy="762000"/>
          </a:xfrm>
          <a:prstGeom prst="rect">
            <a:avLst/>
          </a:prstGeom>
          <a:solidFill>
            <a:srgbClr val="F4F4F4"/>
          </a:solidFill>
          <a:ln>
            <a:noFill/>
          </a:ln>
          <a:effectLst>
            <a:outerShdw blurRad="50800" dist="25400" dir="5400000" algn="t"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08000" y="5334000"/>
            <a:ext cx="76200" cy="762000"/>
          </a:xfrm>
          <a:prstGeom prst="rect">
            <a:avLst/>
          </a:prstGeom>
          <a:solidFill>
            <a:srgbClr val="DA18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87400" y="5334000"/>
            <a:ext cx="6223000" cy="762000"/>
          </a:xfrm>
          <a:prstGeom prst="rect">
            <a:avLst/>
          </a:prstGeom>
          <a:noFill/>
        </p:spPr>
        <p:txBody>
          <a:bodyPr wrap="square" lIns="0" tIns="0" rIns="0" bIns="0" anchor="ctr"/>
          <a:lstStyle/>
          <a:p>
            <a:pPr algn="l">
              <a:lnSpc>
                <a:spcPct val="115000"/>
              </a:lnSpc>
            </a:pPr>
            <a:r>
              <a:rPr sz="1200" b="1" i="0">
                <a:solidFill>
                  <a:srgbClr val="141414"/>
                </a:solidFill>
                <a:latin typeface="Arial"/>
              </a:rPr>
              <a:t>Why it matters here:  </a:t>
            </a:r>
            <a:r>
              <a:rPr sz="1200" b="0" i="0">
                <a:solidFill>
                  <a:srgbClr val="141414"/>
                </a:solidFill>
                <a:latin typeface="Arial"/>
              </a:rPr>
              <a:t>A headless CMS is an API product. Choosing REST or GraphQL per page is the same decision the demo makes per question.</a:t>
            </a:r>
          </a:p>
        </p:txBody>
      </p:sp>
      <p:sp>
        <p:nvSpPr>
          <p:cNvPr id="18" name="Rectangle 17"/>
          <p:cNvSpPr/>
          <p:nvPr/>
        </p:nvSpPr>
        <p:spPr>
          <a:xfrm>
            <a:off x="7493000" y="2159000"/>
            <a:ext cx="4191000" cy="1841500"/>
          </a:xfrm>
          <a:prstGeom prst="rect">
            <a:avLst/>
          </a:prstGeom>
          <a:solidFill>
            <a:srgbClr val="F4F4F4"/>
          </a:solidFill>
          <a:ln>
            <a:noFill/>
          </a:ln>
          <a:effectLst>
            <a:outerShdw blurRad="50800" dist="25400" dir="5400000" algn="t"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493000" y="2159000"/>
            <a:ext cx="4191000" cy="50800"/>
          </a:xfrm>
          <a:prstGeom prst="rect">
            <a:avLst/>
          </a:prstGeom>
          <a:solidFill>
            <a:srgbClr val="DA18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721600" y="2387600"/>
            <a:ext cx="3733800" cy="1460500"/>
          </a:xfrm>
          <a:prstGeom prst="rect">
            <a:avLst/>
          </a:prstGeom>
          <a:noFill/>
        </p:spPr>
        <p:txBody>
          <a:bodyPr wrap="square" lIns="0" tIns="0" rIns="0" bIns="0" anchor="t"/>
          <a:lstStyle/>
          <a:p>
            <a:pPr algn="l">
              <a:lnSpc>
                <a:spcPct val="115000"/>
              </a:lnSpc>
              <a:spcAft>
                <a:spcPts val="400"/>
              </a:spcAft>
            </a:pPr>
            <a:r>
              <a:rPr sz="1200" b="1" i="0">
                <a:solidFill>
                  <a:srgbClr val="DA1884"/>
                </a:solidFill>
                <a:latin typeface="Arial"/>
              </a:rPr>
              <a:t>PROTOCOLS IN PLAY</a:t>
            </a:r>
          </a:p>
          <a:p>
            <a:pPr algn="l">
              <a:lnSpc>
                <a:spcPct val="115000"/>
              </a:lnSpc>
              <a:spcAft>
                <a:spcPts val="400"/>
              </a:spcAft>
            </a:pPr>
            <a:r>
              <a:rPr sz="1500" b="1" i="0">
                <a:solidFill>
                  <a:srgbClr val="141414"/>
                </a:solidFill>
                <a:latin typeface="Arial"/>
              </a:rPr>
              <a:t>REST and GraphQL</a:t>
            </a:r>
          </a:p>
          <a:p>
            <a:pPr algn="l">
              <a:lnSpc>
                <a:spcPct val="115000"/>
              </a:lnSpc>
            </a:pPr>
            <a:r>
              <a:rPr sz="1200" b="0" i="0">
                <a:solidFill>
                  <a:srgbClr val="333333"/>
                </a:solidFill>
                <a:latin typeface="Arial"/>
              </a:rPr>
              <a:t>Next.js pages consume Strapi Cloud content through its REST and GraphQL APIs, decoupling content from presentation.</a:t>
            </a:r>
          </a:p>
        </p:txBody>
      </p:sp>
      <p:sp>
        <p:nvSpPr>
          <p:cNvPr id="21" name="Rectangle 20"/>
          <p:cNvSpPr/>
          <p:nvPr/>
        </p:nvSpPr>
        <p:spPr>
          <a:xfrm>
            <a:off x="7493000" y="4191000"/>
            <a:ext cx="4191000" cy="1905000"/>
          </a:xfrm>
          <a:prstGeom prst="rect">
            <a:avLst/>
          </a:prstGeom>
          <a:solidFill>
            <a:srgbClr val="F4F4F4"/>
          </a:solidFill>
          <a:ln>
            <a:noFill/>
          </a:ln>
          <a:effectLst>
            <a:outerShdw blurRad="50800" dist="25400" dir="5400000" algn="t" rotWithShape="0">
              <a:srgbClr val="00000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7493000" y="4191000"/>
            <a:ext cx="4191000" cy="50800"/>
          </a:xfrm>
          <a:prstGeom prst="rect">
            <a:avLst/>
          </a:prstGeom>
          <a:solidFill>
            <a:srgbClr val="DA18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721600" y="4419600"/>
            <a:ext cx="3733800" cy="1524000"/>
          </a:xfrm>
          <a:prstGeom prst="rect">
            <a:avLst/>
          </a:prstGeom>
          <a:noFill/>
        </p:spPr>
        <p:txBody>
          <a:bodyPr wrap="square" lIns="0" tIns="0" rIns="0" bIns="0" anchor="t"/>
          <a:lstStyle/>
          <a:p>
            <a:pPr algn="l">
              <a:lnSpc>
                <a:spcPct val="115000"/>
              </a:lnSpc>
              <a:spcAft>
                <a:spcPts val="400"/>
              </a:spcAft>
            </a:pPr>
            <a:r>
              <a:rPr sz="1200" b="1" i="0">
                <a:solidFill>
                  <a:srgbClr val="DA1884"/>
                </a:solidFill>
                <a:latin typeface="Arial"/>
              </a:rPr>
              <a:t>RESULTS</a:t>
            </a:r>
          </a:p>
          <a:p>
            <a:pPr algn="l">
              <a:lnSpc>
                <a:spcPct val="115000"/>
              </a:lnSpc>
              <a:spcAft>
                <a:spcPts val="400"/>
              </a:spcAft>
            </a:pPr>
            <a:r>
              <a:rPr sz="1500" b="1" i="0">
                <a:solidFill>
                  <a:srgbClr val="141414"/>
                </a:solidFill>
                <a:latin typeface="Arial"/>
              </a:rPr>
              <a:t>Days to hours</a:t>
            </a:r>
          </a:p>
          <a:p>
            <a:pPr algn="l">
              <a:lnSpc>
                <a:spcPct val="115000"/>
              </a:lnSpc>
            </a:pPr>
            <a:r>
              <a:rPr sz="1200" b="0" i="0">
                <a:solidFill>
                  <a:srgbClr val="333333"/>
                </a:solidFill>
                <a:latin typeface="Arial"/>
              </a:rPr>
              <a:t>New pages now take hours instead of days. Image payloads are 45% smaller with no visible quality loss, and organic search traffic improved.</a:t>
            </a:r>
          </a:p>
        </p:txBody>
      </p:sp>
    </p:spTree>
    <p:extLst>
      <p:ext uri="{BB962C8B-B14F-4D97-AF65-F5344CB8AC3E}">
        <p14:creationId xmlns:p14="http://schemas.microsoft.com/office/powerpoint/2010/main" val="1259066661"/>
      </p:ext>
    </p:extLst>
  </p:cSld>
  <p:clrMapOvr>
    <a:masterClrMapping/>
  </p:clrMapOvr>
  <p:extLst>
    <p:ext uri="{6950BFC3-D8DA-4A85-94F7-54DA5524770B}">
      <p188:commentRel xmlns:p188="http://schemas.microsoft.com/office/powerpoint/2018/8/main" r:id="rId3"/>
    </p:ext>
  </p:extLst>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a:extLst>
              <a:ext uri="{FF2B5EF4-FFF2-40B4-BE49-F238E27FC236}">
                <a16:creationId xmlns:a16="http://schemas.microsoft.com/office/drawing/2014/main" id="{8FD138D2-2213-49DF-B787-FCF1A74F6FE0}"/>
              </a:ext>
            </a:extLst>
          </p:cNvPr>
          <p:cNvPicPr>
            <a:picLocks noChangeAspect="1"/>
          </p:cNvPicPr>
          <p:nvPr/>
        </p:nvPicPr>
        <p:blipFill>
          <a:blip r:embed="rId3"/>
          <a:stretch>
            <a:fillRect/>
          </a:stretch>
        </p:blipFill>
        <p:spPr>
          <a:xfrm>
            <a:off x="508000" y="152400"/>
            <a:ext cx="990600" cy="406400"/>
          </a:xfrm>
          <a:prstGeom prst="rect">
            <a:avLst/>
          </a:prstGeom>
        </p:spPr>
      </p:pic>
      <p:sp>
        <p:nvSpPr>
          <p:cNvPr id="3" name="Text 0">
            <a:extLst>
              <a:ext uri="{FF2B5EF4-FFF2-40B4-BE49-F238E27FC236}">
                <a16:creationId xmlns:a16="http://schemas.microsoft.com/office/drawing/2014/main" id="{AA7A2EFB-00C8-449F-97E0-88192C7F973B}"/>
              </a:ext>
            </a:extLst>
          </p:cNvPr>
          <p:cNvSpPr>
            <a:spLocks noGrp="1"/>
          </p:cNvSpPr>
          <p:nvPr/>
        </p:nvSpPr>
        <p:spPr>
          <a:xfrm>
            <a:off x="3556000" y="406400"/>
            <a:ext cx="5080000" cy="190500"/>
          </a:xfrm>
          <a:prstGeom prst="rect">
            <a:avLst/>
          </a:prstGeom>
          <a:noFill/>
        </p:spPr>
        <p:txBody>
          <a:bodyPr wrap="square" lIns="0" tIns="0" rIns="0" bIns="0" anchor="t"/>
          <a:lstStyle/>
          <a:p>
            <a:pPr marL="0" indent="0" algn="ctr">
              <a:lnSpc>
                <a:spcPct val="110000"/>
              </a:lnSpc>
              <a:buNone/>
            </a:pPr>
            <a:r>
              <a:rPr sz="1000" dirty="0">
                <a:solidFill>
                  <a:srgbClr val="6B6B6B"/>
                </a:solidFill>
                <a:latin typeface="Arial"/>
                <a:ea typeface="Arial"/>
                <a:cs typeface="Arial"/>
              </a:rPr>
              <a:t>Protocol Studio  —  REST · GraphQL · gRPC</a:t>
            </a:r>
            <a:endParaRPr sz="1000" dirty="0"/>
          </a:p>
        </p:txBody>
      </p:sp>
      <p:sp>
        <p:nvSpPr>
          <p:cNvPr id="4" name="Text 1">
            <a:extLst>
              <a:ext uri="{FF2B5EF4-FFF2-40B4-BE49-F238E27FC236}">
                <a16:creationId xmlns:a16="http://schemas.microsoft.com/office/drawing/2014/main" id="{6FBF1ED1-F6EF-4D47-B5B1-B6479939273C}"/>
              </a:ext>
            </a:extLst>
          </p:cNvPr>
          <p:cNvSpPr>
            <a:spLocks noGrp="1"/>
          </p:cNvSpPr>
          <p:nvPr/>
        </p:nvSpPr>
        <p:spPr>
          <a:xfrm>
            <a:off x="6350000" y="406400"/>
            <a:ext cx="5334000" cy="190500"/>
          </a:xfrm>
          <a:prstGeom prst="rect">
            <a:avLst/>
          </a:prstGeom>
          <a:noFill/>
        </p:spPr>
        <p:txBody>
          <a:bodyPr wrap="square" lIns="0" tIns="0" rIns="0" bIns="0" anchor="t"/>
          <a:lstStyle/>
          <a:p>
            <a:pPr marL="0" indent="0" algn="r">
              <a:lnSpc>
                <a:spcPct val="110000"/>
              </a:lnSpc>
              <a:buNone/>
            </a:pPr>
            <a:r>
              <a:rPr sz="1000" b="1">
                <a:solidFill>
                  <a:srgbClr val="DA1884"/>
                </a:solidFill>
                <a:latin typeface="Arial"/>
                <a:ea typeface="Arial"/>
                <a:cs typeface="Arial"/>
              </a:rPr>
              <a:t>CLIENT STORIES</a:t>
            </a:r>
            <a:endParaRPr sz="1000"/>
          </a:p>
        </p:txBody>
      </p:sp>
      <p:sp>
        <p:nvSpPr>
          <p:cNvPr id="5" name="Text 2">
            <a:extLst>
              <a:ext uri="{FF2B5EF4-FFF2-40B4-BE49-F238E27FC236}">
                <a16:creationId xmlns:a16="http://schemas.microsoft.com/office/drawing/2014/main" id="{7D75A38D-5899-40E3-B1FF-485904DA8080}"/>
              </a:ext>
            </a:extLst>
          </p:cNvPr>
          <p:cNvSpPr>
            <a:spLocks noGrp="1"/>
          </p:cNvSpPr>
          <p:nvPr/>
        </p:nvSpPr>
        <p:spPr>
          <a:xfrm>
            <a:off x="508000" y="6578600"/>
            <a:ext cx="8890000" cy="177800"/>
          </a:xfrm>
          <a:prstGeom prst="rect">
            <a:avLst/>
          </a:prstGeom>
          <a:noFill/>
        </p:spPr>
        <p:txBody>
          <a:bodyPr wrap="square" lIns="0" tIns="0" rIns="0" bIns="0" anchor="t"/>
          <a:lstStyle/>
          <a:p>
            <a:pPr marL="0" indent="0" algn="l">
              <a:lnSpc>
                <a:spcPct val="110000"/>
              </a:lnSpc>
              <a:buNone/>
            </a:pPr>
            <a:r>
              <a:rPr sz="900">
                <a:solidFill>
                  <a:srgbClr val="9E9E9E"/>
                </a:solidFill>
                <a:latin typeface="Arial"/>
                <a:ea typeface="Arial"/>
                <a:cs typeface="Arial"/>
              </a:rPr>
              <a:t>Insight Proprietary &amp; Confidential.  Do Not Copy or Distribute.  © 2026 Insight.  All Rights Reserved.</a:t>
            </a:r>
            <a:endParaRPr sz="900"/>
          </a:p>
        </p:txBody>
      </p:sp>
      <p:sp>
        <p:nvSpPr>
          <p:cNvPr id="6" name="Text 3">
            <a:extLst>
              <a:ext uri="{FF2B5EF4-FFF2-40B4-BE49-F238E27FC236}">
                <a16:creationId xmlns:a16="http://schemas.microsoft.com/office/drawing/2014/main" id="{6ED08289-F49E-4FF7-8D37-0817AD5370DE}"/>
              </a:ext>
            </a:extLst>
          </p:cNvPr>
          <p:cNvSpPr>
            <a:spLocks noGrp="1"/>
          </p:cNvSpPr>
          <p:nvPr/>
        </p:nvSpPr>
        <p:spPr>
          <a:xfrm>
            <a:off x="10922000" y="6578600"/>
            <a:ext cx="762000" cy="177800"/>
          </a:xfrm>
          <a:prstGeom prst="rect">
            <a:avLst/>
          </a:prstGeom>
          <a:noFill/>
        </p:spPr>
        <p:txBody>
          <a:bodyPr wrap="square" lIns="0" tIns="0" rIns="0" bIns="0" anchor="t"/>
          <a:lstStyle/>
          <a:p>
            <a:pPr marL="0" indent="0" algn="r">
              <a:lnSpc>
                <a:spcPct val="110000"/>
              </a:lnSpc>
              <a:buNone/>
            </a:pPr>
            <a:r>
              <a:rPr sz="900">
                <a:solidFill>
                  <a:srgbClr val="9E9E9E"/>
                </a:solidFill>
                <a:latin typeface="Arial"/>
                <a:ea typeface="Arial"/>
                <a:cs typeface="Arial"/>
              </a:rPr>
              <a:t>21</a:t>
            </a:r>
            <a:endParaRPr sz="900"/>
          </a:p>
        </p:txBody>
      </p:sp>
      <p:sp>
        <p:nvSpPr>
          <p:cNvPr id="7" name="Text 4">
            <a:extLst>
              <a:ext uri="{FF2B5EF4-FFF2-40B4-BE49-F238E27FC236}">
                <a16:creationId xmlns:a16="http://schemas.microsoft.com/office/drawing/2014/main" id="{83CD959F-F07C-4AE6-A601-4EE4C9CC948C}"/>
              </a:ext>
            </a:extLst>
          </p:cNvPr>
          <p:cNvSpPr>
            <a:spLocks noGrp="1"/>
          </p:cNvSpPr>
          <p:nvPr/>
        </p:nvSpPr>
        <p:spPr>
          <a:xfrm>
            <a:off x="508000" y="889000"/>
            <a:ext cx="11176000" cy="215900"/>
          </a:xfrm>
          <a:prstGeom prst="rect">
            <a:avLst/>
          </a:prstGeom>
          <a:noFill/>
        </p:spPr>
        <p:txBody>
          <a:bodyPr wrap="square" lIns="0" tIns="0" rIns="0" bIns="0" anchor="t"/>
          <a:lstStyle/>
          <a:p>
            <a:pPr marL="0" indent="0" algn="l">
              <a:lnSpc>
                <a:spcPct val="110000"/>
              </a:lnSpc>
              <a:buNone/>
            </a:pPr>
            <a:r>
              <a:rPr sz="1200" b="1">
                <a:solidFill>
                  <a:srgbClr val="DA1884"/>
                </a:solidFill>
                <a:latin typeface="Arial"/>
                <a:ea typeface="Arial"/>
                <a:cs typeface="Arial"/>
              </a:rPr>
              <a:t>CLIENT STORY · RETAIL</a:t>
            </a:r>
            <a:endParaRPr sz="1200"/>
          </a:p>
        </p:txBody>
      </p:sp>
      <p:sp>
        <p:nvSpPr>
          <p:cNvPr id="8" name="Text 5">
            <a:extLst>
              <a:ext uri="{FF2B5EF4-FFF2-40B4-BE49-F238E27FC236}">
                <a16:creationId xmlns:a16="http://schemas.microsoft.com/office/drawing/2014/main" id="{3B2C672A-A9FE-4482-AE15-95B0777601AD}"/>
              </a:ext>
            </a:extLst>
          </p:cNvPr>
          <p:cNvSpPr>
            <a:spLocks noGrp="1"/>
          </p:cNvSpPr>
          <p:nvPr/>
        </p:nvSpPr>
        <p:spPr>
          <a:xfrm>
            <a:off x="508000" y="1130300"/>
            <a:ext cx="11176000" cy="482600"/>
          </a:xfrm>
          <a:prstGeom prst="rect">
            <a:avLst/>
          </a:prstGeom>
          <a:noFill/>
        </p:spPr>
        <p:txBody>
          <a:bodyPr wrap="square" lIns="0" tIns="0" rIns="0" bIns="0" anchor="t"/>
          <a:lstStyle/>
          <a:p>
            <a:pPr marL="0" indent="0" algn="l">
              <a:lnSpc>
                <a:spcPct val="110000"/>
              </a:lnSpc>
              <a:buNone/>
            </a:pPr>
            <a:r>
              <a:rPr sz="3000" b="1">
                <a:solidFill>
                  <a:srgbClr val="141414"/>
                </a:solidFill>
                <a:latin typeface="Arial"/>
                <a:ea typeface="Arial"/>
                <a:cs typeface="Arial"/>
              </a:rPr>
              <a:t>Global Retail Coffee Manufacturer</a:t>
            </a:r>
            <a:endParaRPr sz="3000"/>
          </a:p>
        </p:txBody>
      </p:sp>
      <p:sp>
        <p:nvSpPr>
          <p:cNvPr id="9" name="Text 6">
            <a:extLst>
              <a:ext uri="{FF2B5EF4-FFF2-40B4-BE49-F238E27FC236}">
                <a16:creationId xmlns:a16="http://schemas.microsoft.com/office/drawing/2014/main" id="{300C35A9-4C73-4EF3-ADCF-8BE7D33DC8E0}"/>
              </a:ext>
            </a:extLst>
          </p:cNvPr>
          <p:cNvSpPr>
            <a:spLocks noGrp="1"/>
          </p:cNvSpPr>
          <p:nvPr/>
        </p:nvSpPr>
        <p:spPr>
          <a:xfrm>
            <a:off x="508000" y="1663700"/>
            <a:ext cx="11176000" cy="254000"/>
          </a:xfrm>
          <a:prstGeom prst="rect">
            <a:avLst/>
          </a:prstGeom>
          <a:noFill/>
        </p:spPr>
        <p:txBody>
          <a:bodyPr wrap="square" lIns="0" tIns="0" rIns="0" bIns="0" anchor="t"/>
          <a:lstStyle/>
          <a:p>
            <a:pPr marL="0" indent="0" algn="l">
              <a:lnSpc>
                <a:spcPct val="110000"/>
              </a:lnSpc>
              <a:buNone/>
            </a:pPr>
            <a:r>
              <a:rPr sz="1400">
                <a:solidFill>
                  <a:srgbClr val="6B6B6B"/>
                </a:solidFill>
                <a:latin typeface="Arial"/>
                <a:ea typeface="Arial"/>
                <a:cs typeface="Arial"/>
              </a:rPr>
              <a:t>Next-generation point of sale and order operations.</a:t>
            </a:r>
            <a:endParaRPr sz="1400"/>
          </a:p>
        </p:txBody>
      </p:sp>
      <p:sp>
        <p:nvSpPr>
          <p:cNvPr id="11" name="Shape 7">
            <a:extLst>
              <a:ext uri="{FF2B5EF4-FFF2-40B4-BE49-F238E27FC236}">
                <a16:creationId xmlns:a16="http://schemas.microsoft.com/office/drawing/2014/main" id="{D956FC87-46F9-4F93-A9BE-143901B6C1A8}"/>
              </a:ext>
            </a:extLst>
          </p:cNvPr>
          <p:cNvSpPr>
            <a:spLocks noGrp="1"/>
          </p:cNvSpPr>
          <p:nvPr/>
        </p:nvSpPr>
        <p:spPr>
          <a:xfrm>
            <a:off x="508000" y="2159000"/>
            <a:ext cx="3429000" cy="15494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12" name="Shape 8">
            <a:extLst>
              <a:ext uri="{FF2B5EF4-FFF2-40B4-BE49-F238E27FC236}">
                <a16:creationId xmlns:a16="http://schemas.microsoft.com/office/drawing/2014/main" id="{6D2FD96E-0F90-4D97-B6B1-449DB00314C4}"/>
              </a:ext>
            </a:extLst>
          </p:cNvPr>
          <p:cNvSpPr>
            <a:spLocks noGrp="1"/>
          </p:cNvSpPr>
          <p:nvPr/>
        </p:nvSpPr>
        <p:spPr>
          <a:xfrm>
            <a:off x="508000" y="2159000"/>
            <a:ext cx="3429000" cy="50800"/>
          </a:xfrm>
          <a:prstGeom prst="rect">
            <a:avLst/>
          </a:prstGeom>
          <a:solidFill>
            <a:srgbClr val="DA1884"/>
          </a:solidFill>
        </p:spPr>
        <p:txBody>
          <a:bodyPr/>
          <a:lstStyle/>
          <a:p>
            <a:endParaRPr/>
          </a:p>
        </p:txBody>
      </p:sp>
      <p:sp>
        <p:nvSpPr>
          <p:cNvPr id="13" name="Text 9">
            <a:extLst>
              <a:ext uri="{FF2B5EF4-FFF2-40B4-BE49-F238E27FC236}">
                <a16:creationId xmlns:a16="http://schemas.microsoft.com/office/drawing/2014/main" id="{42C0521A-BACD-4E81-BA5A-F1C3DC80D008}"/>
              </a:ext>
            </a:extLst>
          </p:cNvPr>
          <p:cNvSpPr>
            <a:spLocks noGrp="1"/>
          </p:cNvSpPr>
          <p:nvPr/>
        </p:nvSpPr>
        <p:spPr>
          <a:xfrm>
            <a:off x="736600" y="2349500"/>
            <a:ext cx="2971800" cy="215900"/>
          </a:xfrm>
          <a:prstGeom prst="rect">
            <a:avLst/>
          </a:prstGeom>
          <a:noFill/>
        </p:spPr>
        <p:txBody>
          <a:bodyPr wrap="square" lIns="0" tIns="0" rIns="0" bIns="0" anchor="t"/>
          <a:lstStyle/>
          <a:p>
            <a:pPr marL="0" indent="0" algn="l">
              <a:lnSpc>
                <a:spcPct val="110000"/>
              </a:lnSpc>
              <a:buNone/>
            </a:pPr>
            <a:r>
              <a:rPr sz="1200" b="1">
                <a:solidFill>
                  <a:srgbClr val="DA1884"/>
                </a:solidFill>
                <a:latin typeface="Arial"/>
                <a:ea typeface="Arial"/>
                <a:cs typeface="Arial"/>
              </a:rPr>
              <a:t>LOCATIONS</a:t>
            </a:r>
            <a:endParaRPr sz="1200"/>
          </a:p>
        </p:txBody>
      </p:sp>
      <p:sp>
        <p:nvSpPr>
          <p:cNvPr id="14" name="Text 10">
            <a:extLst>
              <a:ext uri="{FF2B5EF4-FFF2-40B4-BE49-F238E27FC236}">
                <a16:creationId xmlns:a16="http://schemas.microsoft.com/office/drawing/2014/main" id="{1E93D0F9-FC2B-4FC9-8AFA-2B29749CE512}"/>
              </a:ext>
            </a:extLst>
          </p:cNvPr>
          <p:cNvSpPr>
            <a:spLocks noGrp="1"/>
          </p:cNvSpPr>
          <p:nvPr/>
        </p:nvSpPr>
        <p:spPr>
          <a:xfrm>
            <a:off x="736600" y="2616200"/>
            <a:ext cx="2971800" cy="635000"/>
          </a:xfrm>
          <a:prstGeom prst="rect">
            <a:avLst/>
          </a:prstGeom>
          <a:noFill/>
        </p:spPr>
        <p:txBody>
          <a:bodyPr wrap="square" lIns="0" tIns="0" rIns="0" bIns="0" anchor="ctr"/>
          <a:lstStyle/>
          <a:p>
            <a:pPr marL="0" indent="0" algn="l">
              <a:lnSpc>
                <a:spcPct val="110000"/>
              </a:lnSpc>
              <a:buNone/>
            </a:pPr>
            <a:r>
              <a:rPr sz="4000" b="1">
                <a:solidFill>
                  <a:srgbClr val="141414"/>
                </a:solidFill>
                <a:latin typeface="Arial"/>
                <a:ea typeface="Arial"/>
                <a:cs typeface="Arial"/>
              </a:rPr>
              <a:t>33k</a:t>
            </a:r>
            <a:endParaRPr sz="4000"/>
          </a:p>
        </p:txBody>
      </p:sp>
      <p:sp>
        <p:nvSpPr>
          <p:cNvPr id="15" name="Text 11">
            <a:extLst>
              <a:ext uri="{FF2B5EF4-FFF2-40B4-BE49-F238E27FC236}">
                <a16:creationId xmlns:a16="http://schemas.microsoft.com/office/drawing/2014/main" id="{29747CE4-BCC1-4AF5-AB13-B305B8137FFB}"/>
              </a:ext>
            </a:extLst>
          </p:cNvPr>
          <p:cNvSpPr>
            <a:spLocks noGrp="1"/>
          </p:cNvSpPr>
          <p:nvPr/>
        </p:nvSpPr>
        <p:spPr>
          <a:xfrm>
            <a:off x="736600" y="3327400"/>
            <a:ext cx="2971800" cy="215900"/>
          </a:xfrm>
          <a:prstGeom prst="rect">
            <a:avLst/>
          </a:prstGeom>
          <a:noFill/>
        </p:spPr>
        <p:txBody>
          <a:bodyPr wrap="square" lIns="0" tIns="0" rIns="0" bIns="0" anchor="t"/>
          <a:lstStyle/>
          <a:p>
            <a:pPr marL="0" indent="0" algn="l">
              <a:lnSpc>
                <a:spcPct val="110000"/>
              </a:lnSpc>
              <a:buNone/>
            </a:pPr>
            <a:r>
              <a:rPr sz="1200">
                <a:solidFill>
                  <a:srgbClr val="6B6B6B"/>
                </a:solidFill>
                <a:latin typeface="Arial"/>
                <a:ea typeface="Arial"/>
                <a:cs typeface="Arial"/>
              </a:rPr>
              <a:t>security and offline operation are key</a:t>
            </a:r>
            <a:endParaRPr sz="1200"/>
          </a:p>
        </p:txBody>
      </p:sp>
      <p:sp>
        <p:nvSpPr>
          <p:cNvPr id="16" name="Shape 12">
            <a:extLst>
              <a:ext uri="{FF2B5EF4-FFF2-40B4-BE49-F238E27FC236}">
                <a16:creationId xmlns:a16="http://schemas.microsoft.com/office/drawing/2014/main" id="{25D11877-1100-4C9F-AA16-AB4A6C6D051C}"/>
              </a:ext>
            </a:extLst>
          </p:cNvPr>
          <p:cNvSpPr>
            <a:spLocks noGrp="1"/>
          </p:cNvSpPr>
          <p:nvPr/>
        </p:nvSpPr>
        <p:spPr>
          <a:xfrm>
            <a:off x="508000" y="3911600"/>
            <a:ext cx="3429000" cy="19431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17" name="Shape 13">
            <a:extLst>
              <a:ext uri="{FF2B5EF4-FFF2-40B4-BE49-F238E27FC236}">
                <a16:creationId xmlns:a16="http://schemas.microsoft.com/office/drawing/2014/main" id="{FB3B89A7-F7B2-4C17-A33B-752E38CAD6A8}"/>
              </a:ext>
            </a:extLst>
          </p:cNvPr>
          <p:cNvSpPr>
            <a:spLocks noGrp="1"/>
          </p:cNvSpPr>
          <p:nvPr/>
        </p:nvSpPr>
        <p:spPr>
          <a:xfrm>
            <a:off x="508000" y="3911600"/>
            <a:ext cx="3429000" cy="50800"/>
          </a:xfrm>
          <a:prstGeom prst="rect">
            <a:avLst/>
          </a:prstGeom>
          <a:solidFill>
            <a:srgbClr val="DA1884"/>
          </a:solidFill>
        </p:spPr>
        <p:txBody>
          <a:bodyPr/>
          <a:lstStyle/>
          <a:p>
            <a:endParaRPr/>
          </a:p>
        </p:txBody>
      </p:sp>
      <p:sp>
        <p:nvSpPr>
          <p:cNvPr id="18" name="Text 14">
            <a:extLst>
              <a:ext uri="{FF2B5EF4-FFF2-40B4-BE49-F238E27FC236}">
                <a16:creationId xmlns:a16="http://schemas.microsoft.com/office/drawing/2014/main" id="{DBE6E971-7734-4EEC-9B82-93FAB6C60A75}"/>
              </a:ext>
            </a:extLst>
          </p:cNvPr>
          <p:cNvSpPr>
            <a:spLocks noGrp="1"/>
          </p:cNvSpPr>
          <p:nvPr/>
        </p:nvSpPr>
        <p:spPr>
          <a:xfrm>
            <a:off x="736600" y="4140200"/>
            <a:ext cx="2971800" cy="1536700"/>
          </a:xfrm>
          <a:prstGeom prst="rect">
            <a:avLst/>
          </a:prstGeom>
          <a:noFill/>
        </p:spPr>
        <p:txBody>
          <a:bodyPr wrap="square" lIns="0" tIns="0" rIns="0" bIns="0" anchor="t"/>
          <a:lstStyle/>
          <a:p>
            <a:pPr marL="0" indent="0">
              <a:lnSpc>
                <a:spcPct val="115000"/>
              </a:lnSpc>
              <a:spcAft>
                <a:spcPts val="800"/>
              </a:spcAft>
              <a:buNone/>
            </a:pPr>
            <a:r>
              <a:rPr sz="1200" b="1">
                <a:solidFill>
                  <a:srgbClr val="DA1884"/>
                </a:solidFill>
                <a:latin typeface="Arial"/>
                <a:ea typeface="Arial"/>
                <a:cs typeface="Arial"/>
              </a:rPr>
              <a:t>WHERE IT IS GOING</a:t>
            </a:r>
            <a:endParaRPr sz="1200"/>
          </a:p>
          <a:p>
            <a:pPr marL="0" indent="0">
              <a:lnSpc>
                <a:spcPct val="115000"/>
              </a:lnSpc>
              <a:spcAft>
                <a:spcPts val="800"/>
              </a:spcAft>
              <a:buNone/>
            </a:pPr>
            <a:r>
              <a:rPr sz="1500" b="1">
                <a:solidFill>
                  <a:srgbClr val="141414"/>
                </a:solidFill>
                <a:latin typeface="Arial"/>
                <a:ea typeface="Arial"/>
                <a:cs typeface="Arial"/>
              </a:rPr>
              <a:t>The drive-thru</a:t>
            </a:r>
            <a:endParaRPr sz="1200"/>
          </a:p>
          <a:p>
            <a:pPr marL="0" indent="0">
              <a:lnSpc>
                <a:spcPct val="115000"/>
              </a:lnSpc>
              <a:buNone/>
            </a:pPr>
            <a:r>
              <a:rPr sz="1200">
                <a:solidFill>
                  <a:srgbClr val="333333"/>
                </a:solidFill>
                <a:latin typeface="Arial"/>
                <a:ea typeface="Arial"/>
                <a:cs typeface="Arial"/>
              </a:rPr>
              <a:t>Now engaged on opportunities to improve drive-thru experiences.</a:t>
            </a:r>
            <a:endParaRPr sz="1200"/>
          </a:p>
        </p:txBody>
      </p:sp>
      <p:sp>
        <p:nvSpPr>
          <p:cNvPr id="19" name="Text 15">
            <a:extLst>
              <a:ext uri="{FF2B5EF4-FFF2-40B4-BE49-F238E27FC236}">
                <a16:creationId xmlns:a16="http://schemas.microsoft.com/office/drawing/2014/main" id="{71AE39DE-0EBE-486F-8ABB-C2BBF81F63CF}"/>
              </a:ext>
            </a:extLst>
          </p:cNvPr>
          <p:cNvSpPr>
            <a:spLocks noGrp="1"/>
          </p:cNvSpPr>
          <p:nvPr/>
        </p:nvSpPr>
        <p:spPr>
          <a:xfrm>
            <a:off x="4191000" y="2159000"/>
            <a:ext cx="7493000" cy="571500"/>
          </a:xfrm>
          <a:prstGeom prst="rect">
            <a:avLst/>
          </a:prstGeom>
          <a:noFill/>
        </p:spPr>
        <p:txBody>
          <a:bodyPr wrap="square" lIns="0" tIns="0" rIns="0" bIns="0" anchor="t"/>
          <a:lstStyle/>
          <a:p>
            <a:pPr marL="0" indent="0" algn="l">
              <a:lnSpc>
                <a:spcPct val="120000"/>
              </a:lnSpc>
              <a:buNone/>
            </a:pPr>
            <a:r>
              <a:rPr sz="1500" b="1">
                <a:solidFill>
                  <a:srgbClr val="141414"/>
                </a:solidFill>
                <a:latin typeface="Arial"/>
                <a:ea typeface="Arial"/>
                <a:cs typeface="Arial"/>
              </a:rPr>
              <a:t>The client set out to build the next-generation POS and ordering system.</a:t>
            </a:r>
            <a:endParaRPr sz="1500"/>
          </a:p>
        </p:txBody>
      </p:sp>
      <p:sp>
        <p:nvSpPr>
          <p:cNvPr id="20" name="Shape 16">
            <a:extLst>
              <a:ext uri="{FF2B5EF4-FFF2-40B4-BE49-F238E27FC236}">
                <a16:creationId xmlns:a16="http://schemas.microsoft.com/office/drawing/2014/main" id="{700E1FB4-1837-4C04-95C3-0347E4C777C7}"/>
              </a:ext>
            </a:extLst>
          </p:cNvPr>
          <p:cNvSpPr>
            <a:spLocks noGrp="1"/>
          </p:cNvSpPr>
          <p:nvPr/>
        </p:nvSpPr>
        <p:spPr>
          <a:xfrm>
            <a:off x="4191000" y="2870200"/>
            <a:ext cx="7493000" cy="29845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21" name="Shape 17">
            <a:extLst>
              <a:ext uri="{FF2B5EF4-FFF2-40B4-BE49-F238E27FC236}">
                <a16:creationId xmlns:a16="http://schemas.microsoft.com/office/drawing/2014/main" id="{2D7FA955-3571-42AA-A14D-C7D85A82EC1D}"/>
              </a:ext>
            </a:extLst>
          </p:cNvPr>
          <p:cNvSpPr>
            <a:spLocks noGrp="1"/>
          </p:cNvSpPr>
          <p:nvPr/>
        </p:nvSpPr>
        <p:spPr>
          <a:xfrm>
            <a:off x="4191000" y="2870200"/>
            <a:ext cx="7493000" cy="406400"/>
          </a:xfrm>
          <a:prstGeom prst="rect">
            <a:avLst/>
          </a:prstGeom>
          <a:solidFill>
            <a:srgbClr val="DA1884"/>
          </a:solidFill>
        </p:spPr>
        <p:txBody>
          <a:bodyPr/>
          <a:lstStyle/>
          <a:p>
            <a:endParaRPr/>
          </a:p>
        </p:txBody>
      </p:sp>
      <p:sp>
        <p:nvSpPr>
          <p:cNvPr id="22" name="Text 18">
            <a:extLst>
              <a:ext uri="{FF2B5EF4-FFF2-40B4-BE49-F238E27FC236}">
                <a16:creationId xmlns:a16="http://schemas.microsoft.com/office/drawing/2014/main" id="{F9C5D286-AFBF-464B-93FF-F6843CD68FD0}"/>
              </a:ext>
            </a:extLst>
          </p:cNvPr>
          <p:cNvSpPr>
            <a:spLocks noGrp="1"/>
          </p:cNvSpPr>
          <p:nvPr/>
        </p:nvSpPr>
        <p:spPr>
          <a:xfrm>
            <a:off x="4419600" y="2870200"/>
            <a:ext cx="7035800" cy="406400"/>
          </a:xfrm>
          <a:prstGeom prst="rect">
            <a:avLst/>
          </a:prstGeom>
          <a:noFill/>
        </p:spPr>
        <p:txBody>
          <a:bodyPr wrap="square" lIns="0" tIns="0" rIns="0" bIns="0" anchor="ctr"/>
          <a:lstStyle/>
          <a:p>
            <a:pPr marL="0" indent="0" algn="l">
              <a:lnSpc>
                <a:spcPct val="110000"/>
              </a:lnSpc>
              <a:buNone/>
            </a:pPr>
            <a:r>
              <a:rPr sz="1300" b="1" dirty="0">
                <a:solidFill>
                  <a:srgbClr val="FFFFFF"/>
                </a:solidFill>
                <a:latin typeface="Arial"/>
                <a:ea typeface="Arial"/>
                <a:cs typeface="Arial"/>
              </a:rPr>
              <a:t>Why gRPC</a:t>
            </a:r>
            <a:endParaRPr sz="1300" dirty="0"/>
          </a:p>
        </p:txBody>
      </p:sp>
      <p:sp>
        <p:nvSpPr>
          <p:cNvPr id="23" name="Text 19">
            <a:extLst>
              <a:ext uri="{FF2B5EF4-FFF2-40B4-BE49-F238E27FC236}">
                <a16:creationId xmlns:a16="http://schemas.microsoft.com/office/drawing/2014/main" id="{C7CDB3C6-457A-40B9-A3F4-4C70C102FB6E}"/>
              </a:ext>
            </a:extLst>
          </p:cNvPr>
          <p:cNvSpPr>
            <a:spLocks noGrp="1"/>
          </p:cNvSpPr>
          <p:nvPr/>
        </p:nvSpPr>
        <p:spPr>
          <a:xfrm>
            <a:off x="4419600" y="3454400"/>
            <a:ext cx="7035800" cy="2247900"/>
          </a:xfrm>
          <a:prstGeom prst="rect">
            <a:avLst/>
          </a:prstGeom>
          <a:noFill/>
        </p:spPr>
        <p:txBody>
          <a:bodyPr wrap="square" lIns="0" tIns="0" rIns="0" bIns="0" anchor="t"/>
          <a:lstStyle/>
          <a:p>
            <a:pPr marL="342900" indent="-342900">
              <a:lnSpc>
                <a:spcPct val="115000"/>
              </a:lnSpc>
              <a:spcAft>
                <a:spcPts val="1000"/>
              </a:spcAft>
              <a:buSzPct val="100000"/>
              <a:buChar char="•"/>
            </a:pPr>
            <a:r>
              <a:rPr sz="1200" dirty="0">
                <a:solidFill>
                  <a:srgbClr val="333333"/>
                </a:solidFill>
                <a:latin typeface="Arial"/>
                <a:ea typeface="Arial"/>
                <a:cs typeface="Arial"/>
              </a:rPr>
              <a:t>Better experiences for both the barista partner and the customer</a:t>
            </a:r>
            <a:endParaRPr sz="1200" dirty="0"/>
          </a:p>
          <a:p>
            <a:pPr marL="342900" indent="-342900">
              <a:lnSpc>
                <a:spcPct val="115000"/>
              </a:lnSpc>
              <a:spcAft>
                <a:spcPts val="1000"/>
              </a:spcAft>
              <a:buSzPct val="100000"/>
              <a:buChar char="•"/>
            </a:pPr>
            <a:r>
              <a:rPr sz="1200" dirty="0">
                <a:solidFill>
                  <a:srgbClr val="333333"/>
                </a:solidFill>
                <a:latin typeface="Arial"/>
                <a:ea typeface="Arial"/>
                <a:cs typeface="Arial"/>
              </a:rPr>
              <a:t>Limited ability to expose endpoints at the store</a:t>
            </a:r>
            <a:endParaRPr sz="1200" dirty="0"/>
          </a:p>
          <a:p>
            <a:pPr marL="342900" indent="-342900">
              <a:lnSpc>
                <a:spcPct val="115000"/>
              </a:lnSpc>
              <a:spcAft>
                <a:spcPts val="1000"/>
              </a:spcAft>
              <a:buSzPct val="100000"/>
              <a:buChar char="•"/>
            </a:pPr>
            <a:r>
              <a:rPr sz="1200" dirty="0">
                <a:solidFill>
                  <a:srgbClr val="333333"/>
                </a:solidFill>
                <a:latin typeface="Arial"/>
                <a:ea typeface="Arial"/>
                <a:cs typeface="Arial"/>
              </a:rPr>
              <a:t>gRPC integration reduces exposure and increases performance</a:t>
            </a:r>
            <a:endParaRPr sz="1200" dirty="0"/>
          </a:p>
          <a:p>
            <a:pPr marL="342900" indent="-342900">
              <a:lnSpc>
                <a:spcPct val="115000"/>
              </a:lnSpc>
              <a:spcAft>
                <a:spcPts val="1000"/>
              </a:spcAft>
              <a:buSzPct val="100000"/>
              <a:buChar char="•"/>
            </a:pPr>
            <a:r>
              <a:rPr sz="1200" dirty="0">
                <a:solidFill>
                  <a:srgbClr val="333333"/>
                </a:solidFill>
                <a:latin typeface="Arial"/>
                <a:ea typeface="Arial"/>
                <a:cs typeface="Arial"/>
              </a:rPr>
              <a:t>Service-based integration built on typed gRPC contracts</a:t>
            </a:r>
            <a:endParaRPr sz="1200" dirty="0"/>
          </a:p>
        </p:txBody>
      </p:sp>
    </p:spTree>
    <p:extLst>
      <p:ext uri="{BB962C8B-B14F-4D97-AF65-F5344CB8AC3E}">
        <p14:creationId xmlns:p14="http://schemas.microsoft.com/office/powerpoint/2010/main" val="5155219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a:extLst>
              <a:ext uri="{FF2B5EF4-FFF2-40B4-BE49-F238E27FC236}">
                <a16:creationId xmlns:a16="http://schemas.microsoft.com/office/drawing/2014/main" id="{D4A8BD36-FB66-4F3B-BCBF-1D65385C3452}"/>
              </a:ext>
            </a:extLst>
          </p:cNvPr>
          <p:cNvPicPr>
            <a:picLocks noChangeAspect="1"/>
          </p:cNvPicPr>
          <p:nvPr/>
        </p:nvPicPr>
        <p:blipFill>
          <a:blip r:embed="rId3"/>
          <a:stretch>
            <a:fillRect/>
          </a:stretch>
        </p:blipFill>
        <p:spPr>
          <a:xfrm>
            <a:off x="508000" y="152400"/>
            <a:ext cx="990600" cy="406400"/>
          </a:xfrm>
          <a:prstGeom prst="rect">
            <a:avLst/>
          </a:prstGeom>
        </p:spPr>
      </p:pic>
      <p:sp>
        <p:nvSpPr>
          <p:cNvPr id="3" name="Text 0">
            <a:extLst>
              <a:ext uri="{FF2B5EF4-FFF2-40B4-BE49-F238E27FC236}">
                <a16:creationId xmlns:a16="http://schemas.microsoft.com/office/drawing/2014/main" id="{8EA7740E-7E5B-4BF3-945E-85ADBBD1DED7}"/>
              </a:ext>
            </a:extLst>
          </p:cNvPr>
          <p:cNvSpPr>
            <a:spLocks noGrp="1"/>
          </p:cNvSpPr>
          <p:nvPr/>
        </p:nvSpPr>
        <p:spPr>
          <a:xfrm>
            <a:off x="3556000" y="406400"/>
            <a:ext cx="5080000" cy="190500"/>
          </a:xfrm>
          <a:prstGeom prst="rect">
            <a:avLst/>
          </a:prstGeom>
          <a:noFill/>
        </p:spPr>
        <p:txBody>
          <a:bodyPr wrap="square" lIns="0" tIns="0" rIns="0" bIns="0" anchor="t"/>
          <a:lstStyle/>
          <a:p>
            <a:pPr marL="0" indent="0" algn="ctr">
              <a:lnSpc>
                <a:spcPct val="110000"/>
              </a:lnSpc>
              <a:buNone/>
            </a:pPr>
            <a:r>
              <a:rPr sz="1000" dirty="0">
                <a:solidFill>
                  <a:srgbClr val="6B6B6B"/>
                </a:solidFill>
                <a:latin typeface="Arial"/>
                <a:ea typeface="Arial"/>
                <a:cs typeface="Arial"/>
              </a:rPr>
              <a:t>Protocol Studio  —  REST · GraphQL · gRPC</a:t>
            </a:r>
            <a:endParaRPr sz="1000" dirty="0"/>
          </a:p>
        </p:txBody>
      </p:sp>
      <p:sp>
        <p:nvSpPr>
          <p:cNvPr id="4" name="Text 1">
            <a:extLst>
              <a:ext uri="{FF2B5EF4-FFF2-40B4-BE49-F238E27FC236}">
                <a16:creationId xmlns:a16="http://schemas.microsoft.com/office/drawing/2014/main" id="{14CB29D9-CA60-473C-8AC8-E720D7BEF35B}"/>
              </a:ext>
            </a:extLst>
          </p:cNvPr>
          <p:cNvSpPr>
            <a:spLocks noGrp="1"/>
          </p:cNvSpPr>
          <p:nvPr/>
        </p:nvSpPr>
        <p:spPr>
          <a:xfrm>
            <a:off x="6350000" y="406400"/>
            <a:ext cx="5334000" cy="190500"/>
          </a:xfrm>
          <a:prstGeom prst="rect">
            <a:avLst/>
          </a:prstGeom>
          <a:noFill/>
        </p:spPr>
        <p:txBody>
          <a:bodyPr wrap="square" lIns="0" tIns="0" rIns="0" bIns="0" anchor="t"/>
          <a:lstStyle/>
          <a:p>
            <a:pPr marL="0" indent="0" algn="r">
              <a:lnSpc>
                <a:spcPct val="110000"/>
              </a:lnSpc>
              <a:buNone/>
            </a:pPr>
            <a:r>
              <a:rPr sz="1000" b="1">
                <a:solidFill>
                  <a:srgbClr val="DA1884"/>
                </a:solidFill>
                <a:latin typeface="Arial"/>
                <a:ea typeface="Arial"/>
                <a:cs typeface="Arial"/>
              </a:rPr>
              <a:t>CLOSING</a:t>
            </a:r>
            <a:endParaRPr sz="1000"/>
          </a:p>
        </p:txBody>
      </p:sp>
      <p:sp>
        <p:nvSpPr>
          <p:cNvPr id="5" name="Text 2">
            <a:extLst>
              <a:ext uri="{FF2B5EF4-FFF2-40B4-BE49-F238E27FC236}">
                <a16:creationId xmlns:a16="http://schemas.microsoft.com/office/drawing/2014/main" id="{CDC94D25-2F96-4F93-A7AE-614A5A9FAC72}"/>
              </a:ext>
            </a:extLst>
          </p:cNvPr>
          <p:cNvSpPr>
            <a:spLocks noGrp="1"/>
          </p:cNvSpPr>
          <p:nvPr/>
        </p:nvSpPr>
        <p:spPr>
          <a:xfrm>
            <a:off x="508000" y="6578600"/>
            <a:ext cx="8890000" cy="177800"/>
          </a:xfrm>
          <a:prstGeom prst="rect">
            <a:avLst/>
          </a:prstGeom>
          <a:noFill/>
        </p:spPr>
        <p:txBody>
          <a:bodyPr wrap="square" lIns="0" tIns="0" rIns="0" bIns="0" anchor="t"/>
          <a:lstStyle/>
          <a:p>
            <a:pPr marL="0" indent="0" algn="l">
              <a:lnSpc>
                <a:spcPct val="110000"/>
              </a:lnSpc>
              <a:buNone/>
            </a:pPr>
            <a:r>
              <a:rPr sz="900">
                <a:solidFill>
                  <a:srgbClr val="9E9E9E"/>
                </a:solidFill>
                <a:latin typeface="Arial"/>
                <a:ea typeface="Arial"/>
                <a:cs typeface="Arial"/>
              </a:rPr>
              <a:t>Insight Proprietary &amp; Confidential.  Do Not Copy or Distribute.  © 2026 Insight.  All Rights Reserved.</a:t>
            </a:r>
            <a:endParaRPr sz="900"/>
          </a:p>
        </p:txBody>
      </p:sp>
      <p:sp>
        <p:nvSpPr>
          <p:cNvPr id="6" name="Text 3">
            <a:extLst>
              <a:ext uri="{FF2B5EF4-FFF2-40B4-BE49-F238E27FC236}">
                <a16:creationId xmlns:a16="http://schemas.microsoft.com/office/drawing/2014/main" id="{412EE278-6B9D-4178-BCA6-B693FF8A3523}"/>
              </a:ext>
            </a:extLst>
          </p:cNvPr>
          <p:cNvSpPr>
            <a:spLocks noGrp="1"/>
          </p:cNvSpPr>
          <p:nvPr/>
        </p:nvSpPr>
        <p:spPr>
          <a:xfrm>
            <a:off x="10922000" y="6578600"/>
            <a:ext cx="762000" cy="177800"/>
          </a:xfrm>
          <a:prstGeom prst="rect">
            <a:avLst/>
          </a:prstGeom>
          <a:noFill/>
        </p:spPr>
        <p:txBody>
          <a:bodyPr wrap="square" lIns="0" tIns="0" rIns="0" bIns="0" anchor="t"/>
          <a:lstStyle/>
          <a:p>
            <a:pPr marL="0" indent="0" algn="r">
              <a:lnSpc>
                <a:spcPct val="110000"/>
              </a:lnSpc>
              <a:buNone/>
            </a:pPr>
            <a:r>
              <a:rPr sz="900">
                <a:solidFill>
                  <a:srgbClr val="9E9E9E"/>
                </a:solidFill>
                <a:latin typeface="Arial"/>
                <a:ea typeface="Arial"/>
                <a:cs typeface="Arial"/>
              </a:rPr>
              <a:t>22</a:t>
            </a:r>
            <a:endParaRPr sz="900"/>
          </a:p>
        </p:txBody>
      </p:sp>
      <p:sp>
        <p:nvSpPr>
          <p:cNvPr id="7" name="Text 4">
            <a:extLst>
              <a:ext uri="{FF2B5EF4-FFF2-40B4-BE49-F238E27FC236}">
                <a16:creationId xmlns:a16="http://schemas.microsoft.com/office/drawing/2014/main" id="{A09D51C3-9DE9-47AA-BF99-C8A617006382}"/>
              </a:ext>
            </a:extLst>
          </p:cNvPr>
          <p:cNvSpPr>
            <a:spLocks noGrp="1"/>
          </p:cNvSpPr>
          <p:nvPr/>
        </p:nvSpPr>
        <p:spPr>
          <a:xfrm>
            <a:off x="508000" y="889000"/>
            <a:ext cx="11176000" cy="215900"/>
          </a:xfrm>
          <a:prstGeom prst="rect">
            <a:avLst/>
          </a:prstGeom>
          <a:noFill/>
        </p:spPr>
        <p:txBody>
          <a:bodyPr wrap="square" lIns="0" tIns="0" rIns="0" bIns="0" anchor="t"/>
          <a:lstStyle/>
          <a:p>
            <a:pPr marL="0" indent="0" algn="l">
              <a:lnSpc>
                <a:spcPct val="110000"/>
              </a:lnSpc>
              <a:buNone/>
            </a:pPr>
            <a:r>
              <a:rPr sz="1200" b="1">
                <a:solidFill>
                  <a:srgbClr val="DA1884"/>
                </a:solidFill>
                <a:latin typeface="Arial"/>
                <a:ea typeface="Arial"/>
                <a:cs typeface="Arial"/>
              </a:rPr>
              <a:t>WHAT TO TAKE AWAY</a:t>
            </a:r>
            <a:endParaRPr sz="1200"/>
          </a:p>
        </p:txBody>
      </p:sp>
      <p:sp>
        <p:nvSpPr>
          <p:cNvPr id="8" name="Text 5">
            <a:extLst>
              <a:ext uri="{FF2B5EF4-FFF2-40B4-BE49-F238E27FC236}">
                <a16:creationId xmlns:a16="http://schemas.microsoft.com/office/drawing/2014/main" id="{BEA3AF91-F94B-4B4C-AA4F-3571D24D5753}"/>
              </a:ext>
            </a:extLst>
          </p:cNvPr>
          <p:cNvSpPr>
            <a:spLocks noGrp="1"/>
          </p:cNvSpPr>
          <p:nvPr/>
        </p:nvSpPr>
        <p:spPr>
          <a:xfrm>
            <a:off x="508000" y="1130300"/>
            <a:ext cx="11176000" cy="482600"/>
          </a:xfrm>
          <a:prstGeom prst="rect">
            <a:avLst/>
          </a:prstGeom>
          <a:noFill/>
        </p:spPr>
        <p:txBody>
          <a:bodyPr wrap="square" lIns="0" tIns="0" rIns="0" bIns="0" anchor="t"/>
          <a:lstStyle/>
          <a:p>
            <a:pPr marL="0" indent="0" algn="l">
              <a:lnSpc>
                <a:spcPct val="110000"/>
              </a:lnSpc>
              <a:buNone/>
            </a:pPr>
            <a:r>
              <a:rPr sz="3000" b="1">
                <a:solidFill>
                  <a:srgbClr val="141414"/>
                </a:solidFill>
                <a:latin typeface="Arial"/>
                <a:ea typeface="Arial"/>
                <a:cs typeface="Arial"/>
              </a:rPr>
              <a:t>Three Things to Take Away</a:t>
            </a:r>
            <a:endParaRPr sz="3000"/>
          </a:p>
        </p:txBody>
      </p:sp>
      <p:sp>
        <p:nvSpPr>
          <p:cNvPr id="9" name="Text 6">
            <a:extLst>
              <a:ext uri="{FF2B5EF4-FFF2-40B4-BE49-F238E27FC236}">
                <a16:creationId xmlns:a16="http://schemas.microsoft.com/office/drawing/2014/main" id="{C7FA8C3B-EDDE-49A0-B086-75C2CF7757FE}"/>
              </a:ext>
            </a:extLst>
          </p:cNvPr>
          <p:cNvSpPr>
            <a:spLocks noGrp="1"/>
          </p:cNvSpPr>
          <p:nvPr/>
        </p:nvSpPr>
        <p:spPr>
          <a:xfrm>
            <a:off x="508000" y="1663700"/>
            <a:ext cx="11176000" cy="254000"/>
          </a:xfrm>
          <a:prstGeom prst="rect">
            <a:avLst/>
          </a:prstGeom>
          <a:noFill/>
        </p:spPr>
        <p:txBody>
          <a:bodyPr wrap="square" lIns="0" tIns="0" rIns="0" bIns="0" anchor="t"/>
          <a:lstStyle/>
          <a:p>
            <a:pPr marL="0" indent="0" algn="l">
              <a:lnSpc>
                <a:spcPct val="110000"/>
              </a:lnSpc>
              <a:buNone/>
            </a:pPr>
            <a:r>
              <a:rPr sz="1400">
                <a:solidFill>
                  <a:srgbClr val="6B6B6B"/>
                </a:solidFill>
                <a:latin typeface="Arial"/>
                <a:ea typeface="Arial"/>
                <a:cs typeface="Arial"/>
              </a:rPr>
              <a:t>Pick the protocol per operation, design the contract first, and measure the whole path.</a:t>
            </a:r>
            <a:endParaRPr sz="1400"/>
          </a:p>
        </p:txBody>
      </p:sp>
      <p:sp>
        <p:nvSpPr>
          <p:cNvPr id="11" name="Shape 7">
            <a:extLst>
              <a:ext uri="{FF2B5EF4-FFF2-40B4-BE49-F238E27FC236}">
                <a16:creationId xmlns:a16="http://schemas.microsoft.com/office/drawing/2014/main" id="{29E12480-4246-4431-9AF9-A42044D463FD}"/>
              </a:ext>
            </a:extLst>
          </p:cNvPr>
          <p:cNvSpPr>
            <a:spLocks noGrp="1"/>
          </p:cNvSpPr>
          <p:nvPr/>
        </p:nvSpPr>
        <p:spPr>
          <a:xfrm>
            <a:off x="508000" y="2159000"/>
            <a:ext cx="3587750" cy="24765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12" name="Shape 8">
            <a:extLst>
              <a:ext uri="{FF2B5EF4-FFF2-40B4-BE49-F238E27FC236}">
                <a16:creationId xmlns:a16="http://schemas.microsoft.com/office/drawing/2014/main" id="{A9B3AB68-0AA7-4A5E-8FD4-C87D9A785368}"/>
              </a:ext>
            </a:extLst>
          </p:cNvPr>
          <p:cNvSpPr>
            <a:spLocks noGrp="1"/>
          </p:cNvSpPr>
          <p:nvPr/>
        </p:nvSpPr>
        <p:spPr>
          <a:xfrm>
            <a:off x="508000" y="2159000"/>
            <a:ext cx="3587750" cy="50800"/>
          </a:xfrm>
          <a:prstGeom prst="rect">
            <a:avLst/>
          </a:prstGeom>
          <a:solidFill>
            <a:srgbClr val="DA1884"/>
          </a:solidFill>
        </p:spPr>
        <p:txBody>
          <a:bodyPr/>
          <a:lstStyle/>
          <a:p>
            <a:endParaRPr/>
          </a:p>
        </p:txBody>
      </p:sp>
      <p:sp>
        <p:nvSpPr>
          <p:cNvPr id="13" name="Text 9">
            <a:extLst>
              <a:ext uri="{FF2B5EF4-FFF2-40B4-BE49-F238E27FC236}">
                <a16:creationId xmlns:a16="http://schemas.microsoft.com/office/drawing/2014/main" id="{F88B7705-28C2-4799-A9EA-707A0CB530C3}"/>
              </a:ext>
            </a:extLst>
          </p:cNvPr>
          <p:cNvSpPr>
            <a:spLocks noGrp="1"/>
          </p:cNvSpPr>
          <p:nvPr/>
        </p:nvSpPr>
        <p:spPr>
          <a:xfrm>
            <a:off x="736600" y="2387600"/>
            <a:ext cx="3130550" cy="2070100"/>
          </a:xfrm>
          <a:prstGeom prst="rect">
            <a:avLst/>
          </a:prstGeom>
          <a:noFill/>
        </p:spPr>
        <p:txBody>
          <a:bodyPr wrap="square" lIns="0" tIns="0" rIns="0" bIns="0" anchor="t"/>
          <a:lstStyle/>
          <a:p>
            <a:pPr marL="0" indent="0">
              <a:lnSpc>
                <a:spcPct val="115000"/>
              </a:lnSpc>
              <a:spcAft>
                <a:spcPts val="800"/>
              </a:spcAft>
              <a:buNone/>
            </a:pPr>
            <a:r>
              <a:rPr sz="1200" b="1" dirty="0">
                <a:solidFill>
                  <a:srgbClr val="DA1884"/>
                </a:solidFill>
                <a:latin typeface="Arial"/>
                <a:ea typeface="Arial"/>
                <a:cs typeface="Arial"/>
              </a:rPr>
              <a:t>01</a:t>
            </a:r>
            <a:endParaRPr sz="1200" dirty="0"/>
          </a:p>
          <a:p>
            <a:pPr marL="0" indent="0">
              <a:lnSpc>
                <a:spcPct val="115000"/>
              </a:lnSpc>
              <a:spcAft>
                <a:spcPts val="800"/>
              </a:spcAft>
              <a:buNone/>
            </a:pPr>
            <a:r>
              <a:rPr sz="1500" b="1" dirty="0">
                <a:solidFill>
                  <a:srgbClr val="141414"/>
                </a:solidFill>
                <a:latin typeface="Arial"/>
                <a:ea typeface="Arial"/>
                <a:cs typeface="Arial"/>
              </a:rPr>
              <a:t>Choose per operation</a:t>
            </a:r>
            <a:endParaRPr sz="1200" dirty="0"/>
          </a:p>
          <a:p>
            <a:pPr marL="0" indent="0">
              <a:lnSpc>
                <a:spcPct val="115000"/>
              </a:lnSpc>
              <a:buNone/>
            </a:pPr>
            <a:r>
              <a:rPr sz="1200" dirty="0">
                <a:solidFill>
                  <a:srgbClr val="333333"/>
                </a:solidFill>
                <a:latin typeface="Arial"/>
                <a:ea typeface="Arial"/>
                <a:cs typeface="Arial"/>
              </a:rPr>
              <a:t>REST for cacheable resources, GraphQL for related data, and gRPC for streams and service-to-service calls. Most systems use more than one.</a:t>
            </a:r>
            <a:endParaRPr sz="1200" dirty="0"/>
          </a:p>
        </p:txBody>
      </p:sp>
      <p:sp>
        <p:nvSpPr>
          <p:cNvPr id="14" name="Shape 10">
            <a:extLst>
              <a:ext uri="{FF2B5EF4-FFF2-40B4-BE49-F238E27FC236}">
                <a16:creationId xmlns:a16="http://schemas.microsoft.com/office/drawing/2014/main" id="{D9AAAB53-9756-4FB7-95D9-D5B7094132F2}"/>
              </a:ext>
            </a:extLst>
          </p:cNvPr>
          <p:cNvSpPr>
            <a:spLocks noGrp="1"/>
          </p:cNvSpPr>
          <p:nvPr/>
        </p:nvSpPr>
        <p:spPr>
          <a:xfrm>
            <a:off x="4298950" y="2159000"/>
            <a:ext cx="3587750" cy="24765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15" name="Shape 11">
            <a:extLst>
              <a:ext uri="{FF2B5EF4-FFF2-40B4-BE49-F238E27FC236}">
                <a16:creationId xmlns:a16="http://schemas.microsoft.com/office/drawing/2014/main" id="{956362ED-7267-4A53-ACA1-5E30B5775E22}"/>
              </a:ext>
            </a:extLst>
          </p:cNvPr>
          <p:cNvSpPr>
            <a:spLocks noGrp="1"/>
          </p:cNvSpPr>
          <p:nvPr/>
        </p:nvSpPr>
        <p:spPr>
          <a:xfrm>
            <a:off x="4298950" y="2159000"/>
            <a:ext cx="3587750" cy="50800"/>
          </a:xfrm>
          <a:prstGeom prst="rect">
            <a:avLst/>
          </a:prstGeom>
          <a:solidFill>
            <a:srgbClr val="DA1884"/>
          </a:solidFill>
        </p:spPr>
        <p:txBody>
          <a:bodyPr/>
          <a:lstStyle/>
          <a:p>
            <a:endParaRPr/>
          </a:p>
        </p:txBody>
      </p:sp>
      <p:sp>
        <p:nvSpPr>
          <p:cNvPr id="16" name="Text 12">
            <a:extLst>
              <a:ext uri="{FF2B5EF4-FFF2-40B4-BE49-F238E27FC236}">
                <a16:creationId xmlns:a16="http://schemas.microsoft.com/office/drawing/2014/main" id="{D0A1996B-09B7-42D1-AF0E-5BACBCAAD88A}"/>
              </a:ext>
            </a:extLst>
          </p:cNvPr>
          <p:cNvSpPr>
            <a:spLocks noGrp="1"/>
          </p:cNvSpPr>
          <p:nvPr/>
        </p:nvSpPr>
        <p:spPr>
          <a:xfrm>
            <a:off x="4527550" y="2387600"/>
            <a:ext cx="3130550" cy="2070100"/>
          </a:xfrm>
          <a:prstGeom prst="rect">
            <a:avLst/>
          </a:prstGeom>
          <a:noFill/>
        </p:spPr>
        <p:txBody>
          <a:bodyPr wrap="square" lIns="0" tIns="0" rIns="0" bIns="0" anchor="t"/>
          <a:lstStyle/>
          <a:p>
            <a:pPr marL="0" indent="0">
              <a:lnSpc>
                <a:spcPct val="115000"/>
              </a:lnSpc>
              <a:spcAft>
                <a:spcPts val="800"/>
              </a:spcAft>
              <a:buNone/>
            </a:pPr>
            <a:r>
              <a:rPr sz="1200" b="1">
                <a:solidFill>
                  <a:srgbClr val="DA1884"/>
                </a:solidFill>
                <a:latin typeface="Arial"/>
                <a:ea typeface="Arial"/>
                <a:cs typeface="Arial"/>
              </a:rPr>
              <a:t>02</a:t>
            </a:r>
            <a:endParaRPr sz="1200"/>
          </a:p>
          <a:p>
            <a:pPr marL="0" indent="0">
              <a:lnSpc>
                <a:spcPct val="115000"/>
              </a:lnSpc>
              <a:spcAft>
                <a:spcPts val="800"/>
              </a:spcAft>
              <a:buNone/>
            </a:pPr>
            <a:r>
              <a:rPr sz="1500" b="1">
                <a:solidFill>
                  <a:srgbClr val="141414"/>
                </a:solidFill>
                <a:latin typeface="Arial"/>
                <a:ea typeface="Arial"/>
                <a:cs typeface="Arial"/>
              </a:rPr>
              <a:t>Design the contract first</a:t>
            </a:r>
            <a:endParaRPr sz="1200"/>
          </a:p>
          <a:p>
            <a:pPr marL="0" indent="0">
              <a:lnSpc>
                <a:spcPct val="115000"/>
              </a:lnSpc>
              <a:buNone/>
            </a:pPr>
            <a:r>
              <a:rPr sz="1200">
                <a:solidFill>
                  <a:srgbClr val="333333"/>
                </a:solidFill>
                <a:latin typeface="Arial"/>
                <a:ea typeface="Arial"/>
                <a:cs typeface="Arial"/>
              </a:rPr>
              <a:t>OpenAPI, SDL or .proto: the contract outlives any implementation and drives tooling, testing and code generation.</a:t>
            </a:r>
            <a:endParaRPr sz="1200"/>
          </a:p>
        </p:txBody>
      </p:sp>
      <p:sp>
        <p:nvSpPr>
          <p:cNvPr id="17" name="Shape 13">
            <a:extLst>
              <a:ext uri="{FF2B5EF4-FFF2-40B4-BE49-F238E27FC236}">
                <a16:creationId xmlns:a16="http://schemas.microsoft.com/office/drawing/2014/main" id="{CA846D87-142B-4690-9D44-D334A3A18D20}"/>
              </a:ext>
            </a:extLst>
          </p:cNvPr>
          <p:cNvSpPr>
            <a:spLocks noGrp="1"/>
          </p:cNvSpPr>
          <p:nvPr/>
        </p:nvSpPr>
        <p:spPr>
          <a:xfrm>
            <a:off x="8089900" y="2159000"/>
            <a:ext cx="3587750" cy="24765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18" name="Shape 14">
            <a:extLst>
              <a:ext uri="{FF2B5EF4-FFF2-40B4-BE49-F238E27FC236}">
                <a16:creationId xmlns:a16="http://schemas.microsoft.com/office/drawing/2014/main" id="{5BB54F73-55F1-4918-AD7A-79049E9114B6}"/>
              </a:ext>
            </a:extLst>
          </p:cNvPr>
          <p:cNvSpPr>
            <a:spLocks noGrp="1"/>
          </p:cNvSpPr>
          <p:nvPr/>
        </p:nvSpPr>
        <p:spPr>
          <a:xfrm>
            <a:off x="8089900" y="2159000"/>
            <a:ext cx="3587750" cy="50800"/>
          </a:xfrm>
          <a:prstGeom prst="rect">
            <a:avLst/>
          </a:prstGeom>
          <a:solidFill>
            <a:srgbClr val="DA1884"/>
          </a:solidFill>
        </p:spPr>
        <p:txBody>
          <a:bodyPr/>
          <a:lstStyle/>
          <a:p>
            <a:endParaRPr/>
          </a:p>
        </p:txBody>
      </p:sp>
      <p:sp>
        <p:nvSpPr>
          <p:cNvPr id="19" name="Text 15">
            <a:extLst>
              <a:ext uri="{FF2B5EF4-FFF2-40B4-BE49-F238E27FC236}">
                <a16:creationId xmlns:a16="http://schemas.microsoft.com/office/drawing/2014/main" id="{7DDF12DF-D132-465A-8BE5-A7DFECC22726}"/>
              </a:ext>
            </a:extLst>
          </p:cNvPr>
          <p:cNvSpPr>
            <a:spLocks noGrp="1"/>
          </p:cNvSpPr>
          <p:nvPr/>
        </p:nvSpPr>
        <p:spPr>
          <a:xfrm>
            <a:off x="8318500" y="2387600"/>
            <a:ext cx="3130550" cy="2070100"/>
          </a:xfrm>
          <a:prstGeom prst="rect">
            <a:avLst/>
          </a:prstGeom>
          <a:noFill/>
        </p:spPr>
        <p:txBody>
          <a:bodyPr wrap="square" lIns="0" tIns="0" rIns="0" bIns="0" anchor="t"/>
          <a:lstStyle/>
          <a:p>
            <a:pPr marL="0" indent="0">
              <a:lnSpc>
                <a:spcPct val="115000"/>
              </a:lnSpc>
              <a:spcAft>
                <a:spcPts val="800"/>
              </a:spcAft>
              <a:buNone/>
            </a:pPr>
            <a:r>
              <a:rPr sz="1200" b="1">
                <a:solidFill>
                  <a:srgbClr val="DA1884"/>
                </a:solidFill>
                <a:latin typeface="Arial"/>
                <a:ea typeface="Arial"/>
                <a:cs typeface="Arial"/>
              </a:rPr>
              <a:t>03</a:t>
            </a:r>
            <a:endParaRPr sz="1200"/>
          </a:p>
          <a:p>
            <a:pPr marL="0" indent="0">
              <a:lnSpc>
                <a:spcPct val="115000"/>
              </a:lnSpc>
              <a:spcAft>
                <a:spcPts val="800"/>
              </a:spcAft>
              <a:buNone/>
            </a:pPr>
            <a:r>
              <a:rPr sz="1500" b="1">
                <a:solidFill>
                  <a:srgbClr val="141414"/>
                </a:solidFill>
                <a:latin typeface="Arial"/>
                <a:ea typeface="Arial"/>
                <a:cs typeface="Arial"/>
              </a:rPr>
              <a:t>Measure the whole path</a:t>
            </a:r>
            <a:endParaRPr sz="1200"/>
          </a:p>
          <a:p>
            <a:pPr marL="0" indent="0">
              <a:lnSpc>
                <a:spcPct val="115000"/>
              </a:lnSpc>
              <a:buNone/>
            </a:pPr>
            <a:r>
              <a:rPr sz="1200">
                <a:solidFill>
                  <a:srgbClr val="333333"/>
                </a:solidFill>
                <a:latin typeface="Arial"/>
                <a:ea typeface="Arial"/>
                <a:cs typeface="Arial"/>
              </a:rPr>
              <a:t>Round trips, payload size and caching decide real-world latency more than the protocol label does.</a:t>
            </a:r>
            <a:endParaRPr sz="1200"/>
          </a:p>
        </p:txBody>
      </p:sp>
      <p:sp>
        <p:nvSpPr>
          <p:cNvPr id="20" name="Shape 16">
            <a:extLst>
              <a:ext uri="{FF2B5EF4-FFF2-40B4-BE49-F238E27FC236}">
                <a16:creationId xmlns:a16="http://schemas.microsoft.com/office/drawing/2014/main" id="{B84E948B-A010-41ED-AA63-BC1378A6CBCA}"/>
              </a:ext>
            </a:extLst>
          </p:cNvPr>
          <p:cNvSpPr>
            <a:spLocks noGrp="1"/>
          </p:cNvSpPr>
          <p:nvPr/>
        </p:nvSpPr>
        <p:spPr>
          <a:xfrm>
            <a:off x="508000" y="4889500"/>
            <a:ext cx="11176000" cy="1079500"/>
          </a:xfrm>
          <a:prstGeom prst="rect">
            <a:avLst/>
          </a:prstGeom>
          <a:solidFill>
            <a:srgbClr val="DA1884"/>
          </a:solidFill>
          <a:effectLst>
            <a:outerShdw blurRad="50800" dist="25400" dir="5400000" algn="bl" rotWithShape="0">
              <a:srgbClr val="000000">
                <a:alpha val="18000"/>
              </a:srgbClr>
            </a:outerShdw>
          </a:effectLst>
        </p:spPr>
        <p:txBody>
          <a:bodyPr/>
          <a:lstStyle/>
          <a:p>
            <a:endParaRPr/>
          </a:p>
        </p:txBody>
      </p:sp>
      <p:sp>
        <p:nvSpPr>
          <p:cNvPr id="21" name="Text 17">
            <a:extLst>
              <a:ext uri="{FF2B5EF4-FFF2-40B4-BE49-F238E27FC236}">
                <a16:creationId xmlns:a16="http://schemas.microsoft.com/office/drawing/2014/main" id="{C412475B-8D5E-4DC7-B204-221724D9A572}"/>
              </a:ext>
            </a:extLst>
          </p:cNvPr>
          <p:cNvSpPr>
            <a:spLocks noGrp="1"/>
          </p:cNvSpPr>
          <p:nvPr/>
        </p:nvSpPr>
        <p:spPr>
          <a:xfrm>
            <a:off x="787400" y="5080000"/>
            <a:ext cx="10668000" cy="381000"/>
          </a:xfrm>
          <a:prstGeom prst="rect">
            <a:avLst/>
          </a:prstGeom>
          <a:noFill/>
        </p:spPr>
        <p:txBody>
          <a:bodyPr wrap="square" lIns="0" tIns="0" rIns="0" bIns="0" anchor="t"/>
          <a:lstStyle/>
          <a:p>
            <a:pPr marL="0" indent="0" algn="l">
              <a:lnSpc>
                <a:spcPct val="110000"/>
              </a:lnSpc>
              <a:buNone/>
            </a:pPr>
            <a:r>
              <a:rPr sz="1800" b="1">
                <a:solidFill>
                  <a:srgbClr val="FFFFFF"/>
                </a:solidFill>
                <a:latin typeface="Arial"/>
                <a:ea typeface="Arial"/>
                <a:cs typeface="Arial"/>
              </a:rPr>
              <a:t>“Three protocols. One question. The right call, made where you can see it.”</a:t>
            </a:r>
            <a:endParaRPr sz="1800"/>
          </a:p>
        </p:txBody>
      </p:sp>
      <p:sp>
        <p:nvSpPr>
          <p:cNvPr id="22" name="Text 18">
            <a:extLst>
              <a:ext uri="{FF2B5EF4-FFF2-40B4-BE49-F238E27FC236}">
                <a16:creationId xmlns:a16="http://schemas.microsoft.com/office/drawing/2014/main" id="{EA9A4914-E1C1-4A01-B8B3-016377401A20}"/>
              </a:ext>
            </a:extLst>
          </p:cNvPr>
          <p:cNvSpPr>
            <a:spLocks noGrp="1"/>
          </p:cNvSpPr>
          <p:nvPr/>
        </p:nvSpPr>
        <p:spPr>
          <a:xfrm>
            <a:off x="787400" y="5575300"/>
            <a:ext cx="10668000" cy="215900"/>
          </a:xfrm>
          <a:prstGeom prst="rect">
            <a:avLst/>
          </a:prstGeom>
          <a:noFill/>
        </p:spPr>
        <p:txBody>
          <a:bodyPr wrap="square" lIns="0" tIns="0" rIns="0" bIns="0" anchor="t"/>
          <a:lstStyle/>
          <a:p>
            <a:pPr marL="0" indent="0" algn="l">
              <a:lnSpc>
                <a:spcPct val="110000"/>
              </a:lnSpc>
              <a:buNone/>
            </a:pPr>
            <a:r>
              <a:rPr sz="1200" dirty="0">
                <a:solidFill>
                  <a:srgbClr val="FFFFFF"/>
                </a:solidFill>
                <a:latin typeface="Arial"/>
                <a:ea typeface="Arial"/>
                <a:cs typeface="Arial"/>
              </a:rPr>
              <a:t>Repository, runbook and measurements: [repository link]</a:t>
            </a:r>
            <a:endParaRPr sz="1200" dirty="0"/>
          </a:p>
        </p:txBody>
      </p:sp>
    </p:spTree>
    <p:extLst>
      <p:ext uri="{BB962C8B-B14F-4D97-AF65-F5344CB8AC3E}">
        <p14:creationId xmlns:p14="http://schemas.microsoft.com/office/powerpoint/2010/main" val="9415910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0E267F15-F30F-40A6-A9D3-B2B106A1EE70}"/>
              </a:ext>
            </a:extLst>
          </p:cNvPr>
          <p:cNvSpPr>
            <a:spLocks noGrp="1"/>
          </p:cNvSpPr>
          <p:nvPr/>
        </p:nvSpPr>
        <p:spPr>
          <a:xfrm>
            <a:off x="8128000" y="0"/>
            <a:ext cx="4064000" cy="6858000"/>
          </a:xfrm>
          <a:prstGeom prst="rect">
            <a:avLst/>
          </a:prstGeom>
          <a:solidFill>
            <a:srgbClr val="DA1884"/>
          </a:solidFill>
        </p:spPr>
        <p:txBody>
          <a:bodyPr/>
          <a:lstStyle/>
          <a:p>
            <a:endParaRPr/>
          </a:p>
        </p:txBody>
      </p:sp>
      <p:pic>
        <p:nvPicPr>
          <p:cNvPr id="3" name="Image 0">
            <a:extLst>
              <a:ext uri="{FF2B5EF4-FFF2-40B4-BE49-F238E27FC236}">
                <a16:creationId xmlns:a16="http://schemas.microsoft.com/office/drawing/2014/main" id="{C22A01BB-37AF-4CEB-968C-D556BFE66967}"/>
              </a:ext>
            </a:extLst>
          </p:cNvPr>
          <p:cNvPicPr>
            <a:picLocks noChangeAspect="1"/>
          </p:cNvPicPr>
          <p:nvPr/>
        </p:nvPicPr>
        <p:blipFill>
          <a:blip r:embed="rId3"/>
          <a:stretch>
            <a:fillRect/>
          </a:stretch>
        </p:blipFill>
        <p:spPr>
          <a:xfrm>
            <a:off x="609600" y="825500"/>
            <a:ext cx="1905000" cy="787400"/>
          </a:xfrm>
          <a:prstGeom prst="rect">
            <a:avLst/>
          </a:prstGeom>
        </p:spPr>
      </p:pic>
      <p:sp>
        <p:nvSpPr>
          <p:cNvPr id="4" name="Text 1">
            <a:extLst>
              <a:ext uri="{FF2B5EF4-FFF2-40B4-BE49-F238E27FC236}">
                <a16:creationId xmlns:a16="http://schemas.microsoft.com/office/drawing/2014/main" id="{743842D0-8028-4570-BECB-6900548DAACF}"/>
              </a:ext>
            </a:extLst>
          </p:cNvPr>
          <p:cNvSpPr>
            <a:spLocks noGrp="1"/>
          </p:cNvSpPr>
          <p:nvPr/>
        </p:nvSpPr>
        <p:spPr>
          <a:xfrm>
            <a:off x="609600" y="2095500"/>
            <a:ext cx="6985000" cy="228600"/>
          </a:xfrm>
          <a:prstGeom prst="rect">
            <a:avLst/>
          </a:prstGeom>
          <a:noFill/>
        </p:spPr>
        <p:txBody>
          <a:bodyPr wrap="square" lIns="0" tIns="0" rIns="0" bIns="0" anchor="t"/>
          <a:lstStyle/>
          <a:p>
            <a:pPr marL="0" indent="0" algn="l">
              <a:lnSpc>
                <a:spcPct val="110000"/>
              </a:lnSpc>
              <a:buNone/>
            </a:pPr>
            <a:r>
              <a:rPr sz="1300" b="1">
                <a:solidFill>
                  <a:srgbClr val="DA1884"/>
                </a:solidFill>
                <a:latin typeface="Arial"/>
                <a:ea typeface="Arial"/>
                <a:cs typeface="Arial"/>
              </a:rPr>
              <a:t>THANK YOU</a:t>
            </a:r>
            <a:endParaRPr sz="1300"/>
          </a:p>
        </p:txBody>
      </p:sp>
      <p:sp>
        <p:nvSpPr>
          <p:cNvPr id="5" name="Text 2">
            <a:extLst>
              <a:ext uri="{FF2B5EF4-FFF2-40B4-BE49-F238E27FC236}">
                <a16:creationId xmlns:a16="http://schemas.microsoft.com/office/drawing/2014/main" id="{C74257D8-A5EC-4373-B6BC-17671808DDCA}"/>
              </a:ext>
            </a:extLst>
          </p:cNvPr>
          <p:cNvSpPr>
            <a:spLocks noGrp="1"/>
          </p:cNvSpPr>
          <p:nvPr/>
        </p:nvSpPr>
        <p:spPr>
          <a:xfrm>
            <a:off x="609600" y="2413000"/>
            <a:ext cx="6985000" cy="889000"/>
          </a:xfrm>
          <a:prstGeom prst="rect">
            <a:avLst/>
          </a:prstGeom>
          <a:noFill/>
        </p:spPr>
        <p:txBody>
          <a:bodyPr wrap="square" lIns="0" tIns="0" rIns="0" bIns="0" anchor="t"/>
          <a:lstStyle/>
          <a:p>
            <a:pPr marL="0" indent="0" algn="l">
              <a:lnSpc>
                <a:spcPct val="110000"/>
              </a:lnSpc>
              <a:buNone/>
            </a:pPr>
            <a:r>
              <a:rPr sz="6000" b="1">
                <a:solidFill>
                  <a:srgbClr val="141414"/>
                </a:solidFill>
                <a:latin typeface="Arial"/>
                <a:ea typeface="Arial"/>
                <a:cs typeface="Arial"/>
              </a:rPr>
              <a:t>/questions</a:t>
            </a:r>
            <a:endParaRPr sz="6000"/>
          </a:p>
        </p:txBody>
      </p:sp>
      <p:sp>
        <p:nvSpPr>
          <p:cNvPr id="6" name="Shape 3">
            <a:extLst>
              <a:ext uri="{FF2B5EF4-FFF2-40B4-BE49-F238E27FC236}">
                <a16:creationId xmlns:a16="http://schemas.microsoft.com/office/drawing/2014/main" id="{36858F58-7B2C-4463-9D18-32D3BC0E9891}"/>
              </a:ext>
            </a:extLst>
          </p:cNvPr>
          <p:cNvSpPr>
            <a:spLocks noGrp="1"/>
          </p:cNvSpPr>
          <p:nvPr/>
        </p:nvSpPr>
        <p:spPr>
          <a:xfrm>
            <a:off x="609600" y="3479800"/>
            <a:ext cx="1016000" cy="50800"/>
          </a:xfrm>
          <a:prstGeom prst="rect">
            <a:avLst/>
          </a:prstGeom>
          <a:solidFill>
            <a:srgbClr val="DA1884"/>
          </a:solidFill>
        </p:spPr>
        <p:txBody>
          <a:bodyPr/>
          <a:lstStyle/>
          <a:p>
            <a:endParaRPr/>
          </a:p>
        </p:txBody>
      </p:sp>
      <p:sp>
        <p:nvSpPr>
          <p:cNvPr id="7" name="Text 4">
            <a:extLst>
              <a:ext uri="{FF2B5EF4-FFF2-40B4-BE49-F238E27FC236}">
                <a16:creationId xmlns:a16="http://schemas.microsoft.com/office/drawing/2014/main" id="{8AFCA576-603A-4C64-87C9-9314B8724D54}"/>
              </a:ext>
            </a:extLst>
          </p:cNvPr>
          <p:cNvSpPr>
            <a:spLocks noGrp="1"/>
          </p:cNvSpPr>
          <p:nvPr/>
        </p:nvSpPr>
        <p:spPr>
          <a:xfrm>
            <a:off x="609600" y="3746500"/>
            <a:ext cx="6985000" cy="762000"/>
          </a:xfrm>
          <a:prstGeom prst="rect">
            <a:avLst/>
          </a:prstGeom>
          <a:noFill/>
        </p:spPr>
        <p:txBody>
          <a:bodyPr wrap="square" lIns="0" tIns="0" rIns="0" bIns="0" anchor="t"/>
          <a:lstStyle/>
          <a:p>
            <a:pPr marL="0" indent="0">
              <a:lnSpc>
                <a:spcPct val="140000"/>
              </a:lnSpc>
              <a:buNone/>
            </a:pPr>
            <a:r>
              <a:rPr sz="1500" b="1">
                <a:solidFill>
                  <a:srgbClr val="333333"/>
                </a:solidFill>
                <a:latin typeface="Arial"/>
                <a:ea typeface="Arial"/>
                <a:cs typeface="Arial"/>
              </a:rPr>
              <a:t>Chetan Galgali</a:t>
            </a:r>
            <a:r>
              <a:rPr sz="1500">
                <a:solidFill>
                  <a:srgbClr val="333333"/>
                </a:solidFill>
                <a:latin typeface="Arial"/>
                <a:ea typeface="Arial"/>
                <a:cs typeface="Arial"/>
              </a:rPr>
              <a:t>  |  Senior Enterprise Architect</a:t>
            </a:r>
            <a:endParaRPr sz="1500"/>
          </a:p>
          <a:p>
            <a:pPr marL="0" indent="0">
              <a:lnSpc>
                <a:spcPct val="140000"/>
              </a:lnSpc>
              <a:buNone/>
            </a:pPr>
            <a:r>
              <a:rPr sz="1500" b="1">
                <a:solidFill>
                  <a:srgbClr val="333333"/>
                </a:solidFill>
                <a:latin typeface="Arial"/>
                <a:ea typeface="Arial"/>
                <a:cs typeface="Arial"/>
              </a:rPr>
              <a:t>Steve Pietrek</a:t>
            </a:r>
            <a:r>
              <a:rPr sz="1500">
                <a:solidFill>
                  <a:srgbClr val="333333"/>
                </a:solidFill>
                <a:latin typeface="Arial"/>
                <a:ea typeface="Arial"/>
                <a:cs typeface="Arial"/>
              </a:rPr>
              <a:t>  |  Senior Solutions Principal</a:t>
            </a:r>
            <a:endParaRPr sz="1500"/>
          </a:p>
        </p:txBody>
      </p:sp>
      <p:sp>
        <p:nvSpPr>
          <p:cNvPr id="8" name="Text 5">
            <a:extLst>
              <a:ext uri="{FF2B5EF4-FFF2-40B4-BE49-F238E27FC236}">
                <a16:creationId xmlns:a16="http://schemas.microsoft.com/office/drawing/2014/main" id="{39DF1BDF-C64C-4DA2-A90C-EEE44803E12B}"/>
              </a:ext>
            </a:extLst>
          </p:cNvPr>
          <p:cNvSpPr>
            <a:spLocks noGrp="1"/>
          </p:cNvSpPr>
          <p:nvPr/>
        </p:nvSpPr>
        <p:spPr>
          <a:xfrm>
            <a:off x="609600" y="6578600"/>
            <a:ext cx="7366000" cy="177800"/>
          </a:xfrm>
          <a:prstGeom prst="rect">
            <a:avLst/>
          </a:prstGeom>
          <a:noFill/>
        </p:spPr>
        <p:txBody>
          <a:bodyPr wrap="square" lIns="0" tIns="0" rIns="0" bIns="0" anchor="t"/>
          <a:lstStyle/>
          <a:p>
            <a:pPr marL="0" indent="0" algn="l">
              <a:lnSpc>
                <a:spcPct val="110000"/>
              </a:lnSpc>
              <a:buNone/>
            </a:pPr>
            <a:r>
              <a:rPr sz="900">
                <a:solidFill>
                  <a:srgbClr val="9E9E9E"/>
                </a:solidFill>
                <a:latin typeface="Arial"/>
                <a:ea typeface="Arial"/>
                <a:cs typeface="Arial"/>
              </a:rPr>
              <a:t>Insight Proprietary &amp; Confidential.  Do Not Copy or Distribute.  © 2026 Insight.  All Rights Reserved.</a:t>
            </a:r>
            <a:endParaRPr sz="900"/>
          </a:p>
        </p:txBody>
      </p:sp>
      <p:sp>
        <p:nvSpPr>
          <p:cNvPr id="9" name="Text 6">
            <a:extLst>
              <a:ext uri="{FF2B5EF4-FFF2-40B4-BE49-F238E27FC236}">
                <a16:creationId xmlns:a16="http://schemas.microsoft.com/office/drawing/2014/main" id="{07DA543E-90DF-4A38-A81B-432DAF4357DC}"/>
              </a:ext>
            </a:extLst>
          </p:cNvPr>
          <p:cNvSpPr>
            <a:spLocks noGrp="1"/>
          </p:cNvSpPr>
          <p:nvPr/>
        </p:nvSpPr>
        <p:spPr>
          <a:xfrm>
            <a:off x="8636000" y="1587500"/>
            <a:ext cx="3048000" cy="1524000"/>
          </a:xfrm>
          <a:prstGeom prst="rect">
            <a:avLst/>
          </a:prstGeom>
          <a:noFill/>
        </p:spPr>
        <p:txBody>
          <a:bodyPr wrap="square" lIns="0" tIns="0" rIns="0" bIns="0" anchor="t"/>
          <a:lstStyle/>
          <a:p>
            <a:pPr marL="0" indent="0" algn="l">
              <a:lnSpc>
                <a:spcPct val="105000"/>
              </a:lnSpc>
              <a:buNone/>
            </a:pPr>
            <a:r>
              <a:rPr sz="3000" b="1">
                <a:solidFill>
                  <a:srgbClr val="FFFFFF"/>
                </a:solidFill>
                <a:latin typeface="Arial"/>
                <a:ea typeface="Arial"/>
                <a:cs typeface="Arial"/>
              </a:rPr>
              <a:t>Try it yourself.</a:t>
            </a:r>
            <a:endParaRPr sz="3000"/>
          </a:p>
        </p:txBody>
      </p:sp>
      <p:sp>
        <p:nvSpPr>
          <p:cNvPr id="10" name="Shape 7">
            <a:extLst>
              <a:ext uri="{FF2B5EF4-FFF2-40B4-BE49-F238E27FC236}">
                <a16:creationId xmlns:a16="http://schemas.microsoft.com/office/drawing/2014/main" id="{84E5A3E4-3860-4F89-BD60-DAF3771FE8FE}"/>
              </a:ext>
            </a:extLst>
          </p:cNvPr>
          <p:cNvSpPr>
            <a:spLocks noGrp="1"/>
          </p:cNvSpPr>
          <p:nvPr/>
        </p:nvSpPr>
        <p:spPr>
          <a:xfrm>
            <a:off x="8636000" y="3238500"/>
            <a:ext cx="508000" cy="38100"/>
          </a:xfrm>
          <a:prstGeom prst="rect">
            <a:avLst/>
          </a:prstGeom>
          <a:solidFill>
            <a:srgbClr val="FFFFFF"/>
          </a:solidFill>
        </p:spPr>
        <p:txBody>
          <a:bodyPr/>
          <a:lstStyle/>
          <a:p>
            <a:endParaRPr/>
          </a:p>
        </p:txBody>
      </p:sp>
      <p:sp>
        <p:nvSpPr>
          <p:cNvPr id="11" name="Text 8">
            <a:extLst>
              <a:ext uri="{FF2B5EF4-FFF2-40B4-BE49-F238E27FC236}">
                <a16:creationId xmlns:a16="http://schemas.microsoft.com/office/drawing/2014/main" id="{523FAF2E-DA9B-460C-942E-6D817D374B3F}"/>
              </a:ext>
            </a:extLst>
          </p:cNvPr>
          <p:cNvSpPr>
            <a:spLocks noGrp="1"/>
          </p:cNvSpPr>
          <p:nvPr/>
        </p:nvSpPr>
        <p:spPr>
          <a:xfrm>
            <a:off x="8636000" y="3492500"/>
            <a:ext cx="3048000" cy="203200"/>
          </a:xfrm>
          <a:prstGeom prst="rect">
            <a:avLst/>
          </a:prstGeom>
          <a:noFill/>
        </p:spPr>
        <p:txBody>
          <a:bodyPr wrap="square" lIns="0" tIns="0" rIns="0" bIns="0" anchor="t"/>
          <a:lstStyle/>
          <a:p>
            <a:pPr marL="0" indent="0" algn="l">
              <a:lnSpc>
                <a:spcPct val="110000"/>
              </a:lnSpc>
              <a:buNone/>
            </a:pPr>
            <a:r>
              <a:rPr sz="1200" b="1">
                <a:solidFill>
                  <a:srgbClr val="FFFFFF"/>
                </a:solidFill>
                <a:latin typeface="Arial"/>
                <a:ea typeface="Arial"/>
                <a:cs typeface="Arial"/>
              </a:rPr>
              <a:t>01 · RUN</a:t>
            </a:r>
            <a:endParaRPr sz="1200"/>
          </a:p>
        </p:txBody>
      </p:sp>
      <p:sp>
        <p:nvSpPr>
          <p:cNvPr id="12" name="Text 9">
            <a:extLst>
              <a:ext uri="{FF2B5EF4-FFF2-40B4-BE49-F238E27FC236}">
                <a16:creationId xmlns:a16="http://schemas.microsoft.com/office/drawing/2014/main" id="{E450D591-88CE-4272-B11E-276BEF284E76}"/>
              </a:ext>
            </a:extLst>
          </p:cNvPr>
          <p:cNvSpPr>
            <a:spLocks noGrp="1"/>
          </p:cNvSpPr>
          <p:nvPr/>
        </p:nvSpPr>
        <p:spPr>
          <a:xfrm>
            <a:off x="8636000" y="3733800"/>
            <a:ext cx="3048000" cy="444500"/>
          </a:xfrm>
          <a:prstGeom prst="rect">
            <a:avLst/>
          </a:prstGeom>
          <a:noFill/>
        </p:spPr>
        <p:txBody>
          <a:bodyPr wrap="square" lIns="0" tIns="0" rIns="0" bIns="0" anchor="t"/>
          <a:lstStyle/>
          <a:p>
            <a:pPr marL="0" indent="0" algn="l">
              <a:lnSpc>
                <a:spcPct val="120000"/>
              </a:lnSpc>
              <a:buNone/>
            </a:pPr>
            <a:r>
              <a:rPr sz="1200">
                <a:solidFill>
                  <a:srgbClr val="FFFFFF"/>
                </a:solidFill>
                <a:latin typeface="Arial"/>
                <a:ea typeface="Arial"/>
                <a:cs typeface="Arial"/>
              </a:rPr>
              <a:t>docker compose up --build -d, then open localhost:3000.</a:t>
            </a:r>
            <a:endParaRPr sz="1200"/>
          </a:p>
        </p:txBody>
      </p:sp>
      <p:sp>
        <p:nvSpPr>
          <p:cNvPr id="13" name="Text 10">
            <a:extLst>
              <a:ext uri="{FF2B5EF4-FFF2-40B4-BE49-F238E27FC236}">
                <a16:creationId xmlns:a16="http://schemas.microsoft.com/office/drawing/2014/main" id="{EC578E1A-05E6-4241-9A39-3CF1F855BEA1}"/>
              </a:ext>
            </a:extLst>
          </p:cNvPr>
          <p:cNvSpPr>
            <a:spLocks noGrp="1"/>
          </p:cNvSpPr>
          <p:nvPr/>
        </p:nvSpPr>
        <p:spPr>
          <a:xfrm>
            <a:off x="8636000" y="4318000"/>
            <a:ext cx="3048000" cy="203200"/>
          </a:xfrm>
          <a:prstGeom prst="rect">
            <a:avLst/>
          </a:prstGeom>
          <a:noFill/>
        </p:spPr>
        <p:txBody>
          <a:bodyPr wrap="square" lIns="0" tIns="0" rIns="0" bIns="0" anchor="t"/>
          <a:lstStyle/>
          <a:p>
            <a:pPr marL="0" indent="0" algn="l">
              <a:lnSpc>
                <a:spcPct val="110000"/>
              </a:lnSpc>
              <a:buNone/>
            </a:pPr>
            <a:r>
              <a:rPr sz="1200" b="1">
                <a:solidFill>
                  <a:srgbClr val="FFFFFF"/>
                </a:solidFill>
                <a:latin typeface="Arial"/>
                <a:ea typeface="Arial"/>
                <a:cs typeface="Arial"/>
              </a:rPr>
              <a:t>02 · ASK</a:t>
            </a:r>
            <a:endParaRPr sz="1200"/>
          </a:p>
        </p:txBody>
      </p:sp>
      <p:sp>
        <p:nvSpPr>
          <p:cNvPr id="14" name="Text 11">
            <a:extLst>
              <a:ext uri="{FF2B5EF4-FFF2-40B4-BE49-F238E27FC236}">
                <a16:creationId xmlns:a16="http://schemas.microsoft.com/office/drawing/2014/main" id="{7A898B62-3966-4CAB-B5B6-612B144BD95C}"/>
              </a:ext>
            </a:extLst>
          </p:cNvPr>
          <p:cNvSpPr>
            <a:spLocks noGrp="1"/>
          </p:cNvSpPr>
          <p:nvPr/>
        </p:nvSpPr>
        <p:spPr>
          <a:xfrm>
            <a:off x="8636000" y="4559300"/>
            <a:ext cx="3048000" cy="444500"/>
          </a:xfrm>
          <a:prstGeom prst="rect">
            <a:avLst/>
          </a:prstGeom>
          <a:noFill/>
        </p:spPr>
        <p:txBody>
          <a:bodyPr wrap="square" lIns="0" tIns="0" rIns="0" bIns="0" anchor="t"/>
          <a:lstStyle/>
          <a:p>
            <a:pPr marL="0" indent="0" algn="l">
              <a:lnSpc>
                <a:spcPct val="120000"/>
              </a:lnSpc>
              <a:buNone/>
            </a:pPr>
            <a:r>
              <a:rPr sz="1200">
                <a:solidFill>
                  <a:srgbClr val="FFFFFF"/>
                </a:solidFill>
                <a:latin typeface="Arial"/>
                <a:ea typeface="Arial"/>
                <a:cs typeface="Arial"/>
              </a:rPr>
              <a:t>Use the three guided prompts, then ask your own.</a:t>
            </a:r>
            <a:endParaRPr sz="1200"/>
          </a:p>
        </p:txBody>
      </p:sp>
      <p:sp>
        <p:nvSpPr>
          <p:cNvPr id="15" name="Text 12">
            <a:extLst>
              <a:ext uri="{FF2B5EF4-FFF2-40B4-BE49-F238E27FC236}">
                <a16:creationId xmlns:a16="http://schemas.microsoft.com/office/drawing/2014/main" id="{CA37E6C3-0CF2-4F34-86A1-9603BC7ED0EE}"/>
              </a:ext>
            </a:extLst>
          </p:cNvPr>
          <p:cNvSpPr>
            <a:spLocks noGrp="1"/>
          </p:cNvSpPr>
          <p:nvPr/>
        </p:nvSpPr>
        <p:spPr>
          <a:xfrm>
            <a:off x="8636000" y="5143500"/>
            <a:ext cx="3048000" cy="203200"/>
          </a:xfrm>
          <a:prstGeom prst="rect">
            <a:avLst/>
          </a:prstGeom>
          <a:noFill/>
        </p:spPr>
        <p:txBody>
          <a:bodyPr wrap="square" lIns="0" tIns="0" rIns="0" bIns="0" anchor="t"/>
          <a:lstStyle/>
          <a:p>
            <a:pPr marL="0" indent="0" algn="l">
              <a:lnSpc>
                <a:spcPct val="110000"/>
              </a:lnSpc>
              <a:buNone/>
            </a:pPr>
            <a:r>
              <a:rPr sz="1200" b="1">
                <a:solidFill>
                  <a:srgbClr val="FFFFFF"/>
                </a:solidFill>
                <a:latin typeface="Arial"/>
                <a:ea typeface="Arial"/>
                <a:cs typeface="Arial"/>
              </a:rPr>
              <a:t>03 · INSPECT</a:t>
            </a:r>
            <a:endParaRPr sz="1200"/>
          </a:p>
        </p:txBody>
      </p:sp>
      <p:sp>
        <p:nvSpPr>
          <p:cNvPr id="16" name="Text 13">
            <a:extLst>
              <a:ext uri="{FF2B5EF4-FFF2-40B4-BE49-F238E27FC236}">
                <a16:creationId xmlns:a16="http://schemas.microsoft.com/office/drawing/2014/main" id="{2B1E0D36-C0B2-4CA3-8687-188B418EEAF9}"/>
              </a:ext>
            </a:extLst>
          </p:cNvPr>
          <p:cNvSpPr>
            <a:spLocks noGrp="1"/>
          </p:cNvSpPr>
          <p:nvPr/>
        </p:nvSpPr>
        <p:spPr>
          <a:xfrm>
            <a:off x="8636000" y="5384800"/>
            <a:ext cx="3048000" cy="444500"/>
          </a:xfrm>
          <a:prstGeom prst="rect">
            <a:avLst/>
          </a:prstGeom>
          <a:noFill/>
        </p:spPr>
        <p:txBody>
          <a:bodyPr wrap="square" lIns="0" tIns="0" rIns="0" bIns="0" anchor="t"/>
          <a:lstStyle/>
          <a:p>
            <a:pPr marL="0" indent="0" algn="l">
              <a:lnSpc>
                <a:spcPct val="120000"/>
              </a:lnSpc>
              <a:buNone/>
            </a:pPr>
            <a:r>
              <a:rPr sz="1200">
                <a:solidFill>
                  <a:srgbClr val="FFFFFF"/>
                </a:solidFill>
                <a:latin typeface="Arial"/>
                <a:ea typeface="Arial"/>
                <a:cs typeface="Arial"/>
              </a:rPr>
              <a:t>Open the inspector to see every payload and timing.</a:t>
            </a:r>
            <a:endParaRPr sz="1200"/>
          </a:p>
        </p:txBody>
      </p:sp>
      <p:sp>
        <p:nvSpPr>
          <p:cNvPr id="17" name="Text 14">
            <a:extLst>
              <a:ext uri="{FF2B5EF4-FFF2-40B4-BE49-F238E27FC236}">
                <a16:creationId xmlns:a16="http://schemas.microsoft.com/office/drawing/2014/main" id="{9C54FFD7-ECAC-4E9C-A85F-3715F46A7868}"/>
              </a:ext>
            </a:extLst>
          </p:cNvPr>
          <p:cNvSpPr>
            <a:spLocks noGrp="1"/>
          </p:cNvSpPr>
          <p:nvPr/>
        </p:nvSpPr>
        <p:spPr>
          <a:xfrm>
            <a:off x="10922000" y="6578600"/>
            <a:ext cx="762000" cy="177800"/>
          </a:xfrm>
          <a:prstGeom prst="rect">
            <a:avLst/>
          </a:prstGeom>
          <a:noFill/>
        </p:spPr>
        <p:txBody>
          <a:bodyPr wrap="square" lIns="0" tIns="0" rIns="0" bIns="0" anchor="t"/>
          <a:lstStyle/>
          <a:p>
            <a:pPr marL="0" indent="0" algn="r">
              <a:lnSpc>
                <a:spcPct val="110000"/>
              </a:lnSpc>
              <a:buNone/>
            </a:pPr>
            <a:r>
              <a:rPr sz="900">
                <a:solidFill>
                  <a:srgbClr val="FFFFFF"/>
                </a:solidFill>
                <a:latin typeface="Arial"/>
                <a:ea typeface="Arial"/>
                <a:cs typeface="Arial"/>
              </a:rPr>
              <a:t>23</a:t>
            </a:r>
            <a:endParaRPr sz="900"/>
          </a:p>
        </p:txBody>
      </p:sp>
    </p:spTree>
    <p:extLst>
      <p:ext uri="{BB962C8B-B14F-4D97-AF65-F5344CB8AC3E}">
        <p14:creationId xmlns:p14="http://schemas.microsoft.com/office/powerpoint/2010/main" val="16264730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a:extLst>
              <a:ext uri="{FF2B5EF4-FFF2-40B4-BE49-F238E27FC236}">
                <a16:creationId xmlns:a16="http://schemas.microsoft.com/office/drawing/2014/main" id="{46A75915-EFFA-482B-B09F-1F8BAD855F2D}"/>
              </a:ext>
            </a:extLst>
          </p:cNvPr>
          <p:cNvPicPr>
            <a:picLocks noChangeAspect="1"/>
          </p:cNvPicPr>
          <p:nvPr/>
        </p:nvPicPr>
        <p:blipFill>
          <a:blip r:embed="rId3"/>
          <a:stretch>
            <a:fillRect/>
          </a:stretch>
        </p:blipFill>
        <p:spPr>
          <a:xfrm>
            <a:off x="508000" y="152400"/>
            <a:ext cx="990600" cy="406400"/>
          </a:xfrm>
          <a:prstGeom prst="rect">
            <a:avLst/>
          </a:prstGeom>
        </p:spPr>
      </p:pic>
      <p:sp>
        <p:nvSpPr>
          <p:cNvPr id="3" name="Text 0">
            <a:extLst>
              <a:ext uri="{FF2B5EF4-FFF2-40B4-BE49-F238E27FC236}">
                <a16:creationId xmlns:a16="http://schemas.microsoft.com/office/drawing/2014/main" id="{B3902B20-C103-4964-B187-B215B8172EE7}"/>
              </a:ext>
            </a:extLst>
          </p:cNvPr>
          <p:cNvSpPr>
            <a:spLocks noGrp="1"/>
          </p:cNvSpPr>
          <p:nvPr/>
        </p:nvSpPr>
        <p:spPr>
          <a:xfrm>
            <a:off x="3556000" y="406400"/>
            <a:ext cx="5080000" cy="190500"/>
          </a:xfrm>
          <a:prstGeom prst="rect">
            <a:avLst/>
          </a:prstGeom>
          <a:noFill/>
        </p:spPr>
        <p:txBody>
          <a:bodyPr wrap="square" lIns="0" tIns="0" rIns="0" bIns="0" anchor="t"/>
          <a:lstStyle/>
          <a:p>
            <a:pPr marL="0" indent="0" algn="ctr">
              <a:lnSpc>
                <a:spcPct val="110000"/>
              </a:lnSpc>
              <a:buNone/>
            </a:pPr>
            <a:r>
              <a:rPr sz="1000" dirty="0">
                <a:solidFill>
                  <a:srgbClr val="6B6B6B"/>
                </a:solidFill>
                <a:latin typeface="Arial"/>
                <a:ea typeface="Arial"/>
                <a:cs typeface="Arial"/>
              </a:rPr>
              <a:t>Protocol Studio  —  REST · GraphQL · gRPC</a:t>
            </a:r>
            <a:endParaRPr sz="1000" dirty="0"/>
          </a:p>
        </p:txBody>
      </p:sp>
      <p:sp>
        <p:nvSpPr>
          <p:cNvPr id="4" name="Text 1">
            <a:extLst>
              <a:ext uri="{FF2B5EF4-FFF2-40B4-BE49-F238E27FC236}">
                <a16:creationId xmlns:a16="http://schemas.microsoft.com/office/drawing/2014/main" id="{EE3DC4EE-54BA-470B-91E6-6BE45EEAF4B6}"/>
              </a:ext>
            </a:extLst>
          </p:cNvPr>
          <p:cNvSpPr>
            <a:spLocks noGrp="1"/>
          </p:cNvSpPr>
          <p:nvPr/>
        </p:nvSpPr>
        <p:spPr>
          <a:xfrm>
            <a:off x="6350000" y="406400"/>
            <a:ext cx="5334000" cy="190500"/>
          </a:xfrm>
          <a:prstGeom prst="rect">
            <a:avLst/>
          </a:prstGeom>
          <a:noFill/>
        </p:spPr>
        <p:txBody>
          <a:bodyPr wrap="square" lIns="0" tIns="0" rIns="0" bIns="0" anchor="t"/>
          <a:lstStyle/>
          <a:p>
            <a:pPr marL="0" indent="0" algn="r">
              <a:lnSpc>
                <a:spcPct val="110000"/>
              </a:lnSpc>
              <a:buNone/>
            </a:pPr>
            <a:r>
              <a:rPr sz="1000" b="1">
                <a:solidFill>
                  <a:srgbClr val="DA1884"/>
                </a:solidFill>
                <a:latin typeface="Arial"/>
                <a:ea typeface="Arial"/>
                <a:cs typeface="Arial"/>
              </a:rPr>
              <a:t>APPENDIX</a:t>
            </a:r>
            <a:endParaRPr sz="1000"/>
          </a:p>
        </p:txBody>
      </p:sp>
      <p:sp>
        <p:nvSpPr>
          <p:cNvPr id="5" name="Text 2">
            <a:extLst>
              <a:ext uri="{FF2B5EF4-FFF2-40B4-BE49-F238E27FC236}">
                <a16:creationId xmlns:a16="http://schemas.microsoft.com/office/drawing/2014/main" id="{84D53D20-E1C1-4680-987F-AB3A54E4642E}"/>
              </a:ext>
            </a:extLst>
          </p:cNvPr>
          <p:cNvSpPr>
            <a:spLocks noGrp="1"/>
          </p:cNvSpPr>
          <p:nvPr/>
        </p:nvSpPr>
        <p:spPr>
          <a:xfrm>
            <a:off x="508000" y="6578600"/>
            <a:ext cx="8890000" cy="177800"/>
          </a:xfrm>
          <a:prstGeom prst="rect">
            <a:avLst/>
          </a:prstGeom>
          <a:noFill/>
        </p:spPr>
        <p:txBody>
          <a:bodyPr wrap="square" lIns="0" tIns="0" rIns="0" bIns="0" anchor="t"/>
          <a:lstStyle/>
          <a:p>
            <a:pPr marL="0" indent="0" algn="l">
              <a:lnSpc>
                <a:spcPct val="110000"/>
              </a:lnSpc>
              <a:buNone/>
            </a:pPr>
            <a:r>
              <a:rPr sz="900">
                <a:solidFill>
                  <a:srgbClr val="9E9E9E"/>
                </a:solidFill>
                <a:latin typeface="Arial"/>
                <a:ea typeface="Arial"/>
                <a:cs typeface="Arial"/>
              </a:rPr>
              <a:t>Insight Proprietary &amp; Confidential.  Do Not Copy or Distribute.  © 2026 Insight.  All Rights Reserved.</a:t>
            </a:r>
            <a:endParaRPr sz="900"/>
          </a:p>
        </p:txBody>
      </p:sp>
      <p:sp>
        <p:nvSpPr>
          <p:cNvPr id="6" name="Text 3">
            <a:extLst>
              <a:ext uri="{FF2B5EF4-FFF2-40B4-BE49-F238E27FC236}">
                <a16:creationId xmlns:a16="http://schemas.microsoft.com/office/drawing/2014/main" id="{E9C446D0-66EE-4273-8F88-C67BD7EC89C1}"/>
              </a:ext>
            </a:extLst>
          </p:cNvPr>
          <p:cNvSpPr>
            <a:spLocks noGrp="1"/>
          </p:cNvSpPr>
          <p:nvPr/>
        </p:nvSpPr>
        <p:spPr>
          <a:xfrm>
            <a:off x="10922000" y="6578600"/>
            <a:ext cx="762000" cy="177800"/>
          </a:xfrm>
          <a:prstGeom prst="rect">
            <a:avLst/>
          </a:prstGeom>
          <a:noFill/>
        </p:spPr>
        <p:txBody>
          <a:bodyPr wrap="square" lIns="0" tIns="0" rIns="0" bIns="0" anchor="t"/>
          <a:lstStyle/>
          <a:p>
            <a:pPr marL="0" indent="0" algn="r">
              <a:lnSpc>
                <a:spcPct val="110000"/>
              </a:lnSpc>
              <a:buNone/>
            </a:pPr>
            <a:r>
              <a:rPr sz="900">
                <a:solidFill>
                  <a:srgbClr val="9E9E9E"/>
                </a:solidFill>
                <a:latin typeface="Arial"/>
                <a:ea typeface="Arial"/>
                <a:cs typeface="Arial"/>
              </a:rPr>
              <a:t>24</a:t>
            </a:r>
            <a:endParaRPr sz="900"/>
          </a:p>
        </p:txBody>
      </p:sp>
      <p:sp>
        <p:nvSpPr>
          <p:cNvPr id="7" name="Text 4">
            <a:extLst>
              <a:ext uri="{FF2B5EF4-FFF2-40B4-BE49-F238E27FC236}">
                <a16:creationId xmlns:a16="http://schemas.microsoft.com/office/drawing/2014/main" id="{BA620F38-CA22-4FD6-A3C5-715D74B84292}"/>
              </a:ext>
            </a:extLst>
          </p:cNvPr>
          <p:cNvSpPr>
            <a:spLocks noGrp="1"/>
          </p:cNvSpPr>
          <p:nvPr/>
        </p:nvSpPr>
        <p:spPr>
          <a:xfrm>
            <a:off x="457200" y="1587500"/>
            <a:ext cx="5080000" cy="1651000"/>
          </a:xfrm>
          <a:prstGeom prst="rect">
            <a:avLst/>
          </a:prstGeom>
          <a:noFill/>
        </p:spPr>
        <p:txBody>
          <a:bodyPr wrap="square" lIns="0" tIns="0" rIns="0" bIns="0" anchor="t"/>
          <a:lstStyle/>
          <a:p>
            <a:pPr marL="0" indent="0" algn="l">
              <a:lnSpc>
                <a:spcPct val="90000"/>
              </a:lnSpc>
              <a:buNone/>
            </a:pPr>
            <a:r>
              <a:rPr sz="12000" b="1">
                <a:solidFill>
                  <a:srgbClr val="DA1884"/>
                </a:solidFill>
                <a:latin typeface="Arial"/>
                <a:ea typeface="Arial"/>
                <a:cs typeface="Arial"/>
              </a:rPr>
              <a:t>A</a:t>
            </a:r>
            <a:endParaRPr sz="12000"/>
          </a:p>
        </p:txBody>
      </p:sp>
      <p:sp>
        <p:nvSpPr>
          <p:cNvPr id="8" name="Text 5">
            <a:extLst>
              <a:ext uri="{FF2B5EF4-FFF2-40B4-BE49-F238E27FC236}">
                <a16:creationId xmlns:a16="http://schemas.microsoft.com/office/drawing/2014/main" id="{7CC8E606-513E-45A7-8D91-1CF649EC6F17}"/>
              </a:ext>
            </a:extLst>
          </p:cNvPr>
          <p:cNvSpPr>
            <a:spLocks noGrp="1"/>
          </p:cNvSpPr>
          <p:nvPr/>
        </p:nvSpPr>
        <p:spPr>
          <a:xfrm>
            <a:off x="508000" y="3302000"/>
            <a:ext cx="5207000" cy="1320800"/>
          </a:xfrm>
          <a:prstGeom prst="rect">
            <a:avLst/>
          </a:prstGeom>
          <a:noFill/>
        </p:spPr>
        <p:txBody>
          <a:bodyPr wrap="square" lIns="0" tIns="0" rIns="0" bIns="0" anchor="t"/>
          <a:lstStyle/>
          <a:p>
            <a:pPr marL="0" indent="0" algn="l">
              <a:lnSpc>
                <a:spcPct val="100000"/>
              </a:lnSpc>
              <a:buNone/>
            </a:pPr>
            <a:r>
              <a:rPr sz="4400" b="1">
                <a:solidFill>
                  <a:srgbClr val="141414"/>
                </a:solidFill>
                <a:latin typeface="Arial"/>
                <a:ea typeface="Arial"/>
                <a:cs typeface="Arial"/>
              </a:rPr>
              <a:t>Appendix: AI Routing</a:t>
            </a:r>
            <a:endParaRPr sz="4400"/>
          </a:p>
        </p:txBody>
      </p:sp>
      <p:sp>
        <p:nvSpPr>
          <p:cNvPr id="9" name="Shape 6">
            <a:extLst>
              <a:ext uri="{FF2B5EF4-FFF2-40B4-BE49-F238E27FC236}">
                <a16:creationId xmlns:a16="http://schemas.microsoft.com/office/drawing/2014/main" id="{4ADC9082-3F99-4CE4-A9F3-1ABDE320B889}"/>
              </a:ext>
            </a:extLst>
          </p:cNvPr>
          <p:cNvSpPr>
            <a:spLocks noGrp="1"/>
          </p:cNvSpPr>
          <p:nvPr/>
        </p:nvSpPr>
        <p:spPr>
          <a:xfrm>
            <a:off x="508000" y="4800600"/>
            <a:ext cx="1016000" cy="50800"/>
          </a:xfrm>
          <a:prstGeom prst="rect">
            <a:avLst/>
          </a:prstGeom>
          <a:solidFill>
            <a:srgbClr val="DA1884"/>
          </a:solidFill>
        </p:spPr>
        <p:txBody>
          <a:bodyPr/>
          <a:lstStyle/>
          <a:p>
            <a:endParaRPr/>
          </a:p>
        </p:txBody>
      </p:sp>
      <p:sp>
        <p:nvSpPr>
          <p:cNvPr id="10" name="Text 7">
            <a:extLst>
              <a:ext uri="{FF2B5EF4-FFF2-40B4-BE49-F238E27FC236}">
                <a16:creationId xmlns:a16="http://schemas.microsoft.com/office/drawing/2014/main" id="{CC87DABB-2D85-4120-873F-2E1E423509F1}"/>
              </a:ext>
            </a:extLst>
          </p:cNvPr>
          <p:cNvSpPr>
            <a:spLocks noGrp="1"/>
          </p:cNvSpPr>
          <p:nvPr/>
        </p:nvSpPr>
        <p:spPr>
          <a:xfrm>
            <a:off x="508000" y="5029200"/>
            <a:ext cx="5207000" cy="635000"/>
          </a:xfrm>
          <a:prstGeom prst="rect">
            <a:avLst/>
          </a:prstGeom>
          <a:noFill/>
        </p:spPr>
        <p:txBody>
          <a:bodyPr wrap="square" lIns="0" tIns="0" rIns="0" bIns="0" anchor="t"/>
          <a:lstStyle/>
          <a:p>
            <a:pPr marL="0" indent="0" algn="l">
              <a:lnSpc>
                <a:spcPct val="125000"/>
              </a:lnSpc>
              <a:buNone/>
            </a:pPr>
            <a:r>
              <a:rPr sz="1500">
                <a:solidFill>
                  <a:srgbClr val="6B6B6B"/>
                </a:solidFill>
                <a:latin typeface="Arial"/>
                <a:ea typeface="Arial"/>
                <a:cs typeface="Arial"/>
              </a:rPr>
              <a:t>Reference material: how Protocol Studio lets a model choose the protocol.</a:t>
            </a:r>
            <a:endParaRPr sz="1500"/>
          </a:p>
        </p:txBody>
      </p:sp>
      <p:sp>
        <p:nvSpPr>
          <p:cNvPr id="11" name="Shape 8">
            <a:extLst>
              <a:ext uri="{FF2B5EF4-FFF2-40B4-BE49-F238E27FC236}">
                <a16:creationId xmlns:a16="http://schemas.microsoft.com/office/drawing/2014/main" id="{B6FD5BF5-5F4E-463D-9C5F-B307DB6860E9}"/>
              </a:ext>
            </a:extLst>
          </p:cNvPr>
          <p:cNvSpPr>
            <a:spLocks noGrp="1"/>
          </p:cNvSpPr>
          <p:nvPr/>
        </p:nvSpPr>
        <p:spPr>
          <a:xfrm>
            <a:off x="6223000" y="2413000"/>
            <a:ext cx="5461000" cy="25400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12" name="Shape 9">
            <a:extLst>
              <a:ext uri="{FF2B5EF4-FFF2-40B4-BE49-F238E27FC236}">
                <a16:creationId xmlns:a16="http://schemas.microsoft.com/office/drawing/2014/main" id="{64E850A2-2700-4B75-84E8-A1EC7B2924B7}"/>
              </a:ext>
            </a:extLst>
          </p:cNvPr>
          <p:cNvSpPr>
            <a:spLocks noGrp="1"/>
          </p:cNvSpPr>
          <p:nvPr/>
        </p:nvSpPr>
        <p:spPr>
          <a:xfrm>
            <a:off x="6223000" y="2413000"/>
            <a:ext cx="5461000" cy="50800"/>
          </a:xfrm>
          <a:prstGeom prst="rect">
            <a:avLst/>
          </a:prstGeom>
          <a:solidFill>
            <a:srgbClr val="DA1884"/>
          </a:solidFill>
        </p:spPr>
        <p:txBody>
          <a:bodyPr/>
          <a:lstStyle/>
          <a:p>
            <a:endParaRPr/>
          </a:p>
        </p:txBody>
      </p:sp>
      <p:sp>
        <p:nvSpPr>
          <p:cNvPr id="13" name="Text 10">
            <a:extLst>
              <a:ext uri="{FF2B5EF4-FFF2-40B4-BE49-F238E27FC236}">
                <a16:creationId xmlns:a16="http://schemas.microsoft.com/office/drawing/2014/main" id="{5EFE4CD9-1BDD-4530-8B19-04F4578F0E00}"/>
              </a:ext>
            </a:extLst>
          </p:cNvPr>
          <p:cNvSpPr>
            <a:spLocks noGrp="1"/>
          </p:cNvSpPr>
          <p:nvPr/>
        </p:nvSpPr>
        <p:spPr>
          <a:xfrm>
            <a:off x="6477000" y="2641600"/>
            <a:ext cx="4953000" cy="215900"/>
          </a:xfrm>
          <a:prstGeom prst="rect">
            <a:avLst/>
          </a:prstGeom>
          <a:noFill/>
        </p:spPr>
        <p:txBody>
          <a:bodyPr wrap="square" lIns="0" tIns="0" rIns="0" bIns="0" anchor="t"/>
          <a:lstStyle/>
          <a:p>
            <a:pPr marL="0" indent="0" algn="l">
              <a:lnSpc>
                <a:spcPct val="110000"/>
              </a:lnSpc>
              <a:buNone/>
            </a:pPr>
            <a:r>
              <a:rPr sz="1200" b="1">
                <a:solidFill>
                  <a:srgbClr val="DA1884"/>
                </a:solidFill>
                <a:latin typeface="Arial"/>
                <a:ea typeface="Arial"/>
                <a:cs typeface="Arial"/>
              </a:rPr>
              <a:t>IN THIS SECTION</a:t>
            </a:r>
            <a:endParaRPr sz="1200"/>
          </a:p>
        </p:txBody>
      </p:sp>
      <p:sp>
        <p:nvSpPr>
          <p:cNvPr id="14" name="Text 11">
            <a:extLst>
              <a:ext uri="{FF2B5EF4-FFF2-40B4-BE49-F238E27FC236}">
                <a16:creationId xmlns:a16="http://schemas.microsoft.com/office/drawing/2014/main" id="{2D0B0E6D-D892-46F8-B19A-6531FFFD1776}"/>
              </a:ext>
            </a:extLst>
          </p:cNvPr>
          <p:cNvSpPr>
            <a:spLocks noGrp="1"/>
          </p:cNvSpPr>
          <p:nvPr/>
        </p:nvSpPr>
        <p:spPr>
          <a:xfrm>
            <a:off x="6477000" y="2997200"/>
            <a:ext cx="4953000" cy="406400"/>
          </a:xfrm>
          <a:prstGeom prst="rect">
            <a:avLst/>
          </a:prstGeom>
          <a:noFill/>
        </p:spPr>
        <p:txBody>
          <a:bodyPr wrap="square" lIns="0" tIns="0" rIns="0" bIns="0" anchor="t"/>
          <a:lstStyle/>
          <a:p>
            <a:pPr marL="0" indent="0" algn="l">
              <a:lnSpc>
                <a:spcPct val="115000"/>
              </a:lnSpc>
              <a:buNone/>
            </a:pPr>
            <a:r>
              <a:rPr sz="1300">
                <a:solidFill>
                  <a:srgbClr val="333333"/>
                </a:solidFill>
                <a:latin typeface="Arial"/>
                <a:ea typeface="Arial"/>
                <a:cs typeface="Arial"/>
              </a:rPr>
              <a:t>Architecture: how a question becomes a protocol call</a:t>
            </a:r>
            <a:endParaRPr sz="1300"/>
          </a:p>
        </p:txBody>
      </p:sp>
      <p:sp>
        <p:nvSpPr>
          <p:cNvPr id="15" name="Text 12">
            <a:extLst>
              <a:ext uri="{FF2B5EF4-FFF2-40B4-BE49-F238E27FC236}">
                <a16:creationId xmlns:a16="http://schemas.microsoft.com/office/drawing/2014/main" id="{8C6C4F66-68CD-4743-9696-3402BFA5EFBF}"/>
              </a:ext>
            </a:extLst>
          </p:cNvPr>
          <p:cNvSpPr>
            <a:spLocks noGrp="1"/>
          </p:cNvSpPr>
          <p:nvPr/>
        </p:nvSpPr>
        <p:spPr>
          <a:xfrm>
            <a:off x="6477000" y="3479800"/>
            <a:ext cx="4953000" cy="406400"/>
          </a:xfrm>
          <a:prstGeom prst="rect">
            <a:avLst/>
          </a:prstGeom>
          <a:noFill/>
        </p:spPr>
        <p:txBody>
          <a:bodyPr wrap="square" lIns="0" tIns="0" rIns="0" bIns="0" anchor="t"/>
          <a:lstStyle/>
          <a:p>
            <a:pPr marL="0" indent="0" algn="l">
              <a:lnSpc>
                <a:spcPct val="115000"/>
              </a:lnSpc>
              <a:buNone/>
            </a:pPr>
            <a:r>
              <a:rPr sz="1300">
                <a:solidFill>
                  <a:srgbClr val="333333"/>
                </a:solidFill>
                <a:latin typeface="Arial"/>
                <a:ea typeface="Arial"/>
                <a:cs typeface="Arial"/>
              </a:rPr>
              <a:t>Ollama: local tool calling on a 4B model</a:t>
            </a:r>
            <a:endParaRPr sz="1300"/>
          </a:p>
        </p:txBody>
      </p:sp>
      <p:sp>
        <p:nvSpPr>
          <p:cNvPr id="16" name="Text 13">
            <a:extLst>
              <a:ext uri="{FF2B5EF4-FFF2-40B4-BE49-F238E27FC236}">
                <a16:creationId xmlns:a16="http://schemas.microsoft.com/office/drawing/2014/main" id="{9DDFAB72-0303-42C4-92DB-FF7349B3E2A0}"/>
              </a:ext>
            </a:extLst>
          </p:cNvPr>
          <p:cNvSpPr>
            <a:spLocks noGrp="1"/>
          </p:cNvSpPr>
          <p:nvPr/>
        </p:nvSpPr>
        <p:spPr>
          <a:xfrm>
            <a:off x="6477000" y="3962400"/>
            <a:ext cx="4953000" cy="406400"/>
          </a:xfrm>
          <a:prstGeom prst="rect">
            <a:avLst/>
          </a:prstGeom>
          <a:noFill/>
        </p:spPr>
        <p:txBody>
          <a:bodyPr wrap="square" lIns="0" tIns="0" rIns="0" bIns="0" anchor="t"/>
          <a:lstStyle/>
          <a:p>
            <a:pPr marL="0" indent="0" algn="l">
              <a:lnSpc>
                <a:spcPct val="115000"/>
              </a:lnSpc>
              <a:buNone/>
            </a:pPr>
            <a:r>
              <a:rPr sz="1300">
                <a:solidFill>
                  <a:srgbClr val="333333"/>
                </a:solidFill>
                <a:latin typeface="Arial"/>
                <a:ea typeface="Arial"/>
                <a:cs typeface="Arial"/>
              </a:rPr>
              <a:t>Jev: structured decisions with confidence</a:t>
            </a:r>
            <a:endParaRPr sz="1300"/>
          </a:p>
        </p:txBody>
      </p:sp>
      <p:sp>
        <p:nvSpPr>
          <p:cNvPr id="17" name="Text 14">
            <a:extLst>
              <a:ext uri="{FF2B5EF4-FFF2-40B4-BE49-F238E27FC236}">
                <a16:creationId xmlns:a16="http://schemas.microsoft.com/office/drawing/2014/main" id="{2645A685-420A-4BD8-ABC3-3BCD223DB587}"/>
              </a:ext>
            </a:extLst>
          </p:cNvPr>
          <p:cNvSpPr>
            <a:spLocks noGrp="1"/>
          </p:cNvSpPr>
          <p:nvPr/>
        </p:nvSpPr>
        <p:spPr>
          <a:xfrm>
            <a:off x="6477000" y="4445000"/>
            <a:ext cx="4953000" cy="406400"/>
          </a:xfrm>
          <a:prstGeom prst="rect">
            <a:avLst/>
          </a:prstGeom>
          <a:noFill/>
        </p:spPr>
        <p:txBody>
          <a:bodyPr wrap="square" lIns="0" tIns="0" rIns="0" bIns="0" anchor="t"/>
          <a:lstStyle/>
          <a:p>
            <a:pPr marL="0" indent="0" algn="l">
              <a:lnSpc>
                <a:spcPct val="115000"/>
              </a:lnSpc>
              <a:buNone/>
            </a:pPr>
            <a:r>
              <a:rPr sz="1300">
                <a:solidFill>
                  <a:srgbClr val="333333"/>
                </a:solidFill>
                <a:latin typeface="Arial"/>
                <a:ea typeface="Arial"/>
                <a:cs typeface="Arial"/>
              </a:rPr>
              <a:t>Guardrails and measured latency</a:t>
            </a:r>
            <a:endParaRPr sz="1300"/>
          </a:p>
        </p:txBody>
      </p:sp>
    </p:spTree>
    <p:extLst>
      <p:ext uri="{BB962C8B-B14F-4D97-AF65-F5344CB8AC3E}">
        <p14:creationId xmlns:p14="http://schemas.microsoft.com/office/powerpoint/2010/main" val="15423915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a:extLst>
              <a:ext uri="{FF2B5EF4-FFF2-40B4-BE49-F238E27FC236}">
                <a16:creationId xmlns:a16="http://schemas.microsoft.com/office/drawing/2014/main" id="{7794F142-C1FF-4422-A2D6-735A7F129FC7}"/>
              </a:ext>
            </a:extLst>
          </p:cNvPr>
          <p:cNvPicPr>
            <a:picLocks noChangeAspect="1"/>
          </p:cNvPicPr>
          <p:nvPr/>
        </p:nvPicPr>
        <p:blipFill>
          <a:blip r:embed="rId3"/>
          <a:stretch>
            <a:fillRect/>
          </a:stretch>
        </p:blipFill>
        <p:spPr>
          <a:xfrm>
            <a:off x="508000" y="152400"/>
            <a:ext cx="990600" cy="406400"/>
          </a:xfrm>
          <a:prstGeom prst="rect">
            <a:avLst/>
          </a:prstGeom>
        </p:spPr>
      </p:pic>
      <p:sp>
        <p:nvSpPr>
          <p:cNvPr id="3" name="Text 0">
            <a:extLst>
              <a:ext uri="{FF2B5EF4-FFF2-40B4-BE49-F238E27FC236}">
                <a16:creationId xmlns:a16="http://schemas.microsoft.com/office/drawing/2014/main" id="{708739DA-FB00-4B9D-BE46-A62E6BF67046}"/>
              </a:ext>
            </a:extLst>
          </p:cNvPr>
          <p:cNvSpPr>
            <a:spLocks noGrp="1"/>
          </p:cNvSpPr>
          <p:nvPr/>
        </p:nvSpPr>
        <p:spPr>
          <a:xfrm>
            <a:off x="3556000" y="406400"/>
            <a:ext cx="5080000" cy="190500"/>
          </a:xfrm>
          <a:prstGeom prst="rect">
            <a:avLst/>
          </a:prstGeom>
          <a:noFill/>
        </p:spPr>
        <p:txBody>
          <a:bodyPr wrap="square" lIns="0" tIns="0" rIns="0" bIns="0" anchor="t"/>
          <a:lstStyle/>
          <a:p>
            <a:pPr marL="0" indent="0" algn="ctr">
              <a:lnSpc>
                <a:spcPct val="110000"/>
              </a:lnSpc>
              <a:buNone/>
            </a:pPr>
            <a:r>
              <a:rPr sz="1000" dirty="0">
                <a:solidFill>
                  <a:srgbClr val="6B6B6B"/>
                </a:solidFill>
                <a:latin typeface="Arial"/>
                <a:ea typeface="Arial"/>
                <a:cs typeface="Arial"/>
              </a:rPr>
              <a:t>Protocol Studio  —  REST · GraphQL · gRPC</a:t>
            </a:r>
            <a:endParaRPr sz="1000" dirty="0"/>
          </a:p>
        </p:txBody>
      </p:sp>
      <p:sp>
        <p:nvSpPr>
          <p:cNvPr id="4" name="Text 1">
            <a:extLst>
              <a:ext uri="{FF2B5EF4-FFF2-40B4-BE49-F238E27FC236}">
                <a16:creationId xmlns:a16="http://schemas.microsoft.com/office/drawing/2014/main" id="{9F3D5ABD-C66A-4881-B5CE-8BF3B8466D61}"/>
              </a:ext>
            </a:extLst>
          </p:cNvPr>
          <p:cNvSpPr>
            <a:spLocks noGrp="1"/>
          </p:cNvSpPr>
          <p:nvPr/>
        </p:nvSpPr>
        <p:spPr>
          <a:xfrm>
            <a:off x="6350000" y="406400"/>
            <a:ext cx="5334000" cy="190500"/>
          </a:xfrm>
          <a:prstGeom prst="rect">
            <a:avLst/>
          </a:prstGeom>
          <a:noFill/>
        </p:spPr>
        <p:txBody>
          <a:bodyPr wrap="square" lIns="0" tIns="0" rIns="0" bIns="0" anchor="t"/>
          <a:lstStyle/>
          <a:p>
            <a:pPr marL="0" indent="0" algn="r">
              <a:lnSpc>
                <a:spcPct val="110000"/>
              </a:lnSpc>
              <a:buNone/>
            </a:pPr>
            <a:r>
              <a:rPr sz="1000" b="1">
                <a:solidFill>
                  <a:srgbClr val="DA1884"/>
                </a:solidFill>
                <a:latin typeface="Arial"/>
                <a:ea typeface="Arial"/>
                <a:cs typeface="Arial"/>
              </a:rPr>
              <a:t>APPENDIX · AI ROUTING</a:t>
            </a:r>
            <a:endParaRPr sz="1000"/>
          </a:p>
        </p:txBody>
      </p:sp>
      <p:sp>
        <p:nvSpPr>
          <p:cNvPr id="5" name="Text 2">
            <a:extLst>
              <a:ext uri="{FF2B5EF4-FFF2-40B4-BE49-F238E27FC236}">
                <a16:creationId xmlns:a16="http://schemas.microsoft.com/office/drawing/2014/main" id="{EADE2A5B-4BBB-4F96-96EB-34D3C3E4FDC1}"/>
              </a:ext>
            </a:extLst>
          </p:cNvPr>
          <p:cNvSpPr>
            <a:spLocks noGrp="1"/>
          </p:cNvSpPr>
          <p:nvPr/>
        </p:nvSpPr>
        <p:spPr>
          <a:xfrm>
            <a:off x="508000" y="6578600"/>
            <a:ext cx="8890000" cy="177800"/>
          </a:xfrm>
          <a:prstGeom prst="rect">
            <a:avLst/>
          </a:prstGeom>
          <a:noFill/>
        </p:spPr>
        <p:txBody>
          <a:bodyPr wrap="square" lIns="0" tIns="0" rIns="0" bIns="0" anchor="t"/>
          <a:lstStyle/>
          <a:p>
            <a:pPr marL="0" indent="0" algn="l">
              <a:lnSpc>
                <a:spcPct val="110000"/>
              </a:lnSpc>
              <a:buNone/>
            </a:pPr>
            <a:r>
              <a:rPr sz="900">
                <a:solidFill>
                  <a:srgbClr val="9E9E9E"/>
                </a:solidFill>
                <a:latin typeface="Arial"/>
                <a:ea typeface="Arial"/>
                <a:cs typeface="Arial"/>
              </a:rPr>
              <a:t>Insight Proprietary &amp; Confidential.  Do Not Copy or Distribute.  © 2026 Insight.  All Rights Reserved.</a:t>
            </a:r>
            <a:endParaRPr sz="900"/>
          </a:p>
        </p:txBody>
      </p:sp>
      <p:sp>
        <p:nvSpPr>
          <p:cNvPr id="6" name="Text 3">
            <a:extLst>
              <a:ext uri="{FF2B5EF4-FFF2-40B4-BE49-F238E27FC236}">
                <a16:creationId xmlns:a16="http://schemas.microsoft.com/office/drawing/2014/main" id="{6FC6717D-198F-4866-AFA5-19CC0F371A26}"/>
              </a:ext>
            </a:extLst>
          </p:cNvPr>
          <p:cNvSpPr>
            <a:spLocks noGrp="1"/>
          </p:cNvSpPr>
          <p:nvPr/>
        </p:nvSpPr>
        <p:spPr>
          <a:xfrm>
            <a:off x="10922000" y="6578600"/>
            <a:ext cx="762000" cy="177800"/>
          </a:xfrm>
          <a:prstGeom prst="rect">
            <a:avLst/>
          </a:prstGeom>
          <a:noFill/>
        </p:spPr>
        <p:txBody>
          <a:bodyPr wrap="square" lIns="0" tIns="0" rIns="0" bIns="0" anchor="t"/>
          <a:lstStyle/>
          <a:p>
            <a:pPr marL="0" indent="0" algn="r">
              <a:lnSpc>
                <a:spcPct val="110000"/>
              </a:lnSpc>
              <a:buNone/>
            </a:pPr>
            <a:r>
              <a:rPr sz="900">
                <a:solidFill>
                  <a:srgbClr val="9E9E9E"/>
                </a:solidFill>
                <a:latin typeface="Arial"/>
                <a:ea typeface="Arial"/>
                <a:cs typeface="Arial"/>
              </a:rPr>
              <a:t>25</a:t>
            </a:r>
            <a:endParaRPr sz="900"/>
          </a:p>
        </p:txBody>
      </p:sp>
      <p:sp>
        <p:nvSpPr>
          <p:cNvPr id="7" name="Text 4">
            <a:extLst>
              <a:ext uri="{FF2B5EF4-FFF2-40B4-BE49-F238E27FC236}">
                <a16:creationId xmlns:a16="http://schemas.microsoft.com/office/drawing/2014/main" id="{BDEC8C38-DAEC-474A-897F-417A2762EEE5}"/>
              </a:ext>
            </a:extLst>
          </p:cNvPr>
          <p:cNvSpPr>
            <a:spLocks noGrp="1"/>
          </p:cNvSpPr>
          <p:nvPr/>
        </p:nvSpPr>
        <p:spPr>
          <a:xfrm>
            <a:off x="508000" y="889000"/>
            <a:ext cx="11176000" cy="215900"/>
          </a:xfrm>
          <a:prstGeom prst="rect">
            <a:avLst/>
          </a:prstGeom>
          <a:noFill/>
        </p:spPr>
        <p:txBody>
          <a:bodyPr wrap="square" lIns="0" tIns="0" rIns="0" bIns="0" anchor="t"/>
          <a:lstStyle/>
          <a:p>
            <a:pPr marL="0" indent="0" algn="l">
              <a:lnSpc>
                <a:spcPct val="110000"/>
              </a:lnSpc>
              <a:buNone/>
            </a:pPr>
            <a:r>
              <a:rPr sz="1200" b="1">
                <a:solidFill>
                  <a:srgbClr val="DA1884"/>
                </a:solidFill>
                <a:latin typeface="Arial"/>
                <a:ea typeface="Arial"/>
                <a:cs typeface="Arial"/>
              </a:rPr>
              <a:t>ARCHITECTURE</a:t>
            </a:r>
            <a:endParaRPr sz="1200"/>
          </a:p>
        </p:txBody>
      </p:sp>
      <p:sp>
        <p:nvSpPr>
          <p:cNvPr id="8" name="Text 5">
            <a:extLst>
              <a:ext uri="{FF2B5EF4-FFF2-40B4-BE49-F238E27FC236}">
                <a16:creationId xmlns:a16="http://schemas.microsoft.com/office/drawing/2014/main" id="{ACC1E391-13C7-4625-ADA6-53ED11A278CD}"/>
              </a:ext>
            </a:extLst>
          </p:cNvPr>
          <p:cNvSpPr>
            <a:spLocks noGrp="1"/>
          </p:cNvSpPr>
          <p:nvPr/>
        </p:nvSpPr>
        <p:spPr>
          <a:xfrm>
            <a:off x="508000" y="1130300"/>
            <a:ext cx="11176000" cy="482600"/>
          </a:xfrm>
          <a:prstGeom prst="rect">
            <a:avLst/>
          </a:prstGeom>
          <a:noFill/>
        </p:spPr>
        <p:txBody>
          <a:bodyPr wrap="square" lIns="0" tIns="0" rIns="0" bIns="0" anchor="t"/>
          <a:lstStyle/>
          <a:p>
            <a:pPr marL="0" indent="0" algn="l">
              <a:lnSpc>
                <a:spcPct val="110000"/>
              </a:lnSpc>
              <a:buNone/>
            </a:pPr>
            <a:r>
              <a:rPr sz="3000" b="1">
                <a:solidFill>
                  <a:srgbClr val="141414"/>
                </a:solidFill>
                <a:latin typeface="Arial"/>
                <a:ea typeface="Arial"/>
                <a:cs typeface="Arial"/>
              </a:rPr>
              <a:t>How Protocol Studio Routes a Question</a:t>
            </a:r>
            <a:endParaRPr sz="3000"/>
          </a:p>
        </p:txBody>
      </p:sp>
      <p:sp>
        <p:nvSpPr>
          <p:cNvPr id="9" name="Text 6">
            <a:extLst>
              <a:ext uri="{FF2B5EF4-FFF2-40B4-BE49-F238E27FC236}">
                <a16:creationId xmlns:a16="http://schemas.microsoft.com/office/drawing/2014/main" id="{6CAE5D85-4F9C-43AD-9726-3A9007BB352C}"/>
              </a:ext>
            </a:extLst>
          </p:cNvPr>
          <p:cNvSpPr>
            <a:spLocks noGrp="1"/>
          </p:cNvSpPr>
          <p:nvPr/>
        </p:nvSpPr>
        <p:spPr>
          <a:xfrm>
            <a:off x="508000" y="1663700"/>
            <a:ext cx="11176000" cy="254000"/>
          </a:xfrm>
          <a:prstGeom prst="rect">
            <a:avLst/>
          </a:prstGeom>
          <a:noFill/>
        </p:spPr>
        <p:txBody>
          <a:bodyPr wrap="square" lIns="0" tIns="0" rIns="0" bIns="0" anchor="t"/>
          <a:lstStyle/>
          <a:p>
            <a:pPr marL="0" indent="0" algn="l">
              <a:lnSpc>
                <a:spcPct val="110000"/>
              </a:lnSpc>
              <a:buNone/>
            </a:pPr>
            <a:r>
              <a:rPr sz="1400">
                <a:solidFill>
                  <a:srgbClr val="6B6B6B"/>
                </a:solidFill>
                <a:latin typeface="Arial"/>
                <a:ea typeface="Arial"/>
                <a:cs typeface="Arial"/>
              </a:rPr>
              <a:t>One interface, IntentClassifier, with two implementations: Ollama by default and Jev optionally.</a:t>
            </a:r>
            <a:endParaRPr sz="1400"/>
          </a:p>
        </p:txBody>
      </p:sp>
      <p:sp>
        <p:nvSpPr>
          <p:cNvPr id="11" name="Shape 7">
            <a:extLst>
              <a:ext uri="{FF2B5EF4-FFF2-40B4-BE49-F238E27FC236}">
                <a16:creationId xmlns:a16="http://schemas.microsoft.com/office/drawing/2014/main" id="{0308BA0F-49E7-45AE-A999-DDC051E96D5F}"/>
              </a:ext>
            </a:extLst>
          </p:cNvPr>
          <p:cNvSpPr>
            <a:spLocks noGrp="1"/>
          </p:cNvSpPr>
          <p:nvPr/>
        </p:nvSpPr>
        <p:spPr>
          <a:xfrm>
            <a:off x="508000" y="2159000"/>
            <a:ext cx="1955800" cy="25400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12" name="Shape 8">
            <a:extLst>
              <a:ext uri="{FF2B5EF4-FFF2-40B4-BE49-F238E27FC236}">
                <a16:creationId xmlns:a16="http://schemas.microsoft.com/office/drawing/2014/main" id="{07144C8F-9AA0-4B95-8BC1-B29DA531E378}"/>
              </a:ext>
            </a:extLst>
          </p:cNvPr>
          <p:cNvSpPr>
            <a:spLocks noGrp="1"/>
          </p:cNvSpPr>
          <p:nvPr/>
        </p:nvSpPr>
        <p:spPr>
          <a:xfrm>
            <a:off x="508000" y="2159000"/>
            <a:ext cx="1955800" cy="50800"/>
          </a:xfrm>
          <a:prstGeom prst="rect">
            <a:avLst/>
          </a:prstGeom>
          <a:solidFill>
            <a:srgbClr val="DA1884"/>
          </a:solidFill>
        </p:spPr>
        <p:txBody>
          <a:bodyPr/>
          <a:lstStyle/>
          <a:p>
            <a:endParaRPr/>
          </a:p>
        </p:txBody>
      </p:sp>
      <p:sp>
        <p:nvSpPr>
          <p:cNvPr id="13" name="Text 9">
            <a:extLst>
              <a:ext uri="{FF2B5EF4-FFF2-40B4-BE49-F238E27FC236}">
                <a16:creationId xmlns:a16="http://schemas.microsoft.com/office/drawing/2014/main" id="{5AA56A26-CBCE-4756-8C04-ADB350B4A543}"/>
              </a:ext>
            </a:extLst>
          </p:cNvPr>
          <p:cNvSpPr>
            <a:spLocks noGrp="1"/>
          </p:cNvSpPr>
          <p:nvPr/>
        </p:nvSpPr>
        <p:spPr>
          <a:xfrm>
            <a:off x="673100" y="2362200"/>
            <a:ext cx="1625600" cy="2222500"/>
          </a:xfrm>
          <a:prstGeom prst="rect">
            <a:avLst/>
          </a:prstGeom>
          <a:noFill/>
        </p:spPr>
        <p:txBody>
          <a:bodyPr wrap="square" lIns="0" tIns="0" rIns="0" bIns="0" anchor="t"/>
          <a:lstStyle/>
          <a:p>
            <a:pPr marL="0" indent="0">
              <a:lnSpc>
                <a:spcPct val="115000"/>
              </a:lnSpc>
              <a:spcAft>
                <a:spcPts val="800"/>
              </a:spcAft>
              <a:buNone/>
            </a:pPr>
            <a:r>
              <a:rPr sz="1200" b="1">
                <a:solidFill>
                  <a:srgbClr val="DA1884"/>
                </a:solidFill>
                <a:latin typeface="Arial"/>
                <a:ea typeface="Arial"/>
                <a:cs typeface="Arial"/>
              </a:rPr>
              <a:t>01 · ASK</a:t>
            </a:r>
            <a:endParaRPr sz="1200"/>
          </a:p>
          <a:p>
            <a:pPr marL="0" indent="0">
              <a:lnSpc>
                <a:spcPct val="115000"/>
              </a:lnSpc>
              <a:spcAft>
                <a:spcPts val="800"/>
              </a:spcAft>
              <a:buNone/>
            </a:pPr>
            <a:r>
              <a:rPr sz="1300" b="1">
                <a:solidFill>
                  <a:srgbClr val="141414"/>
                </a:solidFill>
                <a:latin typeface="Arial"/>
                <a:ea typeface="Arial"/>
                <a:cs typeface="Arial"/>
              </a:rPr>
              <a:t>A plain question</a:t>
            </a:r>
            <a:endParaRPr sz="1200"/>
          </a:p>
          <a:p>
            <a:pPr marL="0" indent="0">
              <a:lnSpc>
                <a:spcPct val="115000"/>
              </a:lnSpc>
              <a:buNone/>
            </a:pPr>
            <a:r>
              <a:rPr sz="1200">
                <a:solidFill>
                  <a:srgbClr val="333333"/>
                </a:solidFill>
                <a:latin typeface="Arial"/>
                <a:ea typeface="Arial"/>
                <a:cs typeface="Arial"/>
              </a:rPr>
              <a:t>The browser posts the message and recent turns to /api/chat.</a:t>
            </a:r>
            <a:endParaRPr sz="1200"/>
          </a:p>
        </p:txBody>
      </p:sp>
      <p:sp>
        <p:nvSpPr>
          <p:cNvPr id="14" name="Shape 10">
            <a:extLst>
              <a:ext uri="{FF2B5EF4-FFF2-40B4-BE49-F238E27FC236}">
                <a16:creationId xmlns:a16="http://schemas.microsoft.com/office/drawing/2014/main" id="{0FABE742-F57C-4190-B153-D98BD17581C7}"/>
              </a:ext>
            </a:extLst>
          </p:cNvPr>
          <p:cNvSpPr>
            <a:spLocks noGrp="1"/>
          </p:cNvSpPr>
          <p:nvPr/>
        </p:nvSpPr>
        <p:spPr>
          <a:xfrm>
            <a:off x="2520950" y="3352800"/>
            <a:ext cx="241300" cy="152400"/>
          </a:xfrm>
          <a:prstGeom prst="rightArrow">
            <a:avLst/>
          </a:prstGeom>
          <a:solidFill>
            <a:srgbClr val="DA1884"/>
          </a:solidFill>
        </p:spPr>
        <p:txBody>
          <a:bodyPr/>
          <a:lstStyle/>
          <a:p>
            <a:endParaRPr/>
          </a:p>
        </p:txBody>
      </p:sp>
      <p:sp>
        <p:nvSpPr>
          <p:cNvPr id="15" name="Shape 11">
            <a:extLst>
              <a:ext uri="{FF2B5EF4-FFF2-40B4-BE49-F238E27FC236}">
                <a16:creationId xmlns:a16="http://schemas.microsoft.com/office/drawing/2014/main" id="{FC65BF2A-1ADE-4146-81E3-89D1D9A4AC9D}"/>
              </a:ext>
            </a:extLst>
          </p:cNvPr>
          <p:cNvSpPr>
            <a:spLocks noGrp="1"/>
          </p:cNvSpPr>
          <p:nvPr/>
        </p:nvSpPr>
        <p:spPr>
          <a:xfrm>
            <a:off x="2813050" y="2159000"/>
            <a:ext cx="1955800" cy="25400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16" name="Shape 12">
            <a:extLst>
              <a:ext uri="{FF2B5EF4-FFF2-40B4-BE49-F238E27FC236}">
                <a16:creationId xmlns:a16="http://schemas.microsoft.com/office/drawing/2014/main" id="{AD693990-E977-4753-B2A4-2E77D1F6FB29}"/>
              </a:ext>
            </a:extLst>
          </p:cNvPr>
          <p:cNvSpPr>
            <a:spLocks noGrp="1"/>
          </p:cNvSpPr>
          <p:nvPr/>
        </p:nvSpPr>
        <p:spPr>
          <a:xfrm>
            <a:off x="2813050" y="2159000"/>
            <a:ext cx="1955800" cy="50800"/>
          </a:xfrm>
          <a:prstGeom prst="rect">
            <a:avLst/>
          </a:prstGeom>
          <a:solidFill>
            <a:srgbClr val="DA1884"/>
          </a:solidFill>
        </p:spPr>
        <p:txBody>
          <a:bodyPr/>
          <a:lstStyle/>
          <a:p>
            <a:endParaRPr/>
          </a:p>
        </p:txBody>
      </p:sp>
      <p:sp>
        <p:nvSpPr>
          <p:cNvPr id="17" name="Text 13">
            <a:extLst>
              <a:ext uri="{FF2B5EF4-FFF2-40B4-BE49-F238E27FC236}">
                <a16:creationId xmlns:a16="http://schemas.microsoft.com/office/drawing/2014/main" id="{513032C7-55F2-4934-A432-FACFFC1D52AC}"/>
              </a:ext>
            </a:extLst>
          </p:cNvPr>
          <p:cNvSpPr>
            <a:spLocks noGrp="1"/>
          </p:cNvSpPr>
          <p:nvPr/>
        </p:nvSpPr>
        <p:spPr>
          <a:xfrm>
            <a:off x="2978150" y="2362200"/>
            <a:ext cx="1625600" cy="2222500"/>
          </a:xfrm>
          <a:prstGeom prst="rect">
            <a:avLst/>
          </a:prstGeom>
          <a:noFill/>
        </p:spPr>
        <p:txBody>
          <a:bodyPr wrap="square" lIns="0" tIns="0" rIns="0" bIns="0" anchor="t"/>
          <a:lstStyle/>
          <a:p>
            <a:pPr marL="0" indent="0">
              <a:lnSpc>
                <a:spcPct val="115000"/>
              </a:lnSpc>
              <a:spcAft>
                <a:spcPts val="800"/>
              </a:spcAft>
              <a:buNone/>
            </a:pPr>
            <a:r>
              <a:rPr sz="1200" b="1">
                <a:solidFill>
                  <a:srgbClr val="DA1884"/>
                </a:solidFill>
                <a:latin typeface="Arial"/>
                <a:ea typeface="Arial"/>
                <a:cs typeface="Arial"/>
              </a:rPr>
              <a:t>02 · CLASSIFY</a:t>
            </a:r>
            <a:endParaRPr sz="1200"/>
          </a:p>
          <a:p>
            <a:pPr marL="0" indent="0">
              <a:lnSpc>
                <a:spcPct val="115000"/>
              </a:lnSpc>
              <a:spcAft>
                <a:spcPts val="800"/>
              </a:spcAft>
              <a:buNone/>
            </a:pPr>
            <a:r>
              <a:rPr sz="1300" b="1">
                <a:solidFill>
                  <a:srgbClr val="141414"/>
                </a:solidFill>
                <a:latin typeface="Arial"/>
                <a:ea typeface="Arial"/>
                <a:cs typeface="Arial"/>
              </a:rPr>
              <a:t>Ollama or Jev</a:t>
            </a:r>
            <a:endParaRPr sz="1200"/>
          </a:p>
          <a:p>
            <a:pPr marL="0" indent="0">
              <a:lnSpc>
                <a:spcPct val="115000"/>
              </a:lnSpc>
              <a:buNone/>
            </a:pPr>
            <a:r>
              <a:rPr sz="1200">
                <a:solidFill>
                  <a:srgbClr val="333333"/>
                </a:solidFill>
                <a:latin typeface="Arial"/>
                <a:ea typeface="Arial"/>
                <a:cs typeface="Arial"/>
              </a:rPr>
              <a:t>Picks one protocol and one allowlisted catalog target.</a:t>
            </a:r>
            <a:endParaRPr sz="1200"/>
          </a:p>
        </p:txBody>
      </p:sp>
      <p:sp>
        <p:nvSpPr>
          <p:cNvPr id="18" name="Shape 14">
            <a:extLst>
              <a:ext uri="{FF2B5EF4-FFF2-40B4-BE49-F238E27FC236}">
                <a16:creationId xmlns:a16="http://schemas.microsoft.com/office/drawing/2014/main" id="{E3C36FF3-B9A6-42D3-8D16-5665B30C6459}"/>
              </a:ext>
            </a:extLst>
          </p:cNvPr>
          <p:cNvSpPr>
            <a:spLocks noGrp="1"/>
          </p:cNvSpPr>
          <p:nvPr/>
        </p:nvSpPr>
        <p:spPr>
          <a:xfrm>
            <a:off x="4826000" y="3352800"/>
            <a:ext cx="241300" cy="152400"/>
          </a:xfrm>
          <a:prstGeom prst="rightArrow">
            <a:avLst/>
          </a:prstGeom>
          <a:solidFill>
            <a:srgbClr val="DA1884"/>
          </a:solidFill>
        </p:spPr>
        <p:txBody>
          <a:bodyPr/>
          <a:lstStyle/>
          <a:p>
            <a:endParaRPr/>
          </a:p>
        </p:txBody>
      </p:sp>
      <p:sp>
        <p:nvSpPr>
          <p:cNvPr id="19" name="Shape 15">
            <a:extLst>
              <a:ext uri="{FF2B5EF4-FFF2-40B4-BE49-F238E27FC236}">
                <a16:creationId xmlns:a16="http://schemas.microsoft.com/office/drawing/2014/main" id="{184DC0F4-6579-4EB6-838D-970EA9ECF1D8}"/>
              </a:ext>
            </a:extLst>
          </p:cNvPr>
          <p:cNvSpPr>
            <a:spLocks noGrp="1"/>
          </p:cNvSpPr>
          <p:nvPr/>
        </p:nvSpPr>
        <p:spPr>
          <a:xfrm>
            <a:off x="5118100" y="2159000"/>
            <a:ext cx="1955800" cy="25400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20" name="Shape 16">
            <a:extLst>
              <a:ext uri="{FF2B5EF4-FFF2-40B4-BE49-F238E27FC236}">
                <a16:creationId xmlns:a16="http://schemas.microsoft.com/office/drawing/2014/main" id="{6F175241-2202-4480-A2D0-E61D559024D5}"/>
              </a:ext>
            </a:extLst>
          </p:cNvPr>
          <p:cNvSpPr>
            <a:spLocks noGrp="1"/>
          </p:cNvSpPr>
          <p:nvPr/>
        </p:nvSpPr>
        <p:spPr>
          <a:xfrm>
            <a:off x="5118100" y="2159000"/>
            <a:ext cx="1955800" cy="50800"/>
          </a:xfrm>
          <a:prstGeom prst="rect">
            <a:avLst/>
          </a:prstGeom>
          <a:solidFill>
            <a:srgbClr val="DA1884"/>
          </a:solidFill>
        </p:spPr>
        <p:txBody>
          <a:bodyPr/>
          <a:lstStyle/>
          <a:p>
            <a:endParaRPr/>
          </a:p>
        </p:txBody>
      </p:sp>
      <p:sp>
        <p:nvSpPr>
          <p:cNvPr id="21" name="Text 17">
            <a:extLst>
              <a:ext uri="{FF2B5EF4-FFF2-40B4-BE49-F238E27FC236}">
                <a16:creationId xmlns:a16="http://schemas.microsoft.com/office/drawing/2014/main" id="{06CA712E-9E08-4BDA-BF3D-8A1ED11DE9DF}"/>
              </a:ext>
            </a:extLst>
          </p:cNvPr>
          <p:cNvSpPr>
            <a:spLocks noGrp="1"/>
          </p:cNvSpPr>
          <p:nvPr/>
        </p:nvSpPr>
        <p:spPr>
          <a:xfrm>
            <a:off x="5283200" y="2362200"/>
            <a:ext cx="1625600" cy="2222500"/>
          </a:xfrm>
          <a:prstGeom prst="rect">
            <a:avLst/>
          </a:prstGeom>
          <a:noFill/>
        </p:spPr>
        <p:txBody>
          <a:bodyPr wrap="square" lIns="0" tIns="0" rIns="0" bIns="0" anchor="t"/>
          <a:lstStyle/>
          <a:p>
            <a:pPr marL="0" indent="0">
              <a:lnSpc>
                <a:spcPct val="115000"/>
              </a:lnSpc>
              <a:spcAft>
                <a:spcPts val="800"/>
              </a:spcAft>
              <a:buNone/>
            </a:pPr>
            <a:r>
              <a:rPr sz="1200" b="1">
                <a:solidFill>
                  <a:srgbClr val="DA1884"/>
                </a:solidFill>
                <a:latin typeface="Arial"/>
                <a:ea typeface="Arial"/>
                <a:cs typeface="Arial"/>
              </a:rPr>
              <a:t>03 · DECIDE</a:t>
            </a:r>
            <a:endParaRPr sz="1200"/>
          </a:p>
          <a:p>
            <a:pPr marL="0" indent="0">
              <a:lnSpc>
                <a:spcPct val="115000"/>
              </a:lnSpc>
              <a:spcAft>
                <a:spcPts val="800"/>
              </a:spcAft>
              <a:buNone/>
            </a:pPr>
            <a:r>
              <a:rPr sz="1300" b="1">
                <a:solidFill>
                  <a:srgbClr val="141414"/>
                </a:solidFill>
                <a:latin typeface="Arial"/>
                <a:ea typeface="Arial"/>
                <a:cs typeface="Arial"/>
              </a:rPr>
              <a:t>A typed decision</a:t>
            </a:r>
            <a:endParaRPr sz="1200"/>
          </a:p>
          <a:p>
            <a:pPr marL="0" indent="0">
              <a:lnSpc>
                <a:spcPct val="115000"/>
              </a:lnSpc>
              <a:buNone/>
            </a:pPr>
            <a:r>
              <a:rPr sz="1200">
                <a:solidFill>
                  <a:srgbClr val="333333"/>
                </a:solidFill>
                <a:latin typeface="Arial"/>
                <a:ea typeface="Arial"/>
                <a:cs typeface="Arial"/>
              </a:rPr>
              <a:t>Only { protocol, target }: never a URL or query text.</a:t>
            </a:r>
            <a:endParaRPr sz="1200"/>
          </a:p>
        </p:txBody>
      </p:sp>
      <p:sp>
        <p:nvSpPr>
          <p:cNvPr id="22" name="Shape 18">
            <a:extLst>
              <a:ext uri="{FF2B5EF4-FFF2-40B4-BE49-F238E27FC236}">
                <a16:creationId xmlns:a16="http://schemas.microsoft.com/office/drawing/2014/main" id="{3A49220C-46A0-4889-B738-0DB2605BB921}"/>
              </a:ext>
            </a:extLst>
          </p:cNvPr>
          <p:cNvSpPr>
            <a:spLocks noGrp="1"/>
          </p:cNvSpPr>
          <p:nvPr/>
        </p:nvSpPr>
        <p:spPr>
          <a:xfrm>
            <a:off x="7131050" y="3352800"/>
            <a:ext cx="241300" cy="152400"/>
          </a:xfrm>
          <a:prstGeom prst="rightArrow">
            <a:avLst/>
          </a:prstGeom>
          <a:solidFill>
            <a:srgbClr val="DA1884"/>
          </a:solidFill>
        </p:spPr>
        <p:txBody>
          <a:bodyPr/>
          <a:lstStyle/>
          <a:p>
            <a:endParaRPr/>
          </a:p>
        </p:txBody>
      </p:sp>
      <p:sp>
        <p:nvSpPr>
          <p:cNvPr id="23" name="Shape 19">
            <a:extLst>
              <a:ext uri="{FF2B5EF4-FFF2-40B4-BE49-F238E27FC236}">
                <a16:creationId xmlns:a16="http://schemas.microsoft.com/office/drawing/2014/main" id="{0066F6A7-5260-43C2-84F9-3FC1F40B154D}"/>
              </a:ext>
            </a:extLst>
          </p:cNvPr>
          <p:cNvSpPr>
            <a:spLocks noGrp="1"/>
          </p:cNvSpPr>
          <p:nvPr/>
        </p:nvSpPr>
        <p:spPr>
          <a:xfrm>
            <a:off x="7423150" y="2159000"/>
            <a:ext cx="1955800" cy="25400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24" name="Shape 20">
            <a:extLst>
              <a:ext uri="{FF2B5EF4-FFF2-40B4-BE49-F238E27FC236}">
                <a16:creationId xmlns:a16="http://schemas.microsoft.com/office/drawing/2014/main" id="{DBB5C735-63EB-4C5A-9D38-36234EE5C7BD}"/>
              </a:ext>
            </a:extLst>
          </p:cNvPr>
          <p:cNvSpPr>
            <a:spLocks noGrp="1"/>
          </p:cNvSpPr>
          <p:nvPr/>
        </p:nvSpPr>
        <p:spPr>
          <a:xfrm>
            <a:off x="7423150" y="2159000"/>
            <a:ext cx="1955800" cy="50800"/>
          </a:xfrm>
          <a:prstGeom prst="rect">
            <a:avLst/>
          </a:prstGeom>
          <a:solidFill>
            <a:srgbClr val="DA1884"/>
          </a:solidFill>
        </p:spPr>
        <p:txBody>
          <a:bodyPr/>
          <a:lstStyle/>
          <a:p>
            <a:endParaRPr/>
          </a:p>
        </p:txBody>
      </p:sp>
      <p:sp>
        <p:nvSpPr>
          <p:cNvPr id="25" name="Text 21">
            <a:extLst>
              <a:ext uri="{FF2B5EF4-FFF2-40B4-BE49-F238E27FC236}">
                <a16:creationId xmlns:a16="http://schemas.microsoft.com/office/drawing/2014/main" id="{2A600A50-A53B-4748-8527-06AD38E0BE0A}"/>
              </a:ext>
            </a:extLst>
          </p:cNvPr>
          <p:cNvSpPr>
            <a:spLocks noGrp="1"/>
          </p:cNvSpPr>
          <p:nvPr/>
        </p:nvSpPr>
        <p:spPr>
          <a:xfrm>
            <a:off x="7588250" y="2362200"/>
            <a:ext cx="1625600" cy="2222500"/>
          </a:xfrm>
          <a:prstGeom prst="rect">
            <a:avLst/>
          </a:prstGeom>
          <a:noFill/>
        </p:spPr>
        <p:txBody>
          <a:bodyPr wrap="square" lIns="0" tIns="0" rIns="0" bIns="0" anchor="t"/>
          <a:lstStyle/>
          <a:p>
            <a:pPr marL="0" indent="0">
              <a:lnSpc>
                <a:spcPct val="115000"/>
              </a:lnSpc>
              <a:spcAft>
                <a:spcPts val="800"/>
              </a:spcAft>
              <a:buNone/>
            </a:pPr>
            <a:r>
              <a:rPr sz="1200" b="1" dirty="0">
                <a:solidFill>
                  <a:srgbClr val="DA1884"/>
                </a:solidFill>
                <a:latin typeface="Arial"/>
                <a:ea typeface="Arial"/>
                <a:cs typeface="Arial"/>
              </a:rPr>
              <a:t>04 · EXECUTE</a:t>
            </a:r>
            <a:endParaRPr sz="1200" dirty="0"/>
          </a:p>
          <a:p>
            <a:pPr marL="0" indent="0">
              <a:lnSpc>
                <a:spcPct val="115000"/>
              </a:lnSpc>
              <a:spcAft>
                <a:spcPts val="800"/>
              </a:spcAft>
              <a:buNone/>
            </a:pPr>
            <a:r>
              <a:rPr sz="1300" b="1" dirty="0">
                <a:solidFill>
                  <a:srgbClr val="141414"/>
                </a:solidFill>
                <a:latin typeface="Arial"/>
                <a:ea typeface="Arial"/>
                <a:cs typeface="Arial"/>
              </a:rPr>
              <a:t>Real transport</a:t>
            </a:r>
            <a:endParaRPr sz="1200" dirty="0"/>
          </a:p>
          <a:p>
            <a:pPr marL="0" indent="0">
              <a:lnSpc>
                <a:spcPct val="115000"/>
              </a:lnSpc>
              <a:buNone/>
            </a:pPr>
            <a:r>
              <a:rPr sz="1200" dirty="0">
                <a:solidFill>
                  <a:srgbClr val="333333"/>
                </a:solidFill>
                <a:latin typeface="Arial"/>
                <a:ea typeface="Arial"/>
                <a:cs typeface="Arial"/>
              </a:rPr>
              <a:t>Calls its own REST, GraphQL or native gRPC endpoint.</a:t>
            </a:r>
            <a:endParaRPr sz="1200" dirty="0"/>
          </a:p>
        </p:txBody>
      </p:sp>
      <p:sp>
        <p:nvSpPr>
          <p:cNvPr id="26" name="Shape 22">
            <a:extLst>
              <a:ext uri="{FF2B5EF4-FFF2-40B4-BE49-F238E27FC236}">
                <a16:creationId xmlns:a16="http://schemas.microsoft.com/office/drawing/2014/main" id="{0D488AA5-E30D-4B62-B95A-D18EA4122E54}"/>
              </a:ext>
            </a:extLst>
          </p:cNvPr>
          <p:cNvSpPr>
            <a:spLocks noGrp="1"/>
          </p:cNvSpPr>
          <p:nvPr/>
        </p:nvSpPr>
        <p:spPr>
          <a:xfrm>
            <a:off x="9436100" y="3352800"/>
            <a:ext cx="241300" cy="152400"/>
          </a:xfrm>
          <a:prstGeom prst="rightArrow">
            <a:avLst/>
          </a:prstGeom>
          <a:solidFill>
            <a:srgbClr val="DA1884"/>
          </a:solidFill>
        </p:spPr>
        <p:txBody>
          <a:bodyPr/>
          <a:lstStyle/>
          <a:p>
            <a:endParaRPr/>
          </a:p>
        </p:txBody>
      </p:sp>
      <p:sp>
        <p:nvSpPr>
          <p:cNvPr id="27" name="Shape 23">
            <a:extLst>
              <a:ext uri="{FF2B5EF4-FFF2-40B4-BE49-F238E27FC236}">
                <a16:creationId xmlns:a16="http://schemas.microsoft.com/office/drawing/2014/main" id="{07DC3B8E-C3BF-49B3-B230-CEC71BD9E0D6}"/>
              </a:ext>
            </a:extLst>
          </p:cNvPr>
          <p:cNvSpPr>
            <a:spLocks noGrp="1"/>
          </p:cNvSpPr>
          <p:nvPr/>
        </p:nvSpPr>
        <p:spPr>
          <a:xfrm>
            <a:off x="9728200" y="2159000"/>
            <a:ext cx="1955800" cy="25400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28" name="Shape 24">
            <a:extLst>
              <a:ext uri="{FF2B5EF4-FFF2-40B4-BE49-F238E27FC236}">
                <a16:creationId xmlns:a16="http://schemas.microsoft.com/office/drawing/2014/main" id="{0584BE73-1DF8-44C5-B2E2-47EE187C1E62}"/>
              </a:ext>
            </a:extLst>
          </p:cNvPr>
          <p:cNvSpPr>
            <a:spLocks noGrp="1"/>
          </p:cNvSpPr>
          <p:nvPr/>
        </p:nvSpPr>
        <p:spPr>
          <a:xfrm>
            <a:off x="9728200" y="2159000"/>
            <a:ext cx="1955800" cy="50800"/>
          </a:xfrm>
          <a:prstGeom prst="rect">
            <a:avLst/>
          </a:prstGeom>
          <a:solidFill>
            <a:srgbClr val="DA1884"/>
          </a:solidFill>
        </p:spPr>
        <p:txBody>
          <a:bodyPr/>
          <a:lstStyle/>
          <a:p>
            <a:endParaRPr/>
          </a:p>
        </p:txBody>
      </p:sp>
      <p:sp>
        <p:nvSpPr>
          <p:cNvPr id="29" name="Text 25">
            <a:extLst>
              <a:ext uri="{FF2B5EF4-FFF2-40B4-BE49-F238E27FC236}">
                <a16:creationId xmlns:a16="http://schemas.microsoft.com/office/drawing/2014/main" id="{6ED3759D-36E4-4C73-99E8-52231C5A122E}"/>
              </a:ext>
            </a:extLst>
          </p:cNvPr>
          <p:cNvSpPr>
            <a:spLocks noGrp="1"/>
          </p:cNvSpPr>
          <p:nvPr/>
        </p:nvSpPr>
        <p:spPr>
          <a:xfrm>
            <a:off x="9893300" y="2362200"/>
            <a:ext cx="1625600" cy="2222500"/>
          </a:xfrm>
          <a:prstGeom prst="rect">
            <a:avLst/>
          </a:prstGeom>
          <a:noFill/>
        </p:spPr>
        <p:txBody>
          <a:bodyPr wrap="square" lIns="0" tIns="0" rIns="0" bIns="0" anchor="t"/>
          <a:lstStyle/>
          <a:p>
            <a:pPr marL="0" indent="0">
              <a:lnSpc>
                <a:spcPct val="115000"/>
              </a:lnSpc>
              <a:spcAft>
                <a:spcPts val="800"/>
              </a:spcAft>
              <a:buNone/>
            </a:pPr>
            <a:r>
              <a:rPr sz="1200" b="1">
                <a:solidFill>
                  <a:srgbClr val="DA1884"/>
                </a:solidFill>
                <a:latin typeface="Arial"/>
                <a:ea typeface="Arial"/>
                <a:cs typeface="Arial"/>
              </a:rPr>
              <a:t>05 · ANSWER</a:t>
            </a:r>
            <a:endParaRPr sz="1200"/>
          </a:p>
          <a:p>
            <a:pPr marL="0" indent="0">
              <a:lnSpc>
                <a:spcPct val="115000"/>
              </a:lnSpc>
              <a:spcAft>
                <a:spcPts val="800"/>
              </a:spcAft>
              <a:buNone/>
            </a:pPr>
            <a:r>
              <a:rPr sz="1300" b="1">
                <a:solidFill>
                  <a:srgbClr val="141414"/>
                </a:solidFill>
                <a:latin typeface="Arial"/>
                <a:ea typeface="Arial"/>
                <a:cs typeface="Arial"/>
              </a:rPr>
              <a:t>Compose, inspect</a:t>
            </a:r>
            <a:endParaRPr sz="1200"/>
          </a:p>
          <a:p>
            <a:pPr marL="0" indent="0">
              <a:lnSpc>
                <a:spcPct val="115000"/>
              </a:lnSpc>
              <a:buNone/>
            </a:pPr>
            <a:r>
              <a:rPr sz="1200">
                <a:solidFill>
                  <a:srgbClr val="333333"/>
                </a:solidFill>
                <a:latin typeface="Arial"/>
                <a:ea typeface="Arial"/>
                <a:cs typeface="Arial"/>
              </a:rPr>
              <a:t>Built from the response, with payloads and timings shown.</a:t>
            </a:r>
            <a:endParaRPr sz="1200"/>
          </a:p>
        </p:txBody>
      </p:sp>
      <p:sp>
        <p:nvSpPr>
          <p:cNvPr id="30" name="Shape 26">
            <a:extLst>
              <a:ext uri="{FF2B5EF4-FFF2-40B4-BE49-F238E27FC236}">
                <a16:creationId xmlns:a16="http://schemas.microsoft.com/office/drawing/2014/main" id="{E33015F1-0097-4167-B17D-16A9D81D46F5}"/>
              </a:ext>
            </a:extLst>
          </p:cNvPr>
          <p:cNvSpPr>
            <a:spLocks noGrp="1"/>
          </p:cNvSpPr>
          <p:nvPr/>
        </p:nvSpPr>
        <p:spPr>
          <a:xfrm>
            <a:off x="508000" y="5016500"/>
            <a:ext cx="11176000" cy="6985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31" name="Shape 27">
            <a:extLst>
              <a:ext uri="{FF2B5EF4-FFF2-40B4-BE49-F238E27FC236}">
                <a16:creationId xmlns:a16="http://schemas.microsoft.com/office/drawing/2014/main" id="{5FF2D3E4-7860-4D37-A6B9-4663C2F3685F}"/>
              </a:ext>
            </a:extLst>
          </p:cNvPr>
          <p:cNvSpPr>
            <a:spLocks noGrp="1"/>
          </p:cNvSpPr>
          <p:nvPr/>
        </p:nvSpPr>
        <p:spPr>
          <a:xfrm>
            <a:off x="508000" y="5016500"/>
            <a:ext cx="76200" cy="698500"/>
          </a:xfrm>
          <a:prstGeom prst="rect">
            <a:avLst/>
          </a:prstGeom>
          <a:solidFill>
            <a:srgbClr val="DA1884"/>
          </a:solidFill>
        </p:spPr>
        <p:txBody>
          <a:bodyPr/>
          <a:lstStyle/>
          <a:p>
            <a:endParaRPr/>
          </a:p>
        </p:txBody>
      </p:sp>
      <p:sp>
        <p:nvSpPr>
          <p:cNvPr id="32" name="Text 28">
            <a:extLst>
              <a:ext uri="{FF2B5EF4-FFF2-40B4-BE49-F238E27FC236}">
                <a16:creationId xmlns:a16="http://schemas.microsoft.com/office/drawing/2014/main" id="{3FBA6989-CC9A-464A-82F9-BA5D4161BD69}"/>
              </a:ext>
            </a:extLst>
          </p:cNvPr>
          <p:cNvSpPr>
            <a:spLocks noGrp="1"/>
          </p:cNvSpPr>
          <p:nvPr/>
        </p:nvSpPr>
        <p:spPr>
          <a:xfrm>
            <a:off x="787400" y="5016500"/>
            <a:ext cx="10668000" cy="698500"/>
          </a:xfrm>
          <a:prstGeom prst="rect">
            <a:avLst/>
          </a:prstGeom>
          <a:noFill/>
        </p:spPr>
        <p:txBody>
          <a:bodyPr wrap="square" lIns="0" tIns="0" rIns="0" bIns="0" anchor="ctr"/>
          <a:lstStyle/>
          <a:p>
            <a:pPr marL="0" indent="0">
              <a:lnSpc>
                <a:spcPct val="115000"/>
              </a:lnSpc>
              <a:buNone/>
            </a:pPr>
            <a:r>
              <a:rPr sz="1200" b="1">
                <a:solidFill>
                  <a:srgbClr val="141414"/>
                </a:solidFill>
                <a:latin typeface="Arial"/>
                <a:ea typeface="Arial"/>
                <a:cs typeface="Arial"/>
              </a:rPr>
              <a:t>The model chooses the route. It never supplies the data.  </a:t>
            </a:r>
            <a:r>
              <a:rPr sz="1200">
                <a:solidFill>
                  <a:srgbClr val="141414"/>
                </a:solidFill>
                <a:latin typeface="Arial"/>
                <a:ea typeface="Arial"/>
                <a:cs typeface="Arial"/>
              </a:rPr>
              <a:t>Answers are composed deterministically from what the protocol returned, so a routing mistake is visible and no facts are invented.</a:t>
            </a:r>
            <a:endParaRPr sz="1200"/>
          </a:p>
        </p:txBody>
      </p:sp>
    </p:spTree>
    <p:extLst>
      <p:ext uri="{BB962C8B-B14F-4D97-AF65-F5344CB8AC3E}">
        <p14:creationId xmlns:p14="http://schemas.microsoft.com/office/powerpoint/2010/main" val="16898687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a:extLst>
              <a:ext uri="{FF2B5EF4-FFF2-40B4-BE49-F238E27FC236}">
                <a16:creationId xmlns:a16="http://schemas.microsoft.com/office/drawing/2014/main" id="{5D99CAAB-31CD-4124-9A6F-D47B18ECCF34}"/>
              </a:ext>
            </a:extLst>
          </p:cNvPr>
          <p:cNvPicPr>
            <a:picLocks noChangeAspect="1"/>
          </p:cNvPicPr>
          <p:nvPr/>
        </p:nvPicPr>
        <p:blipFill>
          <a:blip r:embed="rId3"/>
          <a:stretch>
            <a:fillRect/>
          </a:stretch>
        </p:blipFill>
        <p:spPr>
          <a:xfrm>
            <a:off x="508000" y="152400"/>
            <a:ext cx="990600" cy="406400"/>
          </a:xfrm>
          <a:prstGeom prst="rect">
            <a:avLst/>
          </a:prstGeom>
        </p:spPr>
      </p:pic>
      <p:sp>
        <p:nvSpPr>
          <p:cNvPr id="3" name="Text 0">
            <a:extLst>
              <a:ext uri="{FF2B5EF4-FFF2-40B4-BE49-F238E27FC236}">
                <a16:creationId xmlns:a16="http://schemas.microsoft.com/office/drawing/2014/main" id="{5B6ED3BF-8C9E-4A22-8EF7-FA9F4CB66E9F}"/>
              </a:ext>
            </a:extLst>
          </p:cNvPr>
          <p:cNvSpPr>
            <a:spLocks noGrp="1"/>
          </p:cNvSpPr>
          <p:nvPr/>
        </p:nvSpPr>
        <p:spPr>
          <a:xfrm>
            <a:off x="3556000" y="406400"/>
            <a:ext cx="5080000" cy="190500"/>
          </a:xfrm>
          <a:prstGeom prst="rect">
            <a:avLst/>
          </a:prstGeom>
          <a:noFill/>
        </p:spPr>
        <p:txBody>
          <a:bodyPr wrap="square" lIns="0" tIns="0" rIns="0" bIns="0" anchor="t"/>
          <a:lstStyle/>
          <a:p>
            <a:pPr marL="0" indent="0" algn="ctr">
              <a:lnSpc>
                <a:spcPct val="110000"/>
              </a:lnSpc>
              <a:buNone/>
            </a:pPr>
            <a:r>
              <a:rPr sz="1000" dirty="0">
                <a:solidFill>
                  <a:srgbClr val="6B6B6B"/>
                </a:solidFill>
                <a:latin typeface="Arial"/>
                <a:ea typeface="Arial"/>
                <a:cs typeface="Arial"/>
              </a:rPr>
              <a:t>Protocol Studio  —  REST · GraphQL · gRPC</a:t>
            </a:r>
            <a:endParaRPr sz="1000" dirty="0"/>
          </a:p>
        </p:txBody>
      </p:sp>
      <p:sp>
        <p:nvSpPr>
          <p:cNvPr id="4" name="Text 1">
            <a:extLst>
              <a:ext uri="{FF2B5EF4-FFF2-40B4-BE49-F238E27FC236}">
                <a16:creationId xmlns:a16="http://schemas.microsoft.com/office/drawing/2014/main" id="{6EE7371C-0711-459B-89D2-11BAA4AE7643}"/>
              </a:ext>
            </a:extLst>
          </p:cNvPr>
          <p:cNvSpPr>
            <a:spLocks noGrp="1"/>
          </p:cNvSpPr>
          <p:nvPr/>
        </p:nvSpPr>
        <p:spPr>
          <a:xfrm>
            <a:off x="6350000" y="406400"/>
            <a:ext cx="5334000" cy="190500"/>
          </a:xfrm>
          <a:prstGeom prst="rect">
            <a:avLst/>
          </a:prstGeom>
          <a:noFill/>
        </p:spPr>
        <p:txBody>
          <a:bodyPr wrap="square" lIns="0" tIns="0" rIns="0" bIns="0" anchor="t"/>
          <a:lstStyle/>
          <a:p>
            <a:pPr marL="0" indent="0" algn="r">
              <a:lnSpc>
                <a:spcPct val="110000"/>
              </a:lnSpc>
              <a:buNone/>
            </a:pPr>
            <a:r>
              <a:rPr sz="1000" b="1">
                <a:solidFill>
                  <a:srgbClr val="DA1884"/>
                </a:solidFill>
                <a:latin typeface="Arial"/>
                <a:ea typeface="Arial"/>
                <a:cs typeface="Arial"/>
              </a:rPr>
              <a:t>APPENDIX · AI ROUTING</a:t>
            </a:r>
            <a:endParaRPr sz="1000"/>
          </a:p>
        </p:txBody>
      </p:sp>
      <p:sp>
        <p:nvSpPr>
          <p:cNvPr id="5" name="Text 2">
            <a:extLst>
              <a:ext uri="{FF2B5EF4-FFF2-40B4-BE49-F238E27FC236}">
                <a16:creationId xmlns:a16="http://schemas.microsoft.com/office/drawing/2014/main" id="{88B66110-8C3D-42C0-BAFC-0DAF60E8EE35}"/>
              </a:ext>
            </a:extLst>
          </p:cNvPr>
          <p:cNvSpPr>
            <a:spLocks noGrp="1"/>
          </p:cNvSpPr>
          <p:nvPr/>
        </p:nvSpPr>
        <p:spPr>
          <a:xfrm>
            <a:off x="508000" y="6578600"/>
            <a:ext cx="8890000" cy="177800"/>
          </a:xfrm>
          <a:prstGeom prst="rect">
            <a:avLst/>
          </a:prstGeom>
          <a:noFill/>
        </p:spPr>
        <p:txBody>
          <a:bodyPr wrap="square" lIns="0" tIns="0" rIns="0" bIns="0" anchor="t"/>
          <a:lstStyle/>
          <a:p>
            <a:pPr marL="0" indent="0" algn="l">
              <a:lnSpc>
                <a:spcPct val="110000"/>
              </a:lnSpc>
              <a:buNone/>
            </a:pPr>
            <a:r>
              <a:rPr sz="900">
                <a:solidFill>
                  <a:srgbClr val="9E9E9E"/>
                </a:solidFill>
                <a:latin typeface="Arial"/>
                <a:ea typeface="Arial"/>
                <a:cs typeface="Arial"/>
              </a:rPr>
              <a:t>Insight Proprietary &amp; Confidential.  Do Not Copy or Distribute.  © 2026 Insight.  All Rights Reserved.</a:t>
            </a:r>
            <a:endParaRPr sz="900"/>
          </a:p>
        </p:txBody>
      </p:sp>
      <p:sp>
        <p:nvSpPr>
          <p:cNvPr id="6" name="Text 3">
            <a:extLst>
              <a:ext uri="{FF2B5EF4-FFF2-40B4-BE49-F238E27FC236}">
                <a16:creationId xmlns:a16="http://schemas.microsoft.com/office/drawing/2014/main" id="{2631B7C3-0BA3-40A4-BA1E-04B44F2E4C40}"/>
              </a:ext>
            </a:extLst>
          </p:cNvPr>
          <p:cNvSpPr>
            <a:spLocks noGrp="1"/>
          </p:cNvSpPr>
          <p:nvPr/>
        </p:nvSpPr>
        <p:spPr>
          <a:xfrm>
            <a:off x="10922000" y="6578600"/>
            <a:ext cx="762000" cy="177800"/>
          </a:xfrm>
          <a:prstGeom prst="rect">
            <a:avLst/>
          </a:prstGeom>
          <a:noFill/>
        </p:spPr>
        <p:txBody>
          <a:bodyPr wrap="square" lIns="0" tIns="0" rIns="0" bIns="0" anchor="t"/>
          <a:lstStyle/>
          <a:p>
            <a:pPr marL="0" indent="0" algn="r">
              <a:lnSpc>
                <a:spcPct val="110000"/>
              </a:lnSpc>
              <a:buNone/>
            </a:pPr>
            <a:r>
              <a:rPr sz="900">
                <a:solidFill>
                  <a:srgbClr val="9E9E9E"/>
                </a:solidFill>
                <a:latin typeface="Arial"/>
                <a:ea typeface="Arial"/>
                <a:cs typeface="Arial"/>
              </a:rPr>
              <a:t>26</a:t>
            </a:r>
            <a:endParaRPr sz="900"/>
          </a:p>
        </p:txBody>
      </p:sp>
      <p:sp>
        <p:nvSpPr>
          <p:cNvPr id="7" name="Text 4">
            <a:extLst>
              <a:ext uri="{FF2B5EF4-FFF2-40B4-BE49-F238E27FC236}">
                <a16:creationId xmlns:a16="http://schemas.microsoft.com/office/drawing/2014/main" id="{5B38DACC-D53B-4DDB-8715-4AE8309BBBFB}"/>
              </a:ext>
            </a:extLst>
          </p:cNvPr>
          <p:cNvSpPr>
            <a:spLocks noGrp="1"/>
          </p:cNvSpPr>
          <p:nvPr/>
        </p:nvSpPr>
        <p:spPr>
          <a:xfrm>
            <a:off x="508000" y="889000"/>
            <a:ext cx="11176000" cy="215900"/>
          </a:xfrm>
          <a:prstGeom prst="rect">
            <a:avLst/>
          </a:prstGeom>
          <a:noFill/>
        </p:spPr>
        <p:txBody>
          <a:bodyPr wrap="square" lIns="0" tIns="0" rIns="0" bIns="0" anchor="t"/>
          <a:lstStyle/>
          <a:p>
            <a:pPr marL="0" indent="0" algn="l">
              <a:lnSpc>
                <a:spcPct val="110000"/>
              </a:lnSpc>
              <a:buNone/>
            </a:pPr>
            <a:r>
              <a:rPr sz="1200" b="1">
                <a:solidFill>
                  <a:srgbClr val="DA1884"/>
                </a:solidFill>
                <a:latin typeface="Arial"/>
                <a:ea typeface="Arial"/>
                <a:cs typeface="Arial"/>
              </a:rPr>
              <a:t>AI ROUTING · OLLAMA</a:t>
            </a:r>
            <a:endParaRPr sz="1200"/>
          </a:p>
        </p:txBody>
      </p:sp>
      <p:sp>
        <p:nvSpPr>
          <p:cNvPr id="8" name="Text 5">
            <a:extLst>
              <a:ext uri="{FF2B5EF4-FFF2-40B4-BE49-F238E27FC236}">
                <a16:creationId xmlns:a16="http://schemas.microsoft.com/office/drawing/2014/main" id="{A7E123C5-E1D6-4967-8CFB-EA85A51E1DDD}"/>
              </a:ext>
            </a:extLst>
          </p:cNvPr>
          <p:cNvSpPr>
            <a:spLocks noGrp="1"/>
          </p:cNvSpPr>
          <p:nvPr/>
        </p:nvSpPr>
        <p:spPr>
          <a:xfrm>
            <a:off x="508000" y="1130300"/>
            <a:ext cx="11176000" cy="482600"/>
          </a:xfrm>
          <a:prstGeom prst="rect">
            <a:avLst/>
          </a:prstGeom>
          <a:noFill/>
        </p:spPr>
        <p:txBody>
          <a:bodyPr wrap="square" lIns="0" tIns="0" rIns="0" bIns="0" anchor="t"/>
          <a:lstStyle/>
          <a:p>
            <a:pPr marL="0" indent="0" algn="l">
              <a:lnSpc>
                <a:spcPct val="110000"/>
              </a:lnSpc>
              <a:buNone/>
            </a:pPr>
            <a:r>
              <a:rPr sz="3000" b="1">
                <a:solidFill>
                  <a:srgbClr val="141414"/>
                </a:solidFill>
                <a:latin typeface="Arial"/>
                <a:ea typeface="Arial"/>
                <a:cs typeface="Arial"/>
              </a:rPr>
              <a:t>Local Routing with Ollama Tool Calling</a:t>
            </a:r>
            <a:endParaRPr sz="3000"/>
          </a:p>
        </p:txBody>
      </p:sp>
      <p:sp>
        <p:nvSpPr>
          <p:cNvPr id="9" name="Text 6">
            <a:extLst>
              <a:ext uri="{FF2B5EF4-FFF2-40B4-BE49-F238E27FC236}">
                <a16:creationId xmlns:a16="http://schemas.microsoft.com/office/drawing/2014/main" id="{3F7689EC-1800-49C0-B821-82E393E0D79F}"/>
              </a:ext>
            </a:extLst>
          </p:cNvPr>
          <p:cNvSpPr>
            <a:spLocks noGrp="1"/>
          </p:cNvSpPr>
          <p:nvPr/>
        </p:nvSpPr>
        <p:spPr>
          <a:xfrm>
            <a:off x="508000" y="1663700"/>
            <a:ext cx="11176000" cy="254000"/>
          </a:xfrm>
          <a:prstGeom prst="rect">
            <a:avLst/>
          </a:prstGeom>
          <a:noFill/>
        </p:spPr>
        <p:txBody>
          <a:bodyPr wrap="square" lIns="0" tIns="0" rIns="0" bIns="0" anchor="t"/>
          <a:lstStyle/>
          <a:p>
            <a:pPr marL="0" indent="0" algn="l">
              <a:lnSpc>
                <a:spcPct val="110000"/>
              </a:lnSpc>
              <a:buNone/>
            </a:pPr>
            <a:r>
              <a:rPr sz="1400">
                <a:solidFill>
                  <a:srgbClr val="6B6B6B"/>
                </a:solidFill>
                <a:latin typeface="Arial"/>
                <a:ea typeface="Arial"/>
                <a:cs typeface="Arial"/>
              </a:rPr>
              <a:t>Genuine tool calling on a small local model: no API key and no cloud dependency.</a:t>
            </a:r>
            <a:endParaRPr sz="1400"/>
          </a:p>
        </p:txBody>
      </p:sp>
      <p:sp>
        <p:nvSpPr>
          <p:cNvPr id="11" name="Shape 7">
            <a:extLst>
              <a:ext uri="{FF2B5EF4-FFF2-40B4-BE49-F238E27FC236}">
                <a16:creationId xmlns:a16="http://schemas.microsoft.com/office/drawing/2014/main" id="{81BB381C-B0B8-4062-9FF1-FE9F0C156A2E}"/>
              </a:ext>
            </a:extLst>
          </p:cNvPr>
          <p:cNvSpPr>
            <a:spLocks noGrp="1"/>
          </p:cNvSpPr>
          <p:nvPr/>
        </p:nvSpPr>
        <p:spPr>
          <a:xfrm>
            <a:off x="508000" y="2159000"/>
            <a:ext cx="5588000" cy="3810000"/>
          </a:xfrm>
          <a:prstGeom prst="rect">
            <a:avLst/>
          </a:prstGeom>
          <a:solidFill>
            <a:srgbClr val="1B1B1F"/>
          </a:solidFill>
          <a:effectLst>
            <a:outerShdw blurRad="50800" dist="25400" dir="5400000" algn="bl" rotWithShape="0">
              <a:srgbClr val="000000">
                <a:alpha val="18000"/>
              </a:srgbClr>
            </a:outerShdw>
          </a:effectLst>
        </p:spPr>
        <p:txBody>
          <a:bodyPr/>
          <a:lstStyle/>
          <a:p>
            <a:endParaRPr/>
          </a:p>
        </p:txBody>
      </p:sp>
      <p:sp>
        <p:nvSpPr>
          <p:cNvPr id="12" name="Shape 8">
            <a:extLst>
              <a:ext uri="{FF2B5EF4-FFF2-40B4-BE49-F238E27FC236}">
                <a16:creationId xmlns:a16="http://schemas.microsoft.com/office/drawing/2014/main" id="{37BB79C8-61E3-46ED-A5CD-481848589D75}"/>
              </a:ext>
            </a:extLst>
          </p:cNvPr>
          <p:cNvSpPr>
            <a:spLocks noGrp="1"/>
          </p:cNvSpPr>
          <p:nvPr/>
        </p:nvSpPr>
        <p:spPr>
          <a:xfrm>
            <a:off x="508000" y="2159000"/>
            <a:ext cx="5588000" cy="355600"/>
          </a:xfrm>
          <a:prstGeom prst="rect">
            <a:avLst/>
          </a:prstGeom>
          <a:solidFill>
            <a:srgbClr val="DA1884"/>
          </a:solidFill>
        </p:spPr>
        <p:txBody>
          <a:bodyPr/>
          <a:lstStyle/>
          <a:p>
            <a:endParaRPr/>
          </a:p>
        </p:txBody>
      </p:sp>
      <p:sp>
        <p:nvSpPr>
          <p:cNvPr id="13" name="Text 9">
            <a:extLst>
              <a:ext uri="{FF2B5EF4-FFF2-40B4-BE49-F238E27FC236}">
                <a16:creationId xmlns:a16="http://schemas.microsoft.com/office/drawing/2014/main" id="{E58C6DEA-9ABE-4AB7-A165-19A224C1E022}"/>
              </a:ext>
            </a:extLst>
          </p:cNvPr>
          <p:cNvSpPr>
            <a:spLocks noGrp="1"/>
          </p:cNvSpPr>
          <p:nvPr/>
        </p:nvSpPr>
        <p:spPr>
          <a:xfrm>
            <a:off x="711200" y="2159000"/>
            <a:ext cx="5181600" cy="355600"/>
          </a:xfrm>
          <a:prstGeom prst="rect">
            <a:avLst/>
          </a:prstGeom>
          <a:noFill/>
        </p:spPr>
        <p:txBody>
          <a:bodyPr wrap="square" lIns="0" tIns="0" rIns="0" bIns="0" anchor="ctr"/>
          <a:lstStyle/>
          <a:p>
            <a:pPr marL="0" indent="0" algn="l">
              <a:lnSpc>
                <a:spcPct val="110000"/>
              </a:lnSpc>
              <a:buNone/>
            </a:pPr>
            <a:r>
              <a:rPr sz="1200" b="1">
                <a:solidFill>
                  <a:srgbClr val="FFFFFF"/>
                </a:solidFill>
                <a:latin typeface="Arial"/>
                <a:ea typeface="Arial"/>
                <a:cs typeface="Arial"/>
              </a:rPr>
              <a:t>ONE TOOL PER OPERATION</a:t>
            </a:r>
            <a:endParaRPr sz="1200"/>
          </a:p>
        </p:txBody>
      </p:sp>
      <p:sp>
        <p:nvSpPr>
          <p:cNvPr id="14" name="Text 10">
            <a:extLst>
              <a:ext uri="{FF2B5EF4-FFF2-40B4-BE49-F238E27FC236}">
                <a16:creationId xmlns:a16="http://schemas.microsoft.com/office/drawing/2014/main" id="{19988A27-7F15-493C-9472-0DC54CF95DE8}"/>
              </a:ext>
            </a:extLst>
          </p:cNvPr>
          <p:cNvSpPr>
            <a:spLocks noGrp="1"/>
          </p:cNvSpPr>
          <p:nvPr/>
        </p:nvSpPr>
        <p:spPr>
          <a:xfrm>
            <a:off x="711200" y="2667000"/>
            <a:ext cx="5181600" cy="3149600"/>
          </a:xfrm>
          <a:prstGeom prst="rect">
            <a:avLst/>
          </a:prstGeom>
          <a:noFill/>
        </p:spPr>
        <p:txBody>
          <a:bodyPr wrap="square" lIns="0" tIns="0" rIns="0" bIns="0" anchor="t"/>
          <a:lstStyle/>
          <a:p>
            <a:pPr marL="0" indent="0">
              <a:lnSpc>
                <a:spcPct val="120000"/>
              </a:lnSpc>
              <a:buNone/>
            </a:pPr>
            <a:r>
              <a:rPr sz="1200">
                <a:solidFill>
                  <a:srgbClr val="EDEDED"/>
                </a:solidFill>
                <a:latin typeface="Consolas"/>
                <a:ea typeface="Consolas"/>
                <a:cs typeface="Consolas"/>
              </a:rPr>
              <a:t>{</a:t>
            </a:r>
            <a:endParaRPr sz="1200"/>
          </a:p>
          <a:p>
            <a:pPr marL="0" indent="0">
              <a:lnSpc>
                <a:spcPct val="120000"/>
              </a:lnSpc>
              <a:buNone/>
            </a:pPr>
            <a:r>
              <a:rPr sz="1200">
                <a:solidFill>
                  <a:srgbClr val="EDEDED"/>
                </a:solidFill>
                <a:latin typeface="Consolas"/>
                <a:ea typeface="Consolas"/>
                <a:cs typeface="Consolas"/>
              </a:rPr>
              <a:t>  "type": "function",</a:t>
            </a:r>
            <a:endParaRPr sz="1200"/>
          </a:p>
          <a:p>
            <a:pPr marL="0" indent="0">
              <a:lnSpc>
                <a:spcPct val="120000"/>
              </a:lnSpc>
              <a:buNone/>
            </a:pPr>
            <a:r>
              <a:rPr sz="1200">
                <a:solidFill>
                  <a:srgbClr val="EDEDED"/>
                </a:solidFill>
                <a:latin typeface="Consolas"/>
                <a:ea typeface="Consolas"/>
                <a:cs typeface="Consolas"/>
              </a:rPr>
              <a:t>  "function": {</a:t>
            </a:r>
            <a:endParaRPr sz="1200"/>
          </a:p>
          <a:p>
            <a:pPr marL="0" indent="0">
              <a:lnSpc>
                <a:spcPct val="120000"/>
              </a:lnSpc>
              <a:buNone/>
            </a:pPr>
            <a:r>
              <a:rPr sz="1200">
                <a:solidFill>
                  <a:srgbClr val="EDEDED"/>
                </a:solidFill>
                <a:latin typeface="Consolas"/>
                <a:ea typeface="Consolas"/>
                <a:cs typeface="Consolas"/>
              </a:rPr>
              <a:t>    "name": "FILM_SHIPS_CAST",</a:t>
            </a:r>
            <a:endParaRPr sz="1200"/>
          </a:p>
          <a:p>
            <a:pPr marL="0" indent="0">
              <a:lnSpc>
                <a:spcPct val="120000"/>
              </a:lnSpc>
              <a:buNone/>
            </a:pPr>
            <a:r>
              <a:rPr sz="1200">
                <a:solidFill>
                  <a:srgbClr val="EDEDED"/>
                </a:solidFill>
                <a:latin typeface="Consolas"/>
                <a:ea typeface="Consolas"/>
                <a:cs typeface="Consolas"/>
              </a:rPr>
              <a:t>    "description": "Ships and film cast",</a:t>
            </a:r>
            <a:endParaRPr sz="1200"/>
          </a:p>
          <a:p>
            <a:pPr marL="0" indent="0">
              <a:lnSpc>
                <a:spcPct val="120000"/>
              </a:lnSpc>
              <a:buNone/>
            </a:pPr>
            <a:r>
              <a:rPr sz="1200">
                <a:solidFill>
                  <a:srgbClr val="EDEDED"/>
                </a:solidFill>
                <a:latin typeface="Consolas"/>
                <a:ea typeface="Consolas"/>
                <a:cs typeface="Consolas"/>
              </a:rPr>
              <a:t>    "parameters": {</a:t>
            </a:r>
            <a:endParaRPr sz="1200"/>
          </a:p>
          <a:p>
            <a:pPr marL="0" indent="0">
              <a:lnSpc>
                <a:spcPct val="120000"/>
              </a:lnSpc>
              <a:buNone/>
            </a:pPr>
            <a:r>
              <a:rPr sz="1200">
                <a:solidFill>
                  <a:srgbClr val="EDEDED"/>
                </a:solidFill>
                <a:latin typeface="Consolas"/>
                <a:ea typeface="Consolas"/>
                <a:cs typeface="Consolas"/>
              </a:rPr>
              <a:t>      "properties": { "target": {</a:t>
            </a:r>
            <a:endParaRPr sz="1200"/>
          </a:p>
          <a:p>
            <a:pPr marL="0" indent="0">
              <a:lnSpc>
                <a:spcPct val="120000"/>
              </a:lnSpc>
              <a:buNone/>
            </a:pPr>
            <a:r>
              <a:rPr sz="1200">
                <a:solidFill>
                  <a:srgbClr val="EDEDED"/>
                </a:solidFill>
                <a:latin typeface="Consolas"/>
                <a:ea typeface="Consolas"/>
                <a:cs typeface="Consolas"/>
              </a:rPr>
              <a:t>        "type": "string",</a:t>
            </a:r>
            <a:endParaRPr sz="1200"/>
          </a:p>
          <a:p>
            <a:pPr marL="0" indent="0">
              <a:lnSpc>
                <a:spcPct val="120000"/>
              </a:lnSpc>
              <a:buNone/>
            </a:pPr>
            <a:r>
              <a:rPr sz="1200">
                <a:solidFill>
                  <a:srgbClr val="EDEDED"/>
                </a:solidFill>
                <a:latin typeface="Consolas"/>
                <a:ea typeface="Consolas"/>
                <a:cs typeface="Consolas"/>
              </a:rPr>
              <a:t>        "enum": ["film:1", …, "none"]</a:t>
            </a:r>
            <a:endParaRPr sz="1200"/>
          </a:p>
          <a:p>
            <a:pPr marL="0" indent="0">
              <a:lnSpc>
                <a:spcPct val="120000"/>
              </a:lnSpc>
              <a:buNone/>
            </a:pPr>
            <a:r>
              <a:rPr sz="1200">
                <a:solidFill>
                  <a:srgbClr val="EDEDED"/>
                </a:solidFill>
                <a:latin typeface="Consolas"/>
                <a:ea typeface="Consolas"/>
                <a:cs typeface="Consolas"/>
              </a:rPr>
              <a:t>      } },</a:t>
            </a:r>
            <a:endParaRPr sz="1200"/>
          </a:p>
          <a:p>
            <a:pPr marL="0" indent="0">
              <a:lnSpc>
                <a:spcPct val="120000"/>
              </a:lnSpc>
              <a:buNone/>
            </a:pPr>
            <a:r>
              <a:rPr sz="1200">
                <a:solidFill>
                  <a:srgbClr val="EDEDED"/>
                </a:solidFill>
                <a:latin typeface="Consolas"/>
                <a:ea typeface="Consolas"/>
                <a:cs typeface="Consolas"/>
              </a:rPr>
              <a:t>      "required": ["target"]</a:t>
            </a:r>
            <a:endParaRPr sz="1200"/>
          </a:p>
          <a:p>
            <a:pPr marL="0" indent="0">
              <a:lnSpc>
                <a:spcPct val="120000"/>
              </a:lnSpc>
              <a:buNone/>
            </a:pPr>
            <a:r>
              <a:rPr sz="1200">
                <a:solidFill>
                  <a:srgbClr val="EDEDED"/>
                </a:solidFill>
                <a:latin typeface="Consolas"/>
                <a:ea typeface="Consolas"/>
                <a:cs typeface="Consolas"/>
              </a:rPr>
              <a:t>} } }</a:t>
            </a:r>
            <a:endParaRPr sz="1200"/>
          </a:p>
        </p:txBody>
      </p:sp>
      <p:sp>
        <p:nvSpPr>
          <p:cNvPr id="15" name="Shape 11">
            <a:extLst>
              <a:ext uri="{FF2B5EF4-FFF2-40B4-BE49-F238E27FC236}">
                <a16:creationId xmlns:a16="http://schemas.microsoft.com/office/drawing/2014/main" id="{46066D26-04E6-42B1-AE2C-DC69F87B48AB}"/>
              </a:ext>
            </a:extLst>
          </p:cNvPr>
          <p:cNvSpPr>
            <a:spLocks noGrp="1"/>
          </p:cNvSpPr>
          <p:nvPr/>
        </p:nvSpPr>
        <p:spPr>
          <a:xfrm>
            <a:off x="6299200" y="2159000"/>
            <a:ext cx="5384800" cy="8763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16" name="Shape 12">
            <a:extLst>
              <a:ext uri="{FF2B5EF4-FFF2-40B4-BE49-F238E27FC236}">
                <a16:creationId xmlns:a16="http://schemas.microsoft.com/office/drawing/2014/main" id="{EC715924-4B0F-4577-99EF-7BF8E70DD9DD}"/>
              </a:ext>
            </a:extLst>
          </p:cNvPr>
          <p:cNvSpPr>
            <a:spLocks noGrp="1"/>
          </p:cNvSpPr>
          <p:nvPr/>
        </p:nvSpPr>
        <p:spPr>
          <a:xfrm>
            <a:off x="6299200" y="2159000"/>
            <a:ext cx="63500" cy="876300"/>
          </a:xfrm>
          <a:prstGeom prst="rect">
            <a:avLst/>
          </a:prstGeom>
          <a:solidFill>
            <a:srgbClr val="DA1884"/>
          </a:solidFill>
        </p:spPr>
        <p:txBody>
          <a:bodyPr/>
          <a:lstStyle/>
          <a:p>
            <a:endParaRPr/>
          </a:p>
        </p:txBody>
      </p:sp>
      <p:sp>
        <p:nvSpPr>
          <p:cNvPr id="17" name="Text 13">
            <a:extLst>
              <a:ext uri="{FF2B5EF4-FFF2-40B4-BE49-F238E27FC236}">
                <a16:creationId xmlns:a16="http://schemas.microsoft.com/office/drawing/2014/main" id="{12045AFB-A591-4049-ADF0-AB4512C4CD40}"/>
              </a:ext>
            </a:extLst>
          </p:cNvPr>
          <p:cNvSpPr>
            <a:spLocks noGrp="1"/>
          </p:cNvSpPr>
          <p:nvPr/>
        </p:nvSpPr>
        <p:spPr>
          <a:xfrm>
            <a:off x="6527800" y="2311400"/>
            <a:ext cx="381000" cy="279400"/>
          </a:xfrm>
          <a:prstGeom prst="rect">
            <a:avLst/>
          </a:prstGeom>
          <a:noFill/>
        </p:spPr>
        <p:txBody>
          <a:bodyPr wrap="square" lIns="0" tIns="0" rIns="0" bIns="0" anchor="t"/>
          <a:lstStyle/>
          <a:p>
            <a:pPr marL="0" indent="0" algn="l">
              <a:lnSpc>
                <a:spcPct val="110000"/>
              </a:lnSpc>
              <a:buNone/>
            </a:pPr>
            <a:r>
              <a:rPr sz="1600" b="1">
                <a:solidFill>
                  <a:srgbClr val="DA1884"/>
                </a:solidFill>
                <a:latin typeface="Arial"/>
                <a:ea typeface="Arial"/>
                <a:cs typeface="Arial"/>
              </a:rPr>
              <a:t>01</a:t>
            </a:r>
            <a:endParaRPr sz="1600"/>
          </a:p>
        </p:txBody>
      </p:sp>
      <p:sp>
        <p:nvSpPr>
          <p:cNvPr id="18" name="Text 14">
            <a:extLst>
              <a:ext uri="{FF2B5EF4-FFF2-40B4-BE49-F238E27FC236}">
                <a16:creationId xmlns:a16="http://schemas.microsoft.com/office/drawing/2014/main" id="{C36D9E6A-433A-4130-8C59-25A7E99CF6A2}"/>
              </a:ext>
            </a:extLst>
          </p:cNvPr>
          <p:cNvSpPr>
            <a:spLocks noGrp="1"/>
          </p:cNvSpPr>
          <p:nvPr/>
        </p:nvSpPr>
        <p:spPr>
          <a:xfrm>
            <a:off x="7035800" y="2311400"/>
            <a:ext cx="4445000" cy="622300"/>
          </a:xfrm>
          <a:prstGeom prst="rect">
            <a:avLst/>
          </a:prstGeom>
          <a:noFill/>
        </p:spPr>
        <p:txBody>
          <a:bodyPr wrap="square" lIns="0" tIns="0" rIns="0" bIns="0" anchor="t"/>
          <a:lstStyle/>
          <a:p>
            <a:pPr marL="0" indent="0">
              <a:lnSpc>
                <a:spcPct val="115000"/>
              </a:lnSpc>
              <a:spcAft>
                <a:spcPts val="400"/>
              </a:spcAft>
              <a:buNone/>
            </a:pPr>
            <a:r>
              <a:rPr sz="1300" b="1" dirty="0">
                <a:solidFill>
                  <a:srgbClr val="141414"/>
                </a:solidFill>
                <a:latin typeface="Arial"/>
                <a:ea typeface="Arial"/>
                <a:cs typeface="Arial"/>
              </a:rPr>
              <a:t>The tool chooses the operation</a:t>
            </a:r>
            <a:endParaRPr sz="1300" dirty="0"/>
          </a:p>
          <a:p>
            <a:pPr marL="0" indent="0">
              <a:lnSpc>
                <a:spcPct val="115000"/>
              </a:lnSpc>
              <a:buNone/>
            </a:pPr>
            <a:r>
              <a:rPr sz="1200" dirty="0">
                <a:solidFill>
                  <a:srgbClr val="333333"/>
                </a:solidFill>
                <a:latin typeface="Arial"/>
                <a:ea typeface="Arial"/>
                <a:cs typeface="Arial"/>
              </a:rPr>
              <a:t>Each reviewed operation fixes its protocol and request.</a:t>
            </a:r>
            <a:endParaRPr sz="1300" dirty="0"/>
          </a:p>
        </p:txBody>
      </p:sp>
      <p:sp>
        <p:nvSpPr>
          <p:cNvPr id="19" name="Shape 15">
            <a:extLst>
              <a:ext uri="{FF2B5EF4-FFF2-40B4-BE49-F238E27FC236}">
                <a16:creationId xmlns:a16="http://schemas.microsoft.com/office/drawing/2014/main" id="{252B00AF-0977-4966-8875-E06B92025B25}"/>
              </a:ext>
            </a:extLst>
          </p:cNvPr>
          <p:cNvSpPr>
            <a:spLocks noGrp="1"/>
          </p:cNvSpPr>
          <p:nvPr/>
        </p:nvSpPr>
        <p:spPr>
          <a:xfrm>
            <a:off x="6299200" y="3124200"/>
            <a:ext cx="5384800" cy="8763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20" name="Shape 16">
            <a:extLst>
              <a:ext uri="{FF2B5EF4-FFF2-40B4-BE49-F238E27FC236}">
                <a16:creationId xmlns:a16="http://schemas.microsoft.com/office/drawing/2014/main" id="{B29AEFCD-64D4-4FAC-89EA-D8820F16A08A}"/>
              </a:ext>
            </a:extLst>
          </p:cNvPr>
          <p:cNvSpPr>
            <a:spLocks noGrp="1"/>
          </p:cNvSpPr>
          <p:nvPr/>
        </p:nvSpPr>
        <p:spPr>
          <a:xfrm>
            <a:off x="6299200" y="3124200"/>
            <a:ext cx="63500" cy="876300"/>
          </a:xfrm>
          <a:prstGeom prst="rect">
            <a:avLst/>
          </a:prstGeom>
          <a:solidFill>
            <a:srgbClr val="DA1884"/>
          </a:solidFill>
        </p:spPr>
        <p:txBody>
          <a:bodyPr/>
          <a:lstStyle/>
          <a:p>
            <a:endParaRPr/>
          </a:p>
        </p:txBody>
      </p:sp>
      <p:sp>
        <p:nvSpPr>
          <p:cNvPr id="21" name="Text 17">
            <a:extLst>
              <a:ext uri="{FF2B5EF4-FFF2-40B4-BE49-F238E27FC236}">
                <a16:creationId xmlns:a16="http://schemas.microsoft.com/office/drawing/2014/main" id="{DC1B0302-2E02-44C6-A673-509A4BBBD244}"/>
              </a:ext>
            </a:extLst>
          </p:cNvPr>
          <p:cNvSpPr>
            <a:spLocks noGrp="1"/>
          </p:cNvSpPr>
          <p:nvPr/>
        </p:nvSpPr>
        <p:spPr>
          <a:xfrm>
            <a:off x="6527800" y="3276600"/>
            <a:ext cx="381000" cy="279400"/>
          </a:xfrm>
          <a:prstGeom prst="rect">
            <a:avLst/>
          </a:prstGeom>
          <a:noFill/>
        </p:spPr>
        <p:txBody>
          <a:bodyPr wrap="square" lIns="0" tIns="0" rIns="0" bIns="0" anchor="t"/>
          <a:lstStyle/>
          <a:p>
            <a:pPr marL="0" indent="0" algn="l">
              <a:lnSpc>
                <a:spcPct val="110000"/>
              </a:lnSpc>
              <a:buNone/>
            </a:pPr>
            <a:r>
              <a:rPr sz="1600" b="1">
                <a:solidFill>
                  <a:srgbClr val="DA1884"/>
                </a:solidFill>
                <a:latin typeface="Arial"/>
                <a:ea typeface="Arial"/>
                <a:cs typeface="Arial"/>
              </a:rPr>
              <a:t>02</a:t>
            </a:r>
            <a:endParaRPr sz="1600"/>
          </a:p>
        </p:txBody>
      </p:sp>
      <p:sp>
        <p:nvSpPr>
          <p:cNvPr id="22" name="Text 18">
            <a:extLst>
              <a:ext uri="{FF2B5EF4-FFF2-40B4-BE49-F238E27FC236}">
                <a16:creationId xmlns:a16="http://schemas.microsoft.com/office/drawing/2014/main" id="{54A31785-6E42-4FB4-929F-22B22A9D170B}"/>
              </a:ext>
            </a:extLst>
          </p:cNvPr>
          <p:cNvSpPr>
            <a:spLocks noGrp="1"/>
          </p:cNvSpPr>
          <p:nvPr/>
        </p:nvSpPr>
        <p:spPr>
          <a:xfrm>
            <a:off x="7035800" y="3276600"/>
            <a:ext cx="4445000" cy="622300"/>
          </a:xfrm>
          <a:prstGeom prst="rect">
            <a:avLst/>
          </a:prstGeom>
          <a:noFill/>
        </p:spPr>
        <p:txBody>
          <a:bodyPr wrap="square" lIns="0" tIns="0" rIns="0" bIns="0" anchor="t"/>
          <a:lstStyle/>
          <a:p>
            <a:pPr marL="0" indent="0">
              <a:lnSpc>
                <a:spcPct val="115000"/>
              </a:lnSpc>
              <a:spcAft>
                <a:spcPts val="400"/>
              </a:spcAft>
              <a:buNone/>
            </a:pPr>
            <a:r>
              <a:rPr sz="1300" b="1">
                <a:solidFill>
                  <a:srgbClr val="141414"/>
                </a:solidFill>
                <a:latin typeface="Arial"/>
                <a:ea typeface="Arial"/>
                <a:cs typeface="Arial"/>
              </a:rPr>
              <a:t>Enum-bound targets</a:t>
            </a:r>
            <a:endParaRPr sz="1300"/>
          </a:p>
          <a:p>
            <a:pPr marL="0" indent="0">
              <a:lnSpc>
                <a:spcPct val="115000"/>
              </a:lnSpc>
              <a:buNone/>
            </a:pPr>
            <a:r>
              <a:rPr sz="1200">
                <a:solidFill>
                  <a:srgbClr val="333333"/>
                </a:solidFill>
                <a:latin typeface="Arial"/>
                <a:ea typeface="Arial"/>
                <a:cs typeface="Arial"/>
              </a:rPr>
              <a:t>Character IDs and ship/film crew targets stay allowlisted.</a:t>
            </a:r>
            <a:endParaRPr sz="1300"/>
          </a:p>
        </p:txBody>
      </p:sp>
      <p:sp>
        <p:nvSpPr>
          <p:cNvPr id="23" name="Shape 19">
            <a:extLst>
              <a:ext uri="{FF2B5EF4-FFF2-40B4-BE49-F238E27FC236}">
                <a16:creationId xmlns:a16="http://schemas.microsoft.com/office/drawing/2014/main" id="{99F730BA-549A-4831-A97D-64760CF8A1CC}"/>
              </a:ext>
            </a:extLst>
          </p:cNvPr>
          <p:cNvSpPr>
            <a:spLocks noGrp="1"/>
          </p:cNvSpPr>
          <p:nvPr/>
        </p:nvSpPr>
        <p:spPr>
          <a:xfrm>
            <a:off x="6299200" y="4089400"/>
            <a:ext cx="5384800" cy="8763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24" name="Shape 20">
            <a:extLst>
              <a:ext uri="{FF2B5EF4-FFF2-40B4-BE49-F238E27FC236}">
                <a16:creationId xmlns:a16="http://schemas.microsoft.com/office/drawing/2014/main" id="{BDD54C9A-6AC8-4819-BB9D-448A72B5D729}"/>
              </a:ext>
            </a:extLst>
          </p:cNvPr>
          <p:cNvSpPr>
            <a:spLocks noGrp="1"/>
          </p:cNvSpPr>
          <p:nvPr/>
        </p:nvSpPr>
        <p:spPr>
          <a:xfrm>
            <a:off x="6299200" y="4089400"/>
            <a:ext cx="63500" cy="876300"/>
          </a:xfrm>
          <a:prstGeom prst="rect">
            <a:avLst/>
          </a:prstGeom>
          <a:solidFill>
            <a:srgbClr val="DA1884"/>
          </a:solidFill>
        </p:spPr>
        <p:txBody>
          <a:bodyPr/>
          <a:lstStyle/>
          <a:p>
            <a:endParaRPr/>
          </a:p>
        </p:txBody>
      </p:sp>
      <p:sp>
        <p:nvSpPr>
          <p:cNvPr id="25" name="Text 21">
            <a:extLst>
              <a:ext uri="{FF2B5EF4-FFF2-40B4-BE49-F238E27FC236}">
                <a16:creationId xmlns:a16="http://schemas.microsoft.com/office/drawing/2014/main" id="{7B25269B-7669-438D-BC8E-175FF2C1953B}"/>
              </a:ext>
            </a:extLst>
          </p:cNvPr>
          <p:cNvSpPr>
            <a:spLocks noGrp="1"/>
          </p:cNvSpPr>
          <p:nvPr/>
        </p:nvSpPr>
        <p:spPr>
          <a:xfrm>
            <a:off x="6527800" y="4241800"/>
            <a:ext cx="381000" cy="279400"/>
          </a:xfrm>
          <a:prstGeom prst="rect">
            <a:avLst/>
          </a:prstGeom>
          <a:noFill/>
        </p:spPr>
        <p:txBody>
          <a:bodyPr wrap="square" lIns="0" tIns="0" rIns="0" bIns="0" anchor="t"/>
          <a:lstStyle/>
          <a:p>
            <a:pPr marL="0" indent="0" algn="l">
              <a:lnSpc>
                <a:spcPct val="110000"/>
              </a:lnSpc>
              <a:buNone/>
            </a:pPr>
            <a:r>
              <a:rPr sz="1600" b="1">
                <a:solidFill>
                  <a:srgbClr val="DA1884"/>
                </a:solidFill>
                <a:latin typeface="Arial"/>
                <a:ea typeface="Arial"/>
                <a:cs typeface="Arial"/>
              </a:rPr>
              <a:t>03</a:t>
            </a:r>
            <a:endParaRPr sz="1600"/>
          </a:p>
        </p:txBody>
      </p:sp>
      <p:sp>
        <p:nvSpPr>
          <p:cNvPr id="26" name="Text 22">
            <a:extLst>
              <a:ext uri="{FF2B5EF4-FFF2-40B4-BE49-F238E27FC236}">
                <a16:creationId xmlns:a16="http://schemas.microsoft.com/office/drawing/2014/main" id="{EEFA5503-6244-4F4C-9BE8-10C890EF714E}"/>
              </a:ext>
            </a:extLst>
          </p:cNvPr>
          <p:cNvSpPr>
            <a:spLocks noGrp="1"/>
          </p:cNvSpPr>
          <p:nvPr/>
        </p:nvSpPr>
        <p:spPr>
          <a:xfrm>
            <a:off x="7035800" y="4241800"/>
            <a:ext cx="4445000" cy="622300"/>
          </a:xfrm>
          <a:prstGeom prst="rect">
            <a:avLst/>
          </a:prstGeom>
          <a:noFill/>
        </p:spPr>
        <p:txBody>
          <a:bodyPr wrap="square" lIns="0" tIns="0" rIns="0" bIns="0" anchor="t"/>
          <a:lstStyle/>
          <a:p>
            <a:pPr marL="0" indent="0">
              <a:lnSpc>
                <a:spcPct val="115000"/>
              </a:lnSpc>
              <a:spcAft>
                <a:spcPts val="400"/>
              </a:spcAft>
              <a:buNone/>
            </a:pPr>
            <a:r>
              <a:rPr sz="1300" b="1">
                <a:solidFill>
                  <a:srgbClr val="141414"/>
                </a:solidFill>
                <a:latin typeface="Arial"/>
                <a:ea typeface="Arial"/>
                <a:cs typeface="Arial"/>
              </a:rPr>
              <a:t>A pinned small model</a:t>
            </a:r>
            <a:endParaRPr sz="1300"/>
          </a:p>
          <a:p>
            <a:pPr marL="0" indent="0">
              <a:lnSpc>
                <a:spcPct val="115000"/>
              </a:lnSpc>
              <a:buNone/>
            </a:pPr>
            <a:r>
              <a:rPr sz="1200">
                <a:solidFill>
                  <a:srgbClr val="333333"/>
                </a:solidFill>
                <a:latin typeface="Arial"/>
                <a:ea typeface="Arial"/>
                <a:cs typeface="Arial"/>
              </a:rPr>
              <a:t>qwen3:4b-instruct-2507 (q4_K_M), no thinking mode, runs locally.</a:t>
            </a:r>
            <a:endParaRPr sz="1300"/>
          </a:p>
        </p:txBody>
      </p:sp>
      <p:sp>
        <p:nvSpPr>
          <p:cNvPr id="27" name="Shape 23">
            <a:extLst>
              <a:ext uri="{FF2B5EF4-FFF2-40B4-BE49-F238E27FC236}">
                <a16:creationId xmlns:a16="http://schemas.microsoft.com/office/drawing/2014/main" id="{2FEB3607-8619-45F8-8AF8-CCEAA7C15F6C}"/>
              </a:ext>
            </a:extLst>
          </p:cNvPr>
          <p:cNvSpPr>
            <a:spLocks noGrp="1"/>
          </p:cNvSpPr>
          <p:nvPr/>
        </p:nvSpPr>
        <p:spPr>
          <a:xfrm>
            <a:off x="6299200" y="5054600"/>
            <a:ext cx="5384800" cy="8763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28" name="Shape 24">
            <a:extLst>
              <a:ext uri="{FF2B5EF4-FFF2-40B4-BE49-F238E27FC236}">
                <a16:creationId xmlns:a16="http://schemas.microsoft.com/office/drawing/2014/main" id="{7FB6BEEF-D117-4E23-9ED5-DAE0D2294892}"/>
              </a:ext>
            </a:extLst>
          </p:cNvPr>
          <p:cNvSpPr>
            <a:spLocks noGrp="1"/>
          </p:cNvSpPr>
          <p:nvPr/>
        </p:nvSpPr>
        <p:spPr>
          <a:xfrm>
            <a:off x="6299200" y="5054600"/>
            <a:ext cx="63500" cy="876300"/>
          </a:xfrm>
          <a:prstGeom prst="rect">
            <a:avLst/>
          </a:prstGeom>
          <a:solidFill>
            <a:srgbClr val="DA1884"/>
          </a:solidFill>
        </p:spPr>
        <p:txBody>
          <a:bodyPr/>
          <a:lstStyle/>
          <a:p>
            <a:endParaRPr/>
          </a:p>
        </p:txBody>
      </p:sp>
      <p:sp>
        <p:nvSpPr>
          <p:cNvPr id="29" name="Text 25">
            <a:extLst>
              <a:ext uri="{FF2B5EF4-FFF2-40B4-BE49-F238E27FC236}">
                <a16:creationId xmlns:a16="http://schemas.microsoft.com/office/drawing/2014/main" id="{4E9DC57D-28F8-4C3C-837B-56145043D73A}"/>
              </a:ext>
            </a:extLst>
          </p:cNvPr>
          <p:cNvSpPr>
            <a:spLocks noGrp="1"/>
          </p:cNvSpPr>
          <p:nvPr/>
        </p:nvSpPr>
        <p:spPr>
          <a:xfrm>
            <a:off x="6527800" y="5207000"/>
            <a:ext cx="381000" cy="279400"/>
          </a:xfrm>
          <a:prstGeom prst="rect">
            <a:avLst/>
          </a:prstGeom>
          <a:noFill/>
        </p:spPr>
        <p:txBody>
          <a:bodyPr wrap="square" lIns="0" tIns="0" rIns="0" bIns="0" anchor="t"/>
          <a:lstStyle/>
          <a:p>
            <a:pPr marL="0" indent="0" algn="l">
              <a:lnSpc>
                <a:spcPct val="110000"/>
              </a:lnSpc>
              <a:buNone/>
            </a:pPr>
            <a:r>
              <a:rPr sz="1600" b="1">
                <a:solidFill>
                  <a:srgbClr val="DA1884"/>
                </a:solidFill>
                <a:latin typeface="Arial"/>
                <a:ea typeface="Arial"/>
                <a:cs typeface="Arial"/>
              </a:rPr>
              <a:t>04</a:t>
            </a:r>
            <a:endParaRPr sz="1600"/>
          </a:p>
        </p:txBody>
      </p:sp>
      <p:sp>
        <p:nvSpPr>
          <p:cNvPr id="30" name="Text 26">
            <a:extLst>
              <a:ext uri="{FF2B5EF4-FFF2-40B4-BE49-F238E27FC236}">
                <a16:creationId xmlns:a16="http://schemas.microsoft.com/office/drawing/2014/main" id="{BC4B3EDC-5378-46F0-A625-9131107026D9}"/>
              </a:ext>
            </a:extLst>
          </p:cNvPr>
          <p:cNvSpPr>
            <a:spLocks noGrp="1"/>
          </p:cNvSpPr>
          <p:nvPr/>
        </p:nvSpPr>
        <p:spPr>
          <a:xfrm>
            <a:off x="7035800" y="5207000"/>
            <a:ext cx="4445000" cy="622300"/>
          </a:xfrm>
          <a:prstGeom prst="rect">
            <a:avLst/>
          </a:prstGeom>
          <a:noFill/>
        </p:spPr>
        <p:txBody>
          <a:bodyPr wrap="square" lIns="0" tIns="0" rIns="0" bIns="0" anchor="t"/>
          <a:lstStyle/>
          <a:p>
            <a:pPr marL="0" indent="0">
              <a:lnSpc>
                <a:spcPct val="115000"/>
              </a:lnSpc>
              <a:spcAft>
                <a:spcPts val="400"/>
              </a:spcAft>
              <a:buNone/>
            </a:pPr>
            <a:r>
              <a:rPr sz="1300" b="1">
                <a:solidFill>
                  <a:srgbClr val="141414"/>
                </a:solidFill>
                <a:latin typeface="Arial"/>
                <a:ea typeface="Arial"/>
                <a:cs typeface="Arial"/>
              </a:rPr>
              <a:t>Tuned for latency</a:t>
            </a:r>
            <a:endParaRPr sz="1300"/>
          </a:p>
          <a:p>
            <a:pPr marL="0" indent="0">
              <a:lnSpc>
                <a:spcPct val="115000"/>
              </a:lnSpc>
              <a:buNone/>
            </a:pPr>
            <a:r>
              <a:rPr sz="1200">
                <a:solidFill>
                  <a:srgbClr val="333333"/>
                </a:solidFill>
                <a:latin typeface="Arial"/>
                <a:ea typeface="Arial"/>
                <a:cs typeface="Arial"/>
              </a:rPr>
              <a:t>Temperature 0, 96-token cap, 30-minute keep-alive, startup warm-up.</a:t>
            </a:r>
            <a:endParaRPr sz="1300"/>
          </a:p>
        </p:txBody>
      </p:sp>
    </p:spTree>
    <p:extLst>
      <p:ext uri="{BB962C8B-B14F-4D97-AF65-F5344CB8AC3E}">
        <p14:creationId xmlns:p14="http://schemas.microsoft.com/office/powerpoint/2010/main" val="25665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a:extLst>
              <a:ext uri="{FF2B5EF4-FFF2-40B4-BE49-F238E27FC236}">
                <a16:creationId xmlns:a16="http://schemas.microsoft.com/office/drawing/2014/main" id="{B6B00A07-BB4B-43B8-9FB0-2ABA9EDDACF0}"/>
              </a:ext>
            </a:extLst>
          </p:cNvPr>
          <p:cNvPicPr>
            <a:picLocks noChangeAspect="1"/>
          </p:cNvPicPr>
          <p:nvPr/>
        </p:nvPicPr>
        <p:blipFill>
          <a:blip r:embed="rId3"/>
          <a:stretch>
            <a:fillRect/>
          </a:stretch>
        </p:blipFill>
        <p:spPr>
          <a:xfrm>
            <a:off x="508000" y="152400"/>
            <a:ext cx="990600" cy="406400"/>
          </a:xfrm>
          <a:prstGeom prst="rect">
            <a:avLst/>
          </a:prstGeom>
        </p:spPr>
      </p:pic>
      <p:sp>
        <p:nvSpPr>
          <p:cNvPr id="3" name="Text 0">
            <a:extLst>
              <a:ext uri="{FF2B5EF4-FFF2-40B4-BE49-F238E27FC236}">
                <a16:creationId xmlns:a16="http://schemas.microsoft.com/office/drawing/2014/main" id="{81CC15C1-A146-4240-BEC4-FECFD98DAB0B}"/>
              </a:ext>
            </a:extLst>
          </p:cNvPr>
          <p:cNvSpPr>
            <a:spLocks noGrp="1"/>
          </p:cNvSpPr>
          <p:nvPr/>
        </p:nvSpPr>
        <p:spPr>
          <a:xfrm>
            <a:off x="3556000" y="406400"/>
            <a:ext cx="5080000" cy="190500"/>
          </a:xfrm>
          <a:prstGeom prst="rect">
            <a:avLst/>
          </a:prstGeom>
          <a:noFill/>
        </p:spPr>
        <p:txBody>
          <a:bodyPr wrap="square" lIns="0" tIns="0" rIns="0" bIns="0" anchor="t"/>
          <a:lstStyle/>
          <a:p>
            <a:pPr marL="0" indent="0" algn="ctr">
              <a:lnSpc>
                <a:spcPct val="110000"/>
              </a:lnSpc>
              <a:buNone/>
            </a:pPr>
            <a:r>
              <a:rPr sz="1000" dirty="0">
                <a:solidFill>
                  <a:srgbClr val="6B6B6B"/>
                </a:solidFill>
                <a:latin typeface="Arial"/>
                <a:ea typeface="Arial"/>
                <a:cs typeface="Arial"/>
              </a:rPr>
              <a:t>Protocol Studio  —  REST · GraphQL · gRPC</a:t>
            </a:r>
            <a:endParaRPr sz="1000" dirty="0"/>
          </a:p>
        </p:txBody>
      </p:sp>
      <p:sp>
        <p:nvSpPr>
          <p:cNvPr id="4" name="Text 1">
            <a:extLst>
              <a:ext uri="{FF2B5EF4-FFF2-40B4-BE49-F238E27FC236}">
                <a16:creationId xmlns:a16="http://schemas.microsoft.com/office/drawing/2014/main" id="{CD7F9CFB-A567-49ED-8B0B-0447313C57A4}"/>
              </a:ext>
            </a:extLst>
          </p:cNvPr>
          <p:cNvSpPr>
            <a:spLocks noGrp="1"/>
          </p:cNvSpPr>
          <p:nvPr/>
        </p:nvSpPr>
        <p:spPr>
          <a:xfrm>
            <a:off x="6350000" y="406400"/>
            <a:ext cx="5334000" cy="190500"/>
          </a:xfrm>
          <a:prstGeom prst="rect">
            <a:avLst/>
          </a:prstGeom>
          <a:noFill/>
        </p:spPr>
        <p:txBody>
          <a:bodyPr wrap="square" lIns="0" tIns="0" rIns="0" bIns="0" anchor="t"/>
          <a:lstStyle/>
          <a:p>
            <a:pPr marL="0" indent="0" algn="r">
              <a:lnSpc>
                <a:spcPct val="110000"/>
              </a:lnSpc>
              <a:buNone/>
            </a:pPr>
            <a:r>
              <a:rPr sz="1000" b="1">
                <a:solidFill>
                  <a:srgbClr val="DA1884"/>
                </a:solidFill>
                <a:latin typeface="Arial"/>
                <a:ea typeface="Arial"/>
                <a:cs typeface="Arial"/>
              </a:rPr>
              <a:t>APPENDIX · AI ROUTING</a:t>
            </a:r>
            <a:endParaRPr sz="1000"/>
          </a:p>
        </p:txBody>
      </p:sp>
      <p:sp>
        <p:nvSpPr>
          <p:cNvPr id="5" name="Text 2">
            <a:extLst>
              <a:ext uri="{FF2B5EF4-FFF2-40B4-BE49-F238E27FC236}">
                <a16:creationId xmlns:a16="http://schemas.microsoft.com/office/drawing/2014/main" id="{769D02C9-BEBE-43C1-A8CF-72182960F636}"/>
              </a:ext>
            </a:extLst>
          </p:cNvPr>
          <p:cNvSpPr>
            <a:spLocks noGrp="1"/>
          </p:cNvSpPr>
          <p:nvPr/>
        </p:nvSpPr>
        <p:spPr>
          <a:xfrm>
            <a:off x="508000" y="6578600"/>
            <a:ext cx="8890000" cy="177800"/>
          </a:xfrm>
          <a:prstGeom prst="rect">
            <a:avLst/>
          </a:prstGeom>
          <a:noFill/>
        </p:spPr>
        <p:txBody>
          <a:bodyPr wrap="square" lIns="0" tIns="0" rIns="0" bIns="0" anchor="t"/>
          <a:lstStyle/>
          <a:p>
            <a:pPr marL="0" indent="0" algn="l">
              <a:lnSpc>
                <a:spcPct val="110000"/>
              </a:lnSpc>
              <a:buNone/>
            </a:pPr>
            <a:r>
              <a:rPr sz="900">
                <a:solidFill>
                  <a:srgbClr val="9E9E9E"/>
                </a:solidFill>
                <a:latin typeface="Arial"/>
                <a:ea typeface="Arial"/>
                <a:cs typeface="Arial"/>
              </a:rPr>
              <a:t>Insight Proprietary &amp; Confidential.  Do Not Copy or Distribute.  © 2026 Insight.  All Rights Reserved.</a:t>
            </a:r>
            <a:endParaRPr sz="900"/>
          </a:p>
        </p:txBody>
      </p:sp>
      <p:sp>
        <p:nvSpPr>
          <p:cNvPr id="6" name="Text 3">
            <a:extLst>
              <a:ext uri="{FF2B5EF4-FFF2-40B4-BE49-F238E27FC236}">
                <a16:creationId xmlns:a16="http://schemas.microsoft.com/office/drawing/2014/main" id="{4F738A52-3673-4C90-9985-DE2AF09BBD8D}"/>
              </a:ext>
            </a:extLst>
          </p:cNvPr>
          <p:cNvSpPr>
            <a:spLocks noGrp="1"/>
          </p:cNvSpPr>
          <p:nvPr/>
        </p:nvSpPr>
        <p:spPr>
          <a:xfrm>
            <a:off x="10922000" y="6578600"/>
            <a:ext cx="762000" cy="177800"/>
          </a:xfrm>
          <a:prstGeom prst="rect">
            <a:avLst/>
          </a:prstGeom>
          <a:noFill/>
        </p:spPr>
        <p:txBody>
          <a:bodyPr wrap="square" lIns="0" tIns="0" rIns="0" bIns="0" anchor="t"/>
          <a:lstStyle/>
          <a:p>
            <a:pPr marL="0" indent="0" algn="r">
              <a:lnSpc>
                <a:spcPct val="110000"/>
              </a:lnSpc>
              <a:buNone/>
            </a:pPr>
            <a:r>
              <a:rPr sz="900">
                <a:solidFill>
                  <a:srgbClr val="9E9E9E"/>
                </a:solidFill>
                <a:latin typeface="Arial"/>
                <a:ea typeface="Arial"/>
                <a:cs typeface="Arial"/>
              </a:rPr>
              <a:t>27</a:t>
            </a:r>
            <a:endParaRPr sz="900"/>
          </a:p>
        </p:txBody>
      </p:sp>
      <p:sp>
        <p:nvSpPr>
          <p:cNvPr id="7" name="Text 4">
            <a:extLst>
              <a:ext uri="{FF2B5EF4-FFF2-40B4-BE49-F238E27FC236}">
                <a16:creationId xmlns:a16="http://schemas.microsoft.com/office/drawing/2014/main" id="{50CDC538-1437-44D9-8EC5-DD48F414FFE2}"/>
              </a:ext>
            </a:extLst>
          </p:cNvPr>
          <p:cNvSpPr>
            <a:spLocks noGrp="1"/>
          </p:cNvSpPr>
          <p:nvPr/>
        </p:nvSpPr>
        <p:spPr>
          <a:xfrm>
            <a:off x="508000" y="889000"/>
            <a:ext cx="11176000" cy="215900"/>
          </a:xfrm>
          <a:prstGeom prst="rect">
            <a:avLst/>
          </a:prstGeom>
          <a:noFill/>
        </p:spPr>
        <p:txBody>
          <a:bodyPr wrap="square" lIns="0" tIns="0" rIns="0" bIns="0" anchor="t"/>
          <a:lstStyle/>
          <a:p>
            <a:pPr marL="0" indent="0" algn="l">
              <a:lnSpc>
                <a:spcPct val="110000"/>
              </a:lnSpc>
              <a:buNone/>
            </a:pPr>
            <a:r>
              <a:rPr sz="1200" b="1">
                <a:solidFill>
                  <a:srgbClr val="DA1884"/>
                </a:solidFill>
                <a:latin typeface="Arial"/>
                <a:ea typeface="Arial"/>
                <a:cs typeface="Arial"/>
              </a:rPr>
              <a:t>AI ROUTING · JEV</a:t>
            </a:r>
            <a:endParaRPr sz="1200"/>
          </a:p>
        </p:txBody>
      </p:sp>
      <p:sp>
        <p:nvSpPr>
          <p:cNvPr id="8" name="Text 5">
            <a:extLst>
              <a:ext uri="{FF2B5EF4-FFF2-40B4-BE49-F238E27FC236}">
                <a16:creationId xmlns:a16="http://schemas.microsoft.com/office/drawing/2014/main" id="{A44C8830-FD59-48CB-8768-C2ABA2FC8FD4}"/>
              </a:ext>
            </a:extLst>
          </p:cNvPr>
          <p:cNvSpPr>
            <a:spLocks noGrp="1"/>
          </p:cNvSpPr>
          <p:nvPr/>
        </p:nvSpPr>
        <p:spPr>
          <a:xfrm>
            <a:off x="508000" y="1130300"/>
            <a:ext cx="11176000" cy="482600"/>
          </a:xfrm>
          <a:prstGeom prst="rect">
            <a:avLst/>
          </a:prstGeom>
          <a:noFill/>
        </p:spPr>
        <p:txBody>
          <a:bodyPr wrap="square" lIns="0" tIns="0" rIns="0" bIns="0" anchor="t"/>
          <a:lstStyle/>
          <a:p>
            <a:pPr marL="0" indent="0" algn="l">
              <a:lnSpc>
                <a:spcPct val="110000"/>
              </a:lnSpc>
              <a:buNone/>
            </a:pPr>
            <a:r>
              <a:rPr sz="3000" b="1">
                <a:solidFill>
                  <a:srgbClr val="141414"/>
                </a:solidFill>
                <a:latin typeface="Arial"/>
                <a:ea typeface="Arial"/>
                <a:cs typeface="Arial"/>
              </a:rPr>
              <a:t>Jev: A Decision Model, Not a Text Generator</a:t>
            </a:r>
            <a:endParaRPr sz="3000"/>
          </a:p>
        </p:txBody>
      </p:sp>
      <p:sp>
        <p:nvSpPr>
          <p:cNvPr id="9" name="Text 6">
            <a:extLst>
              <a:ext uri="{FF2B5EF4-FFF2-40B4-BE49-F238E27FC236}">
                <a16:creationId xmlns:a16="http://schemas.microsoft.com/office/drawing/2014/main" id="{96FD63C0-00F6-47E3-817F-7AF5C19BBFF4}"/>
              </a:ext>
            </a:extLst>
          </p:cNvPr>
          <p:cNvSpPr>
            <a:spLocks noGrp="1"/>
          </p:cNvSpPr>
          <p:nvPr/>
        </p:nvSpPr>
        <p:spPr>
          <a:xfrm>
            <a:off x="508000" y="1663700"/>
            <a:ext cx="11176000" cy="254000"/>
          </a:xfrm>
          <a:prstGeom prst="rect">
            <a:avLst/>
          </a:prstGeom>
          <a:noFill/>
        </p:spPr>
        <p:txBody>
          <a:bodyPr wrap="square" lIns="0" tIns="0" rIns="0" bIns="0" anchor="t"/>
          <a:lstStyle/>
          <a:p>
            <a:pPr marL="0" indent="0" algn="l">
              <a:lnSpc>
                <a:spcPct val="110000"/>
              </a:lnSpc>
              <a:buNone/>
            </a:pPr>
            <a:r>
              <a:rPr sz="1400">
                <a:solidFill>
                  <a:srgbClr val="6B6B6B"/>
                </a:solidFill>
                <a:latin typeface="Arial"/>
                <a:ea typeface="Arial"/>
                <a:cs typeface="Arial"/>
              </a:rPr>
              <a:t>Two typed Choice questions replace free-form generation, which suits a small, closed decision space.</a:t>
            </a:r>
            <a:endParaRPr sz="1400"/>
          </a:p>
        </p:txBody>
      </p:sp>
      <p:sp>
        <p:nvSpPr>
          <p:cNvPr id="11" name="Shape 7">
            <a:extLst>
              <a:ext uri="{FF2B5EF4-FFF2-40B4-BE49-F238E27FC236}">
                <a16:creationId xmlns:a16="http://schemas.microsoft.com/office/drawing/2014/main" id="{D68ABAC7-8565-4B67-BFF1-EF801DBC2E18}"/>
              </a:ext>
            </a:extLst>
          </p:cNvPr>
          <p:cNvSpPr>
            <a:spLocks noGrp="1"/>
          </p:cNvSpPr>
          <p:nvPr/>
        </p:nvSpPr>
        <p:spPr>
          <a:xfrm>
            <a:off x="508000" y="2159000"/>
            <a:ext cx="5588000" cy="3810000"/>
          </a:xfrm>
          <a:prstGeom prst="rect">
            <a:avLst/>
          </a:prstGeom>
          <a:solidFill>
            <a:srgbClr val="1B1B1F"/>
          </a:solidFill>
          <a:effectLst>
            <a:outerShdw blurRad="50800" dist="25400" dir="5400000" algn="bl" rotWithShape="0">
              <a:srgbClr val="000000">
                <a:alpha val="18000"/>
              </a:srgbClr>
            </a:outerShdw>
          </a:effectLst>
        </p:spPr>
        <p:txBody>
          <a:bodyPr/>
          <a:lstStyle/>
          <a:p>
            <a:endParaRPr/>
          </a:p>
        </p:txBody>
      </p:sp>
      <p:sp>
        <p:nvSpPr>
          <p:cNvPr id="12" name="Shape 8">
            <a:extLst>
              <a:ext uri="{FF2B5EF4-FFF2-40B4-BE49-F238E27FC236}">
                <a16:creationId xmlns:a16="http://schemas.microsoft.com/office/drawing/2014/main" id="{57CFAC12-2FA4-4F2F-808E-C1373AD697AD}"/>
              </a:ext>
            </a:extLst>
          </p:cNvPr>
          <p:cNvSpPr>
            <a:spLocks noGrp="1"/>
          </p:cNvSpPr>
          <p:nvPr/>
        </p:nvSpPr>
        <p:spPr>
          <a:xfrm>
            <a:off x="508000" y="2159000"/>
            <a:ext cx="5588000" cy="355600"/>
          </a:xfrm>
          <a:prstGeom prst="rect">
            <a:avLst/>
          </a:prstGeom>
          <a:solidFill>
            <a:srgbClr val="DA1884"/>
          </a:solidFill>
        </p:spPr>
        <p:txBody>
          <a:bodyPr/>
          <a:lstStyle/>
          <a:p>
            <a:endParaRPr/>
          </a:p>
        </p:txBody>
      </p:sp>
      <p:sp>
        <p:nvSpPr>
          <p:cNvPr id="13" name="Text 9">
            <a:extLst>
              <a:ext uri="{FF2B5EF4-FFF2-40B4-BE49-F238E27FC236}">
                <a16:creationId xmlns:a16="http://schemas.microsoft.com/office/drawing/2014/main" id="{2C4F7059-5583-4B98-9D43-AF914C10124C}"/>
              </a:ext>
            </a:extLst>
          </p:cNvPr>
          <p:cNvSpPr>
            <a:spLocks noGrp="1"/>
          </p:cNvSpPr>
          <p:nvPr/>
        </p:nvSpPr>
        <p:spPr>
          <a:xfrm>
            <a:off x="711200" y="2159000"/>
            <a:ext cx="5181600" cy="355600"/>
          </a:xfrm>
          <a:prstGeom prst="rect">
            <a:avLst/>
          </a:prstGeom>
          <a:noFill/>
        </p:spPr>
        <p:txBody>
          <a:bodyPr wrap="square" lIns="0" tIns="0" rIns="0" bIns="0" anchor="ctr"/>
          <a:lstStyle/>
          <a:p>
            <a:pPr marL="0" indent="0" algn="l">
              <a:lnSpc>
                <a:spcPct val="110000"/>
              </a:lnSpc>
              <a:buNone/>
            </a:pPr>
            <a:r>
              <a:rPr sz="1200" b="1">
                <a:solidFill>
                  <a:srgbClr val="FFFFFF"/>
                </a:solidFill>
                <a:latin typeface="Arial"/>
                <a:ea typeface="Arial"/>
                <a:cs typeface="Arial"/>
              </a:rPr>
              <a:t>POST /V1/SYSTEMONE</a:t>
            </a:r>
            <a:endParaRPr sz="1200"/>
          </a:p>
        </p:txBody>
      </p:sp>
      <p:sp>
        <p:nvSpPr>
          <p:cNvPr id="14" name="Text 10">
            <a:extLst>
              <a:ext uri="{FF2B5EF4-FFF2-40B4-BE49-F238E27FC236}">
                <a16:creationId xmlns:a16="http://schemas.microsoft.com/office/drawing/2014/main" id="{0AF6C7B9-0A46-4187-A850-611272263008}"/>
              </a:ext>
            </a:extLst>
          </p:cNvPr>
          <p:cNvSpPr>
            <a:spLocks noGrp="1"/>
          </p:cNvSpPr>
          <p:nvPr/>
        </p:nvSpPr>
        <p:spPr>
          <a:xfrm>
            <a:off x="711200" y="2667000"/>
            <a:ext cx="5181600" cy="3149600"/>
          </a:xfrm>
          <a:prstGeom prst="rect">
            <a:avLst/>
          </a:prstGeom>
          <a:noFill/>
        </p:spPr>
        <p:txBody>
          <a:bodyPr wrap="square" lIns="0" tIns="0" rIns="0" bIns="0" anchor="t"/>
          <a:lstStyle/>
          <a:p>
            <a:pPr marL="0" indent="0">
              <a:lnSpc>
                <a:spcPct val="120000"/>
              </a:lnSpc>
              <a:buNone/>
            </a:pPr>
            <a:r>
              <a:rPr sz="1200" dirty="0">
                <a:solidFill>
                  <a:srgbClr val="EDEDED"/>
                </a:solidFill>
                <a:latin typeface="Consolas"/>
                <a:ea typeface="Consolas"/>
                <a:cs typeface="Consolas"/>
              </a:rPr>
              <a:t>{</a:t>
            </a:r>
            <a:endParaRPr sz="1200" dirty="0"/>
          </a:p>
          <a:p>
            <a:pPr marL="0" indent="0">
              <a:lnSpc>
                <a:spcPct val="120000"/>
              </a:lnSpc>
              <a:buNone/>
            </a:pPr>
            <a:r>
              <a:rPr sz="1200" dirty="0">
                <a:solidFill>
                  <a:srgbClr val="EDEDED"/>
                </a:solidFill>
                <a:latin typeface="Consolas"/>
                <a:ea typeface="Consolas"/>
                <a:cs typeface="Consolas"/>
              </a:rPr>
              <a:t>  "model": "jev-latest",</a:t>
            </a:r>
            <a:endParaRPr sz="1200" dirty="0"/>
          </a:p>
          <a:p>
            <a:pPr marL="0" indent="0">
              <a:lnSpc>
                <a:spcPct val="120000"/>
              </a:lnSpc>
              <a:buNone/>
            </a:pPr>
            <a:r>
              <a:rPr sz="1200" dirty="0">
                <a:solidFill>
                  <a:srgbClr val="EDEDED"/>
                </a:solidFill>
                <a:latin typeface="Consolas"/>
                <a:ea typeface="Consolas"/>
                <a:cs typeface="Consolas"/>
              </a:rPr>
              <a:t>  "state": "Context … Latest question …",</a:t>
            </a:r>
            <a:endParaRPr sz="1200" dirty="0"/>
          </a:p>
          <a:p>
            <a:pPr marL="0" indent="0">
              <a:lnSpc>
                <a:spcPct val="120000"/>
              </a:lnSpc>
              <a:buNone/>
            </a:pPr>
            <a:r>
              <a:rPr sz="1200" dirty="0">
                <a:solidFill>
                  <a:srgbClr val="EDEDED"/>
                </a:solidFill>
                <a:latin typeface="Consolas"/>
                <a:ea typeface="Consolas"/>
                <a:cs typeface="Consolas"/>
              </a:rPr>
              <a:t>  "questions": {</a:t>
            </a:r>
            <a:endParaRPr sz="1200" dirty="0"/>
          </a:p>
          <a:p>
            <a:pPr marL="0" indent="0">
              <a:lnSpc>
                <a:spcPct val="120000"/>
              </a:lnSpc>
              <a:buNone/>
            </a:pPr>
            <a:r>
              <a:rPr sz="1200" dirty="0">
                <a:solidFill>
                  <a:srgbClr val="EDEDED"/>
                </a:solidFill>
                <a:latin typeface="Consolas"/>
                <a:ea typeface="Consolas"/>
                <a:cs typeface="Consolas"/>
              </a:rPr>
              <a:t>    "operation": { "type": "choice",</a:t>
            </a:r>
            <a:endParaRPr sz="1200" dirty="0"/>
          </a:p>
          <a:p>
            <a:pPr marL="0" indent="0">
              <a:lnSpc>
                <a:spcPct val="120000"/>
              </a:lnSpc>
              <a:buNone/>
            </a:pPr>
            <a:r>
              <a:rPr sz="1200" dirty="0">
                <a:solidFill>
                  <a:srgbClr val="EDEDED"/>
                </a:solidFill>
                <a:latin typeface="Consolas"/>
                <a:ea typeface="Consolas"/>
                <a:cs typeface="Consolas"/>
              </a:rPr>
              <a:t>      "criteria": {</a:t>
            </a:r>
            <a:endParaRPr sz="1200" dirty="0"/>
          </a:p>
          <a:p>
            <a:pPr marL="0" indent="0">
              <a:lnSpc>
                <a:spcPct val="120000"/>
              </a:lnSpc>
              <a:buNone/>
            </a:pPr>
            <a:r>
              <a:rPr sz="1200" dirty="0">
                <a:solidFill>
                  <a:srgbClr val="EDEDED"/>
                </a:solidFill>
                <a:latin typeface="Consolas"/>
                <a:ea typeface="Consolas"/>
                <a:cs typeface="Consolas"/>
              </a:rPr>
              <a:t>        "FILM_SHIPS_CAST": "…",</a:t>
            </a:r>
            <a:endParaRPr sz="1200" dirty="0"/>
          </a:p>
          <a:p>
            <a:pPr marL="0" indent="0">
              <a:lnSpc>
                <a:spcPct val="120000"/>
              </a:lnSpc>
              <a:buNone/>
            </a:pPr>
            <a:r>
              <a:rPr sz="1200" dirty="0">
                <a:solidFill>
                  <a:srgbClr val="EDEDED"/>
                </a:solidFill>
                <a:latin typeface="Consolas"/>
                <a:ea typeface="Consolas"/>
                <a:cs typeface="Consolas"/>
              </a:rPr>
              <a:t>        "SHIP_CREW": "…", "TRACK": "…" } },</a:t>
            </a:r>
            <a:endParaRPr sz="1200" dirty="0"/>
          </a:p>
          <a:p>
            <a:pPr marL="0" indent="0">
              <a:lnSpc>
                <a:spcPct val="120000"/>
              </a:lnSpc>
              <a:buNone/>
            </a:pPr>
            <a:r>
              <a:rPr sz="1200" dirty="0">
                <a:solidFill>
                  <a:srgbClr val="EDEDED"/>
                </a:solidFill>
                <a:latin typeface="Consolas"/>
                <a:ea typeface="Consolas"/>
                <a:cs typeface="Consolas"/>
              </a:rPr>
              <a:t>    "target": { "type": "choice",</a:t>
            </a:r>
            <a:endParaRPr sz="1200" dirty="0"/>
          </a:p>
          <a:p>
            <a:pPr marL="0" indent="0">
              <a:lnSpc>
                <a:spcPct val="120000"/>
              </a:lnSpc>
              <a:buNone/>
            </a:pPr>
            <a:r>
              <a:rPr sz="1200" dirty="0">
                <a:solidFill>
                  <a:srgbClr val="EDEDED"/>
                </a:solidFill>
                <a:latin typeface="Consolas"/>
                <a:ea typeface="Consolas"/>
                <a:cs typeface="Consolas"/>
              </a:rPr>
              <a:t>      "criteria": { "film:1": "…" } }</a:t>
            </a:r>
            <a:endParaRPr sz="1200" dirty="0"/>
          </a:p>
          <a:p>
            <a:pPr marL="0" indent="0">
              <a:lnSpc>
                <a:spcPct val="120000"/>
              </a:lnSpc>
              <a:buNone/>
            </a:pPr>
            <a:r>
              <a:rPr sz="1200" dirty="0">
                <a:solidFill>
                  <a:srgbClr val="EDEDED"/>
                </a:solidFill>
                <a:latin typeface="Consolas"/>
                <a:ea typeface="Consolas"/>
                <a:cs typeface="Consolas"/>
              </a:rPr>
              <a:t>  }</a:t>
            </a:r>
            <a:endParaRPr sz="1200" dirty="0"/>
          </a:p>
          <a:p>
            <a:pPr marL="0" indent="0">
              <a:lnSpc>
                <a:spcPct val="120000"/>
              </a:lnSpc>
              <a:buNone/>
            </a:pPr>
            <a:r>
              <a:rPr sz="1200" dirty="0">
                <a:solidFill>
                  <a:srgbClr val="EDEDED"/>
                </a:solidFill>
                <a:latin typeface="Consolas"/>
                <a:ea typeface="Consolas"/>
                <a:cs typeface="Consolas"/>
              </a:rPr>
              <a:t>}</a:t>
            </a:r>
            <a:endParaRPr sz="1200" dirty="0"/>
          </a:p>
        </p:txBody>
      </p:sp>
      <p:sp>
        <p:nvSpPr>
          <p:cNvPr id="15" name="Shape 11">
            <a:extLst>
              <a:ext uri="{FF2B5EF4-FFF2-40B4-BE49-F238E27FC236}">
                <a16:creationId xmlns:a16="http://schemas.microsoft.com/office/drawing/2014/main" id="{A8E0C2CC-5DA0-44CE-8D3A-62D42C03590E}"/>
              </a:ext>
            </a:extLst>
          </p:cNvPr>
          <p:cNvSpPr>
            <a:spLocks noGrp="1"/>
          </p:cNvSpPr>
          <p:nvPr/>
        </p:nvSpPr>
        <p:spPr>
          <a:xfrm>
            <a:off x="6299200" y="2159000"/>
            <a:ext cx="5384800" cy="11684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16" name="Shape 12">
            <a:extLst>
              <a:ext uri="{FF2B5EF4-FFF2-40B4-BE49-F238E27FC236}">
                <a16:creationId xmlns:a16="http://schemas.microsoft.com/office/drawing/2014/main" id="{79A1CEEE-B111-404C-9CC7-0210D66A10EC}"/>
              </a:ext>
            </a:extLst>
          </p:cNvPr>
          <p:cNvSpPr>
            <a:spLocks noGrp="1"/>
          </p:cNvSpPr>
          <p:nvPr/>
        </p:nvSpPr>
        <p:spPr>
          <a:xfrm>
            <a:off x="6299200" y="2159000"/>
            <a:ext cx="63500" cy="1168400"/>
          </a:xfrm>
          <a:prstGeom prst="rect">
            <a:avLst/>
          </a:prstGeom>
          <a:solidFill>
            <a:srgbClr val="DA1884"/>
          </a:solidFill>
        </p:spPr>
        <p:txBody>
          <a:bodyPr/>
          <a:lstStyle/>
          <a:p>
            <a:endParaRPr/>
          </a:p>
        </p:txBody>
      </p:sp>
      <p:sp>
        <p:nvSpPr>
          <p:cNvPr id="17" name="Text 13">
            <a:extLst>
              <a:ext uri="{FF2B5EF4-FFF2-40B4-BE49-F238E27FC236}">
                <a16:creationId xmlns:a16="http://schemas.microsoft.com/office/drawing/2014/main" id="{9558E863-4CC7-4EAF-83ED-0310A90480BC}"/>
              </a:ext>
            </a:extLst>
          </p:cNvPr>
          <p:cNvSpPr>
            <a:spLocks noGrp="1"/>
          </p:cNvSpPr>
          <p:nvPr/>
        </p:nvSpPr>
        <p:spPr>
          <a:xfrm>
            <a:off x="6527800" y="2311400"/>
            <a:ext cx="381000" cy="279400"/>
          </a:xfrm>
          <a:prstGeom prst="rect">
            <a:avLst/>
          </a:prstGeom>
          <a:noFill/>
        </p:spPr>
        <p:txBody>
          <a:bodyPr wrap="square" lIns="0" tIns="0" rIns="0" bIns="0" anchor="t"/>
          <a:lstStyle/>
          <a:p>
            <a:pPr marL="0" indent="0" algn="l">
              <a:lnSpc>
                <a:spcPct val="110000"/>
              </a:lnSpc>
              <a:buNone/>
            </a:pPr>
            <a:r>
              <a:rPr sz="1600" b="1">
                <a:solidFill>
                  <a:srgbClr val="DA1884"/>
                </a:solidFill>
                <a:latin typeface="Arial"/>
                <a:ea typeface="Arial"/>
                <a:cs typeface="Arial"/>
              </a:rPr>
              <a:t>01</a:t>
            </a:r>
            <a:endParaRPr sz="1600"/>
          </a:p>
        </p:txBody>
      </p:sp>
      <p:sp>
        <p:nvSpPr>
          <p:cNvPr id="18" name="Text 14">
            <a:extLst>
              <a:ext uri="{FF2B5EF4-FFF2-40B4-BE49-F238E27FC236}">
                <a16:creationId xmlns:a16="http://schemas.microsoft.com/office/drawing/2014/main" id="{C818EADA-6396-4668-A33B-31B6B8DBA288}"/>
              </a:ext>
            </a:extLst>
          </p:cNvPr>
          <p:cNvSpPr>
            <a:spLocks noGrp="1"/>
          </p:cNvSpPr>
          <p:nvPr/>
        </p:nvSpPr>
        <p:spPr>
          <a:xfrm>
            <a:off x="7035800" y="2311400"/>
            <a:ext cx="4445000" cy="914400"/>
          </a:xfrm>
          <a:prstGeom prst="rect">
            <a:avLst/>
          </a:prstGeom>
          <a:noFill/>
        </p:spPr>
        <p:txBody>
          <a:bodyPr wrap="square" lIns="0" tIns="0" rIns="0" bIns="0" anchor="t"/>
          <a:lstStyle/>
          <a:p>
            <a:pPr marL="0" indent="0">
              <a:lnSpc>
                <a:spcPct val="115000"/>
              </a:lnSpc>
              <a:spcAft>
                <a:spcPts val="400"/>
              </a:spcAft>
              <a:buNone/>
            </a:pPr>
            <a:r>
              <a:rPr sz="1300" b="1">
                <a:solidFill>
                  <a:srgbClr val="141414"/>
                </a:solidFill>
                <a:latin typeface="Arial"/>
                <a:ea typeface="Arial"/>
                <a:cs typeface="Arial"/>
              </a:rPr>
              <a:t>Answers, not prose</a:t>
            </a:r>
            <a:endParaRPr sz="1300"/>
          </a:p>
          <a:p>
            <a:pPr marL="0" indent="0">
              <a:lnSpc>
                <a:spcPct val="115000"/>
              </a:lnSpc>
              <a:buNone/>
            </a:pPr>
            <a:r>
              <a:rPr sz="1200">
                <a:solidFill>
                  <a:srgbClr val="333333"/>
                </a:solidFill>
                <a:latin typeface="Arial"/>
                <a:ea typeface="Arial"/>
                <a:cs typeface="Arial"/>
              </a:rPr>
              <a:t>Each question returns a choice with confidence and probabilities, shown in the inspector.</a:t>
            </a:r>
            <a:endParaRPr sz="1300"/>
          </a:p>
        </p:txBody>
      </p:sp>
      <p:sp>
        <p:nvSpPr>
          <p:cNvPr id="19" name="Shape 15">
            <a:extLst>
              <a:ext uri="{FF2B5EF4-FFF2-40B4-BE49-F238E27FC236}">
                <a16:creationId xmlns:a16="http://schemas.microsoft.com/office/drawing/2014/main" id="{BC749F26-F96C-4719-9BE0-50D8FA83AC80}"/>
              </a:ext>
            </a:extLst>
          </p:cNvPr>
          <p:cNvSpPr>
            <a:spLocks noGrp="1"/>
          </p:cNvSpPr>
          <p:nvPr/>
        </p:nvSpPr>
        <p:spPr>
          <a:xfrm>
            <a:off x="6299200" y="3454400"/>
            <a:ext cx="5384800" cy="11684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20" name="Shape 16">
            <a:extLst>
              <a:ext uri="{FF2B5EF4-FFF2-40B4-BE49-F238E27FC236}">
                <a16:creationId xmlns:a16="http://schemas.microsoft.com/office/drawing/2014/main" id="{36499EBC-4DAF-42B1-A6AF-6A52922CB81C}"/>
              </a:ext>
            </a:extLst>
          </p:cNvPr>
          <p:cNvSpPr>
            <a:spLocks noGrp="1"/>
          </p:cNvSpPr>
          <p:nvPr/>
        </p:nvSpPr>
        <p:spPr>
          <a:xfrm>
            <a:off x="6299200" y="3454400"/>
            <a:ext cx="63500" cy="1168400"/>
          </a:xfrm>
          <a:prstGeom prst="rect">
            <a:avLst/>
          </a:prstGeom>
          <a:solidFill>
            <a:srgbClr val="DA1884"/>
          </a:solidFill>
        </p:spPr>
        <p:txBody>
          <a:bodyPr/>
          <a:lstStyle/>
          <a:p>
            <a:endParaRPr/>
          </a:p>
        </p:txBody>
      </p:sp>
      <p:sp>
        <p:nvSpPr>
          <p:cNvPr id="21" name="Text 17">
            <a:extLst>
              <a:ext uri="{FF2B5EF4-FFF2-40B4-BE49-F238E27FC236}">
                <a16:creationId xmlns:a16="http://schemas.microsoft.com/office/drawing/2014/main" id="{F7AAC9A4-5725-4B2F-8517-046F4C3D8B6F}"/>
              </a:ext>
            </a:extLst>
          </p:cNvPr>
          <p:cNvSpPr>
            <a:spLocks noGrp="1"/>
          </p:cNvSpPr>
          <p:nvPr/>
        </p:nvSpPr>
        <p:spPr>
          <a:xfrm>
            <a:off x="6527800" y="3606800"/>
            <a:ext cx="381000" cy="279400"/>
          </a:xfrm>
          <a:prstGeom prst="rect">
            <a:avLst/>
          </a:prstGeom>
          <a:noFill/>
        </p:spPr>
        <p:txBody>
          <a:bodyPr wrap="square" lIns="0" tIns="0" rIns="0" bIns="0" anchor="t"/>
          <a:lstStyle/>
          <a:p>
            <a:pPr marL="0" indent="0" algn="l">
              <a:lnSpc>
                <a:spcPct val="110000"/>
              </a:lnSpc>
              <a:buNone/>
            </a:pPr>
            <a:r>
              <a:rPr sz="1600" b="1">
                <a:solidFill>
                  <a:srgbClr val="DA1884"/>
                </a:solidFill>
                <a:latin typeface="Arial"/>
                <a:ea typeface="Arial"/>
                <a:cs typeface="Arial"/>
              </a:rPr>
              <a:t>02</a:t>
            </a:r>
            <a:endParaRPr sz="1600"/>
          </a:p>
        </p:txBody>
      </p:sp>
      <p:sp>
        <p:nvSpPr>
          <p:cNvPr id="22" name="Text 18">
            <a:extLst>
              <a:ext uri="{FF2B5EF4-FFF2-40B4-BE49-F238E27FC236}">
                <a16:creationId xmlns:a16="http://schemas.microsoft.com/office/drawing/2014/main" id="{007F1C75-A907-4543-94D1-D40F47370562}"/>
              </a:ext>
            </a:extLst>
          </p:cNvPr>
          <p:cNvSpPr>
            <a:spLocks noGrp="1"/>
          </p:cNvSpPr>
          <p:nvPr/>
        </p:nvSpPr>
        <p:spPr>
          <a:xfrm>
            <a:off x="7035800" y="3606800"/>
            <a:ext cx="4445000" cy="914400"/>
          </a:xfrm>
          <a:prstGeom prst="rect">
            <a:avLst/>
          </a:prstGeom>
          <a:noFill/>
        </p:spPr>
        <p:txBody>
          <a:bodyPr wrap="square" lIns="0" tIns="0" rIns="0" bIns="0" anchor="t"/>
          <a:lstStyle/>
          <a:p>
            <a:pPr marL="0" indent="0">
              <a:lnSpc>
                <a:spcPct val="115000"/>
              </a:lnSpc>
              <a:spcAft>
                <a:spcPts val="400"/>
              </a:spcAft>
              <a:buNone/>
            </a:pPr>
            <a:r>
              <a:rPr sz="1300" b="1">
                <a:solidFill>
                  <a:srgbClr val="141414"/>
                </a:solidFill>
                <a:latin typeface="Arial"/>
                <a:ea typeface="Arial"/>
                <a:cs typeface="Arial"/>
              </a:rPr>
              <a:t>Same contract as Ollama</a:t>
            </a:r>
            <a:endParaRPr sz="1300"/>
          </a:p>
          <a:p>
            <a:pPr marL="0" indent="0">
              <a:lnSpc>
                <a:spcPct val="115000"/>
              </a:lnSpc>
              <a:buNone/>
            </a:pPr>
            <a:r>
              <a:rPr sz="1200">
                <a:solidFill>
                  <a:srgbClr val="333333"/>
                </a:solidFill>
                <a:latin typeface="Arial"/>
                <a:ea typeface="Arial"/>
                <a:cs typeface="Arial"/>
              </a:rPr>
              <a:t>Plugs in behind IntentClassifier with AI_PROVIDER=jev.</a:t>
            </a:r>
            <a:endParaRPr sz="1300"/>
          </a:p>
        </p:txBody>
      </p:sp>
      <p:sp>
        <p:nvSpPr>
          <p:cNvPr id="23" name="Shape 19">
            <a:extLst>
              <a:ext uri="{FF2B5EF4-FFF2-40B4-BE49-F238E27FC236}">
                <a16:creationId xmlns:a16="http://schemas.microsoft.com/office/drawing/2014/main" id="{92DC9C74-A84D-4CBE-846E-D46FD0301719}"/>
              </a:ext>
            </a:extLst>
          </p:cNvPr>
          <p:cNvSpPr>
            <a:spLocks noGrp="1"/>
          </p:cNvSpPr>
          <p:nvPr/>
        </p:nvSpPr>
        <p:spPr>
          <a:xfrm>
            <a:off x="6299200" y="4749800"/>
            <a:ext cx="5384800" cy="11684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24" name="Shape 20">
            <a:extLst>
              <a:ext uri="{FF2B5EF4-FFF2-40B4-BE49-F238E27FC236}">
                <a16:creationId xmlns:a16="http://schemas.microsoft.com/office/drawing/2014/main" id="{6F57ED7D-283B-4294-B6CB-F1CAD1BF8A10}"/>
              </a:ext>
            </a:extLst>
          </p:cNvPr>
          <p:cNvSpPr>
            <a:spLocks noGrp="1"/>
          </p:cNvSpPr>
          <p:nvPr/>
        </p:nvSpPr>
        <p:spPr>
          <a:xfrm>
            <a:off x="6299200" y="4749800"/>
            <a:ext cx="63500" cy="1168400"/>
          </a:xfrm>
          <a:prstGeom prst="rect">
            <a:avLst/>
          </a:prstGeom>
          <a:solidFill>
            <a:srgbClr val="DA1884"/>
          </a:solidFill>
        </p:spPr>
        <p:txBody>
          <a:bodyPr/>
          <a:lstStyle/>
          <a:p>
            <a:endParaRPr/>
          </a:p>
        </p:txBody>
      </p:sp>
      <p:sp>
        <p:nvSpPr>
          <p:cNvPr id="25" name="Text 21">
            <a:extLst>
              <a:ext uri="{FF2B5EF4-FFF2-40B4-BE49-F238E27FC236}">
                <a16:creationId xmlns:a16="http://schemas.microsoft.com/office/drawing/2014/main" id="{6E9BC272-1C19-4F2E-98E7-C3E47802AD41}"/>
              </a:ext>
            </a:extLst>
          </p:cNvPr>
          <p:cNvSpPr>
            <a:spLocks noGrp="1"/>
          </p:cNvSpPr>
          <p:nvPr/>
        </p:nvSpPr>
        <p:spPr>
          <a:xfrm>
            <a:off x="6527800" y="4902200"/>
            <a:ext cx="381000" cy="279400"/>
          </a:xfrm>
          <a:prstGeom prst="rect">
            <a:avLst/>
          </a:prstGeom>
          <a:noFill/>
        </p:spPr>
        <p:txBody>
          <a:bodyPr wrap="square" lIns="0" tIns="0" rIns="0" bIns="0" anchor="t"/>
          <a:lstStyle/>
          <a:p>
            <a:pPr marL="0" indent="0" algn="l">
              <a:lnSpc>
                <a:spcPct val="110000"/>
              </a:lnSpc>
              <a:buNone/>
            </a:pPr>
            <a:r>
              <a:rPr sz="1600" b="1">
                <a:solidFill>
                  <a:srgbClr val="DA1884"/>
                </a:solidFill>
                <a:latin typeface="Arial"/>
                <a:ea typeface="Arial"/>
                <a:cs typeface="Arial"/>
              </a:rPr>
              <a:t>03</a:t>
            </a:r>
            <a:endParaRPr sz="1600"/>
          </a:p>
        </p:txBody>
      </p:sp>
      <p:sp>
        <p:nvSpPr>
          <p:cNvPr id="26" name="Text 22">
            <a:extLst>
              <a:ext uri="{FF2B5EF4-FFF2-40B4-BE49-F238E27FC236}">
                <a16:creationId xmlns:a16="http://schemas.microsoft.com/office/drawing/2014/main" id="{2AEC2539-5CEF-42C3-A912-B92426250F6C}"/>
              </a:ext>
            </a:extLst>
          </p:cNvPr>
          <p:cNvSpPr>
            <a:spLocks noGrp="1"/>
          </p:cNvSpPr>
          <p:nvPr/>
        </p:nvSpPr>
        <p:spPr>
          <a:xfrm>
            <a:off x="7035800" y="4902200"/>
            <a:ext cx="4445000" cy="914400"/>
          </a:xfrm>
          <a:prstGeom prst="rect">
            <a:avLst/>
          </a:prstGeom>
          <a:noFill/>
        </p:spPr>
        <p:txBody>
          <a:bodyPr wrap="square" lIns="0" tIns="0" rIns="0" bIns="0" anchor="t"/>
          <a:lstStyle/>
          <a:p>
            <a:pPr marL="0" indent="0">
              <a:lnSpc>
                <a:spcPct val="115000"/>
              </a:lnSpc>
              <a:spcAft>
                <a:spcPts val="400"/>
              </a:spcAft>
              <a:buNone/>
            </a:pPr>
            <a:r>
              <a:rPr sz="1300" b="1">
                <a:solidFill>
                  <a:srgbClr val="141414"/>
                </a:solidFill>
                <a:latin typeface="Arial"/>
                <a:ea typeface="Arial"/>
                <a:cs typeface="Arial"/>
              </a:rPr>
              <a:t>Hosted by TypeSafe</a:t>
            </a:r>
            <a:endParaRPr sz="1300"/>
          </a:p>
          <a:p>
            <a:pPr marL="0" indent="0">
              <a:lnSpc>
                <a:spcPct val="115000"/>
              </a:lnSpc>
              <a:buNone/>
            </a:pPr>
            <a:r>
              <a:rPr sz="1200">
                <a:solidFill>
                  <a:srgbClr val="333333"/>
                </a:solidFill>
                <a:latin typeface="Arial"/>
                <a:ea typeface="Arial"/>
                <a:cs typeface="Arial"/>
              </a:rPr>
              <a:t>Needs internet and TYPESAFE_API_KEY, and the key never leaves the server.</a:t>
            </a:r>
            <a:endParaRPr sz="1300"/>
          </a:p>
        </p:txBody>
      </p:sp>
    </p:spTree>
    <p:extLst>
      <p:ext uri="{BB962C8B-B14F-4D97-AF65-F5344CB8AC3E}">
        <p14:creationId xmlns:p14="http://schemas.microsoft.com/office/powerpoint/2010/main" val="1415940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a:extLst>
              <a:ext uri="{FF2B5EF4-FFF2-40B4-BE49-F238E27FC236}">
                <a16:creationId xmlns:a16="http://schemas.microsoft.com/office/drawing/2014/main" id="{351AB158-1EFC-4C37-8CCE-8E7C4A935064}"/>
              </a:ext>
            </a:extLst>
          </p:cNvPr>
          <p:cNvPicPr>
            <a:picLocks noChangeAspect="1"/>
          </p:cNvPicPr>
          <p:nvPr/>
        </p:nvPicPr>
        <p:blipFill>
          <a:blip r:embed="rId3"/>
          <a:stretch>
            <a:fillRect/>
          </a:stretch>
        </p:blipFill>
        <p:spPr>
          <a:xfrm>
            <a:off x="508000" y="152400"/>
            <a:ext cx="990600" cy="406400"/>
          </a:xfrm>
          <a:prstGeom prst="rect">
            <a:avLst/>
          </a:prstGeom>
        </p:spPr>
      </p:pic>
      <p:sp>
        <p:nvSpPr>
          <p:cNvPr id="3" name="Text 0">
            <a:extLst>
              <a:ext uri="{FF2B5EF4-FFF2-40B4-BE49-F238E27FC236}">
                <a16:creationId xmlns:a16="http://schemas.microsoft.com/office/drawing/2014/main" id="{EB4C9F4B-A5D1-4719-B7D6-68487D55B04F}"/>
              </a:ext>
            </a:extLst>
          </p:cNvPr>
          <p:cNvSpPr>
            <a:spLocks noGrp="1"/>
          </p:cNvSpPr>
          <p:nvPr/>
        </p:nvSpPr>
        <p:spPr>
          <a:xfrm>
            <a:off x="3556000" y="406400"/>
            <a:ext cx="5080000" cy="190500"/>
          </a:xfrm>
          <a:prstGeom prst="rect">
            <a:avLst/>
          </a:prstGeom>
          <a:noFill/>
        </p:spPr>
        <p:txBody>
          <a:bodyPr wrap="square" lIns="0" tIns="0" rIns="0" bIns="0" anchor="t"/>
          <a:lstStyle/>
          <a:p>
            <a:pPr marL="0" indent="0" algn="ctr">
              <a:lnSpc>
                <a:spcPct val="110000"/>
              </a:lnSpc>
              <a:buNone/>
            </a:pPr>
            <a:r>
              <a:rPr sz="1000" dirty="0">
                <a:solidFill>
                  <a:srgbClr val="6B6B6B"/>
                </a:solidFill>
                <a:latin typeface="Arial"/>
                <a:ea typeface="Arial"/>
                <a:cs typeface="Arial"/>
              </a:rPr>
              <a:t>Protocol Studio  —  REST · GraphQL · gRPC</a:t>
            </a:r>
            <a:endParaRPr sz="1000" dirty="0"/>
          </a:p>
        </p:txBody>
      </p:sp>
      <p:sp>
        <p:nvSpPr>
          <p:cNvPr id="4" name="Text 1">
            <a:extLst>
              <a:ext uri="{FF2B5EF4-FFF2-40B4-BE49-F238E27FC236}">
                <a16:creationId xmlns:a16="http://schemas.microsoft.com/office/drawing/2014/main" id="{86CF376C-CAED-4253-8B91-5C75F0AE9544}"/>
              </a:ext>
            </a:extLst>
          </p:cNvPr>
          <p:cNvSpPr>
            <a:spLocks noGrp="1"/>
          </p:cNvSpPr>
          <p:nvPr/>
        </p:nvSpPr>
        <p:spPr>
          <a:xfrm>
            <a:off x="6350000" y="406400"/>
            <a:ext cx="5334000" cy="190500"/>
          </a:xfrm>
          <a:prstGeom prst="rect">
            <a:avLst/>
          </a:prstGeom>
          <a:noFill/>
        </p:spPr>
        <p:txBody>
          <a:bodyPr wrap="square" lIns="0" tIns="0" rIns="0" bIns="0" anchor="t"/>
          <a:lstStyle/>
          <a:p>
            <a:pPr marL="0" indent="0" algn="r">
              <a:lnSpc>
                <a:spcPct val="110000"/>
              </a:lnSpc>
              <a:buNone/>
            </a:pPr>
            <a:r>
              <a:rPr sz="1000" b="1">
                <a:solidFill>
                  <a:srgbClr val="DA1884"/>
                </a:solidFill>
                <a:latin typeface="Arial"/>
                <a:ea typeface="Arial"/>
                <a:cs typeface="Arial"/>
              </a:rPr>
              <a:t>APPENDIX · AI ROUTING</a:t>
            </a:r>
            <a:endParaRPr sz="1000"/>
          </a:p>
        </p:txBody>
      </p:sp>
      <p:sp>
        <p:nvSpPr>
          <p:cNvPr id="5" name="Text 2">
            <a:extLst>
              <a:ext uri="{FF2B5EF4-FFF2-40B4-BE49-F238E27FC236}">
                <a16:creationId xmlns:a16="http://schemas.microsoft.com/office/drawing/2014/main" id="{0FC368FE-91A2-4EF6-860E-8947079951CE}"/>
              </a:ext>
            </a:extLst>
          </p:cNvPr>
          <p:cNvSpPr>
            <a:spLocks noGrp="1"/>
          </p:cNvSpPr>
          <p:nvPr/>
        </p:nvSpPr>
        <p:spPr>
          <a:xfrm>
            <a:off x="508000" y="6578600"/>
            <a:ext cx="8890000" cy="177800"/>
          </a:xfrm>
          <a:prstGeom prst="rect">
            <a:avLst/>
          </a:prstGeom>
          <a:noFill/>
        </p:spPr>
        <p:txBody>
          <a:bodyPr wrap="square" lIns="0" tIns="0" rIns="0" bIns="0" anchor="t"/>
          <a:lstStyle/>
          <a:p>
            <a:pPr marL="0" indent="0" algn="l">
              <a:lnSpc>
                <a:spcPct val="110000"/>
              </a:lnSpc>
              <a:buNone/>
            </a:pPr>
            <a:r>
              <a:rPr sz="900">
                <a:solidFill>
                  <a:srgbClr val="9E9E9E"/>
                </a:solidFill>
                <a:latin typeface="Arial"/>
                <a:ea typeface="Arial"/>
                <a:cs typeface="Arial"/>
              </a:rPr>
              <a:t>Insight Proprietary &amp; Confidential.  Do Not Copy or Distribute.  © 2026 Insight.  All Rights Reserved.</a:t>
            </a:r>
            <a:endParaRPr sz="900"/>
          </a:p>
        </p:txBody>
      </p:sp>
      <p:sp>
        <p:nvSpPr>
          <p:cNvPr id="6" name="Text 3">
            <a:extLst>
              <a:ext uri="{FF2B5EF4-FFF2-40B4-BE49-F238E27FC236}">
                <a16:creationId xmlns:a16="http://schemas.microsoft.com/office/drawing/2014/main" id="{714F76C2-91AF-4F45-9D20-8DA68ADE2FB6}"/>
              </a:ext>
            </a:extLst>
          </p:cNvPr>
          <p:cNvSpPr>
            <a:spLocks noGrp="1"/>
          </p:cNvSpPr>
          <p:nvPr/>
        </p:nvSpPr>
        <p:spPr>
          <a:xfrm>
            <a:off x="10922000" y="6578600"/>
            <a:ext cx="762000" cy="177800"/>
          </a:xfrm>
          <a:prstGeom prst="rect">
            <a:avLst/>
          </a:prstGeom>
          <a:noFill/>
        </p:spPr>
        <p:txBody>
          <a:bodyPr wrap="square" lIns="0" tIns="0" rIns="0" bIns="0" anchor="t"/>
          <a:lstStyle/>
          <a:p>
            <a:pPr marL="0" indent="0" algn="r">
              <a:lnSpc>
                <a:spcPct val="110000"/>
              </a:lnSpc>
              <a:buNone/>
            </a:pPr>
            <a:r>
              <a:rPr sz="900">
                <a:solidFill>
                  <a:srgbClr val="9E9E9E"/>
                </a:solidFill>
                <a:latin typeface="Arial"/>
                <a:ea typeface="Arial"/>
                <a:cs typeface="Arial"/>
              </a:rPr>
              <a:t>28</a:t>
            </a:r>
            <a:endParaRPr sz="900"/>
          </a:p>
        </p:txBody>
      </p:sp>
      <p:sp>
        <p:nvSpPr>
          <p:cNvPr id="7" name="Text 4">
            <a:extLst>
              <a:ext uri="{FF2B5EF4-FFF2-40B4-BE49-F238E27FC236}">
                <a16:creationId xmlns:a16="http://schemas.microsoft.com/office/drawing/2014/main" id="{7B74C271-4D2E-4432-B36B-D474C2EA1B2B}"/>
              </a:ext>
            </a:extLst>
          </p:cNvPr>
          <p:cNvSpPr>
            <a:spLocks noGrp="1"/>
          </p:cNvSpPr>
          <p:nvPr/>
        </p:nvSpPr>
        <p:spPr>
          <a:xfrm>
            <a:off x="508000" y="889000"/>
            <a:ext cx="11176000" cy="215900"/>
          </a:xfrm>
          <a:prstGeom prst="rect">
            <a:avLst/>
          </a:prstGeom>
          <a:noFill/>
        </p:spPr>
        <p:txBody>
          <a:bodyPr wrap="square" lIns="0" tIns="0" rIns="0" bIns="0" anchor="t"/>
          <a:lstStyle/>
          <a:p>
            <a:pPr marL="0" indent="0" algn="l">
              <a:lnSpc>
                <a:spcPct val="110000"/>
              </a:lnSpc>
              <a:buNone/>
            </a:pPr>
            <a:r>
              <a:rPr sz="1200" b="1">
                <a:solidFill>
                  <a:srgbClr val="DA1884"/>
                </a:solidFill>
                <a:latin typeface="Arial"/>
                <a:ea typeface="Arial"/>
                <a:cs typeface="Arial"/>
              </a:rPr>
              <a:t>CHOOSING A ROUTER</a:t>
            </a:r>
            <a:endParaRPr sz="1200"/>
          </a:p>
        </p:txBody>
      </p:sp>
      <p:sp>
        <p:nvSpPr>
          <p:cNvPr id="8" name="Text 5">
            <a:extLst>
              <a:ext uri="{FF2B5EF4-FFF2-40B4-BE49-F238E27FC236}">
                <a16:creationId xmlns:a16="http://schemas.microsoft.com/office/drawing/2014/main" id="{710A7F92-5356-45D3-AEF2-278502A2E0A4}"/>
              </a:ext>
            </a:extLst>
          </p:cNvPr>
          <p:cNvSpPr>
            <a:spLocks noGrp="1"/>
          </p:cNvSpPr>
          <p:nvPr/>
        </p:nvSpPr>
        <p:spPr>
          <a:xfrm>
            <a:off x="508000" y="1130300"/>
            <a:ext cx="11176000" cy="482600"/>
          </a:xfrm>
          <a:prstGeom prst="rect">
            <a:avLst/>
          </a:prstGeom>
          <a:noFill/>
        </p:spPr>
        <p:txBody>
          <a:bodyPr wrap="square" lIns="0" tIns="0" rIns="0" bIns="0" anchor="t"/>
          <a:lstStyle/>
          <a:p>
            <a:pPr marL="0" indent="0" algn="l">
              <a:lnSpc>
                <a:spcPct val="110000"/>
              </a:lnSpc>
              <a:buNone/>
            </a:pPr>
            <a:r>
              <a:rPr sz="3000" b="1">
                <a:solidFill>
                  <a:srgbClr val="141414"/>
                </a:solidFill>
                <a:latin typeface="Arial"/>
                <a:ea typeface="Arial"/>
                <a:cs typeface="Arial"/>
              </a:rPr>
              <a:t>Ollama vs Jev</a:t>
            </a:r>
            <a:endParaRPr sz="3000"/>
          </a:p>
        </p:txBody>
      </p:sp>
      <p:sp>
        <p:nvSpPr>
          <p:cNvPr id="9" name="Text 6">
            <a:extLst>
              <a:ext uri="{FF2B5EF4-FFF2-40B4-BE49-F238E27FC236}">
                <a16:creationId xmlns:a16="http://schemas.microsoft.com/office/drawing/2014/main" id="{6D01B983-8DF4-45FE-8CC7-E1A21733523F}"/>
              </a:ext>
            </a:extLst>
          </p:cNvPr>
          <p:cNvSpPr>
            <a:spLocks noGrp="1"/>
          </p:cNvSpPr>
          <p:nvPr/>
        </p:nvSpPr>
        <p:spPr>
          <a:xfrm>
            <a:off x="508000" y="1663700"/>
            <a:ext cx="11176000" cy="254000"/>
          </a:xfrm>
          <a:prstGeom prst="rect">
            <a:avLst/>
          </a:prstGeom>
          <a:noFill/>
        </p:spPr>
        <p:txBody>
          <a:bodyPr wrap="square" lIns="0" tIns="0" rIns="0" bIns="0" anchor="t"/>
          <a:lstStyle/>
          <a:p>
            <a:pPr marL="0" indent="0" algn="l">
              <a:lnSpc>
                <a:spcPct val="110000"/>
              </a:lnSpc>
              <a:buNone/>
            </a:pPr>
            <a:r>
              <a:rPr sz="1400">
                <a:solidFill>
                  <a:srgbClr val="6B6B6B"/>
                </a:solidFill>
                <a:latin typeface="Arial"/>
                <a:ea typeface="Arial"/>
                <a:cs typeface="Arial"/>
              </a:rPr>
              <a:t>Two ways to make the same decision. Swap between them with one environment variable.</a:t>
            </a:r>
            <a:endParaRPr sz="1400"/>
          </a:p>
        </p:txBody>
      </p:sp>
      <p:graphicFrame>
        <p:nvGraphicFramePr>
          <p:cNvPr id="26" name="Table 0">
            <a:extLst>
              <a:ext uri="{FF2B5EF4-FFF2-40B4-BE49-F238E27FC236}">
                <a16:creationId xmlns:a16="http://schemas.microsoft.com/office/drawing/2014/main" id="{DCCA6A1B-8561-457A-B52F-B442B90DA76A}"/>
              </a:ext>
            </a:extLst>
          </p:cNvPr>
          <p:cNvGraphicFramePr/>
          <p:nvPr/>
        </p:nvGraphicFramePr>
        <p:xfrm>
          <a:off x="508000" y="2159000"/>
          <a:ext cx="11176000" cy="2755900"/>
        </p:xfrm>
        <a:graphic>
          <a:graphicData uri="http://schemas.openxmlformats.org/drawingml/2006/table">
            <a:tbl>
              <a:tblPr/>
              <a:tblGrid>
                <a:gridCol w="2458720">
                  <a:extLst>
                    <a:ext uri="{9D8B030D-6E8A-4147-A177-3AD203B41FA5}">
                      <a16:colId xmlns:a16="http://schemas.microsoft.com/office/drawing/2014/main" val="20000"/>
                    </a:ext>
                  </a:extLst>
                </a:gridCol>
                <a:gridCol w="4358640">
                  <a:extLst>
                    <a:ext uri="{9D8B030D-6E8A-4147-A177-3AD203B41FA5}">
                      <a16:colId xmlns:a16="http://schemas.microsoft.com/office/drawing/2014/main" val="20001"/>
                    </a:ext>
                  </a:extLst>
                </a:gridCol>
                <a:gridCol w="4358640">
                  <a:extLst>
                    <a:ext uri="{9D8B030D-6E8A-4147-A177-3AD203B41FA5}">
                      <a16:colId xmlns:a16="http://schemas.microsoft.com/office/drawing/2014/main" val="20002"/>
                    </a:ext>
                  </a:extLst>
                </a:gridCol>
              </a:tblGrid>
              <a:tr h="393700">
                <a:tc>
                  <a:txBody>
                    <a:bodyPr/>
                    <a:lstStyle/>
                    <a:p>
                      <a:pPr marL="0" indent="0">
                        <a:buNone/>
                      </a:pPr>
                      <a:endParaRPr sz="13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DA1884"/>
                    </a:solidFill>
                  </a:tcPr>
                </a:tc>
                <a:tc>
                  <a:txBody>
                    <a:bodyPr/>
                    <a:lstStyle/>
                    <a:p>
                      <a:pPr marL="0" indent="0">
                        <a:buNone/>
                      </a:pPr>
                      <a:r>
                        <a:rPr sz="1300" b="1">
                          <a:solidFill>
                            <a:srgbClr val="FFFFFF"/>
                          </a:solidFill>
                          <a:latin typeface="Arial"/>
                          <a:ea typeface="Arial"/>
                          <a:cs typeface="Arial"/>
                        </a:rPr>
                        <a:t>Ollama (default)</a:t>
                      </a:r>
                      <a:endParaRPr sz="13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DA1884"/>
                    </a:solidFill>
                  </a:tcPr>
                </a:tc>
                <a:tc>
                  <a:txBody>
                    <a:bodyPr/>
                    <a:lstStyle/>
                    <a:p>
                      <a:pPr marL="0" indent="0">
                        <a:buNone/>
                      </a:pPr>
                      <a:r>
                        <a:rPr sz="1300" b="1">
                          <a:solidFill>
                            <a:srgbClr val="FFFFFF"/>
                          </a:solidFill>
                          <a:latin typeface="Arial"/>
                          <a:ea typeface="Arial"/>
                          <a:cs typeface="Arial"/>
                        </a:rPr>
                        <a:t>Jev (optional)</a:t>
                      </a:r>
                      <a:endParaRPr sz="13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DA1884"/>
                    </a:solidFill>
                  </a:tcPr>
                </a:tc>
                <a:extLst>
                  <a:ext uri="{0D108BD9-81ED-4DB2-BD59-A6C34878D82A}">
                    <a16:rowId xmlns:a16="http://schemas.microsoft.com/office/drawing/2014/main" val="10000"/>
                  </a:ext>
                </a:extLst>
              </a:tr>
              <a:tr h="393700">
                <a:tc>
                  <a:txBody>
                    <a:bodyPr/>
                    <a:lstStyle/>
                    <a:p>
                      <a:pPr marL="0" indent="0">
                        <a:buNone/>
                      </a:pPr>
                      <a:r>
                        <a:rPr sz="1300" b="1">
                          <a:solidFill>
                            <a:srgbClr val="141414"/>
                          </a:solidFill>
                          <a:latin typeface="Arial"/>
                          <a:ea typeface="Arial"/>
                          <a:cs typeface="Arial"/>
                        </a:rPr>
                        <a:t>Mechanism</a:t>
                      </a:r>
                      <a:endParaRPr sz="13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tc>
                  <a:txBody>
                    <a:bodyPr/>
                    <a:lstStyle/>
                    <a:p>
                      <a:pPr marL="0" indent="0">
                        <a:buNone/>
                      </a:pPr>
                      <a:r>
                        <a:rPr sz="1300">
                          <a:solidFill>
                            <a:srgbClr val="333333"/>
                          </a:solidFill>
                          <a:latin typeface="Arial"/>
                          <a:ea typeface="Arial"/>
                          <a:cs typeface="Arial"/>
                        </a:rPr>
                        <a:t>Tool calling across reviewed operations</a:t>
                      </a:r>
                      <a:endParaRPr sz="13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tc>
                  <a:txBody>
                    <a:bodyPr/>
                    <a:lstStyle/>
                    <a:p>
                      <a:pPr marL="0" indent="0">
                        <a:buNone/>
                      </a:pPr>
                      <a:r>
                        <a:rPr sz="1300">
                          <a:solidFill>
                            <a:srgbClr val="333333"/>
                          </a:solidFill>
                          <a:latin typeface="Arial"/>
                          <a:ea typeface="Arial"/>
                          <a:cs typeface="Arial"/>
                        </a:rPr>
                        <a:t>Two typed Choice questions</a:t>
                      </a:r>
                      <a:endParaRPr sz="13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extLst>
                  <a:ext uri="{0D108BD9-81ED-4DB2-BD59-A6C34878D82A}">
                    <a16:rowId xmlns:a16="http://schemas.microsoft.com/office/drawing/2014/main" val="10001"/>
                  </a:ext>
                </a:extLst>
              </a:tr>
              <a:tr h="393700">
                <a:tc>
                  <a:txBody>
                    <a:bodyPr/>
                    <a:lstStyle/>
                    <a:p>
                      <a:pPr marL="0" indent="0">
                        <a:buNone/>
                      </a:pPr>
                      <a:r>
                        <a:rPr sz="1300" b="1">
                          <a:solidFill>
                            <a:srgbClr val="141414"/>
                          </a:solidFill>
                          <a:latin typeface="Arial"/>
                          <a:ea typeface="Arial"/>
                          <a:cs typeface="Arial"/>
                        </a:rPr>
                        <a:t>Where it runs</a:t>
                      </a:r>
                      <a:endParaRPr sz="13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FFFFF"/>
                    </a:solidFill>
                  </a:tcPr>
                </a:tc>
                <a:tc>
                  <a:txBody>
                    <a:bodyPr/>
                    <a:lstStyle/>
                    <a:p>
                      <a:pPr marL="0" indent="0">
                        <a:buNone/>
                      </a:pPr>
                      <a:r>
                        <a:rPr sz="1300">
                          <a:solidFill>
                            <a:srgbClr val="333333"/>
                          </a:solidFill>
                          <a:latin typeface="Arial"/>
                          <a:ea typeface="Arial"/>
                          <a:cs typeface="Arial"/>
                        </a:rPr>
                        <a:t>Locally, in Docker or native on the host</a:t>
                      </a:r>
                      <a:endParaRPr sz="13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FFFFF"/>
                    </a:solidFill>
                  </a:tcPr>
                </a:tc>
                <a:tc>
                  <a:txBody>
                    <a:bodyPr/>
                    <a:lstStyle/>
                    <a:p>
                      <a:pPr marL="0" indent="0">
                        <a:buNone/>
                      </a:pPr>
                      <a:r>
                        <a:rPr sz="1300">
                          <a:solidFill>
                            <a:srgbClr val="333333"/>
                          </a:solidFill>
                          <a:latin typeface="Arial"/>
                          <a:ea typeface="Arial"/>
                          <a:cs typeface="Arial"/>
                        </a:rPr>
                        <a:t>Hosted TypeSafe API</a:t>
                      </a:r>
                      <a:endParaRPr sz="13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FFFFF"/>
                    </a:solidFill>
                  </a:tcPr>
                </a:tc>
                <a:extLst>
                  <a:ext uri="{0D108BD9-81ED-4DB2-BD59-A6C34878D82A}">
                    <a16:rowId xmlns:a16="http://schemas.microsoft.com/office/drawing/2014/main" val="10002"/>
                  </a:ext>
                </a:extLst>
              </a:tr>
              <a:tr h="393700">
                <a:tc>
                  <a:txBody>
                    <a:bodyPr/>
                    <a:lstStyle/>
                    <a:p>
                      <a:pPr marL="0" indent="0">
                        <a:buNone/>
                      </a:pPr>
                      <a:r>
                        <a:rPr sz="1300" b="1">
                          <a:solidFill>
                            <a:srgbClr val="141414"/>
                          </a:solidFill>
                          <a:latin typeface="Arial"/>
                          <a:ea typeface="Arial"/>
                          <a:cs typeface="Arial"/>
                        </a:rPr>
                        <a:t>Output</a:t>
                      </a:r>
                      <a:endParaRPr sz="13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tc>
                  <a:txBody>
                    <a:bodyPr/>
                    <a:lstStyle/>
                    <a:p>
                      <a:pPr marL="0" indent="0">
                        <a:buNone/>
                      </a:pPr>
                      <a:r>
                        <a:rPr sz="1300">
                          <a:solidFill>
                            <a:srgbClr val="333333"/>
                          </a:solidFill>
                          <a:latin typeface="Arial"/>
                          <a:ea typeface="Arial"/>
                          <a:cs typeface="Arial"/>
                        </a:rPr>
                        <a:t>One tool call plus an enum target</a:t>
                      </a:r>
                      <a:endParaRPr sz="13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tc>
                  <a:txBody>
                    <a:bodyPr/>
                    <a:lstStyle/>
                    <a:p>
                      <a:pPr marL="0" indent="0">
                        <a:buNone/>
                      </a:pPr>
                      <a:r>
                        <a:rPr sz="1300">
                          <a:solidFill>
                            <a:srgbClr val="333333"/>
                          </a:solidFill>
                          <a:latin typeface="Arial"/>
                          <a:ea typeface="Arial"/>
                          <a:cs typeface="Arial"/>
                        </a:rPr>
                        <a:t>A choice per question</a:t>
                      </a:r>
                      <a:endParaRPr sz="13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extLst>
                  <a:ext uri="{0D108BD9-81ED-4DB2-BD59-A6C34878D82A}">
                    <a16:rowId xmlns:a16="http://schemas.microsoft.com/office/drawing/2014/main" val="10003"/>
                  </a:ext>
                </a:extLst>
              </a:tr>
              <a:tr h="393700">
                <a:tc>
                  <a:txBody>
                    <a:bodyPr/>
                    <a:lstStyle/>
                    <a:p>
                      <a:pPr marL="0" indent="0">
                        <a:buNone/>
                      </a:pPr>
                      <a:r>
                        <a:rPr sz="1300" b="1">
                          <a:solidFill>
                            <a:srgbClr val="141414"/>
                          </a:solidFill>
                          <a:latin typeface="Arial"/>
                          <a:ea typeface="Arial"/>
                          <a:cs typeface="Arial"/>
                        </a:rPr>
                        <a:t>Confidence</a:t>
                      </a:r>
                      <a:endParaRPr sz="13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FFFFF"/>
                    </a:solidFill>
                  </a:tcPr>
                </a:tc>
                <a:tc>
                  <a:txBody>
                    <a:bodyPr/>
                    <a:lstStyle/>
                    <a:p>
                      <a:pPr marL="0" indent="0">
                        <a:buNone/>
                      </a:pPr>
                      <a:r>
                        <a:rPr sz="1300">
                          <a:solidFill>
                            <a:srgbClr val="333333"/>
                          </a:solidFill>
                          <a:latin typeface="Arial"/>
                          <a:ea typeface="Arial"/>
                          <a:cs typeface="Arial"/>
                        </a:rPr>
                        <a:t>None reported, and none invented</a:t>
                      </a:r>
                      <a:endParaRPr sz="13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FFFFF"/>
                    </a:solidFill>
                  </a:tcPr>
                </a:tc>
                <a:tc>
                  <a:txBody>
                    <a:bodyPr/>
                    <a:lstStyle/>
                    <a:p>
                      <a:pPr marL="0" indent="0">
                        <a:buNone/>
                      </a:pPr>
                      <a:r>
                        <a:rPr sz="1300">
                          <a:solidFill>
                            <a:srgbClr val="333333"/>
                          </a:solidFill>
                          <a:latin typeface="Arial"/>
                          <a:ea typeface="Arial"/>
                          <a:cs typeface="Arial"/>
                        </a:rPr>
                        <a:t>Confidence and probabilities</a:t>
                      </a:r>
                      <a:endParaRPr sz="13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FFFFF"/>
                    </a:solidFill>
                  </a:tcPr>
                </a:tc>
                <a:extLst>
                  <a:ext uri="{0D108BD9-81ED-4DB2-BD59-A6C34878D82A}">
                    <a16:rowId xmlns:a16="http://schemas.microsoft.com/office/drawing/2014/main" val="10004"/>
                  </a:ext>
                </a:extLst>
              </a:tr>
              <a:tr h="393700">
                <a:tc>
                  <a:txBody>
                    <a:bodyPr/>
                    <a:lstStyle/>
                    <a:p>
                      <a:pPr marL="0" indent="0">
                        <a:buNone/>
                      </a:pPr>
                      <a:r>
                        <a:rPr sz="1300" b="1">
                          <a:solidFill>
                            <a:srgbClr val="141414"/>
                          </a:solidFill>
                          <a:latin typeface="Arial"/>
                          <a:ea typeface="Arial"/>
                          <a:cs typeface="Arial"/>
                        </a:rPr>
                        <a:t>Setup</a:t>
                      </a:r>
                      <a:endParaRPr sz="13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tc>
                  <a:txBody>
                    <a:bodyPr/>
                    <a:lstStyle/>
                    <a:p>
                      <a:pPr marL="0" indent="0">
                        <a:buNone/>
                      </a:pPr>
                      <a:r>
                        <a:rPr sz="1300">
                          <a:solidFill>
                            <a:srgbClr val="333333"/>
                          </a:solidFill>
                          <a:latin typeface="Arial"/>
                          <a:ea typeface="Arial"/>
                          <a:cs typeface="Arial"/>
                        </a:rPr>
                        <a:t>Pull a model of several GB once</a:t>
                      </a:r>
                      <a:endParaRPr sz="13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tc>
                  <a:txBody>
                    <a:bodyPr/>
                    <a:lstStyle/>
                    <a:p>
                      <a:pPr marL="0" indent="0">
                        <a:buNone/>
                      </a:pPr>
                      <a:r>
                        <a:rPr sz="1300">
                          <a:solidFill>
                            <a:srgbClr val="333333"/>
                          </a:solidFill>
                          <a:latin typeface="Arial"/>
                          <a:ea typeface="Arial"/>
                          <a:cs typeface="Arial"/>
                        </a:rPr>
                        <a:t>API key and internet access</a:t>
                      </a:r>
                      <a:endParaRPr sz="13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extLst>
                  <a:ext uri="{0D108BD9-81ED-4DB2-BD59-A6C34878D82A}">
                    <a16:rowId xmlns:a16="http://schemas.microsoft.com/office/drawing/2014/main" val="10005"/>
                  </a:ext>
                </a:extLst>
              </a:tr>
              <a:tr h="393700">
                <a:tc>
                  <a:txBody>
                    <a:bodyPr/>
                    <a:lstStyle/>
                    <a:p>
                      <a:pPr marL="0" indent="0">
                        <a:buNone/>
                      </a:pPr>
                      <a:r>
                        <a:rPr sz="1300" b="1">
                          <a:solidFill>
                            <a:srgbClr val="141414"/>
                          </a:solidFill>
                          <a:latin typeface="Arial"/>
                          <a:ea typeface="Arial"/>
                          <a:cs typeface="Arial"/>
                        </a:rPr>
                        <a:t>Best for</a:t>
                      </a:r>
                      <a:endParaRPr sz="13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FFFFF"/>
                    </a:solidFill>
                  </a:tcPr>
                </a:tc>
                <a:tc>
                  <a:txBody>
                    <a:bodyPr/>
                    <a:lstStyle/>
                    <a:p>
                      <a:pPr marL="0" indent="0">
                        <a:buNone/>
                      </a:pPr>
                      <a:r>
                        <a:rPr sz="1300">
                          <a:solidFill>
                            <a:srgbClr val="333333"/>
                          </a:solidFill>
                          <a:latin typeface="Arial"/>
                          <a:ea typeface="Arial"/>
                          <a:cs typeface="Arial"/>
                        </a:rPr>
                        <a:t>Offline demos and data residency</a:t>
                      </a:r>
                      <a:endParaRPr sz="13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FFFFF"/>
                    </a:solidFill>
                  </a:tcPr>
                </a:tc>
                <a:tc>
                  <a:txBody>
                    <a:bodyPr/>
                    <a:lstStyle/>
                    <a:p>
                      <a:pPr marL="0" indent="0">
                        <a:buNone/>
                      </a:pPr>
                      <a:r>
                        <a:rPr sz="1300">
                          <a:solidFill>
                            <a:srgbClr val="333333"/>
                          </a:solidFill>
                          <a:latin typeface="Arial"/>
                          <a:ea typeface="Arial"/>
                          <a:cs typeface="Arial"/>
                        </a:rPr>
                        <a:t>Closed decisions that need calibrated confidence</a:t>
                      </a:r>
                      <a:endParaRPr sz="13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FFFFF"/>
                    </a:solidFill>
                  </a:tcPr>
                </a:tc>
                <a:extLst>
                  <a:ext uri="{0D108BD9-81ED-4DB2-BD59-A6C34878D82A}">
                    <a16:rowId xmlns:a16="http://schemas.microsoft.com/office/drawing/2014/main" val="10006"/>
                  </a:ext>
                </a:extLst>
              </a:tr>
            </a:tbl>
          </a:graphicData>
        </a:graphic>
      </p:graphicFrame>
      <p:sp>
        <p:nvSpPr>
          <p:cNvPr id="12" name="Shape 7">
            <a:extLst>
              <a:ext uri="{FF2B5EF4-FFF2-40B4-BE49-F238E27FC236}">
                <a16:creationId xmlns:a16="http://schemas.microsoft.com/office/drawing/2014/main" id="{5736922F-9442-46CF-A0C9-2D330F5F399E}"/>
              </a:ext>
            </a:extLst>
          </p:cNvPr>
          <p:cNvSpPr>
            <a:spLocks noGrp="1"/>
          </p:cNvSpPr>
          <p:nvPr/>
        </p:nvSpPr>
        <p:spPr>
          <a:xfrm>
            <a:off x="508000" y="5270500"/>
            <a:ext cx="11176000" cy="6350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13" name="Shape 8">
            <a:extLst>
              <a:ext uri="{FF2B5EF4-FFF2-40B4-BE49-F238E27FC236}">
                <a16:creationId xmlns:a16="http://schemas.microsoft.com/office/drawing/2014/main" id="{37EADFCD-3355-4392-902C-BB073F267027}"/>
              </a:ext>
            </a:extLst>
          </p:cNvPr>
          <p:cNvSpPr>
            <a:spLocks noGrp="1"/>
          </p:cNvSpPr>
          <p:nvPr/>
        </p:nvSpPr>
        <p:spPr>
          <a:xfrm>
            <a:off x="508000" y="5270500"/>
            <a:ext cx="76200" cy="635000"/>
          </a:xfrm>
          <a:prstGeom prst="rect">
            <a:avLst/>
          </a:prstGeom>
          <a:solidFill>
            <a:srgbClr val="DA1884"/>
          </a:solidFill>
        </p:spPr>
        <p:txBody>
          <a:bodyPr/>
          <a:lstStyle/>
          <a:p>
            <a:endParaRPr/>
          </a:p>
        </p:txBody>
      </p:sp>
      <p:sp>
        <p:nvSpPr>
          <p:cNvPr id="14" name="Text 9">
            <a:extLst>
              <a:ext uri="{FF2B5EF4-FFF2-40B4-BE49-F238E27FC236}">
                <a16:creationId xmlns:a16="http://schemas.microsoft.com/office/drawing/2014/main" id="{58C24E94-20A2-49C2-AB0D-4E6AC3C0BC19}"/>
              </a:ext>
            </a:extLst>
          </p:cNvPr>
          <p:cNvSpPr>
            <a:spLocks noGrp="1"/>
          </p:cNvSpPr>
          <p:nvPr/>
        </p:nvSpPr>
        <p:spPr>
          <a:xfrm>
            <a:off x="787400" y="5270500"/>
            <a:ext cx="10668000" cy="635000"/>
          </a:xfrm>
          <a:prstGeom prst="rect">
            <a:avLst/>
          </a:prstGeom>
          <a:noFill/>
        </p:spPr>
        <p:txBody>
          <a:bodyPr wrap="square" lIns="0" tIns="0" rIns="0" bIns="0" anchor="ctr"/>
          <a:lstStyle/>
          <a:p>
            <a:pPr marL="0" indent="0">
              <a:lnSpc>
                <a:spcPct val="115000"/>
              </a:lnSpc>
              <a:buNone/>
            </a:pPr>
            <a:r>
              <a:rPr sz="1200" b="1">
                <a:solidFill>
                  <a:srgbClr val="141414"/>
                </a:solidFill>
                <a:latin typeface="Arial"/>
                <a:ea typeface="Arial"/>
                <a:cs typeface="Arial"/>
              </a:rPr>
              <a:t>Presenter overrides  </a:t>
            </a:r>
            <a:r>
              <a:rPr sz="1200">
                <a:solidFill>
                  <a:srgbClr val="141414"/>
                </a:solidFill>
                <a:latin typeface="Arial"/>
                <a:ea typeface="Arial"/>
                <a:cs typeface="Arial"/>
              </a:rPr>
              <a:t>bypass the model entirely for one question, and the UI says so. They are never passed off as AI classification.</a:t>
            </a:r>
            <a:endParaRPr sz="1200"/>
          </a:p>
        </p:txBody>
      </p:sp>
    </p:spTree>
    <p:extLst>
      <p:ext uri="{BB962C8B-B14F-4D97-AF65-F5344CB8AC3E}">
        <p14:creationId xmlns:p14="http://schemas.microsoft.com/office/powerpoint/2010/main" val="15714195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a:extLst>
              <a:ext uri="{FF2B5EF4-FFF2-40B4-BE49-F238E27FC236}">
                <a16:creationId xmlns:a16="http://schemas.microsoft.com/office/drawing/2014/main" id="{F22032A1-6D24-404F-8F2F-BDEFFA9B76EC}"/>
              </a:ext>
            </a:extLst>
          </p:cNvPr>
          <p:cNvPicPr>
            <a:picLocks noChangeAspect="1"/>
          </p:cNvPicPr>
          <p:nvPr/>
        </p:nvPicPr>
        <p:blipFill>
          <a:blip r:embed="rId3"/>
          <a:stretch>
            <a:fillRect/>
          </a:stretch>
        </p:blipFill>
        <p:spPr>
          <a:xfrm>
            <a:off x="508000" y="152400"/>
            <a:ext cx="990600" cy="406400"/>
          </a:xfrm>
          <a:prstGeom prst="rect">
            <a:avLst/>
          </a:prstGeom>
        </p:spPr>
      </p:pic>
      <p:sp>
        <p:nvSpPr>
          <p:cNvPr id="3" name="Text 0">
            <a:extLst>
              <a:ext uri="{FF2B5EF4-FFF2-40B4-BE49-F238E27FC236}">
                <a16:creationId xmlns:a16="http://schemas.microsoft.com/office/drawing/2014/main" id="{80CD4954-2194-4699-A838-4375C5B87534}"/>
              </a:ext>
            </a:extLst>
          </p:cNvPr>
          <p:cNvSpPr>
            <a:spLocks noGrp="1"/>
          </p:cNvSpPr>
          <p:nvPr/>
        </p:nvSpPr>
        <p:spPr>
          <a:xfrm>
            <a:off x="3556000" y="406400"/>
            <a:ext cx="5080000" cy="190500"/>
          </a:xfrm>
          <a:prstGeom prst="rect">
            <a:avLst/>
          </a:prstGeom>
          <a:noFill/>
        </p:spPr>
        <p:txBody>
          <a:bodyPr wrap="square" lIns="0" tIns="0" rIns="0" bIns="0" anchor="t"/>
          <a:lstStyle/>
          <a:p>
            <a:pPr marL="0" indent="0" algn="ctr">
              <a:lnSpc>
                <a:spcPct val="110000"/>
              </a:lnSpc>
              <a:buNone/>
            </a:pPr>
            <a:r>
              <a:rPr sz="1000" dirty="0">
                <a:solidFill>
                  <a:srgbClr val="6B6B6B"/>
                </a:solidFill>
                <a:latin typeface="Arial"/>
                <a:ea typeface="Arial"/>
                <a:cs typeface="Arial"/>
              </a:rPr>
              <a:t>Protocol Studio  —  REST · GraphQL · gRPC</a:t>
            </a:r>
            <a:endParaRPr sz="1000" dirty="0"/>
          </a:p>
        </p:txBody>
      </p:sp>
      <p:sp>
        <p:nvSpPr>
          <p:cNvPr id="4" name="Text 1">
            <a:extLst>
              <a:ext uri="{FF2B5EF4-FFF2-40B4-BE49-F238E27FC236}">
                <a16:creationId xmlns:a16="http://schemas.microsoft.com/office/drawing/2014/main" id="{0E83E5A5-96CD-43E5-AC7A-69509123217C}"/>
              </a:ext>
            </a:extLst>
          </p:cNvPr>
          <p:cNvSpPr>
            <a:spLocks noGrp="1"/>
          </p:cNvSpPr>
          <p:nvPr/>
        </p:nvSpPr>
        <p:spPr>
          <a:xfrm>
            <a:off x="6350000" y="406400"/>
            <a:ext cx="5334000" cy="190500"/>
          </a:xfrm>
          <a:prstGeom prst="rect">
            <a:avLst/>
          </a:prstGeom>
          <a:noFill/>
        </p:spPr>
        <p:txBody>
          <a:bodyPr wrap="square" lIns="0" tIns="0" rIns="0" bIns="0" anchor="t"/>
          <a:lstStyle/>
          <a:p>
            <a:pPr marL="0" indent="0" algn="r">
              <a:lnSpc>
                <a:spcPct val="110000"/>
              </a:lnSpc>
              <a:buNone/>
            </a:pPr>
            <a:r>
              <a:rPr sz="1000" b="1">
                <a:solidFill>
                  <a:srgbClr val="DA1884"/>
                </a:solidFill>
                <a:latin typeface="Arial"/>
                <a:ea typeface="Arial"/>
                <a:cs typeface="Arial"/>
              </a:rPr>
              <a:t>APPENDIX · AI ROUTING</a:t>
            </a:r>
            <a:endParaRPr sz="1000"/>
          </a:p>
        </p:txBody>
      </p:sp>
      <p:sp>
        <p:nvSpPr>
          <p:cNvPr id="5" name="Text 2">
            <a:extLst>
              <a:ext uri="{FF2B5EF4-FFF2-40B4-BE49-F238E27FC236}">
                <a16:creationId xmlns:a16="http://schemas.microsoft.com/office/drawing/2014/main" id="{9813930D-52C7-4CA9-8014-0439E2D40F49}"/>
              </a:ext>
            </a:extLst>
          </p:cNvPr>
          <p:cNvSpPr>
            <a:spLocks noGrp="1"/>
          </p:cNvSpPr>
          <p:nvPr/>
        </p:nvSpPr>
        <p:spPr>
          <a:xfrm>
            <a:off x="508000" y="6578600"/>
            <a:ext cx="8890000" cy="177800"/>
          </a:xfrm>
          <a:prstGeom prst="rect">
            <a:avLst/>
          </a:prstGeom>
          <a:noFill/>
        </p:spPr>
        <p:txBody>
          <a:bodyPr wrap="square" lIns="0" tIns="0" rIns="0" bIns="0" anchor="t"/>
          <a:lstStyle/>
          <a:p>
            <a:pPr marL="0" indent="0" algn="l">
              <a:lnSpc>
                <a:spcPct val="110000"/>
              </a:lnSpc>
              <a:buNone/>
            </a:pPr>
            <a:r>
              <a:rPr sz="900">
                <a:solidFill>
                  <a:srgbClr val="9E9E9E"/>
                </a:solidFill>
                <a:latin typeface="Arial"/>
                <a:ea typeface="Arial"/>
                <a:cs typeface="Arial"/>
              </a:rPr>
              <a:t>Insight Proprietary &amp; Confidential.  Do Not Copy or Distribute.  © 2026 Insight.  All Rights Reserved.</a:t>
            </a:r>
            <a:endParaRPr sz="900"/>
          </a:p>
        </p:txBody>
      </p:sp>
      <p:sp>
        <p:nvSpPr>
          <p:cNvPr id="6" name="Text 3">
            <a:extLst>
              <a:ext uri="{FF2B5EF4-FFF2-40B4-BE49-F238E27FC236}">
                <a16:creationId xmlns:a16="http://schemas.microsoft.com/office/drawing/2014/main" id="{B475B50E-6599-4334-B47A-9A6BEAE10C1D}"/>
              </a:ext>
            </a:extLst>
          </p:cNvPr>
          <p:cNvSpPr>
            <a:spLocks noGrp="1"/>
          </p:cNvSpPr>
          <p:nvPr/>
        </p:nvSpPr>
        <p:spPr>
          <a:xfrm>
            <a:off x="10922000" y="6578600"/>
            <a:ext cx="762000" cy="177800"/>
          </a:xfrm>
          <a:prstGeom prst="rect">
            <a:avLst/>
          </a:prstGeom>
          <a:noFill/>
        </p:spPr>
        <p:txBody>
          <a:bodyPr wrap="square" lIns="0" tIns="0" rIns="0" bIns="0" anchor="t"/>
          <a:lstStyle/>
          <a:p>
            <a:pPr marL="0" indent="0" algn="r">
              <a:lnSpc>
                <a:spcPct val="110000"/>
              </a:lnSpc>
              <a:buNone/>
            </a:pPr>
            <a:r>
              <a:rPr sz="900">
                <a:solidFill>
                  <a:srgbClr val="9E9E9E"/>
                </a:solidFill>
                <a:latin typeface="Arial"/>
                <a:ea typeface="Arial"/>
                <a:cs typeface="Arial"/>
              </a:rPr>
              <a:t>29</a:t>
            </a:r>
            <a:endParaRPr sz="900"/>
          </a:p>
        </p:txBody>
      </p:sp>
      <p:sp>
        <p:nvSpPr>
          <p:cNvPr id="7" name="Text 4">
            <a:extLst>
              <a:ext uri="{FF2B5EF4-FFF2-40B4-BE49-F238E27FC236}">
                <a16:creationId xmlns:a16="http://schemas.microsoft.com/office/drawing/2014/main" id="{A721C629-3964-49CF-BD44-FB4F90E1E2BE}"/>
              </a:ext>
            </a:extLst>
          </p:cNvPr>
          <p:cNvSpPr>
            <a:spLocks noGrp="1"/>
          </p:cNvSpPr>
          <p:nvPr/>
        </p:nvSpPr>
        <p:spPr>
          <a:xfrm>
            <a:off x="508000" y="889000"/>
            <a:ext cx="11176000" cy="215900"/>
          </a:xfrm>
          <a:prstGeom prst="rect">
            <a:avLst/>
          </a:prstGeom>
          <a:noFill/>
        </p:spPr>
        <p:txBody>
          <a:bodyPr wrap="square" lIns="0" tIns="0" rIns="0" bIns="0" anchor="t"/>
          <a:lstStyle/>
          <a:p>
            <a:pPr marL="0" indent="0" algn="l">
              <a:lnSpc>
                <a:spcPct val="110000"/>
              </a:lnSpc>
              <a:buNone/>
            </a:pPr>
            <a:r>
              <a:rPr sz="1200" b="1">
                <a:solidFill>
                  <a:srgbClr val="DA1884"/>
                </a:solidFill>
                <a:latin typeface="Arial"/>
                <a:ea typeface="Arial"/>
                <a:cs typeface="Arial"/>
              </a:rPr>
              <a:t>GUARDRAILS</a:t>
            </a:r>
            <a:endParaRPr sz="1200"/>
          </a:p>
        </p:txBody>
      </p:sp>
      <p:sp>
        <p:nvSpPr>
          <p:cNvPr id="8" name="Text 5">
            <a:extLst>
              <a:ext uri="{FF2B5EF4-FFF2-40B4-BE49-F238E27FC236}">
                <a16:creationId xmlns:a16="http://schemas.microsoft.com/office/drawing/2014/main" id="{074286E7-F8A4-4632-8ECF-8502EC7F07D2}"/>
              </a:ext>
            </a:extLst>
          </p:cNvPr>
          <p:cNvSpPr>
            <a:spLocks noGrp="1"/>
          </p:cNvSpPr>
          <p:nvPr/>
        </p:nvSpPr>
        <p:spPr>
          <a:xfrm>
            <a:off x="508000" y="1130300"/>
            <a:ext cx="11176000" cy="482600"/>
          </a:xfrm>
          <a:prstGeom prst="rect">
            <a:avLst/>
          </a:prstGeom>
          <a:noFill/>
        </p:spPr>
        <p:txBody>
          <a:bodyPr wrap="square" lIns="0" tIns="0" rIns="0" bIns="0" anchor="t"/>
          <a:lstStyle/>
          <a:p>
            <a:pPr marL="0" indent="0" algn="l">
              <a:lnSpc>
                <a:spcPct val="110000"/>
              </a:lnSpc>
              <a:buNone/>
            </a:pPr>
            <a:r>
              <a:rPr sz="3000" b="1">
                <a:solidFill>
                  <a:srgbClr val="141414"/>
                </a:solidFill>
                <a:latin typeface="Arial"/>
                <a:ea typeface="Arial"/>
                <a:cs typeface="Arial"/>
              </a:rPr>
              <a:t>Five Rules That Keep the Router Honest</a:t>
            </a:r>
            <a:endParaRPr sz="3000"/>
          </a:p>
        </p:txBody>
      </p:sp>
      <p:sp>
        <p:nvSpPr>
          <p:cNvPr id="9" name="Text 6">
            <a:extLst>
              <a:ext uri="{FF2B5EF4-FFF2-40B4-BE49-F238E27FC236}">
                <a16:creationId xmlns:a16="http://schemas.microsoft.com/office/drawing/2014/main" id="{243A53D1-7F41-48CE-AD1F-87922BE74597}"/>
              </a:ext>
            </a:extLst>
          </p:cNvPr>
          <p:cNvSpPr>
            <a:spLocks noGrp="1"/>
          </p:cNvSpPr>
          <p:nvPr/>
        </p:nvSpPr>
        <p:spPr>
          <a:xfrm>
            <a:off x="508000" y="1663700"/>
            <a:ext cx="11176000" cy="254000"/>
          </a:xfrm>
          <a:prstGeom prst="rect">
            <a:avLst/>
          </a:prstGeom>
          <a:noFill/>
        </p:spPr>
        <p:txBody>
          <a:bodyPr wrap="square" lIns="0" tIns="0" rIns="0" bIns="0" anchor="t"/>
          <a:lstStyle/>
          <a:p>
            <a:pPr marL="0" indent="0" algn="l">
              <a:lnSpc>
                <a:spcPct val="110000"/>
              </a:lnSpc>
              <a:buNone/>
            </a:pPr>
            <a:r>
              <a:rPr sz="1400">
                <a:solidFill>
                  <a:srgbClr val="6B6B6B"/>
                </a:solidFill>
                <a:latin typeface="Arial"/>
                <a:ea typeface="Arial"/>
                <a:cs typeface="Arial"/>
              </a:rPr>
              <a:t>The model gets a narrow job, and the system makes every choice it makes visible.</a:t>
            </a:r>
            <a:endParaRPr sz="1400"/>
          </a:p>
        </p:txBody>
      </p:sp>
      <p:sp>
        <p:nvSpPr>
          <p:cNvPr id="11" name="Shape 7">
            <a:extLst>
              <a:ext uri="{FF2B5EF4-FFF2-40B4-BE49-F238E27FC236}">
                <a16:creationId xmlns:a16="http://schemas.microsoft.com/office/drawing/2014/main" id="{5CC767F1-587C-4AEA-8C93-5036F2B84ED6}"/>
              </a:ext>
            </a:extLst>
          </p:cNvPr>
          <p:cNvSpPr>
            <a:spLocks noGrp="1"/>
          </p:cNvSpPr>
          <p:nvPr/>
        </p:nvSpPr>
        <p:spPr>
          <a:xfrm>
            <a:off x="508000" y="2159000"/>
            <a:ext cx="11176000" cy="6985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12" name="Shape 8">
            <a:extLst>
              <a:ext uri="{FF2B5EF4-FFF2-40B4-BE49-F238E27FC236}">
                <a16:creationId xmlns:a16="http://schemas.microsoft.com/office/drawing/2014/main" id="{6F48AF79-2B21-4D97-B2C7-9679649861EA}"/>
              </a:ext>
            </a:extLst>
          </p:cNvPr>
          <p:cNvSpPr>
            <a:spLocks noGrp="1"/>
          </p:cNvSpPr>
          <p:nvPr/>
        </p:nvSpPr>
        <p:spPr>
          <a:xfrm>
            <a:off x="508000" y="2159000"/>
            <a:ext cx="63500" cy="698500"/>
          </a:xfrm>
          <a:prstGeom prst="rect">
            <a:avLst/>
          </a:prstGeom>
          <a:solidFill>
            <a:srgbClr val="DA1884"/>
          </a:solidFill>
        </p:spPr>
        <p:txBody>
          <a:bodyPr/>
          <a:lstStyle/>
          <a:p>
            <a:endParaRPr/>
          </a:p>
        </p:txBody>
      </p:sp>
      <p:sp>
        <p:nvSpPr>
          <p:cNvPr id="13" name="Text 9">
            <a:extLst>
              <a:ext uri="{FF2B5EF4-FFF2-40B4-BE49-F238E27FC236}">
                <a16:creationId xmlns:a16="http://schemas.microsoft.com/office/drawing/2014/main" id="{4AE506BE-E91D-4632-BE84-0C3A4B9B30ED}"/>
              </a:ext>
            </a:extLst>
          </p:cNvPr>
          <p:cNvSpPr>
            <a:spLocks noGrp="1"/>
          </p:cNvSpPr>
          <p:nvPr/>
        </p:nvSpPr>
        <p:spPr>
          <a:xfrm>
            <a:off x="787400" y="2159000"/>
            <a:ext cx="482600" cy="698500"/>
          </a:xfrm>
          <a:prstGeom prst="rect">
            <a:avLst/>
          </a:prstGeom>
          <a:noFill/>
        </p:spPr>
        <p:txBody>
          <a:bodyPr wrap="square" lIns="0" tIns="0" rIns="0" bIns="0" anchor="ctr"/>
          <a:lstStyle/>
          <a:p>
            <a:pPr marL="0" indent="0" algn="l">
              <a:lnSpc>
                <a:spcPct val="110000"/>
              </a:lnSpc>
              <a:buNone/>
            </a:pPr>
            <a:r>
              <a:rPr sz="1800" b="1">
                <a:solidFill>
                  <a:srgbClr val="DA1884"/>
                </a:solidFill>
                <a:latin typeface="Arial"/>
                <a:ea typeface="Arial"/>
                <a:cs typeface="Arial"/>
              </a:rPr>
              <a:t>01</a:t>
            </a:r>
            <a:endParaRPr sz="1800"/>
          </a:p>
        </p:txBody>
      </p:sp>
      <p:sp>
        <p:nvSpPr>
          <p:cNvPr id="14" name="Text 10">
            <a:extLst>
              <a:ext uri="{FF2B5EF4-FFF2-40B4-BE49-F238E27FC236}">
                <a16:creationId xmlns:a16="http://schemas.microsoft.com/office/drawing/2014/main" id="{A8405A81-F68B-4E9C-BC57-00F5C8486EAC}"/>
              </a:ext>
            </a:extLst>
          </p:cNvPr>
          <p:cNvSpPr>
            <a:spLocks noGrp="1"/>
          </p:cNvSpPr>
          <p:nvPr/>
        </p:nvSpPr>
        <p:spPr>
          <a:xfrm>
            <a:off x="1397000" y="2159000"/>
            <a:ext cx="2540000" cy="698500"/>
          </a:xfrm>
          <a:prstGeom prst="rect">
            <a:avLst/>
          </a:prstGeom>
          <a:noFill/>
        </p:spPr>
        <p:txBody>
          <a:bodyPr wrap="square" lIns="0" tIns="0" rIns="0" bIns="0" anchor="ctr"/>
          <a:lstStyle/>
          <a:p>
            <a:pPr marL="0" indent="0" algn="l">
              <a:lnSpc>
                <a:spcPct val="110000"/>
              </a:lnSpc>
              <a:buNone/>
            </a:pPr>
            <a:r>
              <a:rPr sz="1300" b="1">
                <a:solidFill>
                  <a:srgbClr val="141414"/>
                </a:solidFill>
                <a:latin typeface="Arial"/>
                <a:ea typeface="Arial"/>
                <a:cs typeface="Arial"/>
              </a:rPr>
              <a:t>Allowlisted targets</a:t>
            </a:r>
            <a:endParaRPr sz="1300"/>
          </a:p>
        </p:txBody>
      </p:sp>
      <p:sp>
        <p:nvSpPr>
          <p:cNvPr id="15" name="Text 11">
            <a:extLst>
              <a:ext uri="{FF2B5EF4-FFF2-40B4-BE49-F238E27FC236}">
                <a16:creationId xmlns:a16="http://schemas.microsoft.com/office/drawing/2014/main" id="{24D8170A-D8DC-4401-842F-F545545889B9}"/>
              </a:ext>
            </a:extLst>
          </p:cNvPr>
          <p:cNvSpPr>
            <a:spLocks noGrp="1"/>
          </p:cNvSpPr>
          <p:nvPr/>
        </p:nvSpPr>
        <p:spPr>
          <a:xfrm>
            <a:off x="4140200" y="2159000"/>
            <a:ext cx="4470400" cy="698500"/>
          </a:xfrm>
          <a:prstGeom prst="rect">
            <a:avLst/>
          </a:prstGeom>
          <a:noFill/>
        </p:spPr>
        <p:txBody>
          <a:bodyPr wrap="square" lIns="0" tIns="0" rIns="0" bIns="0" anchor="ctr"/>
          <a:lstStyle/>
          <a:p>
            <a:pPr marL="0" indent="0" algn="l">
              <a:lnSpc>
                <a:spcPct val="115000"/>
              </a:lnSpc>
              <a:buNone/>
            </a:pPr>
            <a:r>
              <a:rPr sz="1200">
                <a:solidFill>
                  <a:srgbClr val="333333"/>
                </a:solidFill>
                <a:latin typeface="Arial"/>
                <a:ea typeface="Arial"/>
                <a:cs typeface="Arial"/>
              </a:rPr>
              <a:t>Models choose catalog IDs through an enum or criteria, never URLs, queries or service names.</a:t>
            </a:r>
            <a:endParaRPr sz="1200"/>
          </a:p>
        </p:txBody>
      </p:sp>
      <p:sp>
        <p:nvSpPr>
          <p:cNvPr id="16" name="Text 12">
            <a:extLst>
              <a:ext uri="{FF2B5EF4-FFF2-40B4-BE49-F238E27FC236}">
                <a16:creationId xmlns:a16="http://schemas.microsoft.com/office/drawing/2014/main" id="{709962A9-BAA3-4C1C-A055-3E5D5C8A5A6B}"/>
              </a:ext>
            </a:extLst>
          </p:cNvPr>
          <p:cNvSpPr>
            <a:spLocks noGrp="1"/>
          </p:cNvSpPr>
          <p:nvPr/>
        </p:nvSpPr>
        <p:spPr>
          <a:xfrm>
            <a:off x="8763000" y="2159000"/>
            <a:ext cx="2667000" cy="698500"/>
          </a:xfrm>
          <a:prstGeom prst="rect">
            <a:avLst/>
          </a:prstGeom>
          <a:noFill/>
        </p:spPr>
        <p:txBody>
          <a:bodyPr wrap="square" lIns="0" tIns="0" rIns="0" bIns="0" anchor="ctr"/>
          <a:lstStyle/>
          <a:p>
            <a:pPr marL="0" indent="0" algn="l">
              <a:lnSpc>
                <a:spcPct val="115000"/>
              </a:lnSpc>
              <a:buNone/>
            </a:pPr>
            <a:r>
              <a:rPr sz="1200" i="1">
                <a:solidFill>
                  <a:srgbClr val="6B6B6B"/>
                </a:solidFill>
                <a:latin typeface="Arial"/>
                <a:ea typeface="Arial"/>
                <a:cs typeface="Arial"/>
              </a:rPr>
              <a:t>Blocks injected or hallucinated calls</a:t>
            </a:r>
            <a:endParaRPr sz="1200"/>
          </a:p>
        </p:txBody>
      </p:sp>
      <p:sp>
        <p:nvSpPr>
          <p:cNvPr id="17" name="Shape 13">
            <a:extLst>
              <a:ext uri="{FF2B5EF4-FFF2-40B4-BE49-F238E27FC236}">
                <a16:creationId xmlns:a16="http://schemas.microsoft.com/office/drawing/2014/main" id="{41C0DA14-0E3A-4AF1-A410-0BCE4EFF32DE}"/>
              </a:ext>
            </a:extLst>
          </p:cNvPr>
          <p:cNvSpPr>
            <a:spLocks noGrp="1"/>
          </p:cNvSpPr>
          <p:nvPr/>
        </p:nvSpPr>
        <p:spPr>
          <a:xfrm>
            <a:off x="508000" y="2946400"/>
            <a:ext cx="11176000" cy="698500"/>
          </a:xfrm>
          <a:prstGeom prst="rect">
            <a:avLst/>
          </a:prstGeom>
          <a:solidFill>
            <a:srgbClr val="FFFFFF"/>
          </a:solidFill>
          <a:effectLst>
            <a:outerShdw blurRad="50800" dist="25400" dir="5400000" algn="bl" rotWithShape="0">
              <a:srgbClr val="000000">
                <a:alpha val="18000"/>
              </a:srgbClr>
            </a:outerShdw>
          </a:effectLst>
        </p:spPr>
        <p:txBody>
          <a:bodyPr/>
          <a:lstStyle/>
          <a:p>
            <a:endParaRPr/>
          </a:p>
        </p:txBody>
      </p:sp>
      <p:sp>
        <p:nvSpPr>
          <p:cNvPr id="18" name="Shape 14">
            <a:extLst>
              <a:ext uri="{FF2B5EF4-FFF2-40B4-BE49-F238E27FC236}">
                <a16:creationId xmlns:a16="http://schemas.microsoft.com/office/drawing/2014/main" id="{8CE26BFF-E90F-43E0-8D08-5AC6E9558516}"/>
              </a:ext>
            </a:extLst>
          </p:cNvPr>
          <p:cNvSpPr>
            <a:spLocks noGrp="1"/>
          </p:cNvSpPr>
          <p:nvPr/>
        </p:nvSpPr>
        <p:spPr>
          <a:xfrm>
            <a:off x="508000" y="2946400"/>
            <a:ext cx="63500" cy="698500"/>
          </a:xfrm>
          <a:prstGeom prst="rect">
            <a:avLst/>
          </a:prstGeom>
          <a:solidFill>
            <a:srgbClr val="DA1884"/>
          </a:solidFill>
        </p:spPr>
        <p:txBody>
          <a:bodyPr/>
          <a:lstStyle/>
          <a:p>
            <a:endParaRPr/>
          </a:p>
        </p:txBody>
      </p:sp>
      <p:sp>
        <p:nvSpPr>
          <p:cNvPr id="19" name="Text 15">
            <a:extLst>
              <a:ext uri="{FF2B5EF4-FFF2-40B4-BE49-F238E27FC236}">
                <a16:creationId xmlns:a16="http://schemas.microsoft.com/office/drawing/2014/main" id="{8AEE11B6-74B6-4039-851E-0A6BF2A0BA5E}"/>
              </a:ext>
            </a:extLst>
          </p:cNvPr>
          <p:cNvSpPr>
            <a:spLocks noGrp="1"/>
          </p:cNvSpPr>
          <p:nvPr/>
        </p:nvSpPr>
        <p:spPr>
          <a:xfrm>
            <a:off x="787400" y="2946400"/>
            <a:ext cx="482600" cy="698500"/>
          </a:xfrm>
          <a:prstGeom prst="rect">
            <a:avLst/>
          </a:prstGeom>
          <a:noFill/>
        </p:spPr>
        <p:txBody>
          <a:bodyPr wrap="square" lIns="0" tIns="0" rIns="0" bIns="0" anchor="ctr"/>
          <a:lstStyle/>
          <a:p>
            <a:pPr marL="0" indent="0" algn="l">
              <a:lnSpc>
                <a:spcPct val="110000"/>
              </a:lnSpc>
              <a:buNone/>
            </a:pPr>
            <a:r>
              <a:rPr sz="1800" b="1">
                <a:solidFill>
                  <a:srgbClr val="DA1884"/>
                </a:solidFill>
                <a:latin typeface="Arial"/>
                <a:ea typeface="Arial"/>
                <a:cs typeface="Arial"/>
              </a:rPr>
              <a:t>02</a:t>
            </a:r>
            <a:endParaRPr sz="1800"/>
          </a:p>
        </p:txBody>
      </p:sp>
      <p:sp>
        <p:nvSpPr>
          <p:cNvPr id="20" name="Text 16">
            <a:extLst>
              <a:ext uri="{FF2B5EF4-FFF2-40B4-BE49-F238E27FC236}">
                <a16:creationId xmlns:a16="http://schemas.microsoft.com/office/drawing/2014/main" id="{349B41FB-444D-4160-A836-D60D77353BF7}"/>
              </a:ext>
            </a:extLst>
          </p:cNvPr>
          <p:cNvSpPr>
            <a:spLocks noGrp="1"/>
          </p:cNvSpPr>
          <p:nvPr/>
        </p:nvSpPr>
        <p:spPr>
          <a:xfrm>
            <a:off x="1397000" y="2946400"/>
            <a:ext cx="2540000" cy="698500"/>
          </a:xfrm>
          <a:prstGeom prst="rect">
            <a:avLst/>
          </a:prstGeom>
          <a:noFill/>
        </p:spPr>
        <p:txBody>
          <a:bodyPr wrap="square" lIns="0" tIns="0" rIns="0" bIns="0" anchor="ctr"/>
          <a:lstStyle/>
          <a:p>
            <a:pPr marL="0" indent="0" algn="l">
              <a:lnSpc>
                <a:spcPct val="110000"/>
              </a:lnSpc>
              <a:buNone/>
            </a:pPr>
            <a:r>
              <a:rPr sz="1300" b="1">
                <a:solidFill>
                  <a:srgbClr val="141414"/>
                </a:solidFill>
                <a:latin typeface="Arial"/>
                <a:ea typeface="Arial"/>
                <a:cs typeface="Arial"/>
              </a:rPr>
              <a:t>No hidden fallback</a:t>
            </a:r>
            <a:endParaRPr sz="1300"/>
          </a:p>
        </p:txBody>
      </p:sp>
      <p:sp>
        <p:nvSpPr>
          <p:cNvPr id="21" name="Text 17">
            <a:extLst>
              <a:ext uri="{FF2B5EF4-FFF2-40B4-BE49-F238E27FC236}">
                <a16:creationId xmlns:a16="http://schemas.microsoft.com/office/drawing/2014/main" id="{13BA3276-785F-4C6A-8E39-D13044BC4DAB}"/>
              </a:ext>
            </a:extLst>
          </p:cNvPr>
          <p:cNvSpPr>
            <a:spLocks noGrp="1"/>
          </p:cNvSpPr>
          <p:nvPr/>
        </p:nvSpPr>
        <p:spPr>
          <a:xfrm>
            <a:off x="4140200" y="2946400"/>
            <a:ext cx="4470400" cy="698500"/>
          </a:xfrm>
          <a:prstGeom prst="rect">
            <a:avLst/>
          </a:prstGeom>
          <a:noFill/>
        </p:spPr>
        <p:txBody>
          <a:bodyPr wrap="square" lIns="0" tIns="0" rIns="0" bIns="0" anchor="ctr"/>
          <a:lstStyle/>
          <a:p>
            <a:pPr marL="0" indent="0" algn="l">
              <a:lnSpc>
                <a:spcPct val="115000"/>
              </a:lnSpc>
              <a:buNone/>
            </a:pPr>
            <a:r>
              <a:rPr sz="1200">
                <a:solidFill>
                  <a:srgbClr val="333333"/>
                </a:solidFill>
                <a:latin typeface="Arial"/>
                <a:ea typeface="Arial"/>
                <a:cs typeface="Arial"/>
              </a:rPr>
              <a:t>Invalid output or an unavailable provider shows an error. Nothing is keyword-routed and labeled as AI.</a:t>
            </a:r>
            <a:endParaRPr sz="1200"/>
          </a:p>
        </p:txBody>
      </p:sp>
      <p:sp>
        <p:nvSpPr>
          <p:cNvPr id="22" name="Text 18">
            <a:extLst>
              <a:ext uri="{FF2B5EF4-FFF2-40B4-BE49-F238E27FC236}">
                <a16:creationId xmlns:a16="http://schemas.microsoft.com/office/drawing/2014/main" id="{6A6DCFA9-F60A-4208-9996-92C0E6218A00}"/>
              </a:ext>
            </a:extLst>
          </p:cNvPr>
          <p:cNvSpPr>
            <a:spLocks noGrp="1"/>
          </p:cNvSpPr>
          <p:nvPr/>
        </p:nvSpPr>
        <p:spPr>
          <a:xfrm>
            <a:off x="8763000" y="2946400"/>
            <a:ext cx="2667000" cy="698500"/>
          </a:xfrm>
          <a:prstGeom prst="rect">
            <a:avLst/>
          </a:prstGeom>
          <a:noFill/>
        </p:spPr>
        <p:txBody>
          <a:bodyPr wrap="square" lIns="0" tIns="0" rIns="0" bIns="0" anchor="ctr"/>
          <a:lstStyle/>
          <a:p>
            <a:pPr marL="0" indent="0" algn="l">
              <a:lnSpc>
                <a:spcPct val="115000"/>
              </a:lnSpc>
              <a:buNone/>
            </a:pPr>
            <a:r>
              <a:rPr sz="1200" i="1">
                <a:solidFill>
                  <a:srgbClr val="6B6B6B"/>
                </a:solidFill>
                <a:latin typeface="Arial"/>
                <a:ea typeface="Arial"/>
                <a:cs typeface="Arial"/>
              </a:rPr>
              <a:t>What you see is what the model did</a:t>
            </a:r>
            <a:endParaRPr sz="1200"/>
          </a:p>
        </p:txBody>
      </p:sp>
      <p:sp>
        <p:nvSpPr>
          <p:cNvPr id="23" name="Shape 19">
            <a:extLst>
              <a:ext uri="{FF2B5EF4-FFF2-40B4-BE49-F238E27FC236}">
                <a16:creationId xmlns:a16="http://schemas.microsoft.com/office/drawing/2014/main" id="{6DF9F421-E78C-42D2-A52E-653C698790D7}"/>
              </a:ext>
            </a:extLst>
          </p:cNvPr>
          <p:cNvSpPr>
            <a:spLocks noGrp="1"/>
          </p:cNvSpPr>
          <p:nvPr/>
        </p:nvSpPr>
        <p:spPr>
          <a:xfrm>
            <a:off x="508000" y="3733800"/>
            <a:ext cx="11176000" cy="6985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24" name="Shape 20">
            <a:extLst>
              <a:ext uri="{FF2B5EF4-FFF2-40B4-BE49-F238E27FC236}">
                <a16:creationId xmlns:a16="http://schemas.microsoft.com/office/drawing/2014/main" id="{1BD8156E-C59E-4F52-99FC-A103D59D34CB}"/>
              </a:ext>
            </a:extLst>
          </p:cNvPr>
          <p:cNvSpPr>
            <a:spLocks noGrp="1"/>
          </p:cNvSpPr>
          <p:nvPr/>
        </p:nvSpPr>
        <p:spPr>
          <a:xfrm>
            <a:off x="508000" y="3733800"/>
            <a:ext cx="63500" cy="698500"/>
          </a:xfrm>
          <a:prstGeom prst="rect">
            <a:avLst/>
          </a:prstGeom>
          <a:solidFill>
            <a:srgbClr val="DA1884"/>
          </a:solidFill>
        </p:spPr>
        <p:txBody>
          <a:bodyPr/>
          <a:lstStyle/>
          <a:p>
            <a:endParaRPr/>
          </a:p>
        </p:txBody>
      </p:sp>
      <p:sp>
        <p:nvSpPr>
          <p:cNvPr id="25" name="Text 21">
            <a:extLst>
              <a:ext uri="{FF2B5EF4-FFF2-40B4-BE49-F238E27FC236}">
                <a16:creationId xmlns:a16="http://schemas.microsoft.com/office/drawing/2014/main" id="{3915DD33-31C4-4106-B4D0-3B5D3C5A83A6}"/>
              </a:ext>
            </a:extLst>
          </p:cNvPr>
          <p:cNvSpPr>
            <a:spLocks noGrp="1"/>
          </p:cNvSpPr>
          <p:nvPr/>
        </p:nvSpPr>
        <p:spPr>
          <a:xfrm>
            <a:off x="787400" y="3733800"/>
            <a:ext cx="482600" cy="698500"/>
          </a:xfrm>
          <a:prstGeom prst="rect">
            <a:avLst/>
          </a:prstGeom>
          <a:noFill/>
        </p:spPr>
        <p:txBody>
          <a:bodyPr wrap="square" lIns="0" tIns="0" rIns="0" bIns="0" anchor="ctr"/>
          <a:lstStyle/>
          <a:p>
            <a:pPr marL="0" indent="0" algn="l">
              <a:lnSpc>
                <a:spcPct val="110000"/>
              </a:lnSpc>
              <a:buNone/>
            </a:pPr>
            <a:r>
              <a:rPr sz="1800" b="1">
                <a:solidFill>
                  <a:srgbClr val="DA1884"/>
                </a:solidFill>
                <a:latin typeface="Arial"/>
                <a:ea typeface="Arial"/>
                <a:cs typeface="Arial"/>
              </a:rPr>
              <a:t>03</a:t>
            </a:r>
            <a:endParaRPr sz="1800"/>
          </a:p>
        </p:txBody>
      </p:sp>
      <p:sp>
        <p:nvSpPr>
          <p:cNvPr id="26" name="Text 22">
            <a:extLst>
              <a:ext uri="{FF2B5EF4-FFF2-40B4-BE49-F238E27FC236}">
                <a16:creationId xmlns:a16="http://schemas.microsoft.com/office/drawing/2014/main" id="{4F3AD437-A381-4660-A69D-3CEFE4FC5536}"/>
              </a:ext>
            </a:extLst>
          </p:cNvPr>
          <p:cNvSpPr>
            <a:spLocks noGrp="1"/>
          </p:cNvSpPr>
          <p:nvPr/>
        </p:nvSpPr>
        <p:spPr>
          <a:xfrm>
            <a:off x="1397000" y="3733800"/>
            <a:ext cx="2540000" cy="698500"/>
          </a:xfrm>
          <a:prstGeom prst="rect">
            <a:avLst/>
          </a:prstGeom>
          <a:noFill/>
        </p:spPr>
        <p:txBody>
          <a:bodyPr wrap="square" lIns="0" tIns="0" rIns="0" bIns="0" anchor="ctr"/>
          <a:lstStyle/>
          <a:p>
            <a:pPr marL="0" indent="0" algn="l">
              <a:lnSpc>
                <a:spcPct val="110000"/>
              </a:lnSpc>
              <a:buNone/>
            </a:pPr>
            <a:r>
              <a:rPr sz="1300" b="1">
                <a:solidFill>
                  <a:srgbClr val="141414"/>
                </a:solidFill>
                <a:latin typeface="Arial"/>
                <a:ea typeface="Arial"/>
                <a:cs typeface="Arial"/>
              </a:rPr>
              <a:t>Labeled overrides</a:t>
            </a:r>
            <a:endParaRPr sz="1300"/>
          </a:p>
        </p:txBody>
      </p:sp>
      <p:sp>
        <p:nvSpPr>
          <p:cNvPr id="27" name="Text 23">
            <a:extLst>
              <a:ext uri="{FF2B5EF4-FFF2-40B4-BE49-F238E27FC236}">
                <a16:creationId xmlns:a16="http://schemas.microsoft.com/office/drawing/2014/main" id="{F8ED7268-2EEE-476A-87EB-0B4C86BEED36}"/>
              </a:ext>
            </a:extLst>
          </p:cNvPr>
          <p:cNvSpPr>
            <a:spLocks noGrp="1"/>
          </p:cNvSpPr>
          <p:nvPr/>
        </p:nvSpPr>
        <p:spPr>
          <a:xfrm>
            <a:off x="4140200" y="3733800"/>
            <a:ext cx="4470400" cy="698500"/>
          </a:xfrm>
          <a:prstGeom prst="rect">
            <a:avLst/>
          </a:prstGeom>
          <a:noFill/>
        </p:spPr>
        <p:txBody>
          <a:bodyPr wrap="square" lIns="0" tIns="0" rIns="0" bIns="0" anchor="ctr"/>
          <a:lstStyle/>
          <a:p>
            <a:pPr marL="0" indent="0" algn="l">
              <a:lnSpc>
                <a:spcPct val="115000"/>
              </a:lnSpc>
              <a:buNone/>
            </a:pPr>
            <a:r>
              <a:rPr sz="1200">
                <a:solidFill>
                  <a:srgbClr val="333333"/>
                </a:solidFill>
                <a:latin typeface="Arial"/>
                <a:ea typeface="Arial"/>
                <a:cs typeface="Arial"/>
              </a:rPr>
              <a:t>Presenter overrides apply to one question, then the router resets to Auto.</a:t>
            </a:r>
            <a:endParaRPr sz="1200"/>
          </a:p>
        </p:txBody>
      </p:sp>
      <p:sp>
        <p:nvSpPr>
          <p:cNvPr id="28" name="Text 24">
            <a:extLst>
              <a:ext uri="{FF2B5EF4-FFF2-40B4-BE49-F238E27FC236}">
                <a16:creationId xmlns:a16="http://schemas.microsoft.com/office/drawing/2014/main" id="{0D4594D9-E66D-4007-A8DF-B5E076C5A844}"/>
              </a:ext>
            </a:extLst>
          </p:cNvPr>
          <p:cNvSpPr>
            <a:spLocks noGrp="1"/>
          </p:cNvSpPr>
          <p:nvPr/>
        </p:nvSpPr>
        <p:spPr>
          <a:xfrm>
            <a:off x="8763000" y="3733800"/>
            <a:ext cx="2667000" cy="698500"/>
          </a:xfrm>
          <a:prstGeom prst="rect">
            <a:avLst/>
          </a:prstGeom>
          <a:noFill/>
        </p:spPr>
        <p:txBody>
          <a:bodyPr wrap="square" lIns="0" tIns="0" rIns="0" bIns="0" anchor="ctr"/>
          <a:lstStyle/>
          <a:p>
            <a:pPr marL="0" indent="0" algn="l">
              <a:lnSpc>
                <a:spcPct val="115000"/>
              </a:lnSpc>
              <a:buNone/>
            </a:pPr>
            <a:r>
              <a:rPr sz="1200" i="1">
                <a:solidFill>
                  <a:srgbClr val="6B6B6B"/>
                </a:solidFill>
                <a:latin typeface="Arial"/>
                <a:ea typeface="Arial"/>
                <a:cs typeface="Arial"/>
              </a:rPr>
              <a:t>Demos never stall on a cold model</a:t>
            </a:r>
            <a:endParaRPr sz="1200"/>
          </a:p>
        </p:txBody>
      </p:sp>
      <p:sp>
        <p:nvSpPr>
          <p:cNvPr id="29" name="Shape 25">
            <a:extLst>
              <a:ext uri="{FF2B5EF4-FFF2-40B4-BE49-F238E27FC236}">
                <a16:creationId xmlns:a16="http://schemas.microsoft.com/office/drawing/2014/main" id="{FF066EEB-DEE4-48C9-A9FA-D4D53D06BE49}"/>
              </a:ext>
            </a:extLst>
          </p:cNvPr>
          <p:cNvSpPr>
            <a:spLocks noGrp="1"/>
          </p:cNvSpPr>
          <p:nvPr/>
        </p:nvSpPr>
        <p:spPr>
          <a:xfrm>
            <a:off x="508000" y="4521200"/>
            <a:ext cx="11176000" cy="698500"/>
          </a:xfrm>
          <a:prstGeom prst="rect">
            <a:avLst/>
          </a:prstGeom>
          <a:solidFill>
            <a:srgbClr val="FFFFFF"/>
          </a:solidFill>
          <a:effectLst>
            <a:outerShdw blurRad="50800" dist="25400" dir="5400000" algn="bl" rotWithShape="0">
              <a:srgbClr val="000000">
                <a:alpha val="18000"/>
              </a:srgbClr>
            </a:outerShdw>
          </a:effectLst>
        </p:spPr>
        <p:txBody>
          <a:bodyPr/>
          <a:lstStyle/>
          <a:p>
            <a:endParaRPr/>
          </a:p>
        </p:txBody>
      </p:sp>
      <p:sp>
        <p:nvSpPr>
          <p:cNvPr id="30" name="Shape 26">
            <a:extLst>
              <a:ext uri="{FF2B5EF4-FFF2-40B4-BE49-F238E27FC236}">
                <a16:creationId xmlns:a16="http://schemas.microsoft.com/office/drawing/2014/main" id="{C4A90BB3-463E-410E-A877-B25F3C91EBAB}"/>
              </a:ext>
            </a:extLst>
          </p:cNvPr>
          <p:cNvSpPr>
            <a:spLocks noGrp="1"/>
          </p:cNvSpPr>
          <p:nvPr/>
        </p:nvSpPr>
        <p:spPr>
          <a:xfrm>
            <a:off x="508000" y="4521200"/>
            <a:ext cx="63500" cy="698500"/>
          </a:xfrm>
          <a:prstGeom prst="rect">
            <a:avLst/>
          </a:prstGeom>
          <a:solidFill>
            <a:srgbClr val="DA1884"/>
          </a:solidFill>
        </p:spPr>
        <p:txBody>
          <a:bodyPr/>
          <a:lstStyle/>
          <a:p>
            <a:endParaRPr/>
          </a:p>
        </p:txBody>
      </p:sp>
      <p:sp>
        <p:nvSpPr>
          <p:cNvPr id="31" name="Text 27">
            <a:extLst>
              <a:ext uri="{FF2B5EF4-FFF2-40B4-BE49-F238E27FC236}">
                <a16:creationId xmlns:a16="http://schemas.microsoft.com/office/drawing/2014/main" id="{B16C81A8-9506-4FE9-88B8-BF99BFED61D7}"/>
              </a:ext>
            </a:extLst>
          </p:cNvPr>
          <p:cNvSpPr>
            <a:spLocks noGrp="1"/>
          </p:cNvSpPr>
          <p:nvPr/>
        </p:nvSpPr>
        <p:spPr>
          <a:xfrm>
            <a:off x="787400" y="4521200"/>
            <a:ext cx="482600" cy="698500"/>
          </a:xfrm>
          <a:prstGeom prst="rect">
            <a:avLst/>
          </a:prstGeom>
          <a:noFill/>
        </p:spPr>
        <p:txBody>
          <a:bodyPr wrap="square" lIns="0" tIns="0" rIns="0" bIns="0" anchor="ctr"/>
          <a:lstStyle/>
          <a:p>
            <a:pPr marL="0" indent="0" algn="l">
              <a:lnSpc>
                <a:spcPct val="110000"/>
              </a:lnSpc>
              <a:buNone/>
            </a:pPr>
            <a:r>
              <a:rPr sz="1800" b="1">
                <a:solidFill>
                  <a:srgbClr val="DA1884"/>
                </a:solidFill>
                <a:latin typeface="Arial"/>
                <a:ea typeface="Arial"/>
                <a:cs typeface="Arial"/>
              </a:rPr>
              <a:t>04</a:t>
            </a:r>
            <a:endParaRPr sz="1800"/>
          </a:p>
        </p:txBody>
      </p:sp>
      <p:sp>
        <p:nvSpPr>
          <p:cNvPr id="32" name="Text 28">
            <a:extLst>
              <a:ext uri="{FF2B5EF4-FFF2-40B4-BE49-F238E27FC236}">
                <a16:creationId xmlns:a16="http://schemas.microsoft.com/office/drawing/2014/main" id="{A9FBF281-C395-4744-8185-1DBA702AEE3A}"/>
              </a:ext>
            </a:extLst>
          </p:cNvPr>
          <p:cNvSpPr>
            <a:spLocks noGrp="1"/>
          </p:cNvSpPr>
          <p:nvPr/>
        </p:nvSpPr>
        <p:spPr>
          <a:xfrm>
            <a:off x="1397000" y="4521200"/>
            <a:ext cx="2540000" cy="698500"/>
          </a:xfrm>
          <a:prstGeom prst="rect">
            <a:avLst/>
          </a:prstGeom>
          <a:noFill/>
        </p:spPr>
        <p:txBody>
          <a:bodyPr wrap="square" lIns="0" tIns="0" rIns="0" bIns="0" anchor="ctr"/>
          <a:lstStyle/>
          <a:p>
            <a:pPr marL="0" indent="0" algn="l">
              <a:lnSpc>
                <a:spcPct val="110000"/>
              </a:lnSpc>
              <a:buNone/>
            </a:pPr>
            <a:r>
              <a:rPr sz="1300" b="1">
                <a:solidFill>
                  <a:srgbClr val="141414"/>
                </a:solidFill>
                <a:latin typeface="Arial"/>
                <a:ea typeface="Arial"/>
                <a:cs typeface="Arial"/>
              </a:rPr>
              <a:t>Grounded answers</a:t>
            </a:r>
            <a:endParaRPr sz="1300"/>
          </a:p>
        </p:txBody>
      </p:sp>
      <p:sp>
        <p:nvSpPr>
          <p:cNvPr id="33" name="Text 29">
            <a:extLst>
              <a:ext uri="{FF2B5EF4-FFF2-40B4-BE49-F238E27FC236}">
                <a16:creationId xmlns:a16="http://schemas.microsoft.com/office/drawing/2014/main" id="{A8A9DFDE-5BCA-4198-B450-6B663E752DF4}"/>
              </a:ext>
            </a:extLst>
          </p:cNvPr>
          <p:cNvSpPr>
            <a:spLocks noGrp="1"/>
          </p:cNvSpPr>
          <p:nvPr/>
        </p:nvSpPr>
        <p:spPr>
          <a:xfrm>
            <a:off x="4140200" y="4521200"/>
            <a:ext cx="4470400" cy="698500"/>
          </a:xfrm>
          <a:prstGeom prst="rect">
            <a:avLst/>
          </a:prstGeom>
          <a:noFill/>
        </p:spPr>
        <p:txBody>
          <a:bodyPr wrap="square" lIns="0" tIns="0" rIns="0" bIns="0" anchor="ctr"/>
          <a:lstStyle/>
          <a:p>
            <a:pPr marL="0" indent="0" algn="l">
              <a:lnSpc>
                <a:spcPct val="115000"/>
              </a:lnSpc>
              <a:buNone/>
            </a:pPr>
            <a:r>
              <a:rPr sz="1200">
                <a:solidFill>
                  <a:srgbClr val="333333"/>
                </a:solidFill>
                <a:latin typeface="Arial"/>
                <a:ea typeface="Arial"/>
                <a:cs typeface="Arial"/>
              </a:rPr>
              <a:t>Every answer is composed from the actual transport response.</a:t>
            </a:r>
            <a:endParaRPr sz="1200"/>
          </a:p>
        </p:txBody>
      </p:sp>
      <p:sp>
        <p:nvSpPr>
          <p:cNvPr id="34" name="Text 30">
            <a:extLst>
              <a:ext uri="{FF2B5EF4-FFF2-40B4-BE49-F238E27FC236}">
                <a16:creationId xmlns:a16="http://schemas.microsoft.com/office/drawing/2014/main" id="{0B4A4DCB-5388-4CFE-9995-8B3F2079C4CC}"/>
              </a:ext>
            </a:extLst>
          </p:cNvPr>
          <p:cNvSpPr>
            <a:spLocks noGrp="1"/>
          </p:cNvSpPr>
          <p:nvPr/>
        </p:nvSpPr>
        <p:spPr>
          <a:xfrm>
            <a:off x="8763000" y="4521200"/>
            <a:ext cx="2667000" cy="698500"/>
          </a:xfrm>
          <a:prstGeom prst="rect">
            <a:avLst/>
          </a:prstGeom>
          <a:noFill/>
        </p:spPr>
        <p:txBody>
          <a:bodyPr wrap="square" lIns="0" tIns="0" rIns="0" bIns="0" anchor="ctr"/>
          <a:lstStyle/>
          <a:p>
            <a:pPr marL="0" indent="0" algn="l">
              <a:lnSpc>
                <a:spcPct val="115000"/>
              </a:lnSpc>
              <a:buNone/>
            </a:pPr>
            <a:r>
              <a:rPr sz="1200" i="1">
                <a:solidFill>
                  <a:srgbClr val="6B6B6B"/>
                </a:solidFill>
                <a:latin typeface="Arial"/>
                <a:ea typeface="Arial"/>
                <a:cs typeface="Arial"/>
              </a:rPr>
              <a:t>No invented facts</a:t>
            </a:r>
            <a:endParaRPr sz="1200"/>
          </a:p>
        </p:txBody>
      </p:sp>
      <p:sp>
        <p:nvSpPr>
          <p:cNvPr id="35" name="Shape 31">
            <a:extLst>
              <a:ext uri="{FF2B5EF4-FFF2-40B4-BE49-F238E27FC236}">
                <a16:creationId xmlns:a16="http://schemas.microsoft.com/office/drawing/2014/main" id="{18E08CDC-1124-43E1-89EB-ADE6A5CB315C}"/>
              </a:ext>
            </a:extLst>
          </p:cNvPr>
          <p:cNvSpPr>
            <a:spLocks noGrp="1"/>
          </p:cNvSpPr>
          <p:nvPr/>
        </p:nvSpPr>
        <p:spPr>
          <a:xfrm>
            <a:off x="508000" y="5308600"/>
            <a:ext cx="11176000" cy="6985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36" name="Shape 32">
            <a:extLst>
              <a:ext uri="{FF2B5EF4-FFF2-40B4-BE49-F238E27FC236}">
                <a16:creationId xmlns:a16="http://schemas.microsoft.com/office/drawing/2014/main" id="{53DF0165-B3E0-4271-9A8E-48163BA1423B}"/>
              </a:ext>
            </a:extLst>
          </p:cNvPr>
          <p:cNvSpPr>
            <a:spLocks noGrp="1"/>
          </p:cNvSpPr>
          <p:nvPr/>
        </p:nvSpPr>
        <p:spPr>
          <a:xfrm>
            <a:off x="508000" y="5308600"/>
            <a:ext cx="63500" cy="698500"/>
          </a:xfrm>
          <a:prstGeom prst="rect">
            <a:avLst/>
          </a:prstGeom>
          <a:solidFill>
            <a:srgbClr val="DA1884"/>
          </a:solidFill>
        </p:spPr>
        <p:txBody>
          <a:bodyPr/>
          <a:lstStyle/>
          <a:p>
            <a:endParaRPr/>
          </a:p>
        </p:txBody>
      </p:sp>
      <p:sp>
        <p:nvSpPr>
          <p:cNvPr id="37" name="Text 33">
            <a:extLst>
              <a:ext uri="{FF2B5EF4-FFF2-40B4-BE49-F238E27FC236}">
                <a16:creationId xmlns:a16="http://schemas.microsoft.com/office/drawing/2014/main" id="{0B9378D1-E3D0-4A14-824D-7ADA9E0A663A}"/>
              </a:ext>
            </a:extLst>
          </p:cNvPr>
          <p:cNvSpPr>
            <a:spLocks noGrp="1"/>
          </p:cNvSpPr>
          <p:nvPr/>
        </p:nvSpPr>
        <p:spPr>
          <a:xfrm>
            <a:off x="787400" y="5308600"/>
            <a:ext cx="482600" cy="698500"/>
          </a:xfrm>
          <a:prstGeom prst="rect">
            <a:avLst/>
          </a:prstGeom>
          <a:noFill/>
        </p:spPr>
        <p:txBody>
          <a:bodyPr wrap="square" lIns="0" tIns="0" rIns="0" bIns="0" anchor="ctr"/>
          <a:lstStyle/>
          <a:p>
            <a:pPr marL="0" indent="0" algn="l">
              <a:lnSpc>
                <a:spcPct val="110000"/>
              </a:lnSpc>
              <a:buNone/>
            </a:pPr>
            <a:r>
              <a:rPr sz="1800" b="1">
                <a:solidFill>
                  <a:srgbClr val="DA1884"/>
                </a:solidFill>
                <a:latin typeface="Arial"/>
                <a:ea typeface="Arial"/>
                <a:cs typeface="Arial"/>
              </a:rPr>
              <a:t>05</a:t>
            </a:r>
            <a:endParaRPr sz="1800"/>
          </a:p>
        </p:txBody>
      </p:sp>
      <p:sp>
        <p:nvSpPr>
          <p:cNvPr id="38" name="Text 34">
            <a:extLst>
              <a:ext uri="{FF2B5EF4-FFF2-40B4-BE49-F238E27FC236}">
                <a16:creationId xmlns:a16="http://schemas.microsoft.com/office/drawing/2014/main" id="{421F3DBF-073A-4768-BD05-7A5F23D88093}"/>
              </a:ext>
            </a:extLst>
          </p:cNvPr>
          <p:cNvSpPr>
            <a:spLocks noGrp="1"/>
          </p:cNvSpPr>
          <p:nvPr/>
        </p:nvSpPr>
        <p:spPr>
          <a:xfrm>
            <a:off x="1397000" y="5308600"/>
            <a:ext cx="2540000" cy="698500"/>
          </a:xfrm>
          <a:prstGeom prst="rect">
            <a:avLst/>
          </a:prstGeom>
          <a:noFill/>
        </p:spPr>
        <p:txBody>
          <a:bodyPr wrap="square" lIns="0" tIns="0" rIns="0" bIns="0" anchor="ctr"/>
          <a:lstStyle/>
          <a:p>
            <a:pPr marL="0" indent="0" algn="l">
              <a:lnSpc>
                <a:spcPct val="110000"/>
              </a:lnSpc>
              <a:buNone/>
            </a:pPr>
            <a:r>
              <a:rPr sz="1300" b="1">
                <a:solidFill>
                  <a:srgbClr val="141414"/>
                </a:solidFill>
                <a:latin typeface="Arial"/>
                <a:ea typeface="Arial"/>
                <a:cs typeface="Arial"/>
              </a:rPr>
              <a:t>Secrets stay server-side</a:t>
            </a:r>
            <a:endParaRPr sz="1300"/>
          </a:p>
        </p:txBody>
      </p:sp>
      <p:sp>
        <p:nvSpPr>
          <p:cNvPr id="39" name="Text 35">
            <a:extLst>
              <a:ext uri="{FF2B5EF4-FFF2-40B4-BE49-F238E27FC236}">
                <a16:creationId xmlns:a16="http://schemas.microsoft.com/office/drawing/2014/main" id="{77BC26EE-AD30-4001-A2F6-BC8F72B606AA}"/>
              </a:ext>
            </a:extLst>
          </p:cNvPr>
          <p:cNvSpPr>
            <a:spLocks noGrp="1"/>
          </p:cNvSpPr>
          <p:nvPr/>
        </p:nvSpPr>
        <p:spPr>
          <a:xfrm>
            <a:off x="4140200" y="5308600"/>
            <a:ext cx="4470400" cy="698500"/>
          </a:xfrm>
          <a:prstGeom prst="rect">
            <a:avLst/>
          </a:prstGeom>
          <a:noFill/>
        </p:spPr>
        <p:txBody>
          <a:bodyPr wrap="square" lIns="0" tIns="0" rIns="0" bIns="0" anchor="ctr"/>
          <a:lstStyle/>
          <a:p>
            <a:pPr marL="0" indent="0" algn="l">
              <a:lnSpc>
                <a:spcPct val="115000"/>
              </a:lnSpc>
              <a:buNone/>
            </a:pPr>
            <a:r>
              <a:rPr sz="1200">
                <a:solidFill>
                  <a:srgbClr val="333333"/>
                </a:solidFill>
                <a:latin typeface="Arial"/>
                <a:ea typeface="Arial"/>
                <a:cs typeface="Arial"/>
              </a:rPr>
              <a:t>Keys and auth headers never reach the browser. Ports bind to loopback.</a:t>
            </a:r>
            <a:endParaRPr sz="1200"/>
          </a:p>
        </p:txBody>
      </p:sp>
      <p:sp>
        <p:nvSpPr>
          <p:cNvPr id="40" name="Text 36">
            <a:extLst>
              <a:ext uri="{FF2B5EF4-FFF2-40B4-BE49-F238E27FC236}">
                <a16:creationId xmlns:a16="http://schemas.microsoft.com/office/drawing/2014/main" id="{BE36CE0D-88F0-49B6-A137-BDCC999D5E07}"/>
              </a:ext>
            </a:extLst>
          </p:cNvPr>
          <p:cNvSpPr>
            <a:spLocks noGrp="1"/>
          </p:cNvSpPr>
          <p:nvPr/>
        </p:nvSpPr>
        <p:spPr>
          <a:xfrm>
            <a:off x="8763000" y="5308600"/>
            <a:ext cx="2667000" cy="698500"/>
          </a:xfrm>
          <a:prstGeom prst="rect">
            <a:avLst/>
          </a:prstGeom>
          <a:noFill/>
        </p:spPr>
        <p:txBody>
          <a:bodyPr wrap="square" lIns="0" tIns="0" rIns="0" bIns="0" anchor="ctr"/>
          <a:lstStyle/>
          <a:p>
            <a:pPr marL="0" indent="0" algn="l">
              <a:lnSpc>
                <a:spcPct val="115000"/>
              </a:lnSpc>
              <a:buNone/>
            </a:pPr>
            <a:r>
              <a:rPr sz="1200" i="1">
                <a:solidFill>
                  <a:srgbClr val="6B6B6B"/>
                </a:solidFill>
                <a:latin typeface="Arial"/>
                <a:ea typeface="Arial"/>
                <a:cs typeface="Arial"/>
              </a:rPr>
              <a:t>Safe local-first defaults</a:t>
            </a:r>
            <a:endParaRPr sz="1200"/>
          </a:p>
        </p:txBody>
      </p:sp>
    </p:spTree>
    <p:extLst>
      <p:ext uri="{BB962C8B-B14F-4D97-AF65-F5344CB8AC3E}">
        <p14:creationId xmlns:p14="http://schemas.microsoft.com/office/powerpoint/2010/main" val="13252905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a:extLst>
              <a:ext uri="{FF2B5EF4-FFF2-40B4-BE49-F238E27FC236}">
                <a16:creationId xmlns:a16="http://schemas.microsoft.com/office/drawing/2014/main" id="{27CD1ABD-36FF-4DEF-96A8-14111852EA46}"/>
              </a:ext>
            </a:extLst>
          </p:cNvPr>
          <p:cNvPicPr>
            <a:picLocks noChangeAspect="1"/>
          </p:cNvPicPr>
          <p:nvPr/>
        </p:nvPicPr>
        <p:blipFill>
          <a:blip r:embed="rId3"/>
          <a:stretch>
            <a:fillRect/>
          </a:stretch>
        </p:blipFill>
        <p:spPr>
          <a:xfrm>
            <a:off x="508000" y="152400"/>
            <a:ext cx="990600" cy="406400"/>
          </a:xfrm>
          <a:prstGeom prst="rect">
            <a:avLst/>
          </a:prstGeom>
        </p:spPr>
      </p:pic>
      <p:sp>
        <p:nvSpPr>
          <p:cNvPr id="3" name="Text 0">
            <a:extLst>
              <a:ext uri="{FF2B5EF4-FFF2-40B4-BE49-F238E27FC236}">
                <a16:creationId xmlns:a16="http://schemas.microsoft.com/office/drawing/2014/main" id="{DD4A6E2C-7300-49FD-8680-657A401E7565}"/>
              </a:ext>
            </a:extLst>
          </p:cNvPr>
          <p:cNvSpPr>
            <a:spLocks noGrp="1"/>
          </p:cNvSpPr>
          <p:nvPr/>
        </p:nvSpPr>
        <p:spPr>
          <a:xfrm>
            <a:off x="3556000" y="406400"/>
            <a:ext cx="5080000" cy="190500"/>
          </a:xfrm>
          <a:prstGeom prst="rect">
            <a:avLst/>
          </a:prstGeom>
          <a:noFill/>
        </p:spPr>
        <p:txBody>
          <a:bodyPr wrap="square" lIns="0" tIns="0" rIns="0" bIns="0" anchor="t"/>
          <a:lstStyle/>
          <a:p>
            <a:pPr marL="0" indent="0" algn="ctr">
              <a:lnSpc>
                <a:spcPct val="110000"/>
              </a:lnSpc>
              <a:buNone/>
            </a:pPr>
            <a:r>
              <a:rPr sz="1000" dirty="0">
                <a:solidFill>
                  <a:srgbClr val="6B6B6B"/>
                </a:solidFill>
                <a:latin typeface="Arial"/>
                <a:ea typeface="Arial"/>
                <a:cs typeface="Arial"/>
              </a:rPr>
              <a:t>Protocol Studio  —  REST · GraphQL · gRPC</a:t>
            </a:r>
            <a:endParaRPr sz="1000" dirty="0"/>
          </a:p>
        </p:txBody>
      </p:sp>
      <p:sp>
        <p:nvSpPr>
          <p:cNvPr id="4" name="Text 1">
            <a:extLst>
              <a:ext uri="{FF2B5EF4-FFF2-40B4-BE49-F238E27FC236}">
                <a16:creationId xmlns:a16="http://schemas.microsoft.com/office/drawing/2014/main" id="{93172DAB-1383-4A71-B5AE-6F56CB4EF813}"/>
              </a:ext>
            </a:extLst>
          </p:cNvPr>
          <p:cNvSpPr>
            <a:spLocks noGrp="1"/>
          </p:cNvSpPr>
          <p:nvPr/>
        </p:nvSpPr>
        <p:spPr>
          <a:xfrm>
            <a:off x="6350000" y="406400"/>
            <a:ext cx="5334000" cy="190500"/>
          </a:xfrm>
          <a:prstGeom prst="rect">
            <a:avLst/>
          </a:prstGeom>
          <a:noFill/>
        </p:spPr>
        <p:txBody>
          <a:bodyPr wrap="square" lIns="0" tIns="0" rIns="0" bIns="0" anchor="t"/>
          <a:lstStyle/>
          <a:p>
            <a:pPr marL="0" indent="0" algn="r">
              <a:lnSpc>
                <a:spcPct val="110000"/>
              </a:lnSpc>
              <a:buNone/>
            </a:pPr>
            <a:r>
              <a:rPr sz="1000" b="1">
                <a:solidFill>
                  <a:srgbClr val="DA1884"/>
                </a:solidFill>
                <a:latin typeface="Arial"/>
                <a:ea typeface="Arial"/>
                <a:cs typeface="Arial"/>
              </a:rPr>
              <a:t>APPENDIX · AI ROUTING</a:t>
            </a:r>
            <a:endParaRPr sz="1000"/>
          </a:p>
        </p:txBody>
      </p:sp>
      <p:sp>
        <p:nvSpPr>
          <p:cNvPr id="5" name="Text 2">
            <a:extLst>
              <a:ext uri="{FF2B5EF4-FFF2-40B4-BE49-F238E27FC236}">
                <a16:creationId xmlns:a16="http://schemas.microsoft.com/office/drawing/2014/main" id="{96E90D5E-8A71-4D24-9711-BCC178F70AC8}"/>
              </a:ext>
            </a:extLst>
          </p:cNvPr>
          <p:cNvSpPr>
            <a:spLocks noGrp="1"/>
          </p:cNvSpPr>
          <p:nvPr/>
        </p:nvSpPr>
        <p:spPr>
          <a:xfrm>
            <a:off x="508000" y="6578600"/>
            <a:ext cx="8890000" cy="177800"/>
          </a:xfrm>
          <a:prstGeom prst="rect">
            <a:avLst/>
          </a:prstGeom>
          <a:noFill/>
        </p:spPr>
        <p:txBody>
          <a:bodyPr wrap="square" lIns="0" tIns="0" rIns="0" bIns="0" anchor="t"/>
          <a:lstStyle/>
          <a:p>
            <a:pPr marL="0" indent="0" algn="l">
              <a:lnSpc>
                <a:spcPct val="110000"/>
              </a:lnSpc>
              <a:buNone/>
            </a:pPr>
            <a:r>
              <a:rPr sz="900">
                <a:solidFill>
                  <a:srgbClr val="9E9E9E"/>
                </a:solidFill>
                <a:latin typeface="Arial"/>
                <a:ea typeface="Arial"/>
                <a:cs typeface="Arial"/>
              </a:rPr>
              <a:t>Insight Proprietary &amp; Confidential.  Do Not Copy or Distribute.  © 2026 Insight.  All Rights Reserved.</a:t>
            </a:r>
            <a:endParaRPr sz="900"/>
          </a:p>
        </p:txBody>
      </p:sp>
      <p:sp>
        <p:nvSpPr>
          <p:cNvPr id="6" name="Text 3">
            <a:extLst>
              <a:ext uri="{FF2B5EF4-FFF2-40B4-BE49-F238E27FC236}">
                <a16:creationId xmlns:a16="http://schemas.microsoft.com/office/drawing/2014/main" id="{51AD27EB-B3C3-4DFE-81C0-4125B1219818}"/>
              </a:ext>
            </a:extLst>
          </p:cNvPr>
          <p:cNvSpPr>
            <a:spLocks noGrp="1"/>
          </p:cNvSpPr>
          <p:nvPr/>
        </p:nvSpPr>
        <p:spPr>
          <a:xfrm>
            <a:off x="10922000" y="6578600"/>
            <a:ext cx="762000" cy="177800"/>
          </a:xfrm>
          <a:prstGeom prst="rect">
            <a:avLst/>
          </a:prstGeom>
          <a:noFill/>
        </p:spPr>
        <p:txBody>
          <a:bodyPr wrap="square" lIns="0" tIns="0" rIns="0" bIns="0" anchor="t"/>
          <a:lstStyle/>
          <a:p>
            <a:pPr marL="0" indent="0" algn="r">
              <a:lnSpc>
                <a:spcPct val="110000"/>
              </a:lnSpc>
              <a:buNone/>
            </a:pPr>
            <a:r>
              <a:rPr sz="900">
                <a:solidFill>
                  <a:srgbClr val="9E9E9E"/>
                </a:solidFill>
                <a:latin typeface="Arial"/>
                <a:ea typeface="Arial"/>
                <a:cs typeface="Arial"/>
              </a:rPr>
              <a:t>30</a:t>
            </a:r>
            <a:endParaRPr sz="900"/>
          </a:p>
        </p:txBody>
      </p:sp>
      <p:sp>
        <p:nvSpPr>
          <p:cNvPr id="7" name="Text 4">
            <a:extLst>
              <a:ext uri="{FF2B5EF4-FFF2-40B4-BE49-F238E27FC236}">
                <a16:creationId xmlns:a16="http://schemas.microsoft.com/office/drawing/2014/main" id="{54130017-F214-41C7-B444-DDE8C7F96802}"/>
              </a:ext>
            </a:extLst>
          </p:cNvPr>
          <p:cNvSpPr>
            <a:spLocks noGrp="1"/>
          </p:cNvSpPr>
          <p:nvPr/>
        </p:nvSpPr>
        <p:spPr>
          <a:xfrm>
            <a:off x="508000" y="889000"/>
            <a:ext cx="11176000" cy="215900"/>
          </a:xfrm>
          <a:prstGeom prst="rect">
            <a:avLst/>
          </a:prstGeom>
          <a:noFill/>
        </p:spPr>
        <p:txBody>
          <a:bodyPr wrap="square" lIns="0" tIns="0" rIns="0" bIns="0" anchor="t"/>
          <a:lstStyle/>
          <a:p>
            <a:pPr marL="0" indent="0" algn="l">
              <a:lnSpc>
                <a:spcPct val="110000"/>
              </a:lnSpc>
              <a:buNone/>
            </a:pPr>
            <a:r>
              <a:rPr sz="1200" b="1">
                <a:solidFill>
                  <a:srgbClr val="DA1884"/>
                </a:solidFill>
                <a:latin typeface="Arial"/>
                <a:ea typeface="Arial"/>
                <a:cs typeface="Arial"/>
              </a:rPr>
              <a:t>MEASURED, NOT PROMISED</a:t>
            </a:r>
            <a:endParaRPr sz="1200"/>
          </a:p>
        </p:txBody>
      </p:sp>
      <p:sp>
        <p:nvSpPr>
          <p:cNvPr id="8" name="Text 5">
            <a:extLst>
              <a:ext uri="{FF2B5EF4-FFF2-40B4-BE49-F238E27FC236}">
                <a16:creationId xmlns:a16="http://schemas.microsoft.com/office/drawing/2014/main" id="{E7891520-3841-41ED-9085-CE34A723788C}"/>
              </a:ext>
            </a:extLst>
          </p:cNvPr>
          <p:cNvSpPr>
            <a:spLocks noGrp="1"/>
          </p:cNvSpPr>
          <p:nvPr/>
        </p:nvSpPr>
        <p:spPr>
          <a:xfrm>
            <a:off x="508000" y="1130300"/>
            <a:ext cx="11176000" cy="482600"/>
          </a:xfrm>
          <a:prstGeom prst="rect">
            <a:avLst/>
          </a:prstGeom>
          <a:noFill/>
        </p:spPr>
        <p:txBody>
          <a:bodyPr wrap="square" lIns="0" tIns="0" rIns="0" bIns="0" anchor="t"/>
          <a:lstStyle/>
          <a:p>
            <a:pPr marL="0" indent="0" algn="l">
              <a:lnSpc>
                <a:spcPct val="110000"/>
              </a:lnSpc>
              <a:buNone/>
            </a:pPr>
            <a:r>
              <a:rPr sz="3000" b="1">
                <a:solidFill>
                  <a:srgbClr val="141414"/>
                </a:solidFill>
                <a:latin typeface="Arial"/>
                <a:ea typeface="Arial"/>
                <a:cs typeface="Arial"/>
              </a:rPr>
              <a:t>What the Router Costs</a:t>
            </a:r>
            <a:endParaRPr sz="3000"/>
          </a:p>
        </p:txBody>
      </p:sp>
      <p:sp>
        <p:nvSpPr>
          <p:cNvPr id="9" name="Text 6">
            <a:extLst>
              <a:ext uri="{FF2B5EF4-FFF2-40B4-BE49-F238E27FC236}">
                <a16:creationId xmlns:a16="http://schemas.microsoft.com/office/drawing/2014/main" id="{FEB99F2D-1690-426E-BEB2-919E83659D89}"/>
              </a:ext>
            </a:extLst>
          </p:cNvPr>
          <p:cNvSpPr>
            <a:spLocks noGrp="1"/>
          </p:cNvSpPr>
          <p:nvPr/>
        </p:nvSpPr>
        <p:spPr>
          <a:xfrm>
            <a:off x="508000" y="1663700"/>
            <a:ext cx="11176000" cy="254000"/>
          </a:xfrm>
          <a:prstGeom prst="rect">
            <a:avLst/>
          </a:prstGeom>
          <a:noFill/>
        </p:spPr>
        <p:txBody>
          <a:bodyPr wrap="square" lIns="0" tIns="0" rIns="0" bIns="0" anchor="t"/>
          <a:lstStyle/>
          <a:p>
            <a:pPr marL="0" indent="0" algn="l">
              <a:lnSpc>
                <a:spcPct val="110000"/>
              </a:lnSpc>
              <a:buNone/>
            </a:pPr>
            <a:r>
              <a:rPr sz="1400">
                <a:solidFill>
                  <a:srgbClr val="6B6B6B"/>
                </a:solidFill>
                <a:latin typeface="Arial"/>
                <a:ea typeface="Arial"/>
                <a:cs typeface="Arial"/>
              </a:rPr>
              <a:t>Historical baseline with the earlier catalog. Warm, sequential runs with native Ollama on Apple Silicon.</a:t>
            </a:r>
            <a:endParaRPr sz="1400"/>
          </a:p>
        </p:txBody>
      </p:sp>
      <p:sp>
        <p:nvSpPr>
          <p:cNvPr id="11" name="Shape 7">
            <a:extLst>
              <a:ext uri="{FF2B5EF4-FFF2-40B4-BE49-F238E27FC236}">
                <a16:creationId xmlns:a16="http://schemas.microsoft.com/office/drawing/2014/main" id="{4EB0AD1E-3674-4F22-9927-FB27C35425D2}"/>
              </a:ext>
            </a:extLst>
          </p:cNvPr>
          <p:cNvSpPr>
            <a:spLocks noGrp="1"/>
          </p:cNvSpPr>
          <p:nvPr/>
        </p:nvSpPr>
        <p:spPr>
          <a:xfrm>
            <a:off x="508000" y="2159000"/>
            <a:ext cx="3587750" cy="15494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12" name="Shape 8">
            <a:extLst>
              <a:ext uri="{FF2B5EF4-FFF2-40B4-BE49-F238E27FC236}">
                <a16:creationId xmlns:a16="http://schemas.microsoft.com/office/drawing/2014/main" id="{89F88EE6-CBD4-4260-B10A-C864AF57632D}"/>
              </a:ext>
            </a:extLst>
          </p:cNvPr>
          <p:cNvSpPr>
            <a:spLocks noGrp="1"/>
          </p:cNvSpPr>
          <p:nvPr/>
        </p:nvSpPr>
        <p:spPr>
          <a:xfrm>
            <a:off x="508000" y="2159000"/>
            <a:ext cx="3587750" cy="50800"/>
          </a:xfrm>
          <a:prstGeom prst="rect">
            <a:avLst/>
          </a:prstGeom>
          <a:solidFill>
            <a:srgbClr val="DA1884"/>
          </a:solidFill>
        </p:spPr>
        <p:txBody>
          <a:bodyPr/>
          <a:lstStyle/>
          <a:p>
            <a:endParaRPr/>
          </a:p>
        </p:txBody>
      </p:sp>
      <p:sp>
        <p:nvSpPr>
          <p:cNvPr id="13" name="Text 9">
            <a:extLst>
              <a:ext uri="{FF2B5EF4-FFF2-40B4-BE49-F238E27FC236}">
                <a16:creationId xmlns:a16="http://schemas.microsoft.com/office/drawing/2014/main" id="{AA29B48B-595E-4114-8CC1-43FF38BFF862}"/>
              </a:ext>
            </a:extLst>
          </p:cNvPr>
          <p:cNvSpPr>
            <a:spLocks noGrp="1"/>
          </p:cNvSpPr>
          <p:nvPr/>
        </p:nvSpPr>
        <p:spPr>
          <a:xfrm>
            <a:off x="736600" y="2349500"/>
            <a:ext cx="3130550" cy="215900"/>
          </a:xfrm>
          <a:prstGeom prst="rect">
            <a:avLst/>
          </a:prstGeom>
          <a:noFill/>
        </p:spPr>
        <p:txBody>
          <a:bodyPr wrap="square" lIns="0" tIns="0" rIns="0" bIns="0" anchor="t"/>
          <a:lstStyle/>
          <a:p>
            <a:pPr marL="0" indent="0" algn="l">
              <a:lnSpc>
                <a:spcPct val="110000"/>
              </a:lnSpc>
              <a:buNone/>
            </a:pPr>
            <a:r>
              <a:rPr sz="1200" b="1">
                <a:solidFill>
                  <a:srgbClr val="DA1884"/>
                </a:solidFill>
                <a:latin typeface="Arial"/>
                <a:ea typeface="Arial"/>
                <a:cs typeface="Arial"/>
              </a:rPr>
              <a:t>REST</a:t>
            </a:r>
            <a:endParaRPr sz="1200"/>
          </a:p>
        </p:txBody>
      </p:sp>
      <p:sp>
        <p:nvSpPr>
          <p:cNvPr id="14" name="Text 10">
            <a:extLst>
              <a:ext uri="{FF2B5EF4-FFF2-40B4-BE49-F238E27FC236}">
                <a16:creationId xmlns:a16="http://schemas.microsoft.com/office/drawing/2014/main" id="{606CE8FA-BA28-46F5-9953-3C2CC5B73A06}"/>
              </a:ext>
            </a:extLst>
          </p:cNvPr>
          <p:cNvSpPr>
            <a:spLocks noGrp="1"/>
          </p:cNvSpPr>
          <p:nvPr/>
        </p:nvSpPr>
        <p:spPr>
          <a:xfrm>
            <a:off x="736600" y="2616200"/>
            <a:ext cx="3130550" cy="635000"/>
          </a:xfrm>
          <a:prstGeom prst="rect">
            <a:avLst/>
          </a:prstGeom>
          <a:noFill/>
        </p:spPr>
        <p:txBody>
          <a:bodyPr wrap="square" lIns="0" tIns="0" rIns="0" bIns="0" anchor="ctr"/>
          <a:lstStyle/>
          <a:p>
            <a:pPr marL="0" indent="0" algn="l">
              <a:lnSpc>
                <a:spcPct val="110000"/>
              </a:lnSpc>
              <a:buNone/>
            </a:pPr>
            <a:r>
              <a:rPr sz="4000" b="1">
                <a:solidFill>
                  <a:srgbClr val="141414"/>
                </a:solidFill>
                <a:latin typeface="Arial"/>
                <a:ea typeface="Arial"/>
                <a:cs typeface="Arial"/>
              </a:rPr>
              <a:t>1.11 s</a:t>
            </a:r>
            <a:endParaRPr sz="4000"/>
          </a:p>
        </p:txBody>
      </p:sp>
      <p:sp>
        <p:nvSpPr>
          <p:cNvPr id="15" name="Text 11">
            <a:extLst>
              <a:ext uri="{FF2B5EF4-FFF2-40B4-BE49-F238E27FC236}">
                <a16:creationId xmlns:a16="http://schemas.microsoft.com/office/drawing/2014/main" id="{32765C5A-F4A2-40C9-844E-11AB5676E133}"/>
              </a:ext>
            </a:extLst>
          </p:cNvPr>
          <p:cNvSpPr>
            <a:spLocks noGrp="1"/>
          </p:cNvSpPr>
          <p:nvPr/>
        </p:nvSpPr>
        <p:spPr>
          <a:xfrm>
            <a:off x="736600" y="3327400"/>
            <a:ext cx="3130550" cy="215900"/>
          </a:xfrm>
          <a:prstGeom prst="rect">
            <a:avLst/>
          </a:prstGeom>
          <a:noFill/>
        </p:spPr>
        <p:txBody>
          <a:bodyPr wrap="square" lIns="0" tIns="0" rIns="0" bIns="0" anchor="t"/>
          <a:lstStyle/>
          <a:p>
            <a:pPr marL="0" indent="0" algn="l">
              <a:lnSpc>
                <a:spcPct val="110000"/>
              </a:lnSpc>
              <a:buNone/>
            </a:pPr>
            <a:r>
              <a:rPr sz="1200">
                <a:solidFill>
                  <a:srgbClr val="6B6B6B"/>
                </a:solidFill>
                <a:latin typeface="Arial"/>
                <a:ea typeface="Arial"/>
                <a:cs typeface="Arial"/>
              </a:rPr>
              <a:t>median complete response</a:t>
            </a:r>
            <a:endParaRPr sz="1200"/>
          </a:p>
        </p:txBody>
      </p:sp>
      <p:sp>
        <p:nvSpPr>
          <p:cNvPr id="16" name="Shape 12">
            <a:extLst>
              <a:ext uri="{FF2B5EF4-FFF2-40B4-BE49-F238E27FC236}">
                <a16:creationId xmlns:a16="http://schemas.microsoft.com/office/drawing/2014/main" id="{FC722FB4-4D4C-4BCE-888B-3262714ADA6E}"/>
              </a:ext>
            </a:extLst>
          </p:cNvPr>
          <p:cNvSpPr>
            <a:spLocks noGrp="1"/>
          </p:cNvSpPr>
          <p:nvPr/>
        </p:nvSpPr>
        <p:spPr>
          <a:xfrm>
            <a:off x="4298950" y="2159000"/>
            <a:ext cx="3587750" cy="15494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17" name="Shape 13">
            <a:extLst>
              <a:ext uri="{FF2B5EF4-FFF2-40B4-BE49-F238E27FC236}">
                <a16:creationId xmlns:a16="http://schemas.microsoft.com/office/drawing/2014/main" id="{B8D69AA5-B6AC-41CA-83DB-550E47277087}"/>
              </a:ext>
            </a:extLst>
          </p:cNvPr>
          <p:cNvSpPr>
            <a:spLocks noGrp="1"/>
          </p:cNvSpPr>
          <p:nvPr/>
        </p:nvSpPr>
        <p:spPr>
          <a:xfrm>
            <a:off x="4298950" y="2159000"/>
            <a:ext cx="3587750" cy="50800"/>
          </a:xfrm>
          <a:prstGeom prst="rect">
            <a:avLst/>
          </a:prstGeom>
          <a:solidFill>
            <a:srgbClr val="DA1884"/>
          </a:solidFill>
        </p:spPr>
        <p:txBody>
          <a:bodyPr/>
          <a:lstStyle/>
          <a:p>
            <a:endParaRPr/>
          </a:p>
        </p:txBody>
      </p:sp>
      <p:sp>
        <p:nvSpPr>
          <p:cNvPr id="18" name="Text 14">
            <a:extLst>
              <a:ext uri="{FF2B5EF4-FFF2-40B4-BE49-F238E27FC236}">
                <a16:creationId xmlns:a16="http://schemas.microsoft.com/office/drawing/2014/main" id="{05F55FF6-7B52-4B8C-800B-69C9DD4CC4DE}"/>
              </a:ext>
            </a:extLst>
          </p:cNvPr>
          <p:cNvSpPr>
            <a:spLocks noGrp="1"/>
          </p:cNvSpPr>
          <p:nvPr/>
        </p:nvSpPr>
        <p:spPr>
          <a:xfrm>
            <a:off x="4527550" y="2349500"/>
            <a:ext cx="3130550" cy="215900"/>
          </a:xfrm>
          <a:prstGeom prst="rect">
            <a:avLst/>
          </a:prstGeom>
          <a:noFill/>
        </p:spPr>
        <p:txBody>
          <a:bodyPr wrap="square" lIns="0" tIns="0" rIns="0" bIns="0" anchor="t"/>
          <a:lstStyle/>
          <a:p>
            <a:pPr marL="0" indent="0" algn="l">
              <a:lnSpc>
                <a:spcPct val="110000"/>
              </a:lnSpc>
              <a:buNone/>
            </a:pPr>
            <a:r>
              <a:rPr sz="1200" b="1">
                <a:solidFill>
                  <a:srgbClr val="DA1884"/>
                </a:solidFill>
                <a:latin typeface="Arial"/>
                <a:ea typeface="Arial"/>
                <a:cs typeface="Arial"/>
              </a:rPr>
              <a:t>GRAPHQL</a:t>
            </a:r>
            <a:endParaRPr sz="1200"/>
          </a:p>
        </p:txBody>
      </p:sp>
      <p:sp>
        <p:nvSpPr>
          <p:cNvPr id="19" name="Text 15">
            <a:extLst>
              <a:ext uri="{FF2B5EF4-FFF2-40B4-BE49-F238E27FC236}">
                <a16:creationId xmlns:a16="http://schemas.microsoft.com/office/drawing/2014/main" id="{27520F4C-2893-42DE-AA16-A4181237728E}"/>
              </a:ext>
            </a:extLst>
          </p:cNvPr>
          <p:cNvSpPr>
            <a:spLocks noGrp="1"/>
          </p:cNvSpPr>
          <p:nvPr/>
        </p:nvSpPr>
        <p:spPr>
          <a:xfrm>
            <a:off x="4527550" y="2616200"/>
            <a:ext cx="3130550" cy="635000"/>
          </a:xfrm>
          <a:prstGeom prst="rect">
            <a:avLst/>
          </a:prstGeom>
          <a:noFill/>
        </p:spPr>
        <p:txBody>
          <a:bodyPr wrap="square" lIns="0" tIns="0" rIns="0" bIns="0" anchor="ctr"/>
          <a:lstStyle/>
          <a:p>
            <a:pPr marL="0" indent="0" algn="l">
              <a:lnSpc>
                <a:spcPct val="110000"/>
              </a:lnSpc>
              <a:buNone/>
            </a:pPr>
            <a:r>
              <a:rPr sz="4000" b="1">
                <a:solidFill>
                  <a:srgbClr val="141414"/>
                </a:solidFill>
                <a:latin typeface="Arial"/>
                <a:ea typeface="Arial"/>
                <a:cs typeface="Arial"/>
              </a:rPr>
              <a:t>1.26 s</a:t>
            </a:r>
            <a:endParaRPr sz="4000"/>
          </a:p>
        </p:txBody>
      </p:sp>
      <p:sp>
        <p:nvSpPr>
          <p:cNvPr id="20" name="Text 16">
            <a:extLst>
              <a:ext uri="{FF2B5EF4-FFF2-40B4-BE49-F238E27FC236}">
                <a16:creationId xmlns:a16="http://schemas.microsoft.com/office/drawing/2014/main" id="{E41A5137-B4B4-4B64-8567-7BB68CA428FD}"/>
              </a:ext>
            </a:extLst>
          </p:cNvPr>
          <p:cNvSpPr>
            <a:spLocks noGrp="1"/>
          </p:cNvSpPr>
          <p:nvPr/>
        </p:nvSpPr>
        <p:spPr>
          <a:xfrm>
            <a:off x="4527550" y="3327400"/>
            <a:ext cx="3130550" cy="215900"/>
          </a:xfrm>
          <a:prstGeom prst="rect">
            <a:avLst/>
          </a:prstGeom>
          <a:noFill/>
        </p:spPr>
        <p:txBody>
          <a:bodyPr wrap="square" lIns="0" tIns="0" rIns="0" bIns="0" anchor="t"/>
          <a:lstStyle/>
          <a:p>
            <a:pPr marL="0" indent="0" algn="l">
              <a:lnSpc>
                <a:spcPct val="110000"/>
              </a:lnSpc>
              <a:buNone/>
            </a:pPr>
            <a:r>
              <a:rPr sz="1200">
                <a:solidFill>
                  <a:srgbClr val="6B6B6B"/>
                </a:solidFill>
                <a:latin typeface="Arial"/>
                <a:ea typeface="Arial"/>
                <a:cs typeface="Arial"/>
              </a:rPr>
              <a:t>median complete response</a:t>
            </a:r>
            <a:endParaRPr sz="1200"/>
          </a:p>
        </p:txBody>
      </p:sp>
      <p:sp>
        <p:nvSpPr>
          <p:cNvPr id="21" name="Shape 17">
            <a:extLst>
              <a:ext uri="{FF2B5EF4-FFF2-40B4-BE49-F238E27FC236}">
                <a16:creationId xmlns:a16="http://schemas.microsoft.com/office/drawing/2014/main" id="{E9B03E46-A7E0-4E2D-BCB7-D4F235CDAB36}"/>
              </a:ext>
            </a:extLst>
          </p:cNvPr>
          <p:cNvSpPr>
            <a:spLocks noGrp="1"/>
          </p:cNvSpPr>
          <p:nvPr/>
        </p:nvSpPr>
        <p:spPr>
          <a:xfrm>
            <a:off x="8089900" y="2159000"/>
            <a:ext cx="3587750" cy="1549400"/>
          </a:xfrm>
          <a:prstGeom prst="rect">
            <a:avLst/>
          </a:prstGeom>
          <a:solidFill>
            <a:srgbClr val="F4F4F4"/>
          </a:solidFill>
          <a:effectLst>
            <a:outerShdw blurRad="50800" dist="25400" dir="5400000" algn="bl" rotWithShape="0">
              <a:srgbClr val="000000">
                <a:alpha val="18000"/>
              </a:srgbClr>
            </a:outerShdw>
          </a:effectLst>
        </p:spPr>
        <p:txBody>
          <a:bodyPr/>
          <a:lstStyle/>
          <a:p>
            <a:endParaRPr/>
          </a:p>
        </p:txBody>
      </p:sp>
      <p:sp>
        <p:nvSpPr>
          <p:cNvPr id="22" name="Shape 18">
            <a:extLst>
              <a:ext uri="{FF2B5EF4-FFF2-40B4-BE49-F238E27FC236}">
                <a16:creationId xmlns:a16="http://schemas.microsoft.com/office/drawing/2014/main" id="{FB8BB179-73C0-4F88-BDC6-A7F7CB992C66}"/>
              </a:ext>
            </a:extLst>
          </p:cNvPr>
          <p:cNvSpPr>
            <a:spLocks noGrp="1"/>
          </p:cNvSpPr>
          <p:nvPr/>
        </p:nvSpPr>
        <p:spPr>
          <a:xfrm>
            <a:off x="8089900" y="2159000"/>
            <a:ext cx="3587750" cy="50800"/>
          </a:xfrm>
          <a:prstGeom prst="rect">
            <a:avLst/>
          </a:prstGeom>
          <a:solidFill>
            <a:srgbClr val="DA1884"/>
          </a:solidFill>
        </p:spPr>
        <p:txBody>
          <a:bodyPr/>
          <a:lstStyle/>
          <a:p>
            <a:endParaRPr/>
          </a:p>
        </p:txBody>
      </p:sp>
      <p:sp>
        <p:nvSpPr>
          <p:cNvPr id="23" name="Text 19">
            <a:extLst>
              <a:ext uri="{FF2B5EF4-FFF2-40B4-BE49-F238E27FC236}">
                <a16:creationId xmlns:a16="http://schemas.microsoft.com/office/drawing/2014/main" id="{42D26352-AEEF-4DDF-8ABC-8249AC0DD910}"/>
              </a:ext>
            </a:extLst>
          </p:cNvPr>
          <p:cNvSpPr>
            <a:spLocks noGrp="1"/>
          </p:cNvSpPr>
          <p:nvPr/>
        </p:nvSpPr>
        <p:spPr>
          <a:xfrm>
            <a:off x="8318500" y="2349500"/>
            <a:ext cx="3130550" cy="215900"/>
          </a:xfrm>
          <a:prstGeom prst="rect">
            <a:avLst/>
          </a:prstGeom>
          <a:noFill/>
        </p:spPr>
        <p:txBody>
          <a:bodyPr wrap="square" lIns="0" tIns="0" rIns="0" bIns="0" anchor="t"/>
          <a:lstStyle/>
          <a:p>
            <a:pPr marL="0" indent="0" algn="l">
              <a:lnSpc>
                <a:spcPct val="110000"/>
              </a:lnSpc>
              <a:buNone/>
            </a:pPr>
            <a:r>
              <a:rPr sz="1200" b="1" dirty="0">
                <a:solidFill>
                  <a:srgbClr val="DA1884"/>
                </a:solidFill>
                <a:latin typeface="Arial"/>
                <a:ea typeface="Arial"/>
                <a:cs typeface="Arial"/>
              </a:rPr>
              <a:t>GRPC</a:t>
            </a:r>
            <a:endParaRPr sz="1200" dirty="0"/>
          </a:p>
        </p:txBody>
      </p:sp>
      <p:sp>
        <p:nvSpPr>
          <p:cNvPr id="24" name="Text 20">
            <a:extLst>
              <a:ext uri="{FF2B5EF4-FFF2-40B4-BE49-F238E27FC236}">
                <a16:creationId xmlns:a16="http://schemas.microsoft.com/office/drawing/2014/main" id="{DA6B6A92-1963-457C-8E48-5B9D1D472924}"/>
              </a:ext>
            </a:extLst>
          </p:cNvPr>
          <p:cNvSpPr>
            <a:spLocks noGrp="1"/>
          </p:cNvSpPr>
          <p:nvPr/>
        </p:nvSpPr>
        <p:spPr>
          <a:xfrm>
            <a:off x="8318500" y="2616200"/>
            <a:ext cx="3130550" cy="635000"/>
          </a:xfrm>
          <a:prstGeom prst="rect">
            <a:avLst/>
          </a:prstGeom>
          <a:noFill/>
        </p:spPr>
        <p:txBody>
          <a:bodyPr wrap="square" lIns="0" tIns="0" rIns="0" bIns="0" anchor="ctr"/>
          <a:lstStyle/>
          <a:p>
            <a:pPr marL="0" indent="0" algn="l">
              <a:lnSpc>
                <a:spcPct val="110000"/>
              </a:lnSpc>
              <a:buNone/>
            </a:pPr>
            <a:r>
              <a:rPr sz="4000" b="1">
                <a:solidFill>
                  <a:srgbClr val="141414"/>
                </a:solidFill>
                <a:latin typeface="Arial"/>
                <a:ea typeface="Arial"/>
                <a:cs typeface="Arial"/>
              </a:rPr>
              <a:t>1.86 s</a:t>
            </a:r>
            <a:endParaRPr sz="4000"/>
          </a:p>
        </p:txBody>
      </p:sp>
      <p:sp>
        <p:nvSpPr>
          <p:cNvPr id="25" name="Text 21">
            <a:extLst>
              <a:ext uri="{FF2B5EF4-FFF2-40B4-BE49-F238E27FC236}">
                <a16:creationId xmlns:a16="http://schemas.microsoft.com/office/drawing/2014/main" id="{BB124006-21FA-4554-A96A-4A52D07D15E6}"/>
              </a:ext>
            </a:extLst>
          </p:cNvPr>
          <p:cNvSpPr>
            <a:spLocks noGrp="1"/>
          </p:cNvSpPr>
          <p:nvPr/>
        </p:nvSpPr>
        <p:spPr>
          <a:xfrm>
            <a:off x="8318500" y="3327400"/>
            <a:ext cx="3130550" cy="215900"/>
          </a:xfrm>
          <a:prstGeom prst="rect">
            <a:avLst/>
          </a:prstGeom>
          <a:noFill/>
        </p:spPr>
        <p:txBody>
          <a:bodyPr wrap="square" lIns="0" tIns="0" rIns="0" bIns="0" anchor="t"/>
          <a:lstStyle/>
          <a:p>
            <a:pPr marL="0" indent="0" algn="l">
              <a:lnSpc>
                <a:spcPct val="110000"/>
              </a:lnSpc>
              <a:buNone/>
            </a:pPr>
            <a:r>
              <a:rPr sz="1200">
                <a:solidFill>
                  <a:srgbClr val="6B6B6B"/>
                </a:solidFill>
                <a:latin typeface="Arial"/>
                <a:ea typeface="Arial"/>
                <a:cs typeface="Arial"/>
              </a:rPr>
              <a:t>includes three streamed snapshots</a:t>
            </a:r>
            <a:endParaRPr sz="1200"/>
          </a:p>
        </p:txBody>
      </p:sp>
      <p:sp>
        <p:nvSpPr>
          <p:cNvPr id="26" name="Text 22">
            <a:extLst>
              <a:ext uri="{FF2B5EF4-FFF2-40B4-BE49-F238E27FC236}">
                <a16:creationId xmlns:a16="http://schemas.microsoft.com/office/drawing/2014/main" id="{8DC2CCC9-69B3-469E-A3A1-7D5E10A074BA}"/>
              </a:ext>
            </a:extLst>
          </p:cNvPr>
          <p:cNvSpPr>
            <a:spLocks noGrp="1"/>
          </p:cNvSpPr>
          <p:nvPr/>
        </p:nvSpPr>
        <p:spPr>
          <a:xfrm>
            <a:off x="508000" y="3911600"/>
            <a:ext cx="11176000" cy="215900"/>
          </a:xfrm>
          <a:prstGeom prst="rect">
            <a:avLst/>
          </a:prstGeom>
          <a:noFill/>
        </p:spPr>
        <p:txBody>
          <a:bodyPr wrap="square" lIns="0" tIns="0" rIns="0" bIns="0" anchor="ctr"/>
          <a:lstStyle/>
          <a:p>
            <a:pPr marL="0" indent="0">
              <a:buNone/>
            </a:pPr>
            <a:r>
              <a:rPr sz="1200" b="1">
                <a:solidFill>
                  <a:srgbClr val="DA1884"/>
                </a:solidFill>
                <a:latin typeface="Arial"/>
                <a:ea typeface="Arial"/>
                <a:cs typeface="Arial"/>
              </a:rPr>
              <a:t>■ Routing (model)</a:t>
            </a:r>
            <a:r>
              <a:rPr sz="1200" b="1">
                <a:solidFill>
                  <a:srgbClr val="6B6B6B"/>
                </a:solidFill>
                <a:latin typeface="Arial"/>
                <a:ea typeface="Arial"/>
                <a:cs typeface="Arial"/>
              </a:rPr>
              <a:t>     ■ Protocol execution</a:t>
            </a:r>
            <a:r>
              <a:rPr sz="1200">
                <a:solidFill>
                  <a:srgbClr val="6B6B6B"/>
                </a:solidFill>
                <a:latin typeface="Arial"/>
                <a:ea typeface="Arial"/>
                <a:cs typeface="Arial"/>
              </a:rPr>
              <a:t>     (round 3 sample)</a:t>
            </a:r>
            <a:endParaRPr sz="1200"/>
          </a:p>
        </p:txBody>
      </p:sp>
      <p:sp>
        <p:nvSpPr>
          <p:cNvPr id="27" name="Text 23">
            <a:extLst>
              <a:ext uri="{FF2B5EF4-FFF2-40B4-BE49-F238E27FC236}">
                <a16:creationId xmlns:a16="http://schemas.microsoft.com/office/drawing/2014/main" id="{CBD621E4-E852-4032-888D-F70CFB270318}"/>
              </a:ext>
            </a:extLst>
          </p:cNvPr>
          <p:cNvSpPr>
            <a:spLocks noGrp="1"/>
          </p:cNvSpPr>
          <p:nvPr/>
        </p:nvSpPr>
        <p:spPr>
          <a:xfrm>
            <a:off x="508000" y="4229100"/>
            <a:ext cx="952500" cy="254000"/>
          </a:xfrm>
          <a:prstGeom prst="rect">
            <a:avLst/>
          </a:prstGeom>
          <a:noFill/>
        </p:spPr>
        <p:txBody>
          <a:bodyPr wrap="square" lIns="0" tIns="0" rIns="0" bIns="0" anchor="ctr"/>
          <a:lstStyle/>
          <a:p>
            <a:pPr marL="0" indent="0" algn="l">
              <a:lnSpc>
                <a:spcPct val="110000"/>
              </a:lnSpc>
              <a:buNone/>
            </a:pPr>
            <a:r>
              <a:rPr sz="1200" b="1">
                <a:solidFill>
                  <a:srgbClr val="141414"/>
                </a:solidFill>
                <a:latin typeface="Arial"/>
                <a:ea typeface="Arial"/>
                <a:cs typeface="Arial"/>
              </a:rPr>
              <a:t>REST</a:t>
            </a:r>
            <a:endParaRPr sz="1200"/>
          </a:p>
        </p:txBody>
      </p:sp>
      <p:sp>
        <p:nvSpPr>
          <p:cNvPr id="28" name="Shape 24">
            <a:extLst>
              <a:ext uri="{FF2B5EF4-FFF2-40B4-BE49-F238E27FC236}">
                <a16:creationId xmlns:a16="http://schemas.microsoft.com/office/drawing/2014/main" id="{DBE286C9-C95B-46A3-8B23-5B42EDA6CFB5}"/>
              </a:ext>
            </a:extLst>
          </p:cNvPr>
          <p:cNvSpPr>
            <a:spLocks noGrp="1"/>
          </p:cNvSpPr>
          <p:nvPr/>
        </p:nvSpPr>
        <p:spPr>
          <a:xfrm>
            <a:off x="1612900" y="4229100"/>
            <a:ext cx="3606800" cy="254000"/>
          </a:xfrm>
          <a:prstGeom prst="rect">
            <a:avLst/>
          </a:prstGeom>
          <a:solidFill>
            <a:srgbClr val="DA1884"/>
          </a:solidFill>
        </p:spPr>
        <p:txBody>
          <a:bodyPr/>
          <a:lstStyle/>
          <a:p>
            <a:endParaRPr/>
          </a:p>
        </p:txBody>
      </p:sp>
      <p:sp>
        <p:nvSpPr>
          <p:cNvPr id="29" name="Shape 25">
            <a:extLst>
              <a:ext uri="{FF2B5EF4-FFF2-40B4-BE49-F238E27FC236}">
                <a16:creationId xmlns:a16="http://schemas.microsoft.com/office/drawing/2014/main" id="{B7A6CD35-324A-49C0-BA59-730FA764210B}"/>
              </a:ext>
            </a:extLst>
          </p:cNvPr>
          <p:cNvSpPr>
            <a:spLocks noGrp="1"/>
          </p:cNvSpPr>
          <p:nvPr/>
        </p:nvSpPr>
        <p:spPr>
          <a:xfrm>
            <a:off x="5219700" y="4229100"/>
            <a:ext cx="25400" cy="254000"/>
          </a:xfrm>
          <a:prstGeom prst="rect">
            <a:avLst/>
          </a:prstGeom>
          <a:solidFill>
            <a:srgbClr val="6B6B6B"/>
          </a:solidFill>
        </p:spPr>
        <p:txBody>
          <a:bodyPr/>
          <a:lstStyle/>
          <a:p>
            <a:endParaRPr/>
          </a:p>
        </p:txBody>
      </p:sp>
      <p:sp>
        <p:nvSpPr>
          <p:cNvPr id="30" name="Text 26">
            <a:extLst>
              <a:ext uri="{FF2B5EF4-FFF2-40B4-BE49-F238E27FC236}">
                <a16:creationId xmlns:a16="http://schemas.microsoft.com/office/drawing/2014/main" id="{5344CA83-2EB4-4286-A0BF-98C51DFDBBE1}"/>
              </a:ext>
            </a:extLst>
          </p:cNvPr>
          <p:cNvSpPr>
            <a:spLocks noGrp="1"/>
          </p:cNvSpPr>
          <p:nvPr/>
        </p:nvSpPr>
        <p:spPr>
          <a:xfrm>
            <a:off x="5397500" y="4229100"/>
            <a:ext cx="3810000" cy="254000"/>
          </a:xfrm>
          <a:prstGeom prst="rect">
            <a:avLst/>
          </a:prstGeom>
          <a:noFill/>
        </p:spPr>
        <p:txBody>
          <a:bodyPr wrap="square" lIns="0" tIns="0" rIns="0" bIns="0" anchor="ctr"/>
          <a:lstStyle/>
          <a:p>
            <a:pPr marL="0" indent="0" algn="l">
              <a:lnSpc>
                <a:spcPct val="110000"/>
              </a:lnSpc>
              <a:buNone/>
            </a:pPr>
            <a:r>
              <a:rPr sz="1200">
                <a:solidFill>
                  <a:srgbClr val="333333"/>
                </a:solidFill>
                <a:latin typeface="Arial"/>
                <a:ea typeface="Arial"/>
                <a:cs typeface="Arial"/>
              </a:rPr>
              <a:t>1,093 ms routing + 4 ms protocol</a:t>
            </a:r>
            <a:endParaRPr sz="1200"/>
          </a:p>
        </p:txBody>
      </p:sp>
      <p:sp>
        <p:nvSpPr>
          <p:cNvPr id="31" name="Text 27">
            <a:extLst>
              <a:ext uri="{FF2B5EF4-FFF2-40B4-BE49-F238E27FC236}">
                <a16:creationId xmlns:a16="http://schemas.microsoft.com/office/drawing/2014/main" id="{D4A65D30-D43E-414D-AC65-76CD421501CD}"/>
              </a:ext>
            </a:extLst>
          </p:cNvPr>
          <p:cNvSpPr>
            <a:spLocks noGrp="1"/>
          </p:cNvSpPr>
          <p:nvPr/>
        </p:nvSpPr>
        <p:spPr>
          <a:xfrm>
            <a:off x="508000" y="4597400"/>
            <a:ext cx="952500" cy="254000"/>
          </a:xfrm>
          <a:prstGeom prst="rect">
            <a:avLst/>
          </a:prstGeom>
          <a:noFill/>
        </p:spPr>
        <p:txBody>
          <a:bodyPr wrap="square" lIns="0" tIns="0" rIns="0" bIns="0" anchor="ctr"/>
          <a:lstStyle/>
          <a:p>
            <a:pPr marL="0" indent="0" algn="l">
              <a:lnSpc>
                <a:spcPct val="110000"/>
              </a:lnSpc>
              <a:buNone/>
            </a:pPr>
            <a:r>
              <a:rPr sz="1200" b="1">
                <a:solidFill>
                  <a:srgbClr val="141414"/>
                </a:solidFill>
                <a:latin typeface="Arial"/>
                <a:ea typeface="Arial"/>
                <a:cs typeface="Arial"/>
              </a:rPr>
              <a:t>GraphQL</a:t>
            </a:r>
            <a:endParaRPr sz="1200"/>
          </a:p>
        </p:txBody>
      </p:sp>
      <p:sp>
        <p:nvSpPr>
          <p:cNvPr id="32" name="Shape 28">
            <a:extLst>
              <a:ext uri="{FF2B5EF4-FFF2-40B4-BE49-F238E27FC236}">
                <a16:creationId xmlns:a16="http://schemas.microsoft.com/office/drawing/2014/main" id="{E1B6BAC4-2216-4C14-9D1B-085E256BD8AC}"/>
              </a:ext>
            </a:extLst>
          </p:cNvPr>
          <p:cNvSpPr>
            <a:spLocks noGrp="1"/>
          </p:cNvSpPr>
          <p:nvPr/>
        </p:nvSpPr>
        <p:spPr>
          <a:xfrm>
            <a:off x="1612900" y="4597400"/>
            <a:ext cx="4095750" cy="254000"/>
          </a:xfrm>
          <a:prstGeom prst="rect">
            <a:avLst/>
          </a:prstGeom>
          <a:solidFill>
            <a:srgbClr val="DA1884"/>
          </a:solidFill>
        </p:spPr>
        <p:txBody>
          <a:bodyPr/>
          <a:lstStyle/>
          <a:p>
            <a:endParaRPr/>
          </a:p>
        </p:txBody>
      </p:sp>
      <p:sp>
        <p:nvSpPr>
          <p:cNvPr id="33" name="Shape 29">
            <a:extLst>
              <a:ext uri="{FF2B5EF4-FFF2-40B4-BE49-F238E27FC236}">
                <a16:creationId xmlns:a16="http://schemas.microsoft.com/office/drawing/2014/main" id="{F402B9F7-E823-4BFC-9F65-500BCB300164}"/>
              </a:ext>
            </a:extLst>
          </p:cNvPr>
          <p:cNvSpPr>
            <a:spLocks noGrp="1"/>
          </p:cNvSpPr>
          <p:nvPr/>
        </p:nvSpPr>
        <p:spPr>
          <a:xfrm>
            <a:off x="5708650" y="4597400"/>
            <a:ext cx="25400" cy="254000"/>
          </a:xfrm>
          <a:prstGeom prst="rect">
            <a:avLst/>
          </a:prstGeom>
          <a:solidFill>
            <a:srgbClr val="6B6B6B"/>
          </a:solidFill>
        </p:spPr>
        <p:txBody>
          <a:bodyPr/>
          <a:lstStyle/>
          <a:p>
            <a:endParaRPr/>
          </a:p>
        </p:txBody>
      </p:sp>
      <p:sp>
        <p:nvSpPr>
          <p:cNvPr id="34" name="Text 30">
            <a:extLst>
              <a:ext uri="{FF2B5EF4-FFF2-40B4-BE49-F238E27FC236}">
                <a16:creationId xmlns:a16="http://schemas.microsoft.com/office/drawing/2014/main" id="{D4DAF64D-21BC-4551-8D07-7777CCCCE7DE}"/>
              </a:ext>
            </a:extLst>
          </p:cNvPr>
          <p:cNvSpPr>
            <a:spLocks noGrp="1"/>
          </p:cNvSpPr>
          <p:nvPr/>
        </p:nvSpPr>
        <p:spPr>
          <a:xfrm>
            <a:off x="5886450" y="4597400"/>
            <a:ext cx="3810000" cy="254000"/>
          </a:xfrm>
          <a:prstGeom prst="rect">
            <a:avLst/>
          </a:prstGeom>
          <a:noFill/>
        </p:spPr>
        <p:txBody>
          <a:bodyPr wrap="square" lIns="0" tIns="0" rIns="0" bIns="0" anchor="ctr"/>
          <a:lstStyle/>
          <a:p>
            <a:pPr marL="0" indent="0" algn="l">
              <a:lnSpc>
                <a:spcPct val="110000"/>
              </a:lnSpc>
              <a:buNone/>
            </a:pPr>
            <a:r>
              <a:rPr sz="1200">
                <a:solidFill>
                  <a:srgbClr val="333333"/>
                </a:solidFill>
                <a:latin typeface="Arial"/>
                <a:ea typeface="Arial"/>
                <a:cs typeface="Arial"/>
              </a:rPr>
              <a:t>1,241 ms routing + 7 ms protocol</a:t>
            </a:r>
            <a:endParaRPr sz="1200"/>
          </a:p>
        </p:txBody>
      </p:sp>
      <p:sp>
        <p:nvSpPr>
          <p:cNvPr id="35" name="Text 31">
            <a:extLst>
              <a:ext uri="{FF2B5EF4-FFF2-40B4-BE49-F238E27FC236}">
                <a16:creationId xmlns:a16="http://schemas.microsoft.com/office/drawing/2014/main" id="{9A1380A6-7BB4-405D-BB32-0F10E04F041E}"/>
              </a:ext>
            </a:extLst>
          </p:cNvPr>
          <p:cNvSpPr>
            <a:spLocks noGrp="1"/>
          </p:cNvSpPr>
          <p:nvPr/>
        </p:nvSpPr>
        <p:spPr>
          <a:xfrm>
            <a:off x="508000" y="4965700"/>
            <a:ext cx="952500" cy="254000"/>
          </a:xfrm>
          <a:prstGeom prst="rect">
            <a:avLst/>
          </a:prstGeom>
          <a:noFill/>
        </p:spPr>
        <p:txBody>
          <a:bodyPr wrap="square" lIns="0" tIns="0" rIns="0" bIns="0" anchor="ctr"/>
          <a:lstStyle/>
          <a:p>
            <a:pPr marL="0" indent="0" algn="l">
              <a:lnSpc>
                <a:spcPct val="110000"/>
              </a:lnSpc>
              <a:buNone/>
            </a:pPr>
            <a:r>
              <a:rPr sz="1200" b="1" dirty="0">
                <a:solidFill>
                  <a:srgbClr val="141414"/>
                </a:solidFill>
                <a:latin typeface="Arial"/>
                <a:ea typeface="Arial"/>
                <a:cs typeface="Arial"/>
              </a:rPr>
              <a:t>gRPC</a:t>
            </a:r>
            <a:endParaRPr sz="1200" dirty="0"/>
          </a:p>
        </p:txBody>
      </p:sp>
      <p:sp>
        <p:nvSpPr>
          <p:cNvPr id="36" name="Shape 32">
            <a:extLst>
              <a:ext uri="{FF2B5EF4-FFF2-40B4-BE49-F238E27FC236}">
                <a16:creationId xmlns:a16="http://schemas.microsoft.com/office/drawing/2014/main" id="{CF6911C9-2903-4BA1-97C2-947A4FB5B029}"/>
              </a:ext>
            </a:extLst>
          </p:cNvPr>
          <p:cNvSpPr>
            <a:spLocks noGrp="1"/>
          </p:cNvSpPr>
          <p:nvPr/>
        </p:nvSpPr>
        <p:spPr>
          <a:xfrm>
            <a:off x="1612900" y="4965700"/>
            <a:ext cx="3670300" cy="254000"/>
          </a:xfrm>
          <a:prstGeom prst="rect">
            <a:avLst/>
          </a:prstGeom>
          <a:solidFill>
            <a:srgbClr val="DA1884"/>
          </a:solidFill>
        </p:spPr>
        <p:txBody>
          <a:bodyPr/>
          <a:lstStyle/>
          <a:p>
            <a:endParaRPr/>
          </a:p>
        </p:txBody>
      </p:sp>
      <p:sp>
        <p:nvSpPr>
          <p:cNvPr id="37" name="Shape 33">
            <a:extLst>
              <a:ext uri="{FF2B5EF4-FFF2-40B4-BE49-F238E27FC236}">
                <a16:creationId xmlns:a16="http://schemas.microsoft.com/office/drawing/2014/main" id="{72622EAE-5FE6-42FF-BEEB-F9559A17A664}"/>
              </a:ext>
            </a:extLst>
          </p:cNvPr>
          <p:cNvSpPr>
            <a:spLocks noGrp="1"/>
          </p:cNvSpPr>
          <p:nvPr/>
        </p:nvSpPr>
        <p:spPr>
          <a:xfrm>
            <a:off x="5283200" y="4965700"/>
            <a:ext cx="2362200" cy="254000"/>
          </a:xfrm>
          <a:prstGeom prst="rect">
            <a:avLst/>
          </a:prstGeom>
          <a:solidFill>
            <a:srgbClr val="6B6B6B"/>
          </a:solidFill>
        </p:spPr>
        <p:txBody>
          <a:bodyPr/>
          <a:lstStyle/>
          <a:p>
            <a:endParaRPr/>
          </a:p>
        </p:txBody>
      </p:sp>
      <p:sp>
        <p:nvSpPr>
          <p:cNvPr id="38" name="Text 34">
            <a:extLst>
              <a:ext uri="{FF2B5EF4-FFF2-40B4-BE49-F238E27FC236}">
                <a16:creationId xmlns:a16="http://schemas.microsoft.com/office/drawing/2014/main" id="{511B91BA-F9B3-43FD-9C4D-A667CA775550}"/>
              </a:ext>
            </a:extLst>
          </p:cNvPr>
          <p:cNvSpPr>
            <a:spLocks noGrp="1"/>
          </p:cNvSpPr>
          <p:nvPr/>
        </p:nvSpPr>
        <p:spPr>
          <a:xfrm>
            <a:off x="7797800" y="4965700"/>
            <a:ext cx="3810000" cy="254000"/>
          </a:xfrm>
          <a:prstGeom prst="rect">
            <a:avLst/>
          </a:prstGeom>
          <a:noFill/>
        </p:spPr>
        <p:txBody>
          <a:bodyPr wrap="square" lIns="0" tIns="0" rIns="0" bIns="0" anchor="ctr"/>
          <a:lstStyle/>
          <a:p>
            <a:pPr marL="0" indent="0" algn="l">
              <a:lnSpc>
                <a:spcPct val="110000"/>
              </a:lnSpc>
              <a:buNone/>
            </a:pPr>
            <a:r>
              <a:rPr sz="1200">
                <a:solidFill>
                  <a:srgbClr val="333333"/>
                </a:solidFill>
                <a:latin typeface="Arial"/>
                <a:ea typeface="Arial"/>
                <a:cs typeface="Arial"/>
              </a:rPr>
              <a:t>1,112 ms routing + 716 ms stream*</a:t>
            </a:r>
            <a:endParaRPr sz="1200"/>
          </a:p>
        </p:txBody>
      </p:sp>
      <p:sp>
        <p:nvSpPr>
          <p:cNvPr id="39" name="Text 35">
            <a:extLst>
              <a:ext uri="{FF2B5EF4-FFF2-40B4-BE49-F238E27FC236}">
                <a16:creationId xmlns:a16="http://schemas.microsoft.com/office/drawing/2014/main" id="{CF485B8E-CC61-49CF-902D-F9FC2A0C27CE}"/>
              </a:ext>
            </a:extLst>
          </p:cNvPr>
          <p:cNvSpPr>
            <a:spLocks noGrp="1"/>
          </p:cNvSpPr>
          <p:nvPr/>
        </p:nvSpPr>
        <p:spPr>
          <a:xfrm>
            <a:off x="508000" y="5461000"/>
            <a:ext cx="11176000" cy="508000"/>
          </a:xfrm>
          <a:prstGeom prst="rect">
            <a:avLst/>
          </a:prstGeom>
          <a:noFill/>
        </p:spPr>
        <p:txBody>
          <a:bodyPr wrap="square" lIns="0" tIns="0" rIns="0" bIns="0" anchor="t"/>
          <a:lstStyle/>
          <a:p>
            <a:pPr marL="0" indent="0" algn="l">
              <a:lnSpc>
                <a:spcPct val="120000"/>
              </a:lnSpc>
              <a:buNone/>
            </a:pPr>
            <a:r>
              <a:rPr sz="1200">
                <a:solidFill>
                  <a:srgbClr val="6B6B6B"/>
                </a:solidFill>
                <a:latin typeface="Arial"/>
                <a:ea typeface="Arial"/>
                <a:cs typeface="Arial"/>
              </a:rPr>
              <a:t>* includes 700 ms of deliberate pacing between stream requests. Three runs per protocol; this is a request diagnostic, not a load test or protocol benchmark.</a:t>
            </a:r>
            <a:endParaRPr sz="1200"/>
          </a:p>
        </p:txBody>
      </p:sp>
    </p:spTree>
    <p:extLst>
      <p:ext uri="{BB962C8B-B14F-4D97-AF65-F5344CB8AC3E}">
        <p14:creationId xmlns:p14="http://schemas.microsoft.com/office/powerpoint/2010/main" val="8835625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Metadata/LabelInfo.xml><?xml version="1.0" encoding="utf-8"?>
<clbl:labelList xmlns:clbl="http://schemas.microsoft.com/office/2020/mipLabelMetadata">
  <clbl:label id="{d4def53c-905d-442a-ba22-72ae0f5bcf4f}" enabled="1" method="Standard" siteId="{6c637512-c417-4e78-9d62-b61258e4b619}" contentBits="0" removed="0"/>
</clbl:labelList>
</file>

<file path=docProps/app.xml><?xml version="1.0" encoding="utf-8"?>
<Properties xmlns="http://schemas.openxmlformats.org/officeDocument/2006/extended-properties" xmlns:vt="http://schemas.openxmlformats.org/officeDocument/2006/docPropsVTypes">
  <TotalTime>6</TotalTime>
  <Words>9377</Words>
  <Application>Microsoft Macintosh PowerPoint</Application>
  <DocSecurity>0</DocSecurity>
  <PresentationFormat>Widescreen</PresentationFormat>
  <Paragraphs>1113</Paragraphs>
  <Slides>30</Slides>
  <Notes>30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Arial</vt:lpstr>
      <vt:lpstr>Arial Regular</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Steve Pietrek</cp:lastModifiedBy>
  <cp:revision>4</cp:revision>
  <dcterms:created xsi:type="dcterms:W3CDTF">2026-10-04T22:22:57Z</dcterms:created>
  <dcterms:modified xsi:type="dcterms:W3CDTF">2026-10-10T20:11:13Z</dcterms:modified>
</cp:coreProperties>
</file>